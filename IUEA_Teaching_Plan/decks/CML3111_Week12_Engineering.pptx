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a982214c54e41fe" Type="http://schemas.openxmlformats.org/package/2006/relationships/metadata/core-properties" Target="docProps/core.xml"/><Relationship Id="R6cfa39937f3e43d7" Type="http://schemas.openxmlformats.org/officeDocument/2006/relationships/extended-properties" Target="docProps/app.xml"/><Relationship Id="R91c412e8145541b4"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f598aa26436f43d4"/>
  </p:sldMasterIdLst>
  <p:notesMasterIdLst>
    <p:notesMasterId xmlns:r="http://schemas.openxmlformats.org/officeDocument/2006/relationships" r:id="R76c589e793df4a88"/>
  </p:notesMasterIdLst>
  <p:sldIdLst>
    <p:sldId xmlns:r="http://schemas.openxmlformats.org/officeDocument/2006/relationships" id="256" r:id="R92bd3ec3c755490a"/>
    <p:sldId xmlns:r="http://schemas.openxmlformats.org/officeDocument/2006/relationships" id="257" r:id="Rcb18e15da75f44b9"/>
    <p:sldId xmlns:ns0="http://schemas.openxmlformats.org/officeDocument/2006/relationships" id="320" ns0:id="rId70"/>
    <p:sldId xmlns:r="http://schemas.openxmlformats.org/officeDocument/2006/relationships" id="258" r:id="R73d88737158f4881"/>
    <p:sldId xmlns:r="http://schemas.openxmlformats.org/officeDocument/2006/relationships" id="262" r:id="R33da30874d2b433a"/>
    <p:sldId xmlns:r="http://schemas.openxmlformats.org/officeDocument/2006/relationships" id="268" r:id="R7a380cdf878046ed"/>
    <p:sldId xmlns:r="http://schemas.openxmlformats.org/officeDocument/2006/relationships" id="269" r:id="Re23d47fe6fdb45aa"/>
    <p:sldId xmlns:r="http://schemas.openxmlformats.org/officeDocument/2006/relationships" id="270" r:id="R4772d99af03e4e5a"/>
    <p:sldId xmlns:r="http://schemas.openxmlformats.org/officeDocument/2006/relationships" id="271" r:id="Rd4c39e68bd284ea1"/>
    <p:sldId xmlns:r="http://schemas.openxmlformats.org/officeDocument/2006/relationships" id="272" r:id="R76befd062b914353"/>
    <p:sldId xmlns:ns0="http://schemas.openxmlformats.org/officeDocument/2006/relationships" id="321" ns0:id="rId71"/>
    <p:sldId xmlns:ns0="http://schemas.openxmlformats.org/officeDocument/2006/relationships" id="322" ns0:id="rId72"/>
    <p:sldId xmlns:r="http://schemas.openxmlformats.org/officeDocument/2006/relationships" id="291" r:id="R43f23ea36da24c96"/>
    <p:sldId xmlns:r="http://schemas.openxmlformats.org/officeDocument/2006/relationships" id="292" r:id="R500496aa9acf4078"/>
    <p:sldId xmlns:r="http://schemas.openxmlformats.org/officeDocument/2006/relationships" id="293" r:id="R101295df0a3d41da"/>
    <p:sldId xmlns:r="http://schemas.openxmlformats.org/officeDocument/2006/relationships" id="294" r:id="R6329e09001fa4f39"/>
    <p:sldId xmlns:r="http://schemas.openxmlformats.org/officeDocument/2006/relationships" id="295" r:id="Reb18c1ea2c974e15"/>
    <p:sldId xmlns:r="http://schemas.openxmlformats.org/officeDocument/2006/relationships" id="296" r:id="R70994257fe2e422e"/>
    <p:sldId xmlns:r="http://schemas.openxmlformats.org/officeDocument/2006/relationships" id="297" r:id="Rabf13baea85940e3"/>
    <p:sldId xmlns:ns0="http://schemas.openxmlformats.org/officeDocument/2006/relationships" id="323" ns0:id="rId73"/>
    <p:sldId xmlns:r="http://schemas.openxmlformats.org/officeDocument/2006/relationships" id="298" r:id="Rb92ef7ae0dc74050"/>
    <p:sldId xmlns:r="http://schemas.openxmlformats.org/officeDocument/2006/relationships" id="299" r:id="Re84b87fbf83d467b"/>
    <p:sldId xmlns:r="http://schemas.openxmlformats.org/officeDocument/2006/relationships" id="300" r:id="R698bf0f510c44f1e"/>
    <p:sldId xmlns:r="http://schemas.openxmlformats.org/officeDocument/2006/relationships" id="301" r:id="R0ea4173872e24455"/>
    <p:sldId xmlns:r="http://schemas.openxmlformats.org/officeDocument/2006/relationships" id="302" r:id="R8e94278966004206"/>
    <p:sldId xmlns:r="http://schemas.openxmlformats.org/officeDocument/2006/relationships" id="303" r:id="R8da78fff8cde4709"/>
    <p:sldId xmlns:r="http://schemas.openxmlformats.org/officeDocument/2006/relationships" id="304" r:id="R85e9887b5d504d3e"/>
    <p:sldId xmlns:r="http://schemas.openxmlformats.org/officeDocument/2006/relationships" id="305" r:id="Rb72bbba4b1474071"/>
    <p:sldId xmlns:r="http://schemas.openxmlformats.org/officeDocument/2006/relationships" id="306" r:id="R1ef5295894584c9d"/>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1" ns0:id="rId51"/>
    <p:sldId xmlns:r="http://schemas.openxmlformats.org/officeDocument/2006/relationships" id="311" r:id="R624e8077c431478f"/>
    <p:sldId xmlns:r="http://schemas.openxmlformats.org/officeDocument/2006/relationships" id="312" r:id="R93ec323f2a274a4f"/>
    <p:sldId xmlns:r="http://schemas.openxmlformats.org/officeDocument/2006/relationships" id="313" r:id="R78c362d805c843bc"/>
    <p:sldId xmlns:r="http://schemas.openxmlformats.org/officeDocument/2006/relationships" id="314" r:id="Rc38986b049574f83"/>
    <p:sldId xmlns:r="http://schemas.openxmlformats.org/officeDocument/2006/relationships" id="316" r:id="R35f1397c388e42c7"/>
    <p:sldId xmlns:ns0="http://schemas.openxmlformats.org/officeDocument/2006/relationships" id="330" ns0:id="rId80"/>
    <p:sldId xmlns:ns0="http://schemas.openxmlformats.org/officeDocument/2006/relationships" id="332" ns0:id="rId52"/>
    <p:sldId xmlns:r="http://schemas.openxmlformats.org/officeDocument/2006/relationships" id="318" r:id="R2b7236813f1a40d3"/>
    <p:sldId xmlns:r="http://schemas.openxmlformats.org/officeDocument/2006/relationships" id="319" r:id="R99ce30cf67ef48d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ea4173872e24455" Type="http://schemas.openxmlformats.org/officeDocument/2006/relationships/slide" Target="slides/slide24.xml"/><Relationship Id="R101295df0a3d41da" Type="http://schemas.openxmlformats.org/officeDocument/2006/relationships/slide" Target="slides/slide15.xml"/><Relationship Id="R1ef5295894584c9d" Type="http://schemas.openxmlformats.org/officeDocument/2006/relationships/slide" Target="slides/slide29.xml"/><Relationship Id="R22d18e4098fc4e2a" Type="http://schemas.openxmlformats.org/officeDocument/2006/relationships/theme" Target="theme/theme1.xml"/><Relationship Id="R2b7236813f1a40d3" Type="http://schemas.openxmlformats.org/officeDocument/2006/relationships/slide" Target="slides/slide44.xml"/><Relationship Id="R33da30874d2b433a" Type="http://schemas.openxmlformats.org/officeDocument/2006/relationships/slide" Target="slides/slide5.xml"/><Relationship Id="R35f1397c388e42c7" Type="http://schemas.openxmlformats.org/officeDocument/2006/relationships/slide" Target="slides/slide41.xml"/><Relationship Id="R421fcfe053454fbf" Type="http://schemas.openxmlformats.org/officeDocument/2006/relationships/presProps" Target="presProps.xml"/><Relationship Id="R43f23ea36da24c96" Type="http://schemas.openxmlformats.org/officeDocument/2006/relationships/slide" Target="slides/slide13.xml"/><Relationship Id="R4772d99af03e4e5a" Type="http://schemas.openxmlformats.org/officeDocument/2006/relationships/slide" Target="slides/slide8.xml"/><Relationship Id="R500496aa9acf4078" Type="http://schemas.openxmlformats.org/officeDocument/2006/relationships/slide" Target="slides/slide14.xml"/><Relationship Id="R624e8077c431478f" Type="http://schemas.openxmlformats.org/officeDocument/2006/relationships/slide" Target="slides/slide37.xml"/><Relationship Id="R6329e09001fa4f39" Type="http://schemas.openxmlformats.org/officeDocument/2006/relationships/slide" Target="slides/slide16.xml"/><Relationship Id="R698bf0f510c44f1e" Type="http://schemas.openxmlformats.org/officeDocument/2006/relationships/slide" Target="slides/slide23.xml"/><Relationship Id="R70994257fe2e422e" Type="http://schemas.openxmlformats.org/officeDocument/2006/relationships/slide" Target="slides/slide18.xml"/><Relationship Id="R73d88737158f4881" Type="http://schemas.openxmlformats.org/officeDocument/2006/relationships/slide" Target="slides/slide4.xml"/><Relationship Id="R76befd062b914353" Type="http://schemas.openxmlformats.org/officeDocument/2006/relationships/slide" Target="slides/slide10.xml"/><Relationship Id="R76c589e793df4a88" Type="http://schemas.openxmlformats.org/officeDocument/2006/relationships/notesMaster" Target="notesMasters/notesMaster1.xml"/><Relationship Id="R78c362d805c843bc" Type="http://schemas.openxmlformats.org/officeDocument/2006/relationships/slide" Target="slides/slide39.xml"/><Relationship Id="R7a380cdf878046ed" Type="http://schemas.openxmlformats.org/officeDocument/2006/relationships/slide" Target="slides/slide6.xml"/><Relationship Id="R85e9887b5d504d3e" Type="http://schemas.openxmlformats.org/officeDocument/2006/relationships/slide" Target="slides/slide27.xml"/><Relationship Id="R8d1fcff3198c4c12" Type="http://schemas.openxmlformats.org/officeDocument/2006/relationships/tableStyles" Target="tableStyles.xml"/><Relationship Id="R8da78fff8cde4709" Type="http://schemas.openxmlformats.org/officeDocument/2006/relationships/slide" Target="slides/slide26.xml"/><Relationship Id="R8e94278966004206" Type="http://schemas.openxmlformats.org/officeDocument/2006/relationships/slide" Target="slides/slide25.xml"/><Relationship Id="R92bd3ec3c755490a" Type="http://schemas.openxmlformats.org/officeDocument/2006/relationships/slide" Target="slides/slide1.xml"/><Relationship Id="R93ec323f2a274a4f" Type="http://schemas.openxmlformats.org/officeDocument/2006/relationships/slide" Target="slides/slide38.xml"/><Relationship Id="R99ce30cf67ef48d8" Type="http://schemas.openxmlformats.org/officeDocument/2006/relationships/slide" Target="slides/slide45.xml"/><Relationship Id="Rabf13baea85940e3" Type="http://schemas.openxmlformats.org/officeDocument/2006/relationships/slide" Target="slides/slide19.xml"/><Relationship Id="Rb72bbba4b1474071" Type="http://schemas.openxmlformats.org/officeDocument/2006/relationships/slide" Target="slides/slide28.xml"/><Relationship Id="Rb92ef7ae0dc74050" Type="http://schemas.openxmlformats.org/officeDocument/2006/relationships/slide" Target="slides/slide21.xml"/><Relationship Id="Rc38986b049574f83" Type="http://schemas.openxmlformats.org/officeDocument/2006/relationships/slide" Target="slides/slide40.xml"/><Relationship Id="Rcb18e15da75f44b9" Type="http://schemas.openxmlformats.org/officeDocument/2006/relationships/slide" Target="slides/slide2.xml"/><Relationship Id="Rd4c39e68bd284ea1" Type="http://schemas.openxmlformats.org/officeDocument/2006/relationships/slide" Target="slides/slide9.xml"/><Relationship Id="Re23d47fe6fdb45aa" Type="http://schemas.openxmlformats.org/officeDocument/2006/relationships/slide" Target="slides/slide7.xml"/><Relationship Id="Re84b87fbf83d467b" Type="http://schemas.openxmlformats.org/officeDocument/2006/relationships/slide" Target="slides/slide22.xml"/><Relationship Id="Reb18c1ea2c974e15" Type="http://schemas.openxmlformats.org/officeDocument/2006/relationships/slide" Target="slides/slide17.xml"/><Relationship Id="Rf598aa26436f43d4" Type="http://schemas.openxmlformats.org/officeDocument/2006/relationships/slideMaster" Target="slideMasters/slideMaster1.xml"/><Relationship Id="rId51" Type="http://schemas.openxmlformats.org/officeDocument/2006/relationships/slide" Target="slides/slide36.xml"/><Relationship Id="rId52" Type="http://schemas.openxmlformats.org/officeDocument/2006/relationships/slide" Target="slides/slide43.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17d7c2cf2da548f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7bf9f6a72474844" Type="http://schemas.openxmlformats.org/officeDocument/2006/relationships/slide" Target="../slides/slide1.xml"/><Relationship Id="R1e6ba09503c0450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aaeb7e825a14470" Type="http://schemas.openxmlformats.org/officeDocument/2006/relationships/notesMaster" Target="../notesMasters/notesMaster1.xml"/><Relationship Id="R9bd0f0d6c3324224"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73c6109e2e945b2" Type="http://schemas.openxmlformats.org/officeDocument/2006/relationships/notesMaster" Target="../notesMasters/notesMaster1.xml"/><Relationship Id="Rb2c2e167c92747d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ed4834ffd894010" Type="http://schemas.openxmlformats.org/officeDocument/2006/relationships/notesMaster" Target="../notesMasters/notesMaster1.xml"/><Relationship Id="R8bd86531d27d43e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6ac60d75be254140" Type="http://schemas.openxmlformats.org/officeDocument/2006/relationships/slide" Target="../slides/slide6.xml"/><Relationship Id="R730b96fd39474f7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6c039b1143144882" Type="http://schemas.openxmlformats.org/officeDocument/2006/relationships/notesMaster" Target="../notesMasters/notesMaster1.xml"/><Relationship Id="R7ad247feb2a245b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78e825d71f44f66" Type="http://schemas.openxmlformats.org/officeDocument/2006/relationships/notesMaster" Target="../notesMasters/notesMaster1.xml"/><Relationship Id="R9303fd44295c4586"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dc81949225c4a0a" Type="http://schemas.openxmlformats.org/officeDocument/2006/relationships/notesMaster" Target="../notesMasters/notesMaster1.xml"/><Relationship Id="R29a0e2f7ece7469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b00abe0672e4d68" Type="http://schemas.openxmlformats.org/officeDocument/2006/relationships/notesMaster" Target="../notesMasters/notesMaster1.xml"/><Relationship Id="Rb644cc6e7a1a400c"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7a6a568ee5f4982" Type="http://schemas.openxmlformats.org/officeDocument/2006/relationships/notesMaster" Target="../notesMasters/notesMaster1.xml"/><Relationship Id="R7f9d282201214d80"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8d877e8541cb410b" Type="http://schemas.openxmlformats.org/officeDocument/2006/relationships/slide" Target="../slides/slide14.xml"/><Relationship Id="Ra9292933bb994e0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01b0cafff3242b2" Type="http://schemas.openxmlformats.org/officeDocument/2006/relationships/slide" Target="../slides/slide15.xml"/><Relationship Id="Re55d598cec6f40f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4a36d826ec541aa" Type="http://schemas.openxmlformats.org/officeDocument/2006/relationships/notesMaster" Target="../notesMasters/notesMaster1.xml"/><Relationship Id="Refd5ed1e8e0449b8"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908113a70794548" Type="http://schemas.openxmlformats.org/officeDocument/2006/relationships/slide" Target="../slides/slide17.xml"/><Relationship Id="R3395a6174fa6462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2f4d11e9a49a4fe5" Type="http://schemas.openxmlformats.org/officeDocument/2006/relationships/notesMaster" Target="../notesMasters/notesMaster1.xml"/><Relationship Id="Rfc0f21e5470c4ea4"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104774a862c14290" Type="http://schemas.openxmlformats.org/officeDocument/2006/relationships/notesMaster" Target="../notesMasters/notesMaster1.xml"/><Relationship Id="Rffcc8cbdb2b8426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2672695fd8e4ce6" Type="http://schemas.openxmlformats.org/officeDocument/2006/relationships/notesMaster" Target="../notesMasters/notesMaster1.xml"/><Relationship Id="Rd2df169749264d53"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8b60bf98e254e66" Type="http://schemas.openxmlformats.org/officeDocument/2006/relationships/slide" Target="../slides/slide22.xml"/><Relationship Id="Ra370f7cc0cf14a37"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4af129d017324216" Type="http://schemas.openxmlformats.org/officeDocument/2006/relationships/notesMaster" Target="../notesMasters/notesMaster1.xml"/><Relationship Id="Raa9dfd13a0fb468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d013cd404b54e3f" Type="http://schemas.openxmlformats.org/officeDocument/2006/relationships/notesMaster" Target="../notesMasters/notesMaster1.xml"/><Relationship Id="Raf0546566b9d4c1b"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9951d3f708243c6" Type="http://schemas.openxmlformats.org/officeDocument/2006/relationships/notesMaster" Target="../notesMasters/notesMaster1.xml"/><Relationship Id="R925a4b63870f4c36"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c7293848e572430a" Type="http://schemas.openxmlformats.org/officeDocument/2006/relationships/notesMaster" Target="../notesMasters/notesMaster1.xml"/><Relationship Id="Rcb135c60dde24ed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59382a87a4594ef2" Type="http://schemas.openxmlformats.org/officeDocument/2006/relationships/notesMaster" Target="../notesMasters/notesMaster1.xml"/><Relationship Id="R82a43b6d3f774bdb"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e55296a3688411a" Type="http://schemas.openxmlformats.org/officeDocument/2006/relationships/slide" Target="../slides/slide28.xml"/><Relationship Id="R7203da5f70a14d8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dbfa34ca1b74551" Type="http://schemas.openxmlformats.org/officeDocument/2006/relationships/slide" Target="../slides/slide29.xml"/><Relationship Id="Rb29db5d44ee644cd"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90165cc16dd94f32" Type="http://schemas.openxmlformats.org/officeDocument/2006/relationships/notesMaster" Target="../notesMasters/notesMaster1.xml"/><Relationship Id="Rd96fac4827894dd4"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8704860a31a94550" Type="http://schemas.openxmlformats.org/officeDocument/2006/relationships/slide" Target="../slides/slide38.xml"/><Relationship Id="Raa75f81165ab490c"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6a9a5b1c92c74801" Type="http://schemas.openxmlformats.org/officeDocument/2006/relationships/notesMaster" Target="../notesMasters/notesMaster1.xml"/><Relationship Id="R89d91d9b7c6c487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092bd96fc1b14cfe" Type="http://schemas.openxmlformats.org/officeDocument/2006/relationships/slide" Target="../slides/slide40.xml"/><Relationship Id="Rec95318fb9324f87"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1602327b1fb344df" Type="http://schemas.openxmlformats.org/officeDocument/2006/relationships/notesMaster" Target="../notesMasters/notesMaster1.xml"/><Relationship Id="Rc877f544d3c547b9"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34d60854ea64a08" Type="http://schemas.openxmlformats.org/officeDocument/2006/relationships/notesMaster" Target="../notesMasters/notesMaster1.xml"/><Relationship Id="R74b835f2f4f441c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35f26f1219764369" Type="http://schemas.openxmlformats.org/officeDocument/2006/relationships/notesMaster" Target="../notesMasters/notesMaster1.xml"/><Relationship Id="Ra073a35138f647f1"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motor temperature.</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14.85 deg C. The straight line has 0.78. The tree has 4.79.</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deg C.</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deg C.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deg C,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deg C,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2 assignment pack, worth twenty marks. They are built around select_model and regression_errors.</a:t>
            </a:r>
          </a:p>
          <a:p/>
          <a:p>
            <a:r>
              <a:t>This is the last part, so the whole pack is due by Thursday 10 December at 23:59 Kampala time. In a moment we show where each part is submitted.</a:t>
            </a:r>
          </a:p>
          <a:p/>
          <a:p>
            <a:r>
              <a:t>There is no quiz today. The Block 2 quiz opens after the Week 13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motor temperature.</a:t>
            </a:r>
          </a:p>
          <a:p xmlns:a="http://schemas.openxmlformats.org/drawingml/2006/main"/>
          <a:p xmlns:a="http://schemas.openxmlformats.org/drawingml/2006/main">
            <a:r>
              <a:t>The unit of the target is deg C.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motor temperature,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deg C,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 code and the written evidence for this part go in one complete notebook, and that notebook goes into the Block 2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2 assignment pack goes in. It has 2 parts, one notebook for each, and each part has its own form.</a:t>
            </a:r>
          </a:p>
          <a:p/>
          <a:p>
            <a:r>
              <a:t>Open the form for each part in turn, enter your full Student Registration Number, and upload that part's notebook. Do not wait for the last minute, because the pack closes Thursday 10 December at 23:59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optional video is for revision after class. It is a short StatQuest explanation of bias and variance, the two ways a model can go wrong. A model that is too simple misses the pattern, and a model that is too flexible chases noise.</a:t>
            </a:r>
          </a:p>
          <a:p xmlns:a="http://schemas.openxmlformats.org/drawingml/2006/main"/>
          <a:p xmlns:a="http://schemas.openxmlformats.org/drawingml/2006/main">
            <a:r>
              <a:t>Before you watch, hold one question in mind: what goes wrong with a model that is too simple, and with one that is too flexible? Then watch the opening four minutes and answer it in your own words. The video supports revision of the Week 10 and Week 12 ideas, and watching it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542866d5056430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fa041d1fae1497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32c026621994ff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596bd0ec96f24e5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ce9908f7017457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be72ca26d040472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E7BB8A-CCBF-488C-8462-4A6F1A5026B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8615FA-7CF0-46FE-853F-523EDC36109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FBA020A-7BB5-4915-B4F1-F9F9FAF305B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2569FD-A09C-417B-80CC-0B667AFD74E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DD5A5E6-17C6-4251-B439-E0280FBAE1A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D869D8-C3C2-4AC3-B581-5B74EA8A92A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5681F37-B9F6-4B47-97FD-CDD3CB8327D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8E22EC-851C-4110-9E3C-B5F2A3E85DA9}"/>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952EB9-44A7-4564-9D4B-BA826C5FFF0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359B74-FFBD-4242-8513-8BEB6BC0359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fde386bc6247f4" Type="http://schemas.openxmlformats.org/officeDocument/2006/relationships/slideLayout" Target="../slideLayouts/slideLayout4.xml"/><Relationship Id="R7dff23db16fe4a9c" Type="http://schemas.openxmlformats.org/officeDocument/2006/relationships/slideLayout" Target="../slideLayouts/slideLayout3.xml"/><Relationship Id="R81181c1758a143ff" Type="http://schemas.openxmlformats.org/officeDocument/2006/relationships/slideLayout" Target="../slideLayouts/slideLayout6.xml"/><Relationship Id="R9b6351c5360a4638" Type="http://schemas.openxmlformats.org/officeDocument/2006/relationships/slideLayout" Target="../slideLayouts/slideLayout1.xml"/><Relationship Id="Ra881785a91894cf4" Type="http://schemas.openxmlformats.org/officeDocument/2006/relationships/slideLayout" Target="../slideLayouts/slideLayout5.xml"/><Relationship Id="Rb8967634b0964a77" Type="http://schemas.openxmlformats.org/officeDocument/2006/relationships/theme" Target="theme/theme2.xml"/><Relationship Id="Rfce13285df784485"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6351c5360a4638"/>
    <p:sldLayoutId xmlns:r="http://schemas.openxmlformats.org/officeDocument/2006/relationships" id="2147483650" r:id="Rfce13285df784485"/>
    <p:sldLayoutId xmlns:r="http://schemas.openxmlformats.org/officeDocument/2006/relationships" id="2147483651" r:id="R7dff23db16fe4a9c"/>
    <p:sldLayoutId xmlns:r="http://schemas.openxmlformats.org/officeDocument/2006/relationships" id="2147483652" r:id="R18fde386bc6247f4"/>
    <p:sldLayoutId xmlns:r="http://schemas.openxmlformats.org/officeDocument/2006/relationships" id="2147483653" r:id="Ra881785a91894cf4"/>
    <p:sldLayoutId xmlns:r="http://schemas.openxmlformats.org/officeDocument/2006/relationships" id="2147483654" r:id="R81181c1758a143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7913e941254664" Type="http://schemas.openxmlformats.org/officeDocument/2006/relationships/slideLayout" Target="../slideLayouts/slideLayout6.xml"/><Relationship Id="Rc388fd9ac77a4940" Type="http://schemas.openxmlformats.org/officeDocument/2006/relationships/image" Target="../media/image.png"/><Relationship Id="Rde25a3871085409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6a784504dbd7451b" Type="http://schemas.openxmlformats.org/officeDocument/2006/relationships/notesSlide" Target="../notesSlides/notesSlide2.xml"/><Relationship Id="Rf5258ed0e39342a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4df4f1af224c4401" Type="http://schemas.openxmlformats.org/officeDocument/2006/relationships/notesSlide" Target="../notesSlides/notesSlide4.xml"/><Relationship Id="Rb489d5e9e60c410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c09a503dba594f2c" Type="http://schemas.openxmlformats.org/officeDocument/2006/relationships/notesSlide" Target="../notesSlides/notesSlide5.xml"/><Relationship Id="Rc25705e8dabb402a"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8db72b4aef6a4f9c" Type="http://schemas.openxmlformats.org/officeDocument/2006/relationships/slideLayout" Target="../slideLayouts/slideLayout6.xml"/><Relationship Id="Ra0ebdc4d0d724b2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d0d38f85c44426e" Type="http://schemas.openxmlformats.org/officeDocument/2006/relationships/slideLayout" Target="../slideLayouts/slideLayout6.xml"/><Relationship Id="R5074a9980fc34e6e"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4fc508598de64ecc" Type="http://schemas.openxmlformats.org/officeDocument/2006/relationships/notesSlide" Target="../notesSlides/notesSlide8.xml"/><Relationship Id="Rf324e82c6815469a"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5428fc67736402a" Type="http://schemas.openxmlformats.org/officeDocument/2006/relationships/slideLayout" Target="../slideLayouts/slideLayout6.xml"/><Relationship Id="Rb2a3bd7a724f4c9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e05f5840b3148fa" Type="http://schemas.openxmlformats.org/officeDocument/2006/relationships/notesSlide" Target="../notesSlides/notesSlide10.xml"/><Relationship Id="R10a6e186748b451d"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d8a319e3c2d44516" Type="http://schemas.openxmlformats.org/officeDocument/2006/relationships/slideLayout" Target="../slideLayouts/slideLayout6.xml"/><Relationship Id="Rf7364dedb3d8417f"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c3b135fb4b542b9" Type="http://schemas.openxmlformats.org/officeDocument/2006/relationships/slideLayout" Target="../slideLayouts/slideLayout6.xml"/><Relationship Id="Rca79070f03704e7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b31d1074b0f401b" Type="http://schemas.openxmlformats.org/officeDocument/2006/relationships/slideLayout" Target="../slideLayouts/slideLayout6.xml"/><Relationship Id="R77aae4b2d98842f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4297d8666404ede" Type="http://schemas.openxmlformats.org/officeDocument/2006/relationships/slideLayout" Target="../slideLayouts/slideLayout6.xml"/><Relationship Id="R1f24346dbba2400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f5f19c8a5d04c0e" Type="http://schemas.openxmlformats.org/officeDocument/2006/relationships/slideLayout" Target="../slideLayouts/slideLayout6.xml"/><Relationship Id="R75683d81580e49e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26de24e6b7e49bb" Type="http://schemas.openxmlformats.org/officeDocument/2006/relationships/slideLayout" Target="../slideLayouts/slideLayout6.xml"/><Relationship Id="Rbdc1150202694e6c"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6c87481c810412d" Type="http://schemas.openxmlformats.org/officeDocument/2006/relationships/slideLayout" Target="../slideLayouts/slideLayout6.xml"/><Relationship Id="Rffa438cfc142492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85c4ab4e98184a97" Type="http://schemas.openxmlformats.org/officeDocument/2006/relationships/notesSlide" Target="../notesSlides/notesSlide21.xml"/><Relationship Id="Reabb6f65c2b14067"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efae447f50274a97" Type="http://schemas.openxmlformats.org/officeDocument/2006/relationships/slideLayout" Target="../slideLayouts/slideLayout6.xml"/><Relationship Id="Rf79ae01c818d4c6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b24609bd0e65411f" Type="http://schemas.openxmlformats.org/officeDocument/2006/relationships/slideLayout" Target="../slideLayouts/slideLayout6.xml"/><Relationship Id="Reff48bc42cb94b7f"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7fbde8061e84dda" Type="http://schemas.openxmlformats.org/officeDocument/2006/relationships/notesSlide" Target="../notesSlides/notesSlide24.xml"/><Relationship Id="R1f13685540f44fed"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9b8136cd569646bd" Type="http://schemas.openxmlformats.org/officeDocument/2006/relationships/notesSlide" Target="../notesSlides/notesSlide25.xml"/><Relationship Id="Rfa5f5aede56647ba"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5b774eaf5ad8484f" Type="http://schemas.openxmlformats.org/officeDocument/2006/relationships/slideLayout" Target="../slideLayouts/slideLayout6.xml"/><Relationship Id="Reaa705d19fd64bbf"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8bf9f23f94e4672" Type="http://schemas.openxmlformats.org/officeDocument/2006/relationships/slideLayout" Target="../slideLayouts/slideLayout6.xml"/><Relationship Id="Reab4befc33cd4b4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e99d86f514064b2e" Type="http://schemas.openxmlformats.org/officeDocument/2006/relationships/notesSlide" Target="../notesSlides/notesSlide28.xml"/><Relationship Id="Rf7ea0ec44d2c416a"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266d45e1eaa84374" Type="http://schemas.openxmlformats.org/officeDocument/2006/relationships/slideLayout" Target="../slideLayouts/slideLayout6.xml"/><Relationship Id="R2799f04c954a45ff"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c6634e5341a41e3" Type="http://schemas.openxmlformats.org/officeDocument/2006/relationships/slideLayout" Target="../slideLayouts/slideLayout6.xml"/><Relationship Id="Rfa03264fdf724b2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091def89ebd4017" Type="http://schemas.openxmlformats.org/officeDocument/2006/relationships/notesSlide" Target="../notesSlides/notesSlide38.xml"/><Relationship Id="R4e8cf814b10a47e6"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08bece7d0ab3458d" Type="http://schemas.openxmlformats.org/officeDocument/2006/relationships/notesSlide" Target="../notesSlides/notesSlide39.xml"/><Relationship Id="R4c38934b568548ca"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6e58c5a371c64f3c" Type="http://schemas.openxmlformats.org/officeDocument/2006/relationships/notesSlide" Target="../notesSlides/notesSlide40.xml"/><Relationship Id="Rf54f3e8e6fef422c"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705084c188d84c10" Type="http://schemas.openxmlformats.org/officeDocument/2006/relationships/notesSlide" Target="../notesSlides/notesSlide41.xml"/><Relationship Id="Rd0bd963b4e5246e6"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eQJ_LsZgtIRbakN-KW4e4dx5rru2iqg6HwaaKoAQbKW7bh8Q/viewform" TargetMode="External"/><Relationship Id="rId3" Type="http://schemas.openxmlformats.org/officeDocument/2006/relationships/hyperlink" Target="https://docs.google.com/forms/d/e/1FAIpQLSd372X-BsxlyaBxjHNN5N4xQuj9fMiwEWDSkDOh8sXTQk3imQ/viewform"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206868f1224d4fc0" Type="http://schemas.openxmlformats.org/officeDocument/2006/relationships/slideLayout" Target="../slideLayouts/slideLayout6.xml"/><Relationship Id="Ra64f02461f35411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5fd2bf7267e84c9c" Type="http://schemas.openxmlformats.org/officeDocument/2006/relationships/notesSlide" Target="../notesSlides/notesSlide45.xml"/><Relationship Id="R61aef31bebdf456b" Type="http://schemas.openxmlformats.org/officeDocument/2006/relationships/slideLayout" Target="../slideLayouts/slideLayout6.xml"/><Relationship Id="rId3" Type="http://schemas.openxmlformats.org/officeDocument/2006/relationships/hyperlink" Target="https://www.youtube.com/watch?v=EuBBz3bI-aA"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2D2947C-9EB2-4101-AF4D-BB81B4D391F2}"/>
              </a:ext>
            </a:extLst>
          </p:cNvPr>
          <p:cNvPicPr>
            <a:picLocks xmlns:a="http://schemas.openxmlformats.org/drawingml/2006/main" noChangeAspect="1"/>
          </p:cNvPicPr>
          <p:nvPr/>
        </p:nvPicPr>
        <p:blipFill>
          <a:blip xmlns:r="http://schemas.openxmlformats.org/officeDocument/2006/relationships" xmlns:a="http://schemas.openxmlformats.org/drawingml/2006/main" r:embed="Rc388fd9ac77a494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C89C65-F68B-4F98-95B3-E7391797965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E1A696C5-FBDA-4FED-AED0-8A269125FC3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12</a:t>
            </a:r>
          </a:p>
        </p:txBody>
      </p:sp>
      <p:sp>
        <p:nvSpPr>
          <p:cNvPr id="4" name="">
            <a:extLst xmlns:a="http://schemas.openxmlformats.org/drawingml/2006/main">
              <a:ext uri="{FF2B5EF4-FFF2-40B4-BE49-F238E27FC236}">
                <a16:creationId xmlns:a16="http://schemas.microsoft.com/office/drawing/2014/main" id="{1B3C9D03-5C3D-455D-A0AF-DBA47292E3D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E4EA6F05-6AA9-4C45-AD23-65A8AAA2EB4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55CB25A4-063B-41DF-B913-98DE3C0C6C3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6022329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293347-BB72-467A-A098-5188115A62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B3A3AF-1D74-4F8A-8EE2-A043CEDE40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E46810-BB64-451C-BB11-049855C0AB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4DC0A15-661F-4339-BC86-2314FDAFF97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88B7846-4BF1-45E7-BDAA-8E979649A1F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EFBC7DA-7389-412E-8D25-F98F382FDF9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BCD7D2EC-72CA-4DF1-9E15-909A792DB3C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F3DC2491-BDA7-45E1-BD7E-209BF5CF6A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a:t>
            </a:r>
          </a:p>
        </p:txBody>
      </p:sp>
    </p:spTree>
    <p:extLst>
      <p:ext uri="{BB962C8B-B14F-4D97-AF65-F5344CB8AC3E}">
        <p14:creationId xmlns:p14="http://schemas.microsoft.com/office/powerpoint/2010/main" val="2032707316"/>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AFCAB7-C566-4FAE-BB98-E2E8F92687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4312C8E-5744-4248-8B3C-796C11AAA1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15DE62A-6709-4D3C-8CDE-73F8E4D19F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AD33C9CE-7E23-490F-BD77-03E71D4612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FD5A6A-4733-4B38-9456-DD5FB0F6D35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FF021F8-C665-4C19-9D0C-5474A0F8BCB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0DA7FDCA-F079-45D1-8C4D-FF826A0F935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8C24119-ABEA-4A5B-9BFD-C27357D589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a:t>
            </a:r>
          </a:p>
        </p:txBody>
      </p:sp>
    </p:spTree>
    <p:extLst>
      <p:ext uri="{BB962C8B-B14F-4D97-AF65-F5344CB8AC3E}">
        <p14:creationId xmlns:p14="http://schemas.microsoft.com/office/powerpoint/2010/main" val="2529391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A8B87F-6F6C-4647-A5D9-DB38C377C9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8FA52A-8178-427F-BFB6-3BC5407B2C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755BC4-76E7-44FA-843E-9375CAA479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FEFBEE61-4350-41D8-AA5A-6C7DECC982A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868364-E4F8-4CED-A6DF-64DA7529FFC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D7C11EB6-79B6-41D7-AA65-59C51F1ECC8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F82DECAE-C3A4-4E3F-B881-A42FFD78525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25995CF-9135-490D-90AA-943F3A8FB1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5</a:t>
            </a:r>
          </a:p>
        </p:txBody>
      </p:sp>
    </p:spTree>
    <p:extLst>
      <p:ext uri="{BB962C8B-B14F-4D97-AF65-F5344CB8AC3E}">
        <p14:creationId xmlns:p14="http://schemas.microsoft.com/office/powerpoint/2010/main" val="7206106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1BCCC1-5CE2-4EAB-95B2-E899EB65FD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4C3D3E-262C-4586-A4BD-E244E380E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1E0F4C8-F658-47AA-AC37-025B6C3246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634BDBFD-3DCD-4EAD-95AB-04E2B2ED87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9F0C18-1B3E-4D29-8815-5793520BDF4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4D9F574-D276-45C0-8DF4-7F887E48F9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54575FD-3DA7-4582-A50F-A710192EF2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89BEC5A-26D2-495F-B6E4-01B31C4C8F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6</a:t>
            </a:r>
          </a:p>
        </p:txBody>
      </p:sp>
    </p:spTree>
    <p:extLst>
      <p:ext uri="{BB962C8B-B14F-4D97-AF65-F5344CB8AC3E}">
        <p14:creationId xmlns:p14="http://schemas.microsoft.com/office/powerpoint/2010/main" val="4230080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7C02A8-22D8-4E14-8012-92838CBD7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0101B6-9D3E-4101-B914-69B2D735ED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A48268-CA05-411D-9FF3-6DB1E4C3C3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F931BB24-4E95-4C2E-AF8E-4D008E5049B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EEA77E-D34F-48B7-8511-A3C52BEB571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BBF7938F-AE35-456C-8667-7974904A03B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10440D5-4EA7-46D8-B3B4-053922DA84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7</a:t>
            </a:r>
          </a:p>
        </p:txBody>
      </p:sp>
    </p:spTree>
    <p:extLst>
      <p:ext uri="{BB962C8B-B14F-4D97-AF65-F5344CB8AC3E}">
        <p14:creationId xmlns:p14="http://schemas.microsoft.com/office/powerpoint/2010/main" val="40542018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476DEC9-9003-4F92-94FC-48BE7929FF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3D2B94-2B71-47A1-A907-4670F42755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6050E94-EB96-43CD-AF42-E3DA214BF9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5CAE4068-2BF3-499F-B9A0-C23A622168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997101-86D0-47D5-B2BE-713972E302B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CE705B96-9C08-4F39-8722-2707E3C5EC4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BEDAFEC-6422-4185-8BA1-9AAF86637EE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410D9D2-DE66-416A-9F5D-45F84287C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8</a:t>
            </a:r>
          </a:p>
        </p:txBody>
      </p:sp>
    </p:spTree>
    <p:extLst>
      <p:ext uri="{BB962C8B-B14F-4D97-AF65-F5344CB8AC3E}">
        <p14:creationId xmlns:p14="http://schemas.microsoft.com/office/powerpoint/2010/main" val="198382359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B42375-7AA8-4130-8E23-15C7823003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41BA77-A0DF-4759-87C9-5A4078DCFA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67743F-BC22-4EA0-9117-EA31402268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E0EC3B02-0B3C-4365-B7BD-B33086FBDA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AE5A09-5A88-4645-9E69-36F15342EF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453D912-3CB2-4C87-954C-0AFA727BFD0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CA0683C5-2F82-466B-9D2F-E41C20BFAA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7AC60358-EBB3-4DA2-9923-D7A3FD7151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9</a:t>
            </a:r>
          </a:p>
        </p:txBody>
      </p:sp>
    </p:spTree>
    <p:extLst>
      <p:ext uri="{BB962C8B-B14F-4D97-AF65-F5344CB8AC3E}">
        <p14:creationId xmlns:p14="http://schemas.microsoft.com/office/powerpoint/2010/main" val="8165987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565C5B-03B8-49C5-9671-806B68BBC3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86B81D-3C4B-4D33-A89F-EFC9093A7D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8DECB7B-B2E3-45A0-AD91-3E236BB78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CEFA97A-A27E-45FE-B080-3141AEA5269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033CAF-C6F1-4CD3-AC5B-45932911A9A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0EFC7940-1A43-4A9E-A4B6-02E3A7CF9E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CDA20F9-7FDB-461E-A072-6683A919C8F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5394105-670D-4917-9E55-D8DF20953D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10</a:t>
            </a:r>
          </a:p>
        </p:txBody>
      </p:sp>
    </p:spTree>
    <p:extLst>
      <p:ext uri="{BB962C8B-B14F-4D97-AF65-F5344CB8AC3E}">
        <p14:creationId xmlns:p14="http://schemas.microsoft.com/office/powerpoint/2010/main" val="1652650311"/>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0.7775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(deg C)</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14.85</a:t>
                      </a:r>
                    </a:p>
                  </a:txBody>
                  <a:tcPr marL="101600" marR="101600" marT="38100" marB="38100" anchor="ctr">
                    <a:solidFill>
                      <a:srgbClr val="EEF3F6"/>
                    </a:solidFill>
                  </a:tcPr>
                </a:tc>
                <a:tc>
                  <a:txBody>
                    <a:bodyPr wrap="square"/>
                    <a:lstStyle/>
                    <a:p>
                      <a:r>
                        <a:rPr sz="2100" b="0">
                          <a:solidFill>
                            <a:srgbClr val="1C3144"/>
                          </a:solidFill>
                          <a:latin typeface="Calibri"/>
                        </a:rPr>
                        <a:t>no</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0.78</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4.79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E4BA8B-2A92-440F-97D1-971EB973E2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1A8EA0-9184-468B-A327-4439E7F1D5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48593A-1006-4498-BCC3-A38DC43B72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7802AAA2-C27D-454D-96E7-C4B966773CA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EED819-1E01-4666-BD7D-CBFF42A3E5A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E8E8AB5-49FE-4CBD-BE66-1601716FBE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2A75FA68-CAB2-40C4-BECA-A5B2B2170E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F0D46107-CBFD-467A-9288-C509DEC8FF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13</a:t>
            </a:r>
          </a:p>
        </p:txBody>
      </p:sp>
    </p:spTree>
    <p:extLst>
      <p:ext uri="{BB962C8B-B14F-4D97-AF65-F5344CB8AC3E}">
        <p14:creationId xmlns:p14="http://schemas.microsoft.com/office/powerpoint/2010/main" val="4973443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63A06B-43D2-49CE-A28B-5CD3BB366A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F7ABF2-2AEB-43D3-A80C-767F6F8231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79EE46-2413-4636-AE19-00BD1C3600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F9079DF-1F79-41AB-BF0D-287108A16D0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3773F6-C2C5-41EE-8FA5-741EA0A3E30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210FB5C1-6ABC-4132-9BA1-AD4BFA2D62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14</a:t>
            </a:r>
          </a:p>
        </p:txBody>
      </p:sp>
    </p:spTree>
    <p:extLst>
      <p:ext uri="{BB962C8B-B14F-4D97-AF65-F5344CB8AC3E}">
        <p14:creationId xmlns:p14="http://schemas.microsoft.com/office/powerpoint/2010/main" val="108968966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36FF64-DD26-452F-A01B-24FAEBF48A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1513E1-F4AB-42C0-BCF9-C90189C83E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BAA525-F4DB-4433-BD47-0DF34AB368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504CAE44-761F-49D2-8960-2E56C6A0AF9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B8E4BE-EF52-404B-A81B-8B401B8D26E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B1D1B94A-B4F9-4F0A-AA50-83A1A5FF22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15</a:t>
            </a:r>
          </a:p>
        </p:txBody>
      </p:sp>
    </p:spTree>
    <p:extLst>
      <p:ext uri="{BB962C8B-B14F-4D97-AF65-F5344CB8AC3E}">
        <p14:creationId xmlns:p14="http://schemas.microsoft.com/office/powerpoint/2010/main" val="207805063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FB956A-3A33-422F-B14D-5AD4A383C7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664F12-BB55-4067-AF61-DC5709730F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911472-6816-4518-99B0-5CF595BCD5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5C6F57AA-6361-4FC4-91E0-305F15E6F56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54F4D7-0F52-4010-A7DF-C3BBA799811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F7EF5C27-F9EB-44E8-855B-C5721952298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69B463A2-2B28-4EF2-AFF8-76B8828F0E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16</a:t>
            </a:r>
          </a:p>
        </p:txBody>
      </p:sp>
    </p:spTree>
    <p:extLst>
      <p:ext uri="{BB962C8B-B14F-4D97-AF65-F5344CB8AC3E}">
        <p14:creationId xmlns:p14="http://schemas.microsoft.com/office/powerpoint/2010/main" val="211379726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FC9994-5EDB-4A6D-8514-4EBE3D7E62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DE8A2F-61F6-40A5-85C1-9893A98605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BE19B4-81F1-48C8-B11A-4D8A277CD7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F88A9C1F-ADE4-4B9F-85C3-F67A66D8BB4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FFEE5F1-2640-4E6A-9AB8-0BEA45CE480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9ED5E5A7-2EE3-44C4-AE79-EE5CBF546C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97D7784-56A5-4AAB-A5B4-D5E6638C564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31C3927B-1082-4382-8443-27E077ACD9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5A9245C0-35B4-470E-B980-EEC0EBEB78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17</a:t>
            </a:r>
          </a:p>
        </p:txBody>
      </p:sp>
    </p:spTree>
    <p:extLst>
      <p:ext uri="{BB962C8B-B14F-4D97-AF65-F5344CB8AC3E}">
        <p14:creationId xmlns:p14="http://schemas.microsoft.com/office/powerpoint/2010/main" val="149794271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9D1D6D-10A9-4A5F-AA53-5BA2822BF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828496-5F5C-4761-B15C-58A9C80CA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BEAAE7-3484-4CB1-ACBA-C7AA136092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2BB63662-CC38-4689-98FE-D8AA7CBE62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786585-2CDC-405D-9CBB-7C8FCF3BC539}"/>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ADD2978C-BFE4-48C6-BF91-D3E8FE40B7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18</a:t>
            </a:r>
          </a:p>
        </p:txBody>
      </p:sp>
    </p:spTree>
    <p:extLst>
      <p:ext uri="{BB962C8B-B14F-4D97-AF65-F5344CB8AC3E}">
        <p14:creationId xmlns:p14="http://schemas.microsoft.com/office/powerpoint/2010/main" val="20190942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2907E1-00C8-41A4-83E4-61711CAB0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D8CDBE-1AEE-48AC-A1F7-B3AD8EC460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14B1E89-BF0E-46AA-B2E3-0E7B90E223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146AF5E6-2014-4AEE-8BFB-97F918142D8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62282F-A2AB-46F0-AB9E-1226934B8A3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C7FA9D1F-C052-436C-9B21-1EF108605D9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E4829F-37AC-493E-92FF-B2CFFC8FB9C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81606D51-09AB-4671-939F-5C385137B7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7D3CAF5E-C5A4-4EBA-AA64-33DD36E8DC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19</a:t>
            </a:r>
          </a:p>
        </p:txBody>
      </p:sp>
    </p:spTree>
    <p:extLst>
      <p:ext uri="{BB962C8B-B14F-4D97-AF65-F5344CB8AC3E}">
        <p14:creationId xmlns:p14="http://schemas.microsoft.com/office/powerpoint/2010/main" val="2037971887"/>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14.85</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0.78</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4.79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DA11E3-FBDD-47E3-9E85-0E17A93E05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542779-5989-4657-AE8F-BF3CA3E0C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3476F4-8135-47D7-A5CD-6C5798572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FEE5761E-428B-4657-92DE-5D8A0D5479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4EC17D-5A85-4097-90FE-291EBA677C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673D9CF-81B3-4E68-A310-0D3A0493213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4D16CB5C-8AF7-4E30-A9B0-F94D7A00E1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F2F59591-A523-43F5-8B13-E2CB103EB9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21</a:t>
            </a:r>
          </a:p>
        </p:txBody>
      </p:sp>
    </p:spTree>
    <p:extLst>
      <p:ext uri="{BB962C8B-B14F-4D97-AF65-F5344CB8AC3E}">
        <p14:creationId xmlns:p14="http://schemas.microsoft.com/office/powerpoint/2010/main" val="16358069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816E4E-DE02-458B-8F9C-054E2DC1CD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F94E9E-6B55-4E22-B594-5D27D3735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50728E-D7AB-4786-922D-45EFC36455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05E5E69-DEC1-46C5-AF47-9344CB34FA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291FCF-E55A-4B48-9B30-5726B33B61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A835B7B1-DD3D-4902-929B-F0BF40927B0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AE3E7D-DC56-4C09-8B93-0EE90ACC68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E63421D9-DCF6-4110-A13A-0583B6F0082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8F5F71-FB83-44B5-BEB4-674FEED0D6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3084FF5B-58C3-4C2C-B9E6-D3CEBA1052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22</a:t>
            </a:r>
          </a:p>
        </p:txBody>
      </p:sp>
    </p:spTree>
    <p:extLst>
      <p:ext uri="{BB962C8B-B14F-4D97-AF65-F5344CB8AC3E}">
        <p14:creationId xmlns:p14="http://schemas.microsoft.com/office/powerpoint/2010/main" val="205368672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707A4C0-1F78-4FE7-B1FF-BFF3E00BAD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F47C40-FC4F-43E5-94F5-FEA260B399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70AA4-9C04-479E-9003-F02B54E07E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1288669B-2AC1-4AA5-92D9-AE9F0EA51D0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22951E1-2407-434C-815F-340B78398F9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63C2AD2D-6BAA-4BFA-8382-9633EF0B72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23</a:t>
            </a:r>
          </a:p>
        </p:txBody>
      </p:sp>
    </p:spTree>
    <p:extLst>
      <p:ext uri="{BB962C8B-B14F-4D97-AF65-F5344CB8AC3E}">
        <p14:creationId xmlns:p14="http://schemas.microsoft.com/office/powerpoint/2010/main" val="7810996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49977B-CF82-4B4A-AE12-E9242BD3BF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C50B8D-8E2F-42EB-A817-867DF5CD47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385024-91CB-42D2-A3B3-EB43B7C7A3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2FC300E0-FBC2-493F-B7C8-2ECE6709539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258F73-F780-4FAE-B507-D28B77C09B7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E7AE38ED-B7BC-42F7-8F7E-7906FEC280D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C190DE5C-F0DB-4951-B88E-24FA68AA11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CBE3A8D-D664-4492-9262-9A1A572B8B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24</a:t>
            </a:r>
          </a:p>
        </p:txBody>
      </p:sp>
    </p:spTree>
    <p:extLst>
      <p:ext uri="{BB962C8B-B14F-4D97-AF65-F5344CB8AC3E}">
        <p14:creationId xmlns:p14="http://schemas.microsoft.com/office/powerpoint/2010/main" val="158939240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18237D-6822-40A4-988E-F121795EEC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D94D9-6B77-4AD1-8A7A-A5BD99FCBC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7070EB-4DEE-4F6D-86FC-8804134BE4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AD14D777-9E7D-474E-A3DE-9A6617D52FC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8EAFEAE-DEDC-4909-82B8-DC348AFDB58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2D15591B-91CC-42F3-B4B1-2AFCCCB2712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D835FCA5-BB40-4E3A-855B-085E0398EE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25</a:t>
            </a:r>
          </a:p>
        </p:txBody>
      </p:sp>
    </p:spTree>
    <p:extLst>
      <p:ext uri="{BB962C8B-B14F-4D97-AF65-F5344CB8AC3E}">
        <p14:creationId xmlns:p14="http://schemas.microsoft.com/office/powerpoint/2010/main" val="98962062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FBAF9C-A147-4F50-B116-54DC6CA93C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E4E63-FD76-403E-8283-4ABBDDE2D2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7702A1E-76BF-44EB-A61A-BF643287A1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840035DB-8858-411D-A291-017748B7821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AABBB48-C250-4809-8FE6-905F43F741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99103F50-6011-473A-956E-75F1F764938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ED0D75B-C8AF-421D-83C7-BDACB24D3D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C4F1709-6AC4-4B58-8B9E-95A53E9100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26</a:t>
            </a:r>
          </a:p>
        </p:txBody>
      </p:sp>
    </p:spTree>
    <p:extLst>
      <p:ext uri="{BB962C8B-B14F-4D97-AF65-F5344CB8AC3E}">
        <p14:creationId xmlns:p14="http://schemas.microsoft.com/office/powerpoint/2010/main" val="13022964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554FA1-C825-439B-A827-0BE345E71F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7F274D-2A1C-4ECD-BD80-6400C381E0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0DFAAD3-48ED-4320-B4BE-1E40274E5A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D7D7A61B-E2FE-4498-B1BF-D71DD3B07FA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0645A6-A1C2-487B-B77F-7D978F92F5E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A129C475-3090-4280-A55D-7A19E02E0A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7E959F81-B60B-4E39-B982-8A5E8F54F8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27</a:t>
            </a:r>
          </a:p>
        </p:txBody>
      </p:sp>
    </p:spTree>
    <p:extLst>
      <p:ext uri="{BB962C8B-B14F-4D97-AF65-F5344CB8AC3E}">
        <p14:creationId xmlns:p14="http://schemas.microsoft.com/office/powerpoint/2010/main" val="6444107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AA0BCE-89A3-46C7-ADF9-D300351A85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74E1AF-EEDE-4CAF-B7C1-74285D6AD3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6C222EA-F75C-40B9-9582-179CD78D8C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F67EC0A0-A640-4B58-B8D4-23D118B025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EF5EF78-F916-4B65-9050-B34907D4CDC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DC9D2617-42B7-4B04-A1C2-505DEAAF528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A8F4E4FA-BBFB-406F-AE30-54A96F126F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A1ABA9A-E738-47A3-951B-B22D2CDE7E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28</a:t>
            </a:r>
          </a:p>
        </p:txBody>
      </p:sp>
    </p:spTree>
    <p:extLst>
      <p:ext uri="{BB962C8B-B14F-4D97-AF65-F5344CB8AC3E}">
        <p14:creationId xmlns:p14="http://schemas.microsoft.com/office/powerpoint/2010/main" val="137211966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9AEFBD-8EF7-4EFD-BD8A-C0BF465BE1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63D910-9BBE-460D-AAAD-69D4AC486F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0028C0-E0B7-4257-83CB-279D210C8D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2002DEB7-06AD-44A3-9AE5-A27D4728BDE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695733-4486-4A5E-BE0B-31368BDB938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83AB3CE-AF2F-4484-A24B-690D93CDA8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D5317159-B889-4F6A-A3D2-173C5DDAF4B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C3DED102-FC31-4B96-B2E0-847423B16F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29</a:t>
            </a:r>
          </a:p>
        </p:txBody>
      </p:sp>
    </p:spTree>
    <p:extLst>
      <p:ext uri="{BB962C8B-B14F-4D97-AF65-F5344CB8AC3E}">
        <p14:creationId xmlns:p14="http://schemas.microsoft.com/office/powerpoint/2010/main" val="1097722221"/>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motor temperature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0.78 deg C; baseline 14.85</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motor temperature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2.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2 pack, worth 20 of its 40 marks. They use select_model and regression_errors.</a:t>
            </a:r>
          </a:p>
          <a:p>
            <a:pPr>
              <a:spcAft>
                <a:spcPts val="900"/>
              </a:spcAft>
            </a:pPr>
            <a:r>
              <a:rPr sz="2200" b="0">
                <a:solidFill>
                  <a:srgbClr val="1C3144"/>
                </a:solidFill>
                <a:latin typeface="Calibri"/>
              </a:rPr>
              <a:t>The pack closes Thursday 10 December 2026, 23:59 Kampala time.</a:t>
            </a:r>
          </a:p>
          <a:p>
            <a:pPr>
              <a:spcAft>
                <a:spcPts val="900"/>
              </a:spcAft>
            </a:pPr>
            <a:r>
              <a:rPr sz="2200" b="0">
                <a:solidFill>
                  <a:srgbClr val="1C3144"/>
                </a:solidFill>
                <a:latin typeface="Calibri"/>
              </a:rPr>
              <a:t>There is no quiz after today's class. The Block 2 quiz comes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36</a:t>
            </a:r>
          </a:p>
        </p:txBody>
      </p:sp>
    </p:spTree>
  </p:cSld>
  <p:clrMapOvr>
    <a:masterClrMapping/>
  </p:clrMapOvr>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8AED93-4A9E-4684-876A-D16D23A161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82FC25-4465-4B40-BF0A-6ACE21ECA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DCA3C7B9-6AE0-49C8-8FFC-4EBE04C1B6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12B2DCE-2D5B-4FBF-BF7C-753021443C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820676-6394-48ED-9E4D-B015E366D46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D4FB85C5-B729-4387-A5C4-B656E5AE866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FD2EC3-85F5-48A2-AD00-9819BF050DB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3407A08A-483B-458D-B10D-9980A5BC8E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90F7183-DA7D-4D37-93E6-B44A92F0060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E01ACA9-1AAB-494D-AD44-382C36EF0F9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00CD43C-8C65-464E-8E36-4BE544BEBF5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B40C8E92-A778-4A0A-995A-FE9A23FC05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37</a:t>
            </a:r>
          </a:p>
        </p:txBody>
      </p:sp>
    </p:spTree>
    <p:extLst>
      <p:ext uri="{BB962C8B-B14F-4D97-AF65-F5344CB8AC3E}">
        <p14:creationId xmlns:p14="http://schemas.microsoft.com/office/powerpoint/2010/main" val="12320907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1401A5-3CD6-47EC-B4B4-C2A020E176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ABE6B8-9D8A-4B25-938C-A945A60021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D41ACA22-83EE-4558-8389-9565CFEFD1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F057080C-8BD8-4255-8052-4D0CAD3E04A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CD2BA1-77C1-4843-8E52-8E343488ECA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BAC3E73D-365D-4E65-9194-4244EC6015C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1D4198A-0A79-4772-8ED6-BA5C40247A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B7C9C74-6405-4D40-A355-141B11E62A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38</a:t>
            </a:r>
          </a:p>
        </p:txBody>
      </p:sp>
    </p:spTree>
    <p:extLst>
      <p:ext uri="{BB962C8B-B14F-4D97-AF65-F5344CB8AC3E}">
        <p14:creationId xmlns:p14="http://schemas.microsoft.com/office/powerpoint/2010/main" val="160912800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F42CDF-38EA-482D-9386-E7971A3F70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B2AFA0-1C7A-4072-A5B8-DACDA424C5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B75409FA-380F-4BD5-8CE2-EF0DCE356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5546FD4E-D786-4FFF-85D0-A35B17510B8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DA82761-F85F-4B3F-937A-3FBDCB96091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EDC049F6-CE4C-4E65-9502-054A2CCF894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ADA94D2-92AB-4612-812F-AE2D07E9EF4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16CEF69-5115-4E6A-B1C2-4D401695AB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39</a:t>
            </a:r>
          </a:p>
        </p:txBody>
      </p:sp>
    </p:spTree>
    <p:extLst>
      <p:ext uri="{BB962C8B-B14F-4D97-AF65-F5344CB8AC3E}">
        <p14:creationId xmlns:p14="http://schemas.microsoft.com/office/powerpoint/2010/main" val="68375267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7C764E-1316-424C-A5A6-DF7E66AEDD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79DB20-DB70-4229-BAA8-97D2BDF066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92FAB789-FE3F-4D43-A6C6-7E4E2306D1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2CE4DA1-F299-4298-811D-1618AC1966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363B9F-CC60-426D-A14B-550D9EF173B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4F6D931-51CB-4FB8-A01C-7AA12B4CEA7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432A7E-622E-4D0B-9FAA-24276E46C3A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9AB6EA4-FDC4-49F2-BFC7-D8AD4A3CB94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975D3D-B71A-4411-82CA-C9A47BC135C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B775656-D96D-467B-8D51-BD0C8C6D4B8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D278E5-3BE3-498D-B83D-575BABF93B1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40481A5-4BA6-4B27-837B-782CF0C364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40</a:t>
            </a:r>
          </a:p>
        </p:txBody>
      </p:sp>
    </p:spTree>
    <p:extLst>
      <p:ext uri="{BB962C8B-B14F-4D97-AF65-F5344CB8AC3E}">
        <p14:creationId xmlns:p14="http://schemas.microsoft.com/office/powerpoint/2010/main" val="12679166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1D4D6B-58E5-44B9-9828-782529047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EA4C6D-A512-461D-988B-F46BCD1A25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AD026DE-5C23-4967-8AF5-4F43565DD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77B1B03-ABAF-433E-AAE2-8DA4DE1D77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6A84A9-18B2-483B-827F-9F55A0361B9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E98D90A4-34FB-4243-96CB-B446F7B8BE4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4813FF-D3BD-40BD-82A1-B9FF7BA4060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64CC075-68B7-4921-A182-5EF3067E83F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F5307C0-14B2-41FB-8D5F-202D38E91A7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3CCA69C-7EF8-49F1-8FA1-640D9EFBFA9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A72631-C666-4690-AA08-B8521218F04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9432ED53-12E1-4CD0-A481-7528E1F8A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41</a:t>
            </a:r>
          </a:p>
        </p:txBody>
      </p:sp>
    </p:spTree>
    <p:extLst>
      <p:ext uri="{BB962C8B-B14F-4D97-AF65-F5344CB8AC3E}">
        <p14:creationId xmlns:p14="http://schemas.microsoft.com/office/powerpoint/2010/main" val="1117527160"/>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2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Features and ablation (A10, Week 11)</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A10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Model recommendation (A11, Week 12)</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A11 form</a:t>
            </a:r>
          </a:p>
        </p:txBody>
      </p:sp>
      <p:sp>
        <p:nvSpPr>
          <p:cNvPr id="11" name="Rectangle 10"/>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Thursday 10 December 2026, 23:59 Kampala time. Submit each notebook to its own form, with your full Student Registration Number.</a:t>
            </a:r>
          </a:p>
        </p:txBody>
      </p:sp>
      <p:sp>
        <p:nvSpPr>
          <p:cNvPr id="13" name="TextBox 12"/>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12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69E6EC-EC38-4127-AD49-281511AA1A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296EA4D-A070-49B8-8BD5-FCE5AD2ADF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245DE17-152C-4BA3-8BCF-A1F7070BEDD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4BCD962-3A93-4364-805C-6E9BCDED95D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F83C0C0F-B200-45F6-BCC8-8F06504D8C6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566A0E4-E2CF-45EC-AE1B-C5C3AAE834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12   44</a:t>
            </a:r>
          </a:p>
        </p:txBody>
      </p:sp>
    </p:spTree>
    <p:extLst>
      <p:ext uri="{BB962C8B-B14F-4D97-AF65-F5344CB8AC3E}">
        <p14:creationId xmlns:p14="http://schemas.microsoft.com/office/powerpoint/2010/main" val="145231549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A0A8B2D-7144-4576-B0AA-4ECE911228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2F5D21-DB4C-4B3E-84E5-01E474F5F7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5C2AFC-68F7-4B11-B262-94A4203AFB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7D043DBF-273D-44E6-BA89-416EC2FECAB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1293DA-8185-4578-90ED-E00765F840E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627BFAA-F303-480B-B407-7AE30708799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3119A4-569E-4101-8D35-2953C735F49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Bias and Variance</a:t>
            </a:r>
          </a:p>
        </p:txBody>
      </p:sp>
      <p:sp>
        <p:nvSpPr>
          <p:cNvPr id="8" name="">
            <a:extLst xmlns:a="http://schemas.openxmlformats.org/drawingml/2006/main">
              <a:ext uri="{FF2B5EF4-FFF2-40B4-BE49-F238E27FC236}">
                <a16:creationId xmlns:a16="http://schemas.microsoft.com/office/drawing/2014/main" id="{A3ADA333-2FC1-4F4D-8F5A-AF5F9D5D9A0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994E8E-BF3D-4569-9D2F-C2989E01603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20F9064-25E3-4623-AA8A-AA15FA7258F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84102F0-F0F0-4B1E-A8DD-9511144FFAD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goes wrong with a model that is too simple, and with one that is too flexible?</a:t>
            </a:r>
          </a:p>
        </p:txBody>
      </p:sp>
      <p:sp>
        <p:nvSpPr>
          <p:cNvPr id="12" name="">
            <a:extLst xmlns:a="http://schemas.openxmlformats.org/drawingml/2006/main">
              <a:ext uri="{FF2B5EF4-FFF2-40B4-BE49-F238E27FC236}">
                <a16:creationId xmlns:a16="http://schemas.microsoft.com/office/drawing/2014/main" id="{EF1074F5-36BC-48E4-AF4F-B75ED0F0D12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35E0F97-56CF-42F7-8594-5BC61BE29DA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ns0="http://schemas.openxmlformats.org/officeDocument/2006/relationships" ns0:id="rId3"/>
              </a:rPr>
              <a:t>Open explainer video</a:t>
            </a:r>
          </a:p>
        </p:txBody>
      </p:sp>
      <p:sp>
        <p:nvSpPr>
          <p:cNvPr id="14" name="">
            <a:extLst xmlns:a="http://schemas.openxmlformats.org/drawingml/2006/main">
              <a:ext uri="{FF2B5EF4-FFF2-40B4-BE49-F238E27FC236}">
                <a16:creationId xmlns:a16="http://schemas.microsoft.com/office/drawing/2014/main" id="{4995921A-A70D-4967-ABF5-D3E12FC74F8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CE9878F0-2C8E-429C-999D-F7418F63D9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12   45</a:t>
            </a:r>
          </a:p>
        </p:txBody>
      </p:sp>
    </p:spTree>
    <p:extLst>
      <p:ext uri="{BB962C8B-B14F-4D97-AF65-F5344CB8AC3E}">
        <p14:creationId xmlns:p14="http://schemas.microsoft.com/office/powerpoint/2010/main" val="12008392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2026-10-20T18:02:24.6010000Z</dcterms:created>
  <dcterms:modified xsi:type="dcterms:W3CDTF">2026-10-20T18:02:24.6010000Z</dcterms:modified>
  <keywords>BLOCK-PATCHED</keywords>
</coreProperties>
</file>