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a2d3ea5eb7450e" /><Relationship Type="http://schemas.openxmlformats.org/officeDocument/2006/relationships/extended-properties" Target="/docProps/app.xml" Id="R4892fdda184446b7" /><Relationship Type="http://schemas.openxmlformats.org/officeDocument/2006/relationships/officeDocument" Target="/ppt/presentation.xml" Id="R133fca2fd2e14776" /></Relationships>
</file>

<file path=ppt/presentation.xml><?xml version="1.0" encoding="utf-8"?>
<p:presentation xmlns:p="http://schemas.openxmlformats.org/presentationml/2006/main">
  <p:sldMasterIdLst>
    <p:sldMasterId xmlns:r="http://schemas.openxmlformats.org/officeDocument/2006/relationships" id="2147483648" r:id="Rf0c5f2dd9c2a4669"/>
  </p:sldMasterIdLst>
  <p:notesMasterIdLst>
    <p:notesMasterId xmlns:r="http://schemas.openxmlformats.org/officeDocument/2006/relationships" r:id="R9a1b71d12ca24c16"/>
  </p:notesMasterIdLst>
  <p:sldIdLst>
    <p:sldId xmlns:r="http://schemas.openxmlformats.org/officeDocument/2006/relationships" id="256" r:id="R2ce7fbc6bcc34134"/>
    <p:sldId xmlns:r="http://schemas.openxmlformats.org/officeDocument/2006/relationships" id="257" r:id="Rdb6669d269204d49"/>
    <p:sldId xmlns:r="http://schemas.openxmlformats.org/officeDocument/2006/relationships" id="258" r:id="R3b433bf3b82345d4"/>
    <p:sldId xmlns:r="http://schemas.openxmlformats.org/officeDocument/2006/relationships" id="259" r:id="R9c1acaae01b545b3"/>
    <p:sldId xmlns:r="http://schemas.openxmlformats.org/officeDocument/2006/relationships" id="260" r:id="Rcdcc589372bd485e"/>
    <p:sldId xmlns:r="http://schemas.openxmlformats.org/officeDocument/2006/relationships" id="261" r:id="Ra5f5dd140e9f4a4f"/>
    <p:sldId xmlns:r="http://schemas.openxmlformats.org/officeDocument/2006/relationships" id="262" r:id="R0737bfa32f9c43ae"/>
    <p:sldId xmlns:r="http://schemas.openxmlformats.org/officeDocument/2006/relationships" id="263" r:id="Rf1d924e1f3924894"/>
    <p:sldId xmlns:r="http://schemas.openxmlformats.org/officeDocument/2006/relationships" id="264" r:id="Re2efa47d59bf4f28"/>
    <p:sldId xmlns:r="http://schemas.openxmlformats.org/officeDocument/2006/relationships" id="265" r:id="Rd0cbf4e3bbbb45a4"/>
    <p:sldId xmlns:r="http://schemas.openxmlformats.org/officeDocument/2006/relationships" id="266" r:id="R26bd79d23f9242a3"/>
    <p:sldId xmlns:r="http://schemas.openxmlformats.org/officeDocument/2006/relationships" id="267" r:id="Rf6ae3b3326144efd"/>
    <p:sldId xmlns:r="http://schemas.openxmlformats.org/officeDocument/2006/relationships" id="268" r:id="R0a11e52ede6349ac"/>
    <p:sldId xmlns:r="http://schemas.openxmlformats.org/officeDocument/2006/relationships" id="269" r:id="R2b18a5f06fa84570"/>
    <p:sldId xmlns:r="http://schemas.openxmlformats.org/officeDocument/2006/relationships" id="270" r:id="R8eac5dbbf3024827"/>
    <p:sldId xmlns:r="http://schemas.openxmlformats.org/officeDocument/2006/relationships" id="271" r:id="R80cf43d37c1941f4"/>
    <p:sldId xmlns:r="http://schemas.openxmlformats.org/officeDocument/2006/relationships" id="272" r:id="Ra4b65102a6ee4dc8"/>
    <p:sldId xmlns:r="http://schemas.openxmlformats.org/officeDocument/2006/relationships" id="273" r:id="Re97cf09262bf4b37"/>
    <p:sldId xmlns:r="http://schemas.openxmlformats.org/officeDocument/2006/relationships" id="274" r:id="R5756b6bf814b4682"/>
    <p:sldId xmlns:r="http://schemas.openxmlformats.org/officeDocument/2006/relationships" id="275" r:id="R30b130b0dd954e80"/>
    <p:sldId xmlns:r="http://schemas.openxmlformats.org/officeDocument/2006/relationships" id="276" r:id="R9a4ee17ead7e4b8f"/>
    <p:sldId xmlns:r="http://schemas.openxmlformats.org/officeDocument/2006/relationships" id="277" r:id="R967d8484c92f41d1"/>
    <p:sldId xmlns:r="http://schemas.openxmlformats.org/officeDocument/2006/relationships" id="278" r:id="Rd9d331cb30674410"/>
    <p:sldId xmlns:r="http://schemas.openxmlformats.org/officeDocument/2006/relationships" id="279" r:id="Rbab7c8b0e9374921"/>
    <p:sldId xmlns:r="http://schemas.openxmlformats.org/officeDocument/2006/relationships" id="280" r:id="Rb8f1b3fd98434532"/>
    <p:sldId xmlns:r="http://schemas.openxmlformats.org/officeDocument/2006/relationships" id="281" r:id="R500bc0f3225e44a4"/>
    <p:sldId xmlns:r="http://schemas.openxmlformats.org/officeDocument/2006/relationships" id="282" r:id="Rc70a86ed545342a1"/>
    <p:sldId xmlns:r="http://schemas.openxmlformats.org/officeDocument/2006/relationships" id="283" r:id="Rf013ffb9e8de4513"/>
    <p:sldId xmlns:r="http://schemas.openxmlformats.org/officeDocument/2006/relationships" id="284" r:id="R0b8b2969dab54d48"/>
    <p:sldId xmlns:r="http://schemas.openxmlformats.org/officeDocument/2006/relationships" id="285" r:id="R4c29317330fd49e0"/>
    <p:sldId xmlns:r="http://schemas.openxmlformats.org/officeDocument/2006/relationships" id="286" r:id="R76edbfd049bb4340"/>
    <p:sldId xmlns:r="http://schemas.openxmlformats.org/officeDocument/2006/relationships" id="287" r:id="R323f42d0cfd44123"/>
    <p:sldId xmlns:r="http://schemas.openxmlformats.org/officeDocument/2006/relationships" id="288" r:id="R8ca8ef8055484726"/>
    <p:sldId xmlns:r="http://schemas.openxmlformats.org/officeDocument/2006/relationships" id="289" r:id="R3161b0515fc24d0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b562881e504a78" /><Relationship Type="http://schemas.openxmlformats.org/officeDocument/2006/relationships/slideMaster" Target="/ppt/slideMasters/slideMaster1.xml" Id="Rf0c5f2dd9c2a4669" /><Relationship Type="http://schemas.openxmlformats.org/officeDocument/2006/relationships/notesMaster" Target="/ppt/notesMasters/notesMaster1.xml" Id="R9a1b71d12ca24c16" /><Relationship Type="http://schemas.openxmlformats.org/officeDocument/2006/relationships/presProps" Target="/ppt/presProps.xml" Id="R88ec1e8cd0bd416e" /><Relationship Type="http://schemas.openxmlformats.org/officeDocument/2006/relationships/tableStyles" Target="/ppt/tableStyles.xml" Id="R7df88c41592a462c" /><Relationship Type="http://schemas.openxmlformats.org/officeDocument/2006/relationships/slide" Target="/ppt/slides/slide1.xml" Id="R2ce7fbc6bcc34134" /><Relationship Type="http://schemas.openxmlformats.org/officeDocument/2006/relationships/slide" Target="/ppt/slides/slide2.xml" Id="Rdb6669d269204d49" /><Relationship Type="http://schemas.openxmlformats.org/officeDocument/2006/relationships/slide" Target="/ppt/slides/slide3.xml" Id="R3b433bf3b82345d4" /><Relationship Type="http://schemas.openxmlformats.org/officeDocument/2006/relationships/slide" Target="/ppt/slides/slide4.xml" Id="R9c1acaae01b545b3" /><Relationship Type="http://schemas.openxmlformats.org/officeDocument/2006/relationships/slide" Target="/ppt/slides/slide5.xml" Id="Rcdcc589372bd485e" /><Relationship Type="http://schemas.openxmlformats.org/officeDocument/2006/relationships/slide" Target="/ppt/slides/slide6.xml" Id="Ra5f5dd140e9f4a4f" /><Relationship Type="http://schemas.openxmlformats.org/officeDocument/2006/relationships/slide" Target="/ppt/slides/slide7.xml" Id="R0737bfa32f9c43ae" /><Relationship Type="http://schemas.openxmlformats.org/officeDocument/2006/relationships/slide" Target="/ppt/slides/slide8.xml" Id="Rf1d924e1f3924894" /><Relationship Type="http://schemas.openxmlformats.org/officeDocument/2006/relationships/slide" Target="/ppt/slides/slide9.xml" Id="Re2efa47d59bf4f28" /><Relationship Type="http://schemas.openxmlformats.org/officeDocument/2006/relationships/slide" Target="/ppt/slides/slide10.xml" Id="Rd0cbf4e3bbbb45a4" /><Relationship Type="http://schemas.openxmlformats.org/officeDocument/2006/relationships/slide" Target="/ppt/slides/slide11.xml" Id="R26bd79d23f9242a3" /><Relationship Type="http://schemas.openxmlformats.org/officeDocument/2006/relationships/slide" Target="/ppt/slides/slide12.xml" Id="Rf6ae3b3326144efd" /><Relationship Type="http://schemas.openxmlformats.org/officeDocument/2006/relationships/slide" Target="/ppt/slides/slide13.xml" Id="R0a11e52ede6349ac" /><Relationship Type="http://schemas.openxmlformats.org/officeDocument/2006/relationships/slide" Target="/ppt/slides/slide14.xml" Id="R2b18a5f06fa84570" /><Relationship Type="http://schemas.openxmlformats.org/officeDocument/2006/relationships/slide" Target="/ppt/slides/slide15.xml" Id="R8eac5dbbf3024827" /><Relationship Type="http://schemas.openxmlformats.org/officeDocument/2006/relationships/slide" Target="/ppt/slides/slide16.xml" Id="R80cf43d37c1941f4" /><Relationship Type="http://schemas.openxmlformats.org/officeDocument/2006/relationships/slide" Target="/ppt/slides/slide17.xml" Id="Ra4b65102a6ee4dc8" /><Relationship Type="http://schemas.openxmlformats.org/officeDocument/2006/relationships/slide" Target="/ppt/slides/slide18.xml" Id="Re97cf09262bf4b37" /><Relationship Type="http://schemas.openxmlformats.org/officeDocument/2006/relationships/slide" Target="/ppt/slides/slide19.xml" Id="R5756b6bf814b4682" /><Relationship Type="http://schemas.openxmlformats.org/officeDocument/2006/relationships/slide" Target="/ppt/slides/slide20.xml" Id="R30b130b0dd954e80" /><Relationship Type="http://schemas.openxmlformats.org/officeDocument/2006/relationships/slide" Target="/ppt/slides/slide21.xml" Id="R9a4ee17ead7e4b8f" /><Relationship Type="http://schemas.openxmlformats.org/officeDocument/2006/relationships/slide" Target="/ppt/slides/slide22.xml" Id="R967d8484c92f41d1" /><Relationship Type="http://schemas.openxmlformats.org/officeDocument/2006/relationships/slide" Target="/ppt/slides/slide23.xml" Id="Rd9d331cb30674410" /><Relationship Type="http://schemas.openxmlformats.org/officeDocument/2006/relationships/slide" Target="/ppt/slides/slide24.xml" Id="Rbab7c8b0e9374921" /><Relationship Type="http://schemas.openxmlformats.org/officeDocument/2006/relationships/slide" Target="/ppt/slides/slide25.xml" Id="Rb8f1b3fd98434532" /><Relationship Type="http://schemas.openxmlformats.org/officeDocument/2006/relationships/slide" Target="/ppt/slides/slide26.xml" Id="R500bc0f3225e44a4" /><Relationship Type="http://schemas.openxmlformats.org/officeDocument/2006/relationships/slide" Target="/ppt/slides/slide27.xml" Id="Rc70a86ed545342a1" /><Relationship Type="http://schemas.openxmlformats.org/officeDocument/2006/relationships/slide" Target="/ppt/slides/slide28.xml" Id="Rf013ffb9e8de4513" /><Relationship Type="http://schemas.openxmlformats.org/officeDocument/2006/relationships/slide" Target="/ppt/slides/slide29.xml" Id="R0b8b2969dab54d48" /><Relationship Type="http://schemas.openxmlformats.org/officeDocument/2006/relationships/slide" Target="/ppt/slides/slide30.xml" Id="R4c29317330fd49e0" /><Relationship Type="http://schemas.openxmlformats.org/officeDocument/2006/relationships/slide" Target="/ppt/slides/slide31.xml" Id="R76edbfd049bb4340" /><Relationship Type="http://schemas.openxmlformats.org/officeDocument/2006/relationships/slide" Target="/ppt/slides/slide32.xml" Id="R323f42d0cfd44123" /><Relationship Type="http://schemas.openxmlformats.org/officeDocument/2006/relationships/slide" Target="/ppt/slides/slide33.xml" Id="R8ca8ef8055484726" /><Relationship Type="http://schemas.openxmlformats.org/officeDocument/2006/relationships/slide" Target="/ppt/slides/slide34.xml" Id="R3161b0515fc24d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bd9e9c9fa245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fac8b5b68d4e64" /><Relationship Type="http://schemas.openxmlformats.org/officeDocument/2006/relationships/notesMaster" Target="/ppt/notesMasters/notesMaster1.xml" Id="R10d5b334b49b4d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dc907b7a484a75" /><Relationship Type="http://schemas.openxmlformats.org/officeDocument/2006/relationships/notesMaster" Target="/ppt/notesMasters/notesMaster1.xml" Id="Rab9ab5139de64b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6067fc32094697" /><Relationship Type="http://schemas.openxmlformats.org/officeDocument/2006/relationships/notesMaster" Target="/ppt/notesMasters/notesMaster1.xml" Id="R8fc4edc0538141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a60decdf924902" /><Relationship Type="http://schemas.openxmlformats.org/officeDocument/2006/relationships/notesMaster" Target="/ppt/notesMasters/notesMaster1.xml" Id="R9c56c30bddf64f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69deea1b5d4189" /><Relationship Type="http://schemas.openxmlformats.org/officeDocument/2006/relationships/notesMaster" Target="/ppt/notesMasters/notesMaster1.xml" Id="R76cae7354f2448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ea9549831b4c9e" /><Relationship Type="http://schemas.openxmlformats.org/officeDocument/2006/relationships/notesMaster" Target="/ppt/notesMasters/notesMaster1.xml" Id="Re8e1a38a67824a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ad21329d534a4b" /><Relationship Type="http://schemas.openxmlformats.org/officeDocument/2006/relationships/notesMaster" Target="/ppt/notesMasters/notesMaster1.xml" Id="R52b4bb2233184d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af7076d3ed4bc4" /><Relationship Type="http://schemas.openxmlformats.org/officeDocument/2006/relationships/notesMaster" Target="/ppt/notesMasters/notesMaster1.xml" Id="R45f6a79986e1424c" /></Relationships>
</file>

<file path=ppt/notesSlides/_rels/notesSlide9.xml.rels>&#65279;<?xml version="1.0" encoding="utf-8"?><Relationships xmlns="http://schemas.openxmlformats.org/package/2006/relationships"><Relationship Type="http://schemas.openxmlformats.org/officeDocument/2006/relationships/slide" Target="/ppt/slides/slide9.xml" Id="R2ade254615d64bd7" /><Relationship Type="http://schemas.openxmlformats.org/officeDocument/2006/relationships/notesMaster" Target="/ppt/notesMasters/notesMaster1.xml" Id="Rd91f2cf533804db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97a97cf2604ed1" /><Relationship Type="http://schemas.openxmlformats.org/officeDocument/2006/relationships/notesMaster" Target="/ppt/notesMasters/notesMaster1.xml" Id="Rb3db575ec6f24cd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9c877db742b4e69" /><Relationship Type="http://schemas.openxmlformats.org/officeDocument/2006/relationships/notesMaster" Target="/ppt/notesMasters/notesMaster1.xml" Id="R240c364613d046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68af1c4d1841b8" /><Relationship Type="http://schemas.openxmlformats.org/officeDocument/2006/relationships/notesMaster" Target="/ppt/notesMasters/notesMaster1.xml" Id="Ra838ec2c2d994e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4fb35f270394772" /><Relationship Type="http://schemas.openxmlformats.org/officeDocument/2006/relationships/notesMaster" Target="/ppt/notesMasters/notesMaster1.xml" Id="Rdaadb0e925cb44f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38c77def624f8a" /><Relationship Type="http://schemas.openxmlformats.org/officeDocument/2006/relationships/notesMaster" Target="/ppt/notesMasters/notesMaster1.xml" Id="R30c05a2dbc0b4af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dd6f4c6d1174e3c" /><Relationship Type="http://schemas.openxmlformats.org/officeDocument/2006/relationships/notesMaster" Target="/ppt/notesMasters/notesMaster1.xml" Id="R384e20afc29748f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102bfb87494802" /><Relationship Type="http://schemas.openxmlformats.org/officeDocument/2006/relationships/notesMaster" Target="/ppt/notesMasters/notesMaster1.xml" Id="R74e623dfd50a4dd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bf42a052a494f78" /><Relationship Type="http://schemas.openxmlformats.org/officeDocument/2006/relationships/notesMaster" Target="/ppt/notesMasters/notesMaster1.xml" Id="R4eb78d4c9fce4d6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b2fee0600b54cf9" /><Relationship Type="http://schemas.openxmlformats.org/officeDocument/2006/relationships/notesMaster" Target="/ppt/notesMasters/notesMaster1.xml" Id="R5745cc85e7e440b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c3ff88164a14506" /><Relationship Type="http://schemas.openxmlformats.org/officeDocument/2006/relationships/notesMaster" Target="/ppt/notesMasters/notesMaster1.xml" Id="Rd59929cabcfc4f0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788bfbd143e4b1d" /><Relationship Type="http://schemas.openxmlformats.org/officeDocument/2006/relationships/notesMaster" Target="/ppt/notesMasters/notesMaster1.xml" Id="R0718bb18faf0465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7ad3f3740324235" /><Relationship Type="http://schemas.openxmlformats.org/officeDocument/2006/relationships/notesMaster" Target="/ppt/notesMasters/notesMaster1.xml" Id="Rf0bf64987fb9416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46dbe7d163347f3" /><Relationship Type="http://schemas.openxmlformats.org/officeDocument/2006/relationships/notesMaster" Target="/ppt/notesMasters/notesMaster1.xml" Id="R436acbcf72c14c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7900840ec854a1a" /><Relationship Type="http://schemas.openxmlformats.org/officeDocument/2006/relationships/notesMaster" Target="/ppt/notesMasters/notesMaster1.xml" Id="R130d38ef7e5e4b0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96a2753ab784a39" /><Relationship Type="http://schemas.openxmlformats.org/officeDocument/2006/relationships/notesMaster" Target="/ppt/notesMasters/notesMaster1.xml" Id="Rb35e7ad15eff474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ae19ab5bef74416" /><Relationship Type="http://schemas.openxmlformats.org/officeDocument/2006/relationships/notesMaster" Target="/ppt/notesMasters/notesMaster1.xml" Id="Rea583c6b066040c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d5bc44c785842e2" /><Relationship Type="http://schemas.openxmlformats.org/officeDocument/2006/relationships/notesMaster" Target="/ppt/notesMasters/notesMaster1.xml" Id="R149af5ecb40e4ae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77270266d074dcc" /><Relationship Type="http://schemas.openxmlformats.org/officeDocument/2006/relationships/notesMaster" Target="/ppt/notesMasters/notesMaster1.xml" Id="R75c68e41b2de4a8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f2d2f9de2c548e8" /><Relationship Type="http://schemas.openxmlformats.org/officeDocument/2006/relationships/notesMaster" Target="/ppt/notesMasters/notesMaster1.xml" Id="R67ad5d77853241e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84270bffbf44815" /><Relationship Type="http://schemas.openxmlformats.org/officeDocument/2006/relationships/notesMaster" Target="/ppt/notesMasters/notesMaster1.xml" Id="R9261d977e210419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cc205310d164f54" /><Relationship Type="http://schemas.openxmlformats.org/officeDocument/2006/relationships/notesMaster" Target="/ppt/notesMasters/notesMaster1.xml" Id="R9574bcc1b8774fb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96d238db2734f5b" /><Relationship Type="http://schemas.openxmlformats.org/officeDocument/2006/relationships/notesMaster" Target="/ppt/notesMasters/notesMaster1.xml" Id="R3d5104ee0c474c0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06555551e1c424b" /><Relationship Type="http://schemas.openxmlformats.org/officeDocument/2006/relationships/notesMaster" Target="/ppt/notesMasters/notesMaster1.xml" Id="Ra23e8b5ec91b496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9caa04f0e0f4cfc" /><Relationship Type="http://schemas.openxmlformats.org/officeDocument/2006/relationships/notesMaster" Target="/ppt/notesMasters/notesMaster1.xml" Id="R1d507993dbbf485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7646be03c6e42f3" /><Relationship Type="http://schemas.openxmlformats.org/officeDocument/2006/relationships/notesMaster" Target="/ppt/notesMasters/notesMaster1.xml" Id="R33027d9ed9594e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and explaining a model</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Choosing and explaining a model</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Choosing and explaining a model. Explain why this example is needed before running it.</a:t>
            </a:r>
          </a:p>
          <a:p xmlns:a="http://schemas.openxmlformats.org/drawingml/2006/main">
            <a:r>
              <a:t/>
            </a:r>
          </a:p>
          <a:p xmlns:a="http://schemas.openxmlformats.org/drawingml/2006/main">
            <a:r>
              <a:t>EXPLAIN</a:t>
            </a:r>
          </a:p>
          <a:p xmlns:a="http://schemas.openxmlformats.org/drawingml/2006/main">
            <a:r>
              <a:t>Check model requirements before ranking candidates.</a:t>
            </a:r>
          </a:p>
          <a:p xmlns:a="http://schemas.openxmlformats.org/drawingml/2006/main">
            <a:r>
              <a:t/>
            </a:r>
          </a:p>
          <a:p xmlns:a="http://schemas.openxmlformats.org/drawingml/2006/main">
            <a:r>
              <a:t>Apply the tie-break rule and explain the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Choosing and explaining a model.</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already calculate validation errors. Now we combine those errors with a practical constraint and an explicit tie-break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The lowest prediction error may come from a model that is too slow for the stated task. We apply the published constraints before ranking eligible models.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Constraint and Latency.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Constraint and Latency</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Constraint: A condition a candidate must satisfy, such as MAE at most 3 and latency at most 10 ms.</a:t>
            </a:r>
          </a:p>
          <a:p xmlns:a="http://schemas.openxmlformats.org/drawingml/2006/main">
            <a:r>
              <a:t>Latency: Time taken to produce a prediction under stated measurement conditions. Hardware and measurement method matter.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POINT TO THE DEFINITION</a:t>
            </a:r>
          </a:p>
          <a:p xmlns:a="http://schemas.openxmlformats.org/drawingml/2006/main">
            <a:r>
              <a:t>Constraint: A condition a candidate must satisfy, such as MAE at most 3 and latency at most 10 ms.</a:t>
            </a:r>
          </a:p>
          <a:p xmlns:a="http://schemas.openxmlformats.org/drawingml/2006/main">
            <a:r>
              <a:t>Latency: Time taken to produce a prediction under stated measurement conditions. Hardware and measurement method matter.</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Tie-break and Hyperparameter.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Tie-break and Hyperparameter</a:t>
            </a:r>
          </a:p>
          <a:p xmlns:a="http://schemas.openxmlformats.org/drawingml/2006/main">
            <a:r>
              <a:t/>
            </a:r>
          </a:p>
          <a:p xmlns:a="http://schemas.openxmlformats.org/drawingml/2006/main">
            <a:r>
              <a:t>CONNECT</a:t>
            </a:r>
          </a:p>
          <a:p xmlns:a="http://schemas.openxmlformats.org/drawingml/2006/main">
            <a:r>
              <a:t>Build on Constraint and Latency. Explain why this example is needed before running it.</a:t>
            </a:r>
          </a:p>
          <a:p xmlns:a="http://schemas.openxmlformats.org/drawingml/2006/main">
            <a:r>
              <a:t/>
            </a:r>
          </a:p>
          <a:p xmlns:a="http://schemas.openxmlformats.org/drawingml/2006/main">
            <a:r>
              <a:t>EXPLAIN</a:t>
            </a:r>
          </a:p>
          <a:p xmlns:a="http://schemas.openxmlformats.org/drawingml/2006/main">
            <a:r>
              <a:t>Tie-break: A published rule for choosing between candidates that tie on the main criterion.</a:t>
            </a:r>
          </a:p>
          <a:p xmlns:a="http://schemas.openxmlformats.org/drawingml/2006/main">
            <a:r>
              <a:t>Hyperparameter: A setting chosen before fitting, such as tree depth. Tune using validation or cross-validation, not the final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POINT TO THE DEFINITION</a:t>
            </a:r>
          </a:p>
          <a:p xmlns:a="http://schemas.openxmlformats.org/drawingml/2006/main">
            <a:r>
              <a:t>Tie-break: A published rule for choosing between candidates that tie on the main criterion.</a:t>
            </a:r>
          </a:p>
          <a:p xmlns:a="http://schemas.openxmlformats.org/drawingml/2006/main">
            <a:r>
              <a:t>Hyperparameter: A setting chosen before fitting, such as tree depth. Tune using validation or cross-validation, not the final test.</a:t>
            </a:r>
          </a:p>
          <a:p xmlns:a="http://schemas.openxmlformats.org/drawingml/2006/main">
            <a:r>
              <a:t/>
            </a:r>
          </a:p>
          <a:p xmlns:a="http://schemas.openxmlformats.org/drawingml/2006/main">
            <a:r>
              <a:t>NEXT</a:t>
            </a:r>
          </a:p>
          <a:p xmlns:a="http://schemas.openxmlformats.org/drawingml/2006/main">
            <a:r>
              <a:t>Error and practical constraints.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Error and practical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Error and practical constraints</a:t>
            </a:r>
          </a:p>
          <a:p xmlns:a="http://schemas.openxmlformats.org/drawingml/2006/main">
            <a:r>
              <a:t/>
            </a:r>
          </a:p>
          <a:p xmlns:a="http://schemas.openxmlformats.org/drawingml/2006/main">
            <a:r>
              <a:t>CONNECT</a:t>
            </a:r>
          </a:p>
          <a:p xmlns:a="http://schemas.openxmlformats.org/drawingml/2006/main">
            <a:r>
              <a:t>Build on Tie-break and Hyperparameter. Explain why this example is needed before running it.</a:t>
            </a:r>
          </a:p>
          <a:p xmlns:a="http://schemas.openxmlformats.org/drawingml/2006/main">
            <a:r>
              <a:t/>
            </a:r>
          </a:p>
          <a:p xmlns:a="http://schemas.openxmlformats.org/drawingml/2006/main">
            <a:r>
              <a:t>EXPLAIN</a:t>
            </a:r>
          </a:p>
          <a:p xmlns:a="http://schemas.openxmlformats.org/drawingml/2006/main">
            <a:r>
              <a:t>A smaller error can require more computation.</a:t>
            </a:r>
          </a:p>
          <a:p xmlns:a="http://schemas.openxmlformats.org/drawingml/2006/main">
            <a:r>
              <a:t/>
            </a:r>
          </a:p>
          <a:p xmlns:a="http://schemas.openxmlformats.org/drawingml/2006/main">
            <a:r>
              <a:t>A candidate must meet every stated requirement.</a:t>
            </a:r>
          </a:p>
          <a:p xmlns:a="http://schemas.openxmlformats.org/drawingml/2006/main">
            <a:r>
              <a:t/>
            </a:r>
          </a:p>
          <a:p xmlns:a="http://schemas.openxmlformats.org/drawingml/2006/main">
            <a:r>
              <a:t>Compare eligible models on the same validation observations.</a:t>
            </a:r>
          </a:p>
          <a:p xmlns:a="http://schemas.openxmlformats.org/drawingml/2006/main">
            <a:r>
              <a:t/>
            </a:r>
          </a:p>
          <a:p xmlns:a="http://schemas.openxmlformats.org/drawingml/2006/main">
            <a:r>
              <a:t>Follow the published tie-break rule when scores tie.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Error and practical constraints</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A model comparison needs a fair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model comparison needs a fair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comparison needs a fair test</a:t>
            </a:r>
          </a:p>
          <a:p xmlns:a="http://schemas.openxmlformats.org/drawingml/2006/main">
            <a:r>
              <a:t/>
            </a:r>
          </a:p>
          <a:p xmlns:a="http://schemas.openxmlformats.org/drawingml/2006/main">
            <a:r>
              <a:t>CONNECT</a:t>
            </a:r>
          </a:p>
          <a:p xmlns:a="http://schemas.openxmlformats.org/drawingml/2006/main">
            <a:r>
              <a:t>Build on Error and practical constraints. Explain why this example is needed before running it.</a:t>
            </a:r>
          </a:p>
          <a:p xmlns:a="http://schemas.openxmlformats.org/drawingml/2006/main">
            <a:r>
              <a:t/>
            </a:r>
          </a:p>
          <a:p xmlns:a="http://schemas.openxmlformats.org/drawingml/2006/main">
            <a:r>
              <a:t>EXPLAIN</a:t>
            </a:r>
          </a:p>
          <a:p xmlns:a="http://schemas.openxmlformats.org/drawingml/2006/main">
            <a:r>
              <a:t>Use the same validation observations for every candidate.</a:t>
            </a:r>
          </a:p>
          <a:p xmlns:a="http://schemas.openxmlformats.org/drawingml/2006/main">
            <a:r>
              <a:t/>
            </a:r>
          </a:p>
          <a:p xmlns:a="http://schemas.openxmlformats.org/drawingml/2006/main">
            <a:r>
              <a:t>Fit preprocessing on training data only.</a:t>
            </a:r>
          </a:p>
          <a:p xmlns:a="http://schemas.openxmlformats.org/drawingml/2006/main">
            <a:r>
              <a:t/>
            </a:r>
          </a:p>
          <a:p xmlns:a="http://schemas.openxmlformats.org/drawingml/2006/main">
            <a:r>
              <a:t>Choose the error measure and practical requirements before inspecting results.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model comparison needs a fair test</a:t>
            </a:r>
          </a:p>
          <a:p xmlns:a="http://schemas.openxmlformats.org/drawingml/2006/main">
            <a:r>
              <a:t/>
            </a:r>
          </a:p>
          <a:p xmlns:a="http://schemas.openxmlformats.org/drawingml/2006/main">
            <a:r>
              <a:t>CONNECT</a:t>
            </a:r>
          </a:p>
          <a:p xmlns:a="http://schemas.openxmlformats.org/drawingml/2006/main">
            <a:r>
              <a:t>Build on the preceding slide: Error and practical constraints.</a:t>
            </a:r>
          </a:p>
          <a:p xmlns:a="http://schemas.openxmlformats.org/drawingml/2006/main">
            <a:r>
              <a:t/>
            </a:r>
          </a:p>
          <a:p xmlns:a="http://schemas.openxmlformats.org/drawingml/2006/main">
            <a:r>
              <a:t>LECTURER CUE</a:t>
            </a:r>
          </a:p>
          <a:p xmlns:a="http://schemas.openxmlformats.org/drawingml/2006/main">
            <a:r>
              <a:t>A tree asks successive questions. A forest combines many trees. More complexity does not guarantee better validation performance. The task’s tie-break rule remains authoritative.</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Eligibility comes before ranking.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Eligibility comes before ranking.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Eligibility comes before ranking</a:t>
            </a:r>
          </a:p>
          <a:p xmlns:a="http://schemas.openxmlformats.org/drawingml/2006/main">
            <a:r>
              <a:t/>
            </a:r>
          </a:p>
          <a:p xmlns:a="http://schemas.openxmlformats.org/drawingml/2006/main">
            <a:r>
              <a:t>CONNECT</a:t>
            </a:r>
          </a:p>
          <a:p xmlns:a="http://schemas.openxmlformats.org/drawingml/2006/main">
            <a:r>
              <a:t>Build on A model comparison needs a fair test. Explain why this example is needed before running it.</a:t>
            </a:r>
          </a:p>
          <a:p xmlns:a="http://schemas.openxmlformats.org/drawingml/2006/main">
            <a:r>
              <a:t/>
            </a:r>
          </a:p>
          <a:p xmlns:a="http://schemas.openxmlformats.org/drawingml/2006/main">
            <a:r>
              <a:t>EXPLAIN</a:t>
            </a:r>
          </a:p>
          <a:p xmlns:a="http://schemas.openxmlformats.org/drawingml/2006/main">
            <a:r>
              <a:t>First check every stated requirement for each candidate.</a:t>
            </a:r>
          </a:p>
          <a:p xmlns:a="http://schemas.openxmlformats.org/drawingml/2006/main">
            <a:r>
              <a:t/>
            </a:r>
          </a:p>
          <a:p xmlns:a="http://schemas.openxmlformats.org/drawingml/2006/main">
            <a:r>
              <a:t>Reject a candidate that fails even one requirement.</a:t>
            </a:r>
          </a:p>
          <a:p xmlns:a="http://schemas.openxmlformats.org/drawingml/2006/main">
            <a:r>
              <a:t/>
            </a:r>
          </a:p>
          <a:p xmlns:a="http://schemas.openxmlformats.org/drawingml/2006/main">
            <a:r>
              <a:t>Rank the eligible candidates using the published tie-break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Eligibility comes before ranking</a:t>
            </a:r>
          </a:p>
          <a:p xmlns:a="http://schemas.openxmlformats.org/drawingml/2006/main">
            <a:r>
              <a:t/>
            </a:r>
          </a:p>
          <a:p xmlns:a="http://schemas.openxmlformats.org/drawingml/2006/main">
            <a:r>
              <a:t>CONNECT</a:t>
            </a:r>
          </a:p>
          <a:p xmlns:a="http://schemas.openxmlformats.org/drawingml/2006/main">
            <a:r>
              <a:t>Build on the preceding slide: A model comparison needs a fair test.</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A constrained model choice.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constrained model choice.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constrained model choice</a:t>
            </a:r>
          </a:p>
          <a:p xmlns:a="http://schemas.openxmlformats.org/drawingml/2006/main">
            <a:r>
              <a:t/>
            </a:r>
          </a:p>
          <a:p xmlns:a="http://schemas.openxmlformats.org/drawingml/2006/main">
            <a:r>
              <a:t>CONNECT</a:t>
            </a:r>
          </a:p>
          <a:p xmlns:a="http://schemas.openxmlformats.org/drawingml/2006/main">
            <a:r>
              <a:t>Build on Eligibility comes before ranking. Explain why this example is needed before running it.</a:t>
            </a:r>
          </a:p>
          <a:p xmlns:a="http://schemas.openxmlformats.org/drawingml/2006/main">
            <a:r>
              <a:t/>
            </a:r>
          </a:p>
          <a:p xmlns:a="http://schemas.openxmlformats.org/drawingml/2006/main">
            <a:r>
              <a:t>EXPLAIN</a:t>
            </a:r>
          </a:p>
          <a:p xmlns:a="http://schemas.openxmlformats.org/drawingml/2006/main">
            <a:r>
              <a:t>Invented requirements: error at most 3 and time at most 10 ms.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constrained model choice</a:t>
            </a:r>
          </a:p>
          <a:p xmlns:a="http://schemas.openxmlformats.org/drawingml/2006/main">
            <a:r>
              <a:t/>
            </a:r>
          </a:p>
          <a:p xmlns:a="http://schemas.openxmlformats.org/drawingml/2006/main">
            <a:r>
              <a:t>CONNECT</a:t>
            </a:r>
          </a:p>
          <a:p xmlns:a="http://schemas.openxmlformats.org/drawingml/2006/main">
            <a:r>
              <a:t>Build on the preceding slide: Eligibility comes before ranking.</a:t>
            </a:r>
          </a:p>
          <a:p xmlns:a="http://schemas.openxmlformats.org/drawingml/2006/main">
            <a:r>
              <a:t/>
            </a:r>
          </a:p>
          <a:p xmlns:a="http://schemas.openxmlformats.org/drawingml/2006/main">
            <a:r>
              <a:t>LECTURER CUE</a:t>
            </a:r>
          </a:p>
          <a:p xmlns:a="http://schemas.openxmlformats.org/drawingml/2006/main">
            <a:r>
              <a:t>Invented requirements: error at most 3 and time at most 10 ms. Only simple is eligible. No result here is a measured engineering benchmark.</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Candidate records and eligibility.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Candidate records and eligibility</a:t>
            </a:r>
          </a:p>
          <a:p xmlns:a="http://schemas.openxmlformats.org/drawingml/2006/main">
            <a:r>
              <a:t/>
            </a:r>
          </a:p>
          <a:p xmlns:a="http://schemas.openxmlformats.org/drawingml/2006/main">
            <a:r>
              <a:t>CONNECT</a:t>
            </a:r>
          </a:p>
          <a:p xmlns:a="http://schemas.openxmlformats.org/drawingml/2006/main">
            <a:r>
              <a:t>Build on A constrained model choice. Explain why this example is needed before running it.</a:t>
            </a:r>
          </a:p>
          <a:p xmlns:a="http://schemas.openxmlformats.org/drawingml/2006/main">
            <a:r>
              <a:t/>
            </a:r>
          </a:p>
          <a:p xmlns:a="http://schemas.openxmlformats.org/drawingml/2006/main">
            <a:r>
              <a:t>EXPLAIN</a:t>
            </a:r>
          </a:p>
          <a:p xmlns:a="http://schemas.openxmlformats.org/drawingml/2006/main">
            <a:r>
              <a:t>A candidate is one model under consideration. Its dictionary records a name, a validation error and measured run time.</a:t>
            </a:r>
          </a:p>
          <a:p xmlns:a="http://schemas.openxmlformats.org/drawingml/2006/main">
            <a:r>
              <a:t/>
            </a:r>
          </a:p>
          <a:p xmlns:a="http://schemas.openxmlformats.org/drawingml/2006/main">
            <a:r>
              <a:t>An eligible candidate meets every published constraint. Build a list of eligible records first. If the list is empty, use the task’s specified no-candidate result.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(1/2)</a:t>
            </a:r>
          </a:p>
          <a:p xmlns:a="http://schemas.openxmlformats.org/drawingml/2006/main">
            <a:r>
              <a:t/>
            </a:r>
          </a:p>
          <a:p xmlns:a="http://schemas.openxmlformats.org/drawingml/2006/main">
            <a:r>
              <a:t>CONNECT</a:t>
            </a:r>
          </a:p>
          <a:p xmlns:a="http://schemas.openxmlformats.org/drawingml/2006/main">
            <a:r>
              <a:t>Build on Candidate records and eligibility.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A constrained model choice.</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(2/2)</a:t>
            </a:r>
          </a:p>
          <a:p xmlns:a="http://schemas.openxmlformats.org/drawingml/2006/main">
            <a:r>
              <a:t/>
            </a:r>
          </a:p>
          <a:p xmlns:a="http://schemas.openxmlformats.org/drawingml/2006/main">
            <a:r>
              <a:t>CONNECT</a:t>
            </a:r>
          </a:p>
          <a:p xmlns:a="http://schemas.openxmlformats.org/drawingml/2006/main">
            <a:r>
              <a:t>Build on Model selection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results</a:t>
            </a:r>
          </a:p>
          <a:p xmlns:a="http://schemas.openxmlformats.org/drawingml/2006/main">
            <a:r>
              <a:t/>
            </a:r>
          </a:p>
          <a:p xmlns:a="http://schemas.openxmlformats.org/drawingml/2006/main">
            <a:r>
              <a:t>CONNECT</a:t>
            </a:r>
          </a:p>
          <a:p xmlns:a="http://schemas.openxmlformats.org/drawingml/2006/main">
            <a:r>
              <a:t>Build on Model selection in Python (2/2). Explain why this example is needed before running it.</a:t>
            </a:r>
          </a:p>
          <a:p xmlns:a="http://schemas.openxmlformats.org/drawingml/2006/main">
            <a:r>
              <a:t/>
            </a:r>
          </a:p>
          <a:p xmlns:a="http://schemas.openxmlformats.org/drawingml/2006/main">
            <a:r>
              <a:t>EXPLAIN</a:t>
            </a:r>
          </a:p>
          <a:p xmlns:a="http://schemas.openxmlformats.org/drawingml/2006/main">
            <a:r>
              <a:t>['simple']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A tuple supplies an ordered ranking key.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tuple supplies an ordered ranking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tuple supplies an ordered ranking key</a:t>
            </a:r>
          </a:p>
          <a:p xmlns:a="http://schemas.openxmlformats.org/drawingml/2006/main">
            <a:r>
              <a:t/>
            </a:r>
          </a:p>
          <a:p xmlns:a="http://schemas.openxmlformats.org/drawingml/2006/main">
            <a:r>
              <a:t>CONNECT</a:t>
            </a:r>
          </a:p>
          <a:p xmlns:a="http://schemas.openxmlformats.org/drawingml/2006/main">
            <a:r>
              <a:t>Build on Model selection results. Explain why this example is needed before running it.</a:t>
            </a:r>
          </a:p>
          <a:p xmlns:a="http://schemas.openxmlformats.org/drawingml/2006/main">
            <a:r>
              <a:t/>
            </a:r>
          </a:p>
          <a:p xmlns:a="http://schemas.openxmlformats.org/drawingml/2006/main">
            <a:r>
              <a:t>EXPLAIN</a:t>
            </a:r>
          </a:p>
          <a:p xmlns:a="http://schemas.openxmlformats.org/drawingml/2006/main">
            <a:r>
              <a:t>A tuple holds several values in order, such as (error, time, name).</a:t>
            </a:r>
          </a:p>
          <a:p xmlns:a="http://schemas.openxmlformats.org/drawingml/2006/main">
            <a:r>
              <a:t/>
            </a:r>
          </a:p>
          <a:p xmlns:a="http://schemas.openxmlformats.org/drawingml/2006/main">
            <a:r>
              <a:t>Python compares the first values. A tie moves the comparison to the second.</a:t>
            </a:r>
          </a:p>
          <a:p xmlns:a="http://schemas.openxmlformats.org/drawingml/2006/main">
            <a:r>
              <a:t/>
            </a:r>
          </a:p>
          <a:p xmlns:a="http://schemas.openxmlformats.org/drawingml/2006/main">
            <a:r>
              <a:t>If those also tie, the third value decides.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tuple supplies an ordered ranking key</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Demonstrate dictionary field access and ordered comparisons before asking learners to implement selection. A sorted list key can be a tuple: first metric, then speed, then name.</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Sorting with a tie-break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Sorting with a tie-break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a:t>
            </a:r>
          </a:p>
          <a:p xmlns:a="http://schemas.openxmlformats.org/drawingml/2006/main">
            <a:r>
              <a:t/>
            </a:r>
          </a:p>
          <a:p xmlns:a="http://schemas.openxmlformats.org/drawingml/2006/main">
            <a:r>
              <a:t>CONNECT</a:t>
            </a:r>
          </a:p>
          <a:p xmlns:a="http://schemas.openxmlformats.org/drawingml/2006/main">
            <a:r>
              <a:t>Build on A tuple supplies an ordered ranking key. Explain why this example is needed before running it.</a:t>
            </a:r>
          </a:p>
          <a:p xmlns:a="http://schemas.openxmlformats.org/drawingml/2006/main">
            <a:r>
              <a:t/>
            </a:r>
          </a:p>
          <a:p xmlns:a="http://schemas.openxmlformats.org/drawingml/2006/main">
            <a:r>
              <a:t>EXPLAIN</a:t>
            </a:r>
          </a:p>
          <a:p xmlns:a="http://schemas.openxmlformats.org/drawingml/2006/main">
            <a:r>
              <a:t>A tuple is an ordered group of values.</a:t>
            </a:r>
          </a:p>
          <a:p xmlns:a="http://schemas.openxmlformats.org/drawingml/2006/main">
            <a:r>
              <a:t/>
            </a:r>
          </a:p>
          <a:p xmlns:a="http://schemas.openxmlformats.org/drawingml/2006/main">
            <a:r>
              <a:t>Python compares the first item, then the second when tied, then the third.</a:t>
            </a:r>
          </a:p>
          <a:p xmlns:a="http://schemas.openxmlformats.org/drawingml/2006/main">
            <a:r>
              <a:t/>
            </a:r>
          </a:p>
          <a:p xmlns:a="http://schemas.openxmlformats.org/drawingml/2006/main">
            <a:r>
              <a:t>The key function gives sorted the tuple for each candidate.</a:t>
            </a:r>
          </a:p>
          <a:p xmlns:a="http://schemas.openxmlformats.org/drawingml/2006/main">
            <a:r>
              <a:t/>
            </a:r>
          </a:p>
          <a:p xmlns:a="http://schemas.openxmlformats.org/drawingml/2006/main">
            <a:r>
              <a:t>Guard an empty list before selecting position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Sorting with a tie-break rule</a:t>
            </a:r>
          </a:p>
          <a:p xmlns:a="http://schemas.openxmlformats.org/drawingml/2006/main">
            <a:r>
              <a:t/>
            </a:r>
          </a:p>
          <a:p xmlns:a="http://schemas.openxmlformats.org/drawingml/2006/main">
            <a:r>
              <a:t>CONNECT</a:t>
            </a:r>
          </a:p>
          <a:p xmlns:a="http://schemas.openxmlformats.org/drawingml/2006/main">
            <a:r>
              <a:t>Build on the preceding slide: A tuple supplies an ordered ranking key.</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Sorting with a named 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Sorting with a named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named function</a:t>
            </a:r>
          </a:p>
          <a:p xmlns:a="http://schemas.openxmlformats.org/drawingml/2006/main">
            <a:r>
              <a:t/>
            </a:r>
          </a:p>
          <a:p xmlns:a="http://schemas.openxmlformats.org/drawingml/2006/main">
            <a:r>
              <a:t>CONNECT</a:t>
            </a:r>
          </a:p>
          <a:p xmlns:a="http://schemas.openxmlformats.org/drawingml/2006/main">
            <a:r>
              <a:t>Build on Sorting with a tie-break rule. Explain why this example is needed before running it.</a:t>
            </a:r>
          </a:p>
          <a:p xmlns:a="http://schemas.openxmlformats.org/drawingml/2006/main">
            <a:r>
              <a:t/>
            </a:r>
          </a:p>
          <a:p xmlns:a="http://schemas.openxmlformats.org/drawingml/2006/main">
            <a:r>
              <a:t>EXPLAIN</a:t>
            </a:r>
          </a:p>
          <a:p xmlns:a="http://schemas.openxmlformats.org/drawingml/2006/main">
            <a:r>
              <a:t>Check for an empty list before accessing position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Sorting with a named function</a:t>
            </a:r>
          </a:p>
          <a:p xmlns:a="http://schemas.openxmlformats.org/drawingml/2006/main">
            <a:r>
              <a:t/>
            </a:r>
          </a:p>
          <a:p xmlns:a="http://schemas.openxmlformats.org/drawingml/2006/main">
            <a:r>
              <a:t>CONNECT</a:t>
            </a:r>
          </a:p>
          <a:p xmlns:a="http://schemas.openxmlformats.org/drawingml/2006/main">
            <a:r>
              <a:t>Build on the preceding slide: Sorting with a tie-break rule.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Sorting with a tie-break rule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Sorting with a tie-break rule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 in Python</a:t>
            </a:r>
          </a:p>
          <a:p xmlns:a="http://schemas.openxmlformats.org/drawingml/2006/main">
            <a:r>
              <a:t/>
            </a:r>
          </a:p>
          <a:p xmlns:a="http://schemas.openxmlformats.org/drawingml/2006/main">
            <a:r>
              <a:t>CONNECT</a:t>
            </a:r>
          </a:p>
          <a:p xmlns:a="http://schemas.openxmlformats.org/drawingml/2006/main">
            <a:r>
              <a:t>Build on Sorting with a named function.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Sorting with a tie-break rule in Python</a:t>
            </a:r>
          </a:p>
          <a:p xmlns:a="http://schemas.openxmlformats.org/drawingml/2006/main">
            <a:r>
              <a:t/>
            </a:r>
          </a:p>
          <a:p xmlns:a="http://schemas.openxmlformats.org/drawingml/2006/main">
            <a:r>
              <a:t>CONNECT</a:t>
            </a:r>
          </a:p>
          <a:p xmlns:a="http://schemas.openxmlformats.org/drawingml/2006/main">
            <a:r>
              <a:t>Build on the preceding slide: Sorting with a named function.</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Complete practice code:</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Local explanation and Conditions of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Local explanation and Conditions of use</a:t>
            </a:r>
          </a:p>
          <a:p xmlns:a="http://schemas.openxmlformats.org/drawingml/2006/main">
            <a:r>
              <a:t/>
            </a:r>
          </a:p>
          <a:p xmlns:a="http://schemas.openxmlformats.org/drawingml/2006/main">
            <a:r>
              <a:t>CONNECT</a:t>
            </a:r>
          </a:p>
          <a:p xmlns:a="http://schemas.openxmlformats.org/drawingml/2006/main">
            <a:r>
              <a:t>Build on Sorting with a tie-break rule in Python. Explain why this example is needed before running it.</a:t>
            </a:r>
          </a:p>
          <a:p xmlns:a="http://schemas.openxmlformats.org/drawingml/2006/main">
            <a:r>
              <a:t/>
            </a:r>
          </a:p>
          <a:p xmlns:a="http://schemas.openxmlformats.org/drawingml/2006/main">
            <a:r>
              <a:t>EXPLAIN</a:t>
            </a:r>
          </a:p>
          <a:p xmlns:a="http://schemas.openxmlformats.org/drawingml/2006/main">
            <a:r>
              <a:t>Local explanation: Why a model made one particular prediction. This is different from global importance, which summarises behaviour over many cases.</a:t>
            </a:r>
          </a:p>
          <a:p xmlns:a="http://schemas.openxmlformats.org/drawingml/2006/main">
            <a:r>
              <a:t>Conditions of use: The cases and operating circumstances for which the available evidence supports considering the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Sorting with a tie-break rule in Python.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POINT TO THE DEFINITION</a:t>
            </a:r>
          </a:p>
          <a:p xmlns:a="http://schemas.openxmlformats.org/drawingml/2006/main">
            <a:r>
              <a:t>Local explanation: Why a model made one particular prediction. This is different from global importance, which summarises behaviour over many cases.</a:t>
            </a:r>
          </a:p>
          <a:p xmlns:a="http://schemas.openxmlformats.org/drawingml/2006/main">
            <a:r>
              <a:t>Conditions of use: The cases and operating circumstances for which the available evidence supports considering the model.</a:t>
            </a:r>
          </a:p>
          <a:p xmlns:a="http://schemas.openxmlformats.org/drawingml/2006/main">
            <a:r>
              <a:t/>
            </a:r>
          </a:p>
          <a:p xmlns:a="http://schemas.openxmlformats.org/drawingml/2006/main">
            <a:r>
              <a:t>NEXT</a:t>
            </a:r>
          </a:p>
          <a:p xmlns:a="http://schemas.openxmlformats.org/drawingml/2006/main">
            <a:r>
              <a:t>A recommendation needs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recommendation needs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recommendation needs evidence</a:t>
            </a:r>
          </a:p>
          <a:p xmlns:a="http://schemas.openxmlformats.org/drawingml/2006/main">
            <a:r>
              <a:t/>
            </a:r>
          </a:p>
          <a:p xmlns:a="http://schemas.openxmlformats.org/drawingml/2006/main">
            <a:r>
              <a:t>CONNECT</a:t>
            </a:r>
          </a:p>
          <a:p xmlns:a="http://schemas.openxmlformats.org/drawingml/2006/main">
            <a:r>
              <a:t>Build on Local explanation and Conditions of use. Explain why this example is needed before running it.</a:t>
            </a:r>
          </a:p>
          <a:p xmlns:a="http://schemas.openxmlformats.org/drawingml/2006/main">
            <a:r>
              <a:t/>
            </a:r>
          </a:p>
          <a:p xmlns:a="http://schemas.openxmlformats.org/drawingml/2006/main">
            <a:r>
              <a:t>EXPLAIN</a:t>
            </a:r>
          </a:p>
          <a:p xmlns:a="http://schemas.openxmlformats.org/drawingml/2006/main">
            <a:r>
              <a:t>State the question and the chosen candidate.</a:t>
            </a:r>
          </a:p>
          <a:p xmlns:a="http://schemas.openxmlformats.org/drawingml/2006/main">
            <a:r>
              <a:t/>
            </a:r>
          </a:p>
          <a:p xmlns:a="http://schemas.openxmlformats.org/drawingml/2006/main">
            <a:r>
              <a:t>Give the evaluation result and the constraint it satisfies.</a:t>
            </a:r>
          </a:p>
          <a:p xmlns:a="http://schemas.openxmlformats.org/drawingml/2006/main">
            <a:r>
              <a:t/>
            </a:r>
          </a:p>
          <a:p xmlns:a="http://schemas.openxmlformats.org/drawingml/2006/main">
            <a:r>
              <a:t>State a limitation and the evidence that could change the recommendation.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recommendation needs evidence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Write a short recommendation: question, fair comparison, chosen candidate, reason, limitation and what new evidence could change the choice.</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 are the model selector.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A recommendation needs evidence. Explain why this example is needed before running it.</a:t>
            </a:r>
          </a:p>
          <a:p xmlns:a="http://schemas.openxmlformats.org/drawingml/2006/main">
            <a:r>
              <a:t/>
            </a:r>
          </a:p>
          <a:p xmlns:a="http://schemas.openxmlformats.org/drawingml/2006/main">
            <a:r>
              <a:t>EXPLAIN</a:t>
            </a:r>
          </a:p>
          <a:p xmlns:a="http://schemas.openxmlformats.org/drawingml/2006/main">
            <a:r>
              <a:t>Example: A third model has error 3 and latency 1 ms. Under lowest error then lowest latency, which eligible model wins?</a:t>
            </a:r>
          </a:p>
          <a:p xmlns:a="http://schemas.openxmlformats.org/drawingml/2006/main">
            <a:r>
              <a:t/>
            </a:r>
          </a:p>
          <a:p xmlns:a="http://schemas.openxmlformats.org/drawingml/2006/main">
            <a:r>
              <a:t>Answer: The third model. Both eligible models have error 3, but 1 ms is faster than 2 ms.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The third model. Both eligible models have error 3, but 1 ms is faster than 2 ms.</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The third model. Both eligible models have error 3, but 1 ms is faster than 2 ms.</a:t>
            </a:r>
          </a:p>
          <a:p xmlns:a="http://schemas.openxmlformats.org/drawingml/2006/main">
            <a:r>
              <a:t>Which step produced this result? What changes if one input changes?</a:t>
            </a:r>
          </a:p>
          <a:p xmlns:a="http://schemas.openxmlformats.org/drawingml/2006/main">
            <a:r>
              <a:t>CML3112   Week 12   23</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W12 uses fields name, validation_mae and latency_ms.</a:t>
            </a:r>
          </a:p>
          <a:p xmlns:a="http://schemas.openxmlformats.org/drawingml/2006/main">
            <a:r>
              <a:t/>
            </a:r>
          </a:p>
          <a:p xmlns:a="http://schemas.openxmlformats.org/drawingml/2006/main">
            <a:r>
              <a:t>Meet both inclusive constraints, then rank by error, latency and alphabetical name.</a:t>
            </a:r>
          </a:p>
          <a:p xmlns:a="http://schemas.openxmlformats.org/drawingml/2006/main">
            <a:r>
              <a:t/>
            </a:r>
          </a:p>
          <a:p xmlns:a="http://schemas.openxmlformats.org/drawingml/2006/main">
            <a:r>
              <a:t>Return None if no candidate qualifies.</a:t>
            </a:r>
          </a:p>
          <a:p xmlns:a="http://schemas.openxmlformats.org/drawingml/2006/main">
            <a:r>
              <a:t/>
            </a:r>
          </a:p>
          <a:p xmlns:a="http://schemas.openxmlformats.org/drawingml/2006/main">
            <a:r>
              <a:t>Complete the error function and interpret the separately supplied scenario.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Keep project comparisons and graded interfaces distinct.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Fair comparison and explanation.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Fair comparison and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Compare the same metric on the same validation cases with the same preprocessing rules.</a:t>
            </a:r>
          </a:p>
          <a:p xmlns:a="http://schemas.openxmlformats.org/drawingml/2006/main">
            <a:r>
              <a:t/>
            </a:r>
          </a:p>
          <a:p xmlns:a="http://schemas.openxmlformats.org/drawingml/2006/main">
            <a:r>
              <a:t>A small difference needs context, including variation across splits.</a:t>
            </a:r>
          </a:p>
          <a:p xmlns:a="http://schemas.openxmlformats.org/drawingml/2006/main">
            <a:r>
              <a:t/>
            </a:r>
          </a:p>
          <a:p xmlns:a="http://schemas.openxmlformats.org/drawingml/2006/main">
            <a:r>
              <a:t>Code run out of order can overwrite the variable holding a model; restart and run from the top.</a:t>
            </a:r>
          </a:p>
          <a:p xmlns:a="http://schemas.openxmlformats.org/drawingml/2006/main">
            <a:r>
              <a:t/>
            </a:r>
          </a:p>
          <a:p xmlns:a="http://schemas.openxmlformats.org/drawingml/2006/main">
            <a:r>
              <a:t>A local explanation addresses one prediction; global importance summarises many.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Fair comparison and explanation</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Fair comparison and explanation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Fair comparison and explanation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 continued</a:t>
            </a:r>
          </a:p>
          <a:p xmlns:a="http://schemas.openxmlformats.org/drawingml/2006/main">
            <a:r>
              <a:t/>
            </a:r>
          </a:p>
          <a:p xmlns:a="http://schemas.openxmlformats.org/drawingml/2006/main">
            <a:r>
              <a:t>CONNECT</a:t>
            </a:r>
          </a:p>
          <a:p xmlns:a="http://schemas.openxmlformats.org/drawingml/2006/main">
            <a:r>
              <a:t>Build on Fair comparison and explanation. Explain why this example is needed before running it.</a:t>
            </a:r>
          </a:p>
          <a:p xmlns:a="http://schemas.openxmlformats.org/drawingml/2006/main">
            <a:r>
              <a:t/>
            </a:r>
          </a:p>
          <a:p xmlns:a="http://schemas.openxmlformats.org/drawingml/2006/main">
            <a:r>
              <a:t>EXPLAIN</a:t>
            </a:r>
          </a:p>
          <a:p xmlns:a="http://schemas.openxmlformats.org/drawingml/2006/main">
            <a:r>
              <a:t>A post-hoc explanation of a complex model is not its directly readable internal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Fair comparison and explanation continued</a:t>
            </a:r>
          </a:p>
          <a:p xmlns:a="http://schemas.openxmlformats.org/drawingml/2006/main">
            <a:r>
              <a:t/>
            </a:r>
          </a:p>
          <a:p xmlns:a="http://schemas.openxmlformats.org/drawingml/2006/main">
            <a:r>
              <a:t>CONNECT</a:t>
            </a:r>
          </a:p>
          <a:p xmlns:a="http://schemas.openxmlformats.org/drawingml/2006/main">
            <a:r>
              <a:t>Build on the preceding slide: Fair comparison and explanation.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Fair comparison and explanation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Fair comparison and explanation continued.</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select_model(candidates, max_mae, max_ms).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select_model(candidates, max_mae, max_ms).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select_model(candidates, max_mae, max_ms)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Candidates have name, validation_mae and latency_ms.</a:t>
            </a:r>
          </a:p>
          <a:p xmlns:a="http://schemas.openxmlformats.org/drawingml/2006/main">
            <a:r>
              <a:t/>
            </a:r>
          </a:p>
          <a:p xmlns:a="http://schemas.openxmlformats.org/drawingml/2006/main">
            <a:r>
              <a:t>Keep those meeting both inclusive constraints; select smallest validation_mae, then latency_ms, then name alphabetically.</a:t>
            </a:r>
          </a:p>
          <a:p xmlns:a="http://schemas.openxmlformats.org/drawingml/2006/main">
            <a:r>
              <a:t/>
            </a:r>
          </a:p>
          <a:p xmlns:a="http://schemas.openxmlformats.org/drawingml/2006/main">
            <a:r>
              <a:t>Return the selected name or None.</a:t>
            </a:r>
          </a:p>
          <a:p xmlns:a="http://schemas.openxmlformats.org/drawingml/2006/main">
            <a:r>
              <a:t/>
            </a:r>
          </a:p>
          <a:p xmlns:a="http://schemas.openxmlformats.org/drawingml/2006/main">
            <a:r>
              <a:t>Never use test scores for selection.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select_model(candidates, max_mae, max_ms)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IUEA_Teaching_Plan/assessment_banks/W12/CML3112/A/TASKS.md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regression_errors(actual,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regression_errors(actual,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select_model(candidates, max_mae, max_ms). Explain why this example is needed before running it.</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the preceding slide: select_model(candidates, max_mae, max_ms).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IUEA_Teaching_Plan/assessment_banks/W12/CML3112/A/TASKS.md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regression_errors(actual,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regression_errors(actual,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Model recommendation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Model recommendation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recommendation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24 Nov 2026, 11:00 Kampala</a:t>
            </a:r>
          </a:p>
          <a:p xmlns:a="http://schemas.openxmlformats.org/drawingml/2006/main">
            <a:r>
              <a:t/>
            </a:r>
          </a:p>
          <a:p xmlns:a="http://schemas.openxmlformats.org/drawingml/2006/main">
            <a:r>
              <a:t>Deadline: 24 Nov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Model recommendation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Model recommendation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15 Dec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Model recommendation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12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12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12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12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open_W12_CML3112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12 quiz. Explain why this example is needed before running it.</a:t>
            </a:r>
          </a:p>
          <a:p xmlns:a="http://schemas.openxmlformats.org/drawingml/2006/main">
            <a:r>
              <a:t/>
            </a:r>
          </a:p>
          <a:p xmlns:a="http://schemas.openxmlformats.org/drawingml/2006/main">
            <a:r>
              <a:t>EXPLAIN</a:t>
            </a:r>
          </a:p>
          <a:p xmlns:a="http://schemas.openxmlformats.org/drawingml/2006/main">
            <a:r>
              <a:t>You can justify a valid candidate with evidence and a stated limitation.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12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0319a6c7134f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4836da897445c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fae535786b40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df9bb6d18c04d8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178cafbd3ab4c2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9083f94ad6548d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DADCEC9-B814-4790-979E-E576871AF8C8}"/>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397F2E1-8CDB-41A6-A207-526B37420FD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6F849AC-D7F3-4F7C-B56D-7B91B99FED9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143F43E-4AA6-4AB4-BD2E-F1E7C4BA96A2}"/>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E4C78E98-BB33-467F-8F5C-88217E4E7C7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05AC747-390C-4685-B369-61C3F3DE684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36B627C-7175-4CF9-8F62-ECB4978645F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1EFD65EA-13F1-4924-A18D-4AC2347B68DB}"/>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366868B1-B3BB-4DE7-9EDE-9F787B9EB16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1940625-84CB-4D8D-837F-CF70AE5691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9D38953-AF8B-4BF9-9996-3D88C0F5A33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0FB7E4A-AF98-4959-A512-5C624ECC4C7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CF8111-256B-4A8B-822B-9AD2A3972F5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05C0B4D-4288-43D0-BEF2-20EE24C9D1A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A64F024-B722-4EC2-B65E-4EE03ECC165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057faab6314223" /><Relationship Type="http://schemas.openxmlformats.org/officeDocument/2006/relationships/slideLayout" Target="/ppt/slideLayouts/slideLayout1.xml" Id="Rae8307a4f2214902" /><Relationship Type="http://schemas.openxmlformats.org/officeDocument/2006/relationships/slideLayout" Target="/ppt/slideLayouts/slideLayout2.xml" Id="Rcee4216a89fb46e1" /><Relationship Type="http://schemas.openxmlformats.org/officeDocument/2006/relationships/slideLayout" Target="/ppt/slideLayouts/slideLayout3.xml" Id="R455b62f2b42b4424" /><Relationship Type="http://schemas.openxmlformats.org/officeDocument/2006/relationships/slideLayout" Target="/ppt/slideLayouts/slideLayout4.xml" Id="R56758996ba314491" /><Relationship Type="http://schemas.openxmlformats.org/officeDocument/2006/relationships/slideLayout" Target="/ppt/slideLayouts/slideLayout5.xml" Id="Rca34ac1775514447" /><Relationship Type="http://schemas.openxmlformats.org/officeDocument/2006/relationships/slideLayout" Target="/ppt/slideLayouts/slideLayout6.xml" Id="R9c3909c6b4114e8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e8307a4f2214902"/>
    <p:sldLayoutId xmlns:r="http://schemas.openxmlformats.org/officeDocument/2006/relationships" id="2147483650" r:id="Rcee4216a89fb46e1"/>
    <p:sldLayoutId xmlns:r="http://schemas.openxmlformats.org/officeDocument/2006/relationships" id="2147483651" r:id="R455b62f2b42b4424"/>
    <p:sldLayoutId xmlns:r="http://schemas.openxmlformats.org/officeDocument/2006/relationships" id="2147483652" r:id="R56758996ba314491"/>
    <p:sldLayoutId xmlns:r="http://schemas.openxmlformats.org/officeDocument/2006/relationships" id="2147483653" r:id="Rca34ac1775514447"/>
    <p:sldLayoutId xmlns:r="http://schemas.openxmlformats.org/officeDocument/2006/relationships" id="2147483654" r:id="R9c3909c6b4114e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70575f8520f4765" /><Relationship Type="http://schemas.openxmlformats.org/officeDocument/2006/relationships/image" Target="/ppt/media/image.png" Id="Rca6f5f2f431b44f9" /><Relationship Type="http://schemas.openxmlformats.org/officeDocument/2006/relationships/notesSlide" Target="/ppt/notesSlides/notesSlide1.xml" Id="Rdee46461bd8146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8d1bc690e864821" /><Relationship Type="http://schemas.openxmlformats.org/officeDocument/2006/relationships/notesSlide" Target="/ppt/notesSlides/notesSlide2.xml" Id="R5bb279b6caf44f2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aa9468194d4e3e" /><Relationship Type="http://schemas.openxmlformats.org/officeDocument/2006/relationships/notesSlide" Target="/ppt/notesSlides/notesSlide3.xml" Id="Rd9cb72875a5c44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c097f5624144a91" /><Relationship Type="http://schemas.openxmlformats.org/officeDocument/2006/relationships/notesSlide" Target="/ppt/notesSlides/notesSlide4.xml" Id="Rebcd258d78e342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f7b3de9d6f9473f" /><Relationship Type="http://schemas.openxmlformats.org/officeDocument/2006/relationships/notesSlide" Target="/ppt/notesSlides/notesSlide5.xml" Id="R74378435a63c496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41c1b9305a14556" /><Relationship Type="http://schemas.openxmlformats.org/officeDocument/2006/relationships/notesSlide" Target="/ppt/notesSlides/notesSlide6.xml" Id="R2d6abb7239d442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cacccf5f9254b29" /><Relationship Type="http://schemas.openxmlformats.org/officeDocument/2006/relationships/notesSlide" Target="/ppt/notesSlides/notesSlide7.xml" Id="Rcc5775924432455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d045e6fbf144181" /><Relationship Type="http://schemas.openxmlformats.org/officeDocument/2006/relationships/notesSlide" Target="/ppt/notesSlides/notesSlide8.xml" Id="R42bf559895eb47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95f734072ef4b2b" /><Relationship Type="http://schemas.openxmlformats.org/officeDocument/2006/relationships/notesSlide" Target="/ppt/notesSlides/notesSlide9.xml" Id="R1a871751281e4ee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bcdcb59e874471f" /><Relationship Type="http://schemas.openxmlformats.org/officeDocument/2006/relationships/notesSlide" Target="/ppt/notesSlides/notesSlide10.xml" Id="Rf8f81f5fac0a47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980b0eaa4ba4f47" /><Relationship Type="http://schemas.openxmlformats.org/officeDocument/2006/relationships/notesSlide" Target="/ppt/notesSlides/notesSlide11.xml" Id="R05b99c8e94ba407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020ee2396b645d4" /><Relationship Type="http://schemas.openxmlformats.org/officeDocument/2006/relationships/notesSlide" Target="/ppt/notesSlides/notesSlide12.xml" Id="R7f2b937c4158470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0b31edb06384ec6" /><Relationship Type="http://schemas.openxmlformats.org/officeDocument/2006/relationships/notesSlide" Target="/ppt/notesSlides/notesSlide13.xml" Id="R75361c576b3748b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7c6f4909feb4f93" /><Relationship Type="http://schemas.openxmlformats.org/officeDocument/2006/relationships/notesSlide" Target="/ppt/notesSlides/notesSlide14.xml" Id="Rb9ae2af8dca044b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fb16a87892e4be3" /><Relationship Type="http://schemas.openxmlformats.org/officeDocument/2006/relationships/notesSlide" Target="/ppt/notesSlides/notesSlide15.xml" Id="R15f2506a8db74ca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3df6bcd0a5e4630" /><Relationship Type="http://schemas.openxmlformats.org/officeDocument/2006/relationships/notesSlide" Target="/ppt/notesSlides/notesSlide16.xml" Id="R5a3850c3949549d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427a7177a864a3e" /><Relationship Type="http://schemas.openxmlformats.org/officeDocument/2006/relationships/notesSlide" Target="/ppt/notesSlides/notesSlide17.xml" Id="Ra2cdc6a0eca04f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d7d98ceb9124d29" /><Relationship Type="http://schemas.openxmlformats.org/officeDocument/2006/relationships/notesSlide" Target="/ppt/notesSlides/notesSlide18.xml" Id="R21955c5fbaf3485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44d324cdeb2407a" /><Relationship Type="http://schemas.openxmlformats.org/officeDocument/2006/relationships/notesSlide" Target="/ppt/notesSlides/notesSlide19.xml" Id="Rda66441d93954e1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d39c6bff2924a12" /><Relationship Type="http://schemas.openxmlformats.org/officeDocument/2006/relationships/notesSlide" Target="/ppt/notesSlides/notesSlide20.xml" Id="R6dd98344885b403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c4241c17f524399" /><Relationship Type="http://schemas.openxmlformats.org/officeDocument/2006/relationships/notesSlide" Target="/ppt/notesSlides/notesSlide21.xml" Id="R41194013130943e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86f886392e74945" /><Relationship Type="http://schemas.openxmlformats.org/officeDocument/2006/relationships/notesSlide" Target="/ppt/notesSlides/notesSlide22.xml" Id="Rde5771e439b34df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ed1cc5e485d476d" /><Relationship Type="http://schemas.openxmlformats.org/officeDocument/2006/relationships/notesSlide" Target="/ppt/notesSlides/notesSlide23.xml" Id="R212b64c43e764dc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b233a69c13f4268" /><Relationship Type="http://schemas.openxmlformats.org/officeDocument/2006/relationships/notesSlide" Target="/ppt/notesSlides/notesSlide24.xml" Id="R3aa2058f572e4b8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2e30a4a7f1c4e02" /><Relationship Type="http://schemas.openxmlformats.org/officeDocument/2006/relationships/notesSlide" Target="/ppt/notesSlides/notesSlide25.xml" Id="R06bdb1d0c9e0466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572ca3105ea4a81" /><Relationship Type="http://schemas.openxmlformats.org/officeDocument/2006/relationships/notesSlide" Target="/ppt/notesSlides/notesSlide26.xml" Id="Rccba379b03ed436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0344ecb94d6461b" /><Relationship Type="http://schemas.openxmlformats.org/officeDocument/2006/relationships/notesSlide" Target="/ppt/notesSlides/notesSlide27.xml" Id="Rb923cc7f2ff8439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6ba687bc2064c6e" /><Relationship Type="http://schemas.openxmlformats.org/officeDocument/2006/relationships/notesSlide" Target="/ppt/notesSlides/notesSlide28.xml" Id="R3803a89566ac46d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c8deb7d1a9e433f" /><Relationship Type="http://schemas.openxmlformats.org/officeDocument/2006/relationships/notesSlide" Target="/ppt/notesSlides/notesSlide29.xml" Id="R627cdccd6d2e445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a504f0cebb7438e" /><Relationship Type="http://schemas.openxmlformats.org/officeDocument/2006/relationships/hyperlink" Target="https://docs.google.com/forms/d/e/1FAIpQLSd4Ltaw1RqRzbW7PoC4_Kh3PZHkElCKA9OY8F_xrJfLnpcbfA/viewform" TargetMode="External" Id="R87e4da6e8bbf44e5" /><Relationship Type="http://schemas.openxmlformats.org/officeDocument/2006/relationships/notesSlide" Target="/ppt/notesSlides/notesSlide30.xml" Id="R1eead67d13594a6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b16ee3f842b4ff3" /><Relationship Type="http://schemas.openxmlformats.org/officeDocument/2006/relationships/notesSlide" Target="/ppt/notesSlides/notesSlide31.xml" Id="R5daafe3e3fd044a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8d8597edad64d90" /><Relationship Type="http://schemas.openxmlformats.org/officeDocument/2006/relationships/image" Target="/ppt/media/image2.png" Id="Rc18fea428d234788" /><Relationship Type="http://schemas.openxmlformats.org/officeDocument/2006/relationships/hyperlink" Target="https://forms.gle/MKfjP3UWDXAei6FK6" TargetMode="External" Id="R32789e8a79ea45a4" /><Relationship Type="http://schemas.openxmlformats.org/officeDocument/2006/relationships/notesSlide" Target="/ppt/notesSlides/notesSlide32.xml" Id="Redeafbbcc6c64ce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e76cfc1e06c4943" /><Relationship Type="http://schemas.openxmlformats.org/officeDocument/2006/relationships/notesSlide" Target="/ppt/notesSlides/notesSlide33.xml" Id="R2e584ebaa6a94ad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0de5c023e434d65" /><Relationship Type="http://schemas.openxmlformats.org/officeDocument/2006/relationships/hyperlink" Target="https://www.youtube.com/watch?v=fSytzGwwBVw" TargetMode="External" Id="R3706f682e2324e50" /><Relationship Type="http://schemas.openxmlformats.org/officeDocument/2006/relationships/notesSlide" Target="/ppt/notesSlides/notesSlide34.xml" Id="R5a78f3e3e76e4dc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a6f5f2f431b44f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058D816-EBBB-4CAF-8B75-7070A2AE765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8011BF9-5282-4641-BC87-8C1C465F8AB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12</a:t>
            </a:r>
          </a:p>
        </p:txBody>
      </p:sp>
      <p:sp>
        <p:nvSpPr>
          <p:cNvPr id="4" name="">
            <a:extLst xmlns:a="http://schemas.openxmlformats.org/drawingml/2006/main">
              <a:ext uri="{FF2B5EF4-FFF2-40B4-BE49-F238E27FC236}">
                <a16:creationId xmlns:a16="http://schemas.microsoft.com/office/drawing/2014/main" id="{727D2D42-07C1-4856-BC45-F86D4EA82E7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7CBF03AF-919C-4B11-9A3B-3C32AFAAEB3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34AE694C-D45E-43E5-AAF8-47FA866AE90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24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7262425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5F3ACE7-0C1C-4DDE-89AA-B6EBEF6729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F72F5B-2370-4257-ACEF-791304D489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E608A5B-495F-4803-BE52-DCAC871155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F7BA7B3-B01B-4D5E-9F8A-4B59C74752DB}"/>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E3D150-3656-4157-A715-8168BE4196F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80EDC5C9-D61A-42A9-B0D8-871C592DD09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BA366B6B-21EB-45A4-B6EA-DF167F6CBDE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4902763-290B-402D-AE2A-5E1E5FF9CC6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B1F0BA75-2FF1-4287-82F3-D7E25A1530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a:t>
            </a:r>
          </a:p>
        </p:txBody>
      </p:sp>
    </p:spTree>
    <p:extLst>
      <p:ext uri="{BB962C8B-B14F-4D97-AF65-F5344CB8AC3E}">
        <p14:creationId xmlns:p14="http://schemas.microsoft.com/office/powerpoint/2010/main" val="865629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AB156C-B73E-4113-9DBA-2DED24A4E0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C21E71-52CC-4ADB-9775-BE1F9DF3F0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136E54-DACB-4FBD-BE65-978D618D00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53ABCC8E-1ACD-4895-A2D3-E03ED811A2B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5D23E8-E958-46F5-8D85-2D1A1AFD3C4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70CBD0BE-6EF8-4590-8E2F-AFB3870B216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2357618D-4CCF-4B9C-B09E-1EC6CA87C0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a:t>
            </a:r>
          </a:p>
        </p:txBody>
      </p:sp>
    </p:spTree>
    <p:extLst>
      <p:ext uri="{BB962C8B-B14F-4D97-AF65-F5344CB8AC3E}">
        <p14:creationId xmlns:p14="http://schemas.microsoft.com/office/powerpoint/2010/main" val="18232272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F00ECD-1E8C-4674-9CEC-D521402A89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CD4251-27EC-4439-A8CA-D7A5CED841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F792EC-B4C5-4BA4-A4FA-844C415483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7BDF9325-80E3-41CD-B337-3AAD0C0BCF8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3460C1-4174-481B-854B-6E515FC784A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403CB5D7-708F-48AE-99B3-F317F70AB90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398EAAC8-63E2-4CAF-8546-7FF3C0265B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a:t>
            </a:r>
          </a:p>
        </p:txBody>
      </p:sp>
    </p:spTree>
    <p:extLst>
      <p:ext uri="{BB962C8B-B14F-4D97-AF65-F5344CB8AC3E}">
        <p14:creationId xmlns:p14="http://schemas.microsoft.com/office/powerpoint/2010/main" val="1800616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208DF3-0CF3-4668-A822-104A2BAFC6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36F863-C6BD-4E44-88BB-F21BD7D562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F9F6F97-0037-43DB-B1A2-223BD45266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16FB7791-8642-4F8A-BBCA-1D428037F15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2094DB-3D33-4EB1-95D2-9D943E22926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1C0F6F89-4915-4664-8E1C-CF4B39AEB74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322CBE81-71D0-4A5B-813C-E339A952E7F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A1C6A16-AAE0-4462-9BDD-6B03BA13853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081606EC-260A-44FF-9B6B-602B6A9136C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70A0FA7F-8E7B-49E4-B236-856E832061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a:t>
            </a:r>
          </a:p>
        </p:txBody>
      </p:sp>
    </p:spTree>
    <p:extLst>
      <p:ext uri="{BB962C8B-B14F-4D97-AF65-F5344CB8AC3E}">
        <p14:creationId xmlns:p14="http://schemas.microsoft.com/office/powerpoint/2010/main" val="150840793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4F8737-4D67-459C-9338-B385F47E94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2A4F1A-40FA-4EA4-901A-8FAC69760B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F93F4AA-3A0D-4383-9A1C-6DC0128E85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1DE09444-C472-4207-A0DD-6BDB7EE5C8F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8684A2-6329-4D45-A23B-23711BBC184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063325BE-4CC3-43DF-A39B-776870B9BD6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FEC7A334-4DD1-4619-B124-FE3986742EA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E373968-6598-4411-85FD-BEBEE4F97C4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2A846393-3BDA-44F9-A3BE-260A83CC451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1294656C-5D1D-4780-9B0E-3DB2C23B02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a:t>
            </a:r>
          </a:p>
        </p:txBody>
      </p:sp>
    </p:spTree>
    <p:extLst>
      <p:ext uri="{BB962C8B-B14F-4D97-AF65-F5344CB8AC3E}">
        <p14:creationId xmlns:p14="http://schemas.microsoft.com/office/powerpoint/2010/main" val="78653797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258E2D1-EC74-414A-B4B8-8CE1E38403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503F1F-6969-4C2D-8349-C7B3DE2AF3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551795-B1A4-4667-BDC0-148F19DCB9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33DB4CC4-F078-4436-8A0D-8ED7604C33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32F372-A764-4B17-94BD-9334DE8677C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7E13D902-CDDB-432C-8578-8A8224D4527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0111CC-29C9-4E19-95CB-55880FC373B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428A068C-B92F-435C-9024-0F9A938D9CA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8D34CD-69F2-4FFD-ABF3-BB3A6208043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08ACC257-0D1C-487F-A413-A40C633EE74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25659F8-331E-492E-B10F-72BA4DBB9B5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D9C95475-19EB-4895-A8E7-8A7990DEC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7</a:t>
            </a:r>
          </a:p>
        </p:txBody>
      </p:sp>
    </p:spTree>
    <p:extLst>
      <p:ext uri="{BB962C8B-B14F-4D97-AF65-F5344CB8AC3E}">
        <p14:creationId xmlns:p14="http://schemas.microsoft.com/office/powerpoint/2010/main" val="82168820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8788A4-F969-47B6-AEF3-0467ECEDAD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0F0CA3-CB82-4C83-82B1-485E42CAF1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37DA6F-75B0-4FE6-9B11-A17CB1BEB5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48EA5CC5-4B1B-454D-912A-D7FAAE1C6D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1A0DD2-9BD0-41A6-90D6-3EDFB2802A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9975AFCA-5B6A-4DCB-B025-5D9901048E8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1016B9-C3AB-486B-82D9-2DE10D6C9F4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2EF4DEF0-D8EC-44A4-B515-487176ED9F5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056208-2DD0-47B7-A156-80EB390D6AA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85D192CC-D0D4-464C-868D-CFA8365BC5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8</a:t>
            </a:r>
          </a:p>
        </p:txBody>
      </p:sp>
    </p:spTree>
    <p:extLst>
      <p:ext uri="{BB962C8B-B14F-4D97-AF65-F5344CB8AC3E}">
        <p14:creationId xmlns:p14="http://schemas.microsoft.com/office/powerpoint/2010/main" val="189676105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62E8EA-0BC5-409F-8ECD-A4E46274A3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4AA981-7C3F-49B9-9234-799B0361FD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5C4783C-150C-4261-B9DD-56B8BFFA56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14FDF9C4-124E-4F78-BF19-7C1CB79E57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923529-C85E-4496-BFE5-ECEDDE23ABA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C216B2A2-470E-4F75-9EFA-4987ECB226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26E83A-2406-4327-8EE0-50F825A9571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0B317E5E-E980-43A5-85C1-43A1769A76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912AF8-10AB-4C0D-9FC0-3BA20A2A706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81E3F37C-AD36-4DBB-BB72-EB5A31C6D9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9</a:t>
            </a:r>
          </a:p>
        </p:txBody>
      </p:sp>
    </p:spTree>
    <p:extLst>
      <p:ext uri="{BB962C8B-B14F-4D97-AF65-F5344CB8AC3E}">
        <p14:creationId xmlns:p14="http://schemas.microsoft.com/office/powerpoint/2010/main" val="68113121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B63BC9-CC7D-4AC3-8367-2622C50468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A1E172-19D2-4335-B5F9-F980479BD0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65FA1CA-07BF-41B2-B466-80FBA7E3B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451B1A1-87B6-4279-B91F-1FC4E9D43484}"/>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E763CECE-E6BF-41E7-849C-A9DD3646F0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10</a:t>
            </a:r>
          </a:p>
        </p:txBody>
      </p:sp>
    </p:spTree>
    <p:extLst>
      <p:ext uri="{BB962C8B-B14F-4D97-AF65-F5344CB8AC3E}">
        <p14:creationId xmlns:p14="http://schemas.microsoft.com/office/powerpoint/2010/main" val="98337914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7DA9E3-E4F6-4B59-A0DF-9A284B4027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15301C-1A83-4F3C-8176-E4B039EBE7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A64FEF-A00E-492E-B8D8-F3A9060D73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54E6D730-6536-4E9A-8FEA-2E744493EBF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AE61A4-E786-4D2C-9820-A2F136F72EB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793348-6B1B-4C5D-93DF-00B4FDA68B1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4C96C703-1A22-4598-91B5-217B751351A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0B4ADF45-AB96-4B68-B996-B0458D7937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11</a:t>
            </a:r>
          </a:p>
        </p:txBody>
      </p:sp>
    </p:spTree>
    <p:extLst>
      <p:ext uri="{BB962C8B-B14F-4D97-AF65-F5344CB8AC3E}">
        <p14:creationId xmlns:p14="http://schemas.microsoft.com/office/powerpoint/2010/main" val="17762995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0A84E1-8D59-4738-AAD3-83B7BC6EF8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0A232F-6117-44D9-88B1-6F4BF18A1D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97F913-C5FD-4947-810C-19739AAD51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4EE28A9B-F43A-4CB1-A9FC-FD1C56DF6DE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44B0A4-B7CC-484C-B403-71FECA1B878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8639C954-1946-4F37-AA88-FAE2A0F4649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0D093007-3924-4D4F-AE6B-181FDB3669F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AFF50B85-B88F-47D9-965C-07C4CD7CE2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12</a:t>
            </a:r>
          </a:p>
        </p:txBody>
      </p:sp>
    </p:spTree>
    <p:extLst>
      <p:ext uri="{BB962C8B-B14F-4D97-AF65-F5344CB8AC3E}">
        <p14:creationId xmlns:p14="http://schemas.microsoft.com/office/powerpoint/2010/main" val="3168764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39B89B9-B9D2-4025-AA28-1800D280ED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51C577-3569-4E27-8AAB-A0EDE5DCF6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9D5D16-113E-4027-A4DA-D3FD0B7943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461644F8-AFE6-4A64-AD8E-79759B61389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C33FA4-4834-4C69-9E01-F248EBF2370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34BE8FE4-701D-405B-9F83-10E4B7053A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50E15A2-6789-4224-9C45-FC923991D8B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A2A4840-6930-4DD0-95D1-B77119D8539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DA3EA63E-71CC-4F6E-90A2-793400FEA5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13</a:t>
            </a:r>
          </a:p>
        </p:txBody>
      </p:sp>
    </p:spTree>
    <p:extLst>
      <p:ext uri="{BB962C8B-B14F-4D97-AF65-F5344CB8AC3E}">
        <p14:creationId xmlns:p14="http://schemas.microsoft.com/office/powerpoint/2010/main" val="77076599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48BFA4E-DC58-4828-B4ED-552EB01E16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215935-3046-4743-AF16-79AACBEB06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C6520551-753F-4ADF-8615-B766A87495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14AA20E7-266C-4DF2-A535-554847E385F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DEDE19-DC8C-4DD0-B2A8-DF8B74FA742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05A78102-BC7C-4D95-A40C-E0B305C6430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3931EFE-7022-48F6-B0FB-23D0F3B5F6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14</a:t>
            </a:r>
          </a:p>
        </p:txBody>
      </p:sp>
    </p:spTree>
    <p:extLst>
      <p:ext uri="{BB962C8B-B14F-4D97-AF65-F5344CB8AC3E}">
        <p14:creationId xmlns:p14="http://schemas.microsoft.com/office/powerpoint/2010/main" val="2493778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8FDF69-AD6E-4569-989E-1530373239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F97910-6E6B-4AAB-8CDE-56E94A4EA1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6449AC-ABA6-4A0F-B53C-83344333F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BC23E1FA-1D85-400D-8448-D3E50643FD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7035A8-4E66-4762-887E-8ABCE30F835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8AF7BD24-C643-45B2-AE00-D9EE28BA643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7B3ADC-A0C0-4F5F-9208-23BE5D1A8B8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E42F586D-6EC0-4636-8E5B-758D0E17AD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58BF33-105F-4089-8CA2-34E0F6A605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2340E762-AF92-47F5-81FC-31A088885B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15</a:t>
            </a:r>
          </a:p>
        </p:txBody>
      </p:sp>
    </p:spTree>
    <p:extLst>
      <p:ext uri="{BB962C8B-B14F-4D97-AF65-F5344CB8AC3E}">
        <p14:creationId xmlns:p14="http://schemas.microsoft.com/office/powerpoint/2010/main" val="170723598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7258CF-DC52-43C1-987D-D4A0640A9B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DF5039-2132-41DC-88F3-CF6701A8DC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82CF6E-96C5-4F1A-A4CA-CE464EF834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2E413464-EF7F-4EE2-898D-014377629C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7EB55-F201-4B55-9D26-0A3AC055139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0AD98236-B3DA-4203-B21F-71AEC676E9D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33B943-94D4-4F1A-9370-366C2209B2D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344E91D2-7291-4036-8CA5-E977BCB3112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713B60-5652-4A3C-8B02-DA8434CF5A1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9458E49F-2843-4F32-BD29-5742ECD6635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E8AE04A-CCB2-4025-98C6-676AB60C524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D8DFD7BF-D498-4076-BB7C-5CC33048B4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16</a:t>
            </a:r>
          </a:p>
        </p:txBody>
      </p:sp>
    </p:spTree>
    <p:extLst>
      <p:ext uri="{BB962C8B-B14F-4D97-AF65-F5344CB8AC3E}">
        <p14:creationId xmlns:p14="http://schemas.microsoft.com/office/powerpoint/2010/main" val="16257915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D2F7CC-5A51-47F4-86CF-467442DA2F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9853C1-8A3C-4920-9F37-149DACB881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BE9B795-A867-4448-84F5-A991CB8066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F192B55-5855-4FA8-A5C9-874B9F8D766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3CAA2981-0750-4BF2-836D-F6D90E4840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17</a:t>
            </a:r>
          </a:p>
        </p:txBody>
      </p:sp>
    </p:spTree>
    <p:extLst>
      <p:ext uri="{BB962C8B-B14F-4D97-AF65-F5344CB8AC3E}">
        <p14:creationId xmlns:p14="http://schemas.microsoft.com/office/powerpoint/2010/main" val="2393945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49C81C-6B86-4704-BA2F-E5D93FCB29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82FF7E-83E4-4292-9FAB-78D8458DD3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D6097CE-9329-4BBE-A5BF-FF3ECDDFAC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1256ADB0-9C14-42AD-A6FC-C865C8F8EC1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444869-F7DA-47AC-93FF-6D8AAC723CC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6D108247-0B51-4FD2-A829-A87537F5D1C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1DDA4075-2036-455A-8971-4FC965E8E1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F8642D84-3A89-45D1-B881-6EE88173C5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18</a:t>
            </a:r>
          </a:p>
        </p:txBody>
      </p:sp>
    </p:spTree>
    <p:extLst>
      <p:ext uri="{BB962C8B-B14F-4D97-AF65-F5344CB8AC3E}">
        <p14:creationId xmlns:p14="http://schemas.microsoft.com/office/powerpoint/2010/main" val="16438576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CD26B8-66F2-4EE1-B21C-F2166A4119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977722-B15B-4B49-A80C-299292D1A2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55D6E95-9776-4227-82B4-8A0441E995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C221736F-1CBA-445C-B837-0B58152F756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7A1743-8ACB-4C0E-9169-D6F4A6DF185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784F150D-CB37-474E-B2DF-092BC372FB6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5F609A81-2F11-4EAE-828B-63942C745D6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C5811BE-6B22-46CF-9E77-B1EA354A849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389A2BEC-6198-40D2-A4DF-070DDC0008E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6C6F6406-70C5-4EB9-A4B2-D4C0CEFF3E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19</a:t>
            </a:r>
          </a:p>
        </p:txBody>
      </p:sp>
    </p:spTree>
    <p:extLst>
      <p:ext uri="{BB962C8B-B14F-4D97-AF65-F5344CB8AC3E}">
        <p14:creationId xmlns:p14="http://schemas.microsoft.com/office/powerpoint/2010/main" val="65602267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140B84-DC80-4168-8025-B85F7DCC08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117E6E-F062-435A-99E6-11253278DB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21166A-A3DD-4B0E-B004-7935A766D4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E74F98DB-0757-4375-B15D-0D7BBAE0DE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DA4BAE-9D9E-4FA5-B123-21975444DAB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E0910A2E-1E62-41F8-BCA9-6CADA40104C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A15F10-67E3-4D83-A84D-4C346216E07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AD08C365-C6F2-4A23-BB61-CD038A3312A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24F19D-C9A4-4A87-8239-C603B53D891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26C0C469-72D7-46D5-BC13-365743911D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20</a:t>
            </a:r>
          </a:p>
        </p:txBody>
      </p:sp>
    </p:spTree>
    <p:extLst>
      <p:ext uri="{BB962C8B-B14F-4D97-AF65-F5344CB8AC3E}">
        <p14:creationId xmlns:p14="http://schemas.microsoft.com/office/powerpoint/2010/main" val="75646741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0D4C0F-EA56-478B-A938-261D89C6CF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E7833E-2390-4CF4-A5B8-B2C6D1A4AB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6746DD-E528-480F-9984-EE742236F2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BEEB001-ADDC-4E46-A51E-4D86EC4D9A5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87A73F-2E40-485E-933A-1CF1DF1DD18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5CAE6A-8675-4F9D-809E-EB27936C1E4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85E82147-719D-427C-AE22-45BD2D4D26C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623B8564-8029-4006-8BA4-CC7AC80588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21</a:t>
            </a:r>
          </a:p>
        </p:txBody>
      </p:sp>
    </p:spTree>
    <p:extLst>
      <p:ext uri="{BB962C8B-B14F-4D97-AF65-F5344CB8AC3E}">
        <p14:creationId xmlns:p14="http://schemas.microsoft.com/office/powerpoint/2010/main" val="2104832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F21DC3C-6A5A-4C46-A7D0-0500ADA1E5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ACAB9E-6C6F-4CB6-8228-FE811EC133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41A570A-152F-44F1-A89B-7264B8E7EC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65F529E-4244-4340-B5BE-26A24AFEA0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93D35D-97C7-4CE7-B17B-74914968BDB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BF3EB596-DC5D-497A-83BA-D5E8112B532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EBF43A-F518-4C1D-8832-2C3DE77974C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848CAA3F-32B9-406E-997B-D45DDC18A37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745F34-CA37-4246-A1E5-369880DD466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4B03C75C-3096-47D9-8AA4-2A362AC13C4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0A80E58-F9DE-4F73-B5F4-7FCCF58A7F1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D6E0032E-9F7B-412D-9E5B-36C713C46A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22</a:t>
            </a:r>
          </a:p>
        </p:txBody>
      </p:sp>
    </p:spTree>
    <p:extLst>
      <p:ext uri="{BB962C8B-B14F-4D97-AF65-F5344CB8AC3E}">
        <p14:creationId xmlns:p14="http://schemas.microsoft.com/office/powerpoint/2010/main" val="200555869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694270-9FDA-4B6C-8180-DC682A0DD4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93F029-0C21-440C-8D9A-0882D84ACA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132A998-8562-4BEB-B04F-C752BC40BA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4B083BEA-7427-4F6E-8EC0-0589349A80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3717CD-11CD-4B1A-A6D5-8EBF2672B33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B38CD502-9885-4FD1-8B2C-7B60275594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23</a:t>
            </a:r>
          </a:p>
        </p:txBody>
      </p:sp>
    </p:spTree>
    <p:extLst>
      <p:ext uri="{BB962C8B-B14F-4D97-AF65-F5344CB8AC3E}">
        <p14:creationId xmlns:p14="http://schemas.microsoft.com/office/powerpoint/2010/main" val="119935372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4CBEEA-6D9E-4025-AC81-8F0EC08DC8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83C6D9-621F-48EF-9F99-D2CCC8B56C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9B5EE3-54DC-4B7E-B431-86C40CF9CA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90065DF9-C413-461C-9CC7-D195138458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42186F-F252-4DBF-9F7F-BE1EB14EC63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D1A3E9AA-CC0B-4920-B27F-EA3A20544C5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3D467F-5E6F-4F8A-ADD2-A8359648FE6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E9A7E1B5-23BD-438A-800F-F6F0ECE294E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021B2A-E611-454A-AFFB-DA444B53DFF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7E67030B-1A8A-4FA4-8143-F07923A61D7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D29D4E-D700-432E-9870-6F282DA7F85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B46DDE6D-974B-4F78-93C8-5B36F29005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24</a:t>
            </a:r>
          </a:p>
        </p:txBody>
      </p:sp>
    </p:spTree>
    <p:extLst>
      <p:ext uri="{BB962C8B-B14F-4D97-AF65-F5344CB8AC3E}">
        <p14:creationId xmlns:p14="http://schemas.microsoft.com/office/powerpoint/2010/main" val="73602974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4C5E82-3C25-44F4-988E-90454342A1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CFC5CA-5B75-4F2E-B998-7390C15835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C1E3F0-F414-4A07-8139-E5CE02D65A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E25C9B55-8B94-4F72-A80B-ACCC0427A23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B18A3A-DBDE-4940-A3E1-13F768BA3BD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D3B1CCB3-444F-4E79-8C40-788D7F39F4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25</a:t>
            </a:r>
          </a:p>
        </p:txBody>
      </p:sp>
    </p:spTree>
    <p:extLst>
      <p:ext uri="{BB962C8B-B14F-4D97-AF65-F5344CB8AC3E}">
        <p14:creationId xmlns:p14="http://schemas.microsoft.com/office/powerpoint/2010/main" val="187826074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A2492B-C455-4262-92C3-65B1F78F95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D308AA-7BE4-45E5-B066-1D11F288D3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335BD48-6DA9-4DE5-B0E4-287296E38C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8359597-4E62-459D-BAE9-C42DA537A8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A13D20-5C0F-4529-819C-565E76E4B8A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2D2061B5-77BC-4F3E-8755-6F05F3FA356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0F257D-D13C-4C81-9B95-56A23BDB16F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539CA4E2-9155-4141-A00E-49560D3D042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1207D3-7355-4AEB-B45E-388D277DF12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0E29FE3E-30C1-4031-B26C-D4A25EF9303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B517AE5-EF3A-4BEB-B495-A083DBF2255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4F3AE57-7BBB-4B47-ADB9-C7718491D8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26</a:t>
            </a:r>
          </a:p>
        </p:txBody>
      </p:sp>
    </p:spTree>
    <p:extLst>
      <p:ext uri="{BB962C8B-B14F-4D97-AF65-F5344CB8AC3E}">
        <p14:creationId xmlns:p14="http://schemas.microsoft.com/office/powerpoint/2010/main" val="170542419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105A22-B82C-4C4B-B579-8140C9B24F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5200A7-FB1F-4728-A04E-9140375E7F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DAB02B2-CCA5-4F23-985F-2B7BF1144D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BEB41B4A-C1D8-4DCA-97BD-4ADA5ECE9C7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2436D6-15C4-4A84-A1EA-A5D7174E638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6C71378E-3F0F-4998-A005-0A027234421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DA0AAF-3232-4A3E-AEDE-9637E100478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AFCB0D9-9AD3-4C70-A56B-B889CF812A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27</a:t>
            </a:r>
          </a:p>
        </p:txBody>
      </p:sp>
    </p:spTree>
    <p:extLst>
      <p:ext uri="{BB962C8B-B14F-4D97-AF65-F5344CB8AC3E}">
        <p14:creationId xmlns:p14="http://schemas.microsoft.com/office/powerpoint/2010/main" val="47880836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2B5F0B-5862-4B31-A85E-1817381F75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87AE91-461E-441E-88C7-952E66DEC8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96010AD-1284-4FEF-895C-5028BAB1FC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81C4F4BE-17B6-45C8-B52A-F692735C555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D42570-014A-4473-B024-EE6BFCE371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4F93D945-F16A-4416-903C-3FE5E692605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86162A4-0DFD-4C28-AD09-9C50E858F01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A9C9AE2-80D7-44C8-8A9F-0BBC2903AA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28</a:t>
            </a:r>
          </a:p>
        </p:txBody>
      </p:sp>
    </p:spTree>
    <p:extLst>
      <p:ext uri="{BB962C8B-B14F-4D97-AF65-F5344CB8AC3E}">
        <p14:creationId xmlns:p14="http://schemas.microsoft.com/office/powerpoint/2010/main" val="214536910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93724D-E868-4E89-9EA4-D5AC939D19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4CB8EB-FE75-4ED4-BE1A-E68DB2BE87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501437B-ADD6-45F1-90A1-CC85F4A427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30D83032-9FD3-4B8D-84EC-ECC788D1DB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172C23-3586-4D23-BE1A-66F011C1DDB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CB7EE2E2-9C46-4256-9702-62E425FC751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5B7375-5387-4614-BDDD-3BEB11AF2CD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F4F8C5C-D343-41F2-BFBF-10DD69604E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C58156-9CC7-4338-90FC-5F13BF1727E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4BCE0FC-341A-4DAE-B86A-4B83F5BC91C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86EAE53-0DF0-4F58-A9D0-768A07D5A20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7D97C1C2-28FE-4C3B-B136-F003205D5C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29</a:t>
            </a:r>
          </a:p>
        </p:txBody>
      </p:sp>
    </p:spTree>
    <p:extLst>
      <p:ext uri="{BB962C8B-B14F-4D97-AF65-F5344CB8AC3E}">
        <p14:creationId xmlns:p14="http://schemas.microsoft.com/office/powerpoint/2010/main" val="27496035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B75AA47-797E-474E-BF26-B8AD991C54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48055C-DD96-456F-B9B4-0E8637D37E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11F9332D-1782-477D-9004-95C93A5312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F277CE9C-5441-42B8-9DC5-612C060D64D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3D1C40-EAA5-4D3F-8BC4-7AE14FD908F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CBF4D6A5-A8FB-46EB-BB37-87B91301AF4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754E89-130E-4F50-98CB-19D683F8D79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14:00 Kampala</a:t>
            </a:r>
          </a:p>
        </p:txBody>
      </p:sp>
      <p:sp>
        <p:nvSpPr>
          <p:cNvPr id="8" name="">
            <a:extLst xmlns:a="http://schemas.openxmlformats.org/drawingml/2006/main">
              <a:ext uri="{FF2B5EF4-FFF2-40B4-BE49-F238E27FC236}">
                <a16:creationId xmlns:a16="http://schemas.microsoft.com/office/drawing/2014/main" id="{F91135E7-82BE-447B-A38C-1DBC20A207E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53AE5D-2A97-487B-9544-4FD49862B94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4DD91C4-2FAE-47C3-A8A4-2B069D18608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7D0F0BB-9792-4C7A-81A5-19B44F4B7B9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B0CA3C3-BA32-434D-BDCC-3C20B7C90C6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7D05264-F7AC-4786-A3C5-7F129867DF6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7e4da6e8bbf44e5"/>
              </a:rPr>
              <a:t>Open W12 assignment form</a:t>
            </a:r>
          </a:p>
        </p:txBody>
      </p:sp>
      <p:sp>
        <p:nvSpPr>
          <p:cNvPr id="14" name="">
            <a:extLst xmlns:a="http://schemas.openxmlformats.org/drawingml/2006/main">
              <a:ext uri="{FF2B5EF4-FFF2-40B4-BE49-F238E27FC236}">
                <a16:creationId xmlns:a16="http://schemas.microsoft.com/office/drawing/2014/main" id="{5E322BAE-1117-42F7-81E9-27D1590D4C4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https://docs.google.com/forms/d/e/1FAIpQLSd4Ltaw1RqRzbW7PoC4_Kh3PZHkElCKA9OY8F_xrJfLnpcbfA/viewform</a:t>
            </a:r>
          </a:p>
        </p:txBody>
      </p:sp>
      <p:sp>
        <p:nvSpPr>
          <p:cNvPr id="15" name="">
            <a:extLst xmlns:a="http://schemas.openxmlformats.org/drawingml/2006/main">
              <a:ext uri="{FF2B5EF4-FFF2-40B4-BE49-F238E27FC236}">
                <a16:creationId xmlns:a16="http://schemas.microsoft.com/office/drawing/2014/main" id="{35539410-22D0-4447-96C9-824480FF42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30</a:t>
            </a:r>
          </a:p>
        </p:txBody>
      </p:sp>
    </p:spTree>
    <p:extLst>
      <p:ext uri="{BB962C8B-B14F-4D97-AF65-F5344CB8AC3E}">
        <p14:creationId xmlns:p14="http://schemas.microsoft.com/office/powerpoint/2010/main" val="207343978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897EF2-D888-4CF0-BD55-D49BE37F98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3510E4-5363-4B69-8DB4-1643169A3F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EF3C584-2F61-47FC-BF58-C05B125E46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9FC9AA0D-A4BD-46F3-9F27-8BFECA928B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9693D4-5559-469C-BA8A-4017CE70219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E933E8D0-F2D4-4EFD-9BA5-5F585EC03A1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82E545-3808-4336-B560-EBBD8F6E6DD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427E2BA-76EE-42EA-B1BE-4DA9938D66C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224E2D-2507-4BA2-B6B9-9870CE0A3B9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24BFD76-E084-4A8B-AE74-A2CFA0BEB79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A2CF2C-C508-4362-A3CB-5FF12644CAF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F3C5B1C7-5D6C-476B-ACD7-0DA0775638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31</a:t>
            </a:r>
          </a:p>
        </p:txBody>
      </p:sp>
    </p:spTree>
    <p:extLst>
      <p:ext uri="{BB962C8B-B14F-4D97-AF65-F5344CB8AC3E}">
        <p14:creationId xmlns:p14="http://schemas.microsoft.com/office/powerpoint/2010/main" val="181000447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998AA43-3F38-48B8-A4C2-F3E5EC3F3E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6E649A-2CD4-4BA5-A6C7-9E1B1A6BF6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4CAA3DBB-DD76-4FE9-A933-35204A98F9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ADD2666A-666A-4333-B74C-BEDD9191C11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918593-F27F-40AA-906E-B6A0F3AFBE5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17C5C7A-1C78-4824-913F-8AFB1FC6D23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C13325-960B-4226-BCAE-9934192BE37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6909B94-6A1A-4D66-AA11-B046DE885B1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44C7B7-C1C0-407A-B4C4-82EAFCD471D9}"/>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345F1E4-6188-4FA5-9957-067DDE7E436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80F091-B392-4037-B32A-07D37816F27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18fea428d23478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C484BF2-7846-4706-86F3-20C0A042996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0F78DD7-FDD7-4700-B22C-04862E59D8E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024846C-5D48-42A2-927C-55F869553F1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2789e8a79ea45a4"/>
              </a:rPr>
              <a:t>Open this week’s quiz</a:t>
            </a:r>
          </a:p>
        </p:txBody>
      </p:sp>
      <p:sp>
        <p:nvSpPr>
          <p:cNvPr id="16" name="">
            <a:extLst xmlns:a="http://schemas.openxmlformats.org/drawingml/2006/main">
              <a:ext uri="{FF2B5EF4-FFF2-40B4-BE49-F238E27FC236}">
                <a16:creationId xmlns:a16="http://schemas.microsoft.com/office/drawing/2014/main" id="{31652BE3-E3BE-4841-B836-5CE5F394D85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https://forms.gle/MKfjP3UWDXAei6FK6</a:t>
            </a:r>
          </a:p>
        </p:txBody>
      </p:sp>
      <p:sp>
        <p:nvSpPr>
          <p:cNvPr id="17" name="">
            <a:extLst xmlns:a="http://schemas.openxmlformats.org/drawingml/2006/main">
              <a:ext uri="{FF2B5EF4-FFF2-40B4-BE49-F238E27FC236}">
                <a16:creationId xmlns:a16="http://schemas.microsoft.com/office/drawing/2014/main" id="{6E845B7A-4299-4780-A3AA-53962C2CE0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32</a:t>
            </a:r>
          </a:p>
        </p:txBody>
      </p:sp>
    </p:spTree>
    <p:extLst>
      <p:ext uri="{BB962C8B-B14F-4D97-AF65-F5344CB8AC3E}">
        <p14:creationId xmlns:p14="http://schemas.microsoft.com/office/powerpoint/2010/main" val="947656015"/>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70C36F-4FC1-436C-AFBC-9FC8DA6135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FF0BAA2-7243-42B6-9085-79035CB59F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B7E9CFC-8736-495A-80AE-75019B832FF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E2718D9-2720-4F8A-8E80-93010CE932F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8EBBE9D0-F18C-48DE-A8F7-09D8C109E4A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A814A2A-7266-42F2-8749-30AAB9B10A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33</a:t>
            </a:r>
          </a:p>
        </p:txBody>
      </p:sp>
    </p:spTree>
    <p:extLst>
      <p:ext uri="{BB962C8B-B14F-4D97-AF65-F5344CB8AC3E}">
        <p14:creationId xmlns:p14="http://schemas.microsoft.com/office/powerpoint/2010/main" val="146357632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56806D7-692B-452D-AEAC-8156411FE9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DFE1BC-4600-41F2-860C-BF86719EA8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0522CCD-E8B5-4D3B-A7D7-03618A09D5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DD79142-3DE3-4054-AABD-E5B251B3819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0097C0-F6C1-439E-9996-763A0E8B6C2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7FF6C56-6228-4394-BBD2-7D7185987E3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6859C4-0306-485D-9E29-45B959F1003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66ECF09A-C5AA-41D6-AC21-B6BD8DB4D92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F0633D-1BCA-4669-9392-99A2823E63F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389E332E-7EB8-40D7-9707-AD7313FAD6E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51828AD-644C-43B6-B500-078B6B01C3F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B4A67BEE-F027-4F73-BB2B-44553F4AC13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DEB2B77-1170-4E76-AE40-7D7F90A612A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706f682e2324e50"/>
              </a:rPr>
              <a:t>Open explainer video</a:t>
            </a:r>
          </a:p>
        </p:txBody>
      </p:sp>
      <p:sp>
        <p:nvSpPr>
          <p:cNvPr id="14" name="">
            <a:extLst xmlns:a="http://schemas.openxmlformats.org/drawingml/2006/main">
              <a:ext uri="{FF2B5EF4-FFF2-40B4-BE49-F238E27FC236}">
                <a16:creationId xmlns:a16="http://schemas.microsoft.com/office/drawing/2014/main" id="{9CC9FFDD-88DE-4A53-B736-FEBB212AEA3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2D28D097-F44A-49DC-8D51-0158C2E76F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34</a:t>
            </a:r>
          </a:p>
        </p:txBody>
      </p:sp>
    </p:spTree>
    <p:extLst>
      <p:ext uri="{BB962C8B-B14F-4D97-AF65-F5344CB8AC3E}">
        <p14:creationId xmlns:p14="http://schemas.microsoft.com/office/powerpoint/2010/main" val="5170941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2026-09-28T21:15:29.9550000Z</dcterms:created>
  <dcterms:modified xsi:type="dcterms:W3CDTF">2026-09-28T21:15:29.9550000Z</dcterms:modified>
</coreProperties>
</file>