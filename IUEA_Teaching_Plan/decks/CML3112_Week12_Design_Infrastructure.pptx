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334e38de8654d14" Type="http://schemas.openxmlformats.org/package/2006/relationships/metadata/core-properties" Target="docProps/core.xml"/><Relationship Id="R570a9348c83e4c52" Type="http://schemas.openxmlformats.org/officeDocument/2006/relationships/extended-properties" Target="docProps/app.xml"/><Relationship Id="R90b553902b3f49b4"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d14b708295d243d8"/>
  </p:sldMasterIdLst>
  <p:notesMasterIdLst>
    <p:notesMasterId xmlns:r="http://schemas.openxmlformats.org/officeDocument/2006/relationships" r:id="Rc018b2057fc14436"/>
  </p:notesMasterIdLst>
  <p:sldIdLst>
    <p:sldId xmlns:r="http://schemas.openxmlformats.org/officeDocument/2006/relationships" id="256" r:id="R7bb16e2821964c79"/>
    <p:sldId xmlns:r="http://schemas.openxmlformats.org/officeDocument/2006/relationships" id="257" r:id="R9242b5f07a3d418c"/>
    <p:sldId xmlns:ns0="http://schemas.openxmlformats.org/officeDocument/2006/relationships" id="320" ns0:id="rId70"/>
    <p:sldId xmlns:r="http://schemas.openxmlformats.org/officeDocument/2006/relationships" id="258" r:id="Rc76a36cc0c98401f"/>
    <p:sldId xmlns:r="http://schemas.openxmlformats.org/officeDocument/2006/relationships" id="262" r:id="Rcd03bfa18fc646e2"/>
    <p:sldId xmlns:r="http://schemas.openxmlformats.org/officeDocument/2006/relationships" id="268" r:id="R1d0d618c30ad4f31"/>
    <p:sldId xmlns:r="http://schemas.openxmlformats.org/officeDocument/2006/relationships" id="269" r:id="Rf67c2eddea4e4807"/>
    <p:sldId xmlns:r="http://schemas.openxmlformats.org/officeDocument/2006/relationships" id="270" r:id="R7ccd62de79c04cda"/>
    <p:sldId xmlns:r="http://schemas.openxmlformats.org/officeDocument/2006/relationships" id="271" r:id="R13cd902768424a91"/>
    <p:sldId xmlns:r="http://schemas.openxmlformats.org/officeDocument/2006/relationships" id="272" r:id="Rc681041a6d7b490d"/>
    <p:sldId xmlns:ns0="http://schemas.openxmlformats.org/officeDocument/2006/relationships" id="321" ns0:id="rId71"/>
    <p:sldId xmlns:ns0="http://schemas.openxmlformats.org/officeDocument/2006/relationships" id="322" ns0:id="rId72"/>
    <p:sldId xmlns:r="http://schemas.openxmlformats.org/officeDocument/2006/relationships" id="291" r:id="Rba81d303963740bc"/>
    <p:sldId xmlns:r="http://schemas.openxmlformats.org/officeDocument/2006/relationships" id="292" r:id="Ra93ee35aafdc437f"/>
    <p:sldId xmlns:r="http://schemas.openxmlformats.org/officeDocument/2006/relationships" id="293" r:id="R2a60840b196f421e"/>
    <p:sldId xmlns:r="http://schemas.openxmlformats.org/officeDocument/2006/relationships" id="294" r:id="R6b871af1d7db422b"/>
    <p:sldId xmlns:r="http://schemas.openxmlformats.org/officeDocument/2006/relationships" id="295" r:id="Rd8b86ac4e1844150"/>
    <p:sldId xmlns:r="http://schemas.openxmlformats.org/officeDocument/2006/relationships" id="296" r:id="R053364a82f3940da"/>
    <p:sldId xmlns:r="http://schemas.openxmlformats.org/officeDocument/2006/relationships" id="297" r:id="R9198d4e0f4294d33"/>
    <p:sldId xmlns:ns0="http://schemas.openxmlformats.org/officeDocument/2006/relationships" id="323" ns0:id="rId73"/>
    <p:sldId xmlns:r="http://schemas.openxmlformats.org/officeDocument/2006/relationships" id="298" r:id="R4d153828a0e04c1e"/>
    <p:sldId xmlns:r="http://schemas.openxmlformats.org/officeDocument/2006/relationships" id="299" r:id="R03f51eb8c4a34583"/>
    <p:sldId xmlns:r="http://schemas.openxmlformats.org/officeDocument/2006/relationships" id="300" r:id="Reeb2611f4a8a4a28"/>
    <p:sldId xmlns:r="http://schemas.openxmlformats.org/officeDocument/2006/relationships" id="301" r:id="R069e779bd08442c3"/>
    <p:sldId xmlns:r="http://schemas.openxmlformats.org/officeDocument/2006/relationships" id="302" r:id="Rfb7761f9f4a1426d"/>
    <p:sldId xmlns:r="http://schemas.openxmlformats.org/officeDocument/2006/relationships" id="303" r:id="Re1f75b78aaf34c3f"/>
    <p:sldId xmlns:r="http://schemas.openxmlformats.org/officeDocument/2006/relationships" id="304" r:id="Ra938f7cf292446e0"/>
    <p:sldId xmlns:r="http://schemas.openxmlformats.org/officeDocument/2006/relationships" id="305" r:id="R7e381d647da54dd0"/>
    <p:sldId xmlns:r="http://schemas.openxmlformats.org/officeDocument/2006/relationships" id="306" r:id="R46da489084824cd9"/>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r="http://schemas.openxmlformats.org/officeDocument/2006/relationships" id="311" r:id="Re288cc5ab25e47d9"/>
    <p:sldId xmlns:r="http://schemas.openxmlformats.org/officeDocument/2006/relationships" id="312" r:id="R6c90190aa61149b8"/>
    <p:sldId xmlns:r="http://schemas.openxmlformats.org/officeDocument/2006/relationships" id="313" r:id="R6513ab29d6004eda"/>
    <p:sldId xmlns:r="http://schemas.openxmlformats.org/officeDocument/2006/relationships" id="314" r:id="R77d23ff9ca0c49ca"/>
    <p:sldId xmlns:r="http://schemas.openxmlformats.org/officeDocument/2006/relationships" id="315" r:id="Rec15f84706ac46d6"/>
    <p:sldId xmlns:r="http://schemas.openxmlformats.org/officeDocument/2006/relationships" id="316" r:id="Rf4e05ff2d8f143a2"/>
    <p:sldId xmlns:ns0="http://schemas.openxmlformats.org/officeDocument/2006/relationships" id="330" ns0:id="rId80"/>
    <p:sldId xmlns:r="http://schemas.openxmlformats.org/officeDocument/2006/relationships" id="317" r:id="Rd72f3c12f7614371"/>
    <p:sldId xmlns:r="http://schemas.openxmlformats.org/officeDocument/2006/relationships" id="318" r:id="R8b660f96eced4208"/>
    <p:sldId xmlns:r="http://schemas.openxmlformats.org/officeDocument/2006/relationships" id="319" r:id="Rbc354234b74c4d0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f51eb8c4a34583" Type="http://schemas.openxmlformats.org/officeDocument/2006/relationships/slide" Target="slides/slide22.xml"/><Relationship Id="R053364a82f3940da" Type="http://schemas.openxmlformats.org/officeDocument/2006/relationships/slide" Target="slides/slide18.xml"/><Relationship Id="R069e779bd08442c3" Type="http://schemas.openxmlformats.org/officeDocument/2006/relationships/slide" Target="slides/slide24.xml"/><Relationship Id="R13cd902768424a91" Type="http://schemas.openxmlformats.org/officeDocument/2006/relationships/slide" Target="slides/slide9.xml"/><Relationship Id="R1d0d618c30ad4f31" Type="http://schemas.openxmlformats.org/officeDocument/2006/relationships/slide" Target="slides/slide6.xml"/><Relationship Id="R2a60840b196f421e" Type="http://schemas.openxmlformats.org/officeDocument/2006/relationships/slide" Target="slides/slide15.xml"/><Relationship Id="R46da489084824cd9" Type="http://schemas.openxmlformats.org/officeDocument/2006/relationships/slide" Target="slides/slide29.xml"/><Relationship Id="R4d153828a0e04c1e" Type="http://schemas.openxmlformats.org/officeDocument/2006/relationships/slide" Target="slides/slide21.xml"/><Relationship Id="R639e448768694d00" Type="http://schemas.openxmlformats.org/officeDocument/2006/relationships/presProps" Target="presProps.xml"/><Relationship Id="R6513ab29d6004eda" Type="http://schemas.openxmlformats.org/officeDocument/2006/relationships/slide" Target="slides/slide38.xml"/><Relationship Id="R6b871af1d7db422b" Type="http://schemas.openxmlformats.org/officeDocument/2006/relationships/slide" Target="slides/slide16.xml"/><Relationship Id="R6c90190aa61149b8" Type="http://schemas.openxmlformats.org/officeDocument/2006/relationships/slide" Target="slides/slide37.xml"/><Relationship Id="R77d23ff9ca0c49ca" Type="http://schemas.openxmlformats.org/officeDocument/2006/relationships/slide" Target="slides/slide39.xml"/><Relationship Id="R7bb16e2821964c79" Type="http://schemas.openxmlformats.org/officeDocument/2006/relationships/slide" Target="slides/slide1.xml"/><Relationship Id="R7ccd62de79c04cda" Type="http://schemas.openxmlformats.org/officeDocument/2006/relationships/slide" Target="slides/slide8.xml"/><Relationship Id="R7e381d647da54dd0" Type="http://schemas.openxmlformats.org/officeDocument/2006/relationships/slide" Target="slides/slide28.xml"/><Relationship Id="R8b660f96eced4208" Type="http://schemas.openxmlformats.org/officeDocument/2006/relationships/slide" Target="slides/slide44.xml"/><Relationship Id="R90b426dd6ff84f27" Type="http://schemas.openxmlformats.org/officeDocument/2006/relationships/tableStyles" Target="tableStyles.xml"/><Relationship Id="R9198d4e0f4294d33" Type="http://schemas.openxmlformats.org/officeDocument/2006/relationships/slide" Target="slides/slide19.xml"/><Relationship Id="R9242b5f07a3d418c" Type="http://schemas.openxmlformats.org/officeDocument/2006/relationships/slide" Target="slides/slide2.xml"/><Relationship Id="Ra938f7cf292446e0" Type="http://schemas.openxmlformats.org/officeDocument/2006/relationships/slide" Target="slides/slide27.xml"/><Relationship Id="Ra93ee35aafdc437f" Type="http://schemas.openxmlformats.org/officeDocument/2006/relationships/slide" Target="slides/slide14.xml"/><Relationship Id="Rba81d303963740bc" Type="http://schemas.openxmlformats.org/officeDocument/2006/relationships/slide" Target="slides/slide13.xml"/><Relationship Id="Rbc354234b74c4d05" Type="http://schemas.openxmlformats.org/officeDocument/2006/relationships/slide" Target="slides/slide45.xml"/><Relationship Id="Rc018b2057fc14436" Type="http://schemas.openxmlformats.org/officeDocument/2006/relationships/notesMaster" Target="notesMasters/notesMaster1.xml"/><Relationship Id="Rc681041a6d7b490d" Type="http://schemas.openxmlformats.org/officeDocument/2006/relationships/slide" Target="slides/slide10.xml"/><Relationship Id="Rc76a36cc0c98401f" Type="http://schemas.openxmlformats.org/officeDocument/2006/relationships/slide" Target="slides/slide4.xml"/><Relationship Id="Rcd03bfa18fc646e2" Type="http://schemas.openxmlformats.org/officeDocument/2006/relationships/slide" Target="slides/slide5.xml"/><Relationship Id="Rd14b708295d243d8" Type="http://schemas.openxmlformats.org/officeDocument/2006/relationships/slideMaster" Target="slideMasters/slideMaster1.xml"/><Relationship Id="Rd37e99201abe43a7" Type="http://schemas.openxmlformats.org/officeDocument/2006/relationships/theme" Target="theme/theme1.xml"/><Relationship Id="Rd72f3c12f7614371" Type="http://schemas.openxmlformats.org/officeDocument/2006/relationships/slide" Target="slides/slide43.xml"/><Relationship Id="Rd8b86ac4e1844150" Type="http://schemas.openxmlformats.org/officeDocument/2006/relationships/slide" Target="slides/slide17.xml"/><Relationship Id="Re1f75b78aaf34c3f" Type="http://schemas.openxmlformats.org/officeDocument/2006/relationships/slide" Target="slides/slide26.xml"/><Relationship Id="Re288cc5ab25e47d9" Type="http://schemas.openxmlformats.org/officeDocument/2006/relationships/slide" Target="slides/slide36.xml"/><Relationship Id="Rec15f84706ac46d6" Type="http://schemas.openxmlformats.org/officeDocument/2006/relationships/slide" Target="slides/slide40.xml"/><Relationship Id="Reeb2611f4a8a4a28" Type="http://schemas.openxmlformats.org/officeDocument/2006/relationships/slide" Target="slides/slide23.xml"/><Relationship Id="Rf4e05ff2d8f143a2" Type="http://schemas.openxmlformats.org/officeDocument/2006/relationships/slide" Target="slides/slide41.xml"/><Relationship Id="Rf67c2eddea4e4807" Type="http://schemas.openxmlformats.org/officeDocument/2006/relationships/slide" Target="slides/slide7.xml"/><Relationship Id="Rfb7761f9f4a1426d" Type="http://schemas.openxmlformats.org/officeDocument/2006/relationships/slide" Target="slides/slide25.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b389a636520244f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9a5e45a03f84d63" Type="http://schemas.openxmlformats.org/officeDocument/2006/relationships/slide" Target="../slides/slide1.xml"/><Relationship Id="Rad1932ab37e943d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56038e3c87c4da8" Type="http://schemas.openxmlformats.org/officeDocument/2006/relationships/notesMaster" Target="../notesMasters/notesMaster1.xml"/><Relationship Id="Rd9b83ed12a384a5d"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73f5f80c1694b34" Type="http://schemas.openxmlformats.org/officeDocument/2006/relationships/slide" Target="../slides/slide4.xml"/><Relationship Id="R60bf23aeb90742e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54ccf4916934b82" Type="http://schemas.openxmlformats.org/officeDocument/2006/relationships/notesMaster" Target="../notesMasters/notesMaster1.xml"/><Relationship Id="Ra0618eb10a0b4a2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6fa9edef5504e21" Type="http://schemas.openxmlformats.org/officeDocument/2006/relationships/slide" Target="../slides/slide6.xml"/><Relationship Id="R8d964f8cf0c24ce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adb7bbdba1442d9" Type="http://schemas.openxmlformats.org/officeDocument/2006/relationships/notesMaster" Target="../notesMasters/notesMaster1.xml"/><Relationship Id="Rde412b0204d1442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6fd7ce2e40843a6" Type="http://schemas.openxmlformats.org/officeDocument/2006/relationships/slide" Target="../slides/slide8.xml"/><Relationship Id="R957e8aa92e334ac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720ff9dcae84504" Type="http://schemas.openxmlformats.org/officeDocument/2006/relationships/slide" Target="../slides/slide9.xml"/><Relationship Id="Rdef07a54ed9e414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c3da24f4ff16462c" Type="http://schemas.openxmlformats.org/officeDocument/2006/relationships/notesMaster" Target="../notesMasters/notesMaster1.xml"/><Relationship Id="Rc82c9aa66271453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babd7081ae17495d" Type="http://schemas.openxmlformats.org/officeDocument/2006/relationships/notesMaster" Target="../notesMasters/notesMaster1.xml"/><Relationship Id="Rdca1e51b26b743d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5a1da7e3e6d4466" Type="http://schemas.openxmlformats.org/officeDocument/2006/relationships/notesMaster" Target="../notesMasters/notesMaster1.xml"/><Relationship Id="Raaf9fedb5df8452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a6d68d1eb3894224" Type="http://schemas.openxmlformats.org/officeDocument/2006/relationships/slide" Target="../slides/slide15.xml"/><Relationship Id="Rc42b0574b3f74f6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5a3803d30064c13" Type="http://schemas.openxmlformats.org/officeDocument/2006/relationships/notesMaster" Target="../notesMasters/notesMaster1.xml"/><Relationship Id="R8d885c80c6574780"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b9cdea7cfae4d13" Type="http://schemas.openxmlformats.org/officeDocument/2006/relationships/slide" Target="../slides/slide17.xml"/><Relationship Id="Rb1f9a56e368e45c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c4d1c8fb77a4465" Type="http://schemas.openxmlformats.org/officeDocument/2006/relationships/notesMaster" Target="../notesMasters/notesMaster1.xml"/><Relationship Id="R8629d8c3d1a544a6"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6b9fdfe8136f4ca7" Type="http://schemas.openxmlformats.org/officeDocument/2006/relationships/slide" Target="../slides/slide19.xml"/><Relationship Id="R8aa5781bcfbc4ebb"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6b2565b1efad4baf" Type="http://schemas.openxmlformats.org/officeDocument/2006/relationships/notesMaster" Target="../notesMasters/notesMaster1.xml"/><Relationship Id="R769ea1432d2d43b6"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bb23ddf2062440b" Type="http://schemas.openxmlformats.org/officeDocument/2006/relationships/notesMaster" Target="../notesMasters/notesMaster1.xml"/><Relationship Id="R1eedeb4e984e416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2da9b180531242f8" Type="http://schemas.openxmlformats.org/officeDocument/2006/relationships/notesMaster" Target="../notesMasters/notesMaster1.xml"/><Relationship Id="Rd44880949a51430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610593132e3c4e79" Type="http://schemas.openxmlformats.org/officeDocument/2006/relationships/notesMaster" Target="../notesMasters/notesMaster1.xml"/><Relationship Id="Rf385104cdb734535"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fa2cdad10834d18" Type="http://schemas.openxmlformats.org/officeDocument/2006/relationships/notesMaster" Target="../notesMasters/notesMaster1.xml"/><Relationship Id="Rb239c5c9d1d1471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c1ec4644f7f4e84" Type="http://schemas.openxmlformats.org/officeDocument/2006/relationships/slide" Target="../slides/slide26.xml"/><Relationship Id="Ra1ad23d1e83c4a30"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807296e5a8044f8e" Type="http://schemas.openxmlformats.org/officeDocument/2006/relationships/slide" Target="../slides/slide27.xml"/><Relationship Id="R918fa11ef6f0439f"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89fbccf432294577" Type="http://schemas.openxmlformats.org/officeDocument/2006/relationships/slide" Target="../slides/slide28.xml"/><Relationship Id="Rca5bc33937de49a5"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3abf07d1cbe14556" Type="http://schemas.openxmlformats.org/officeDocument/2006/relationships/slide" Target="../slides/slide29.xml"/><Relationship Id="Rf6ee74df66924ac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04a1554cfae94e1c" Type="http://schemas.openxmlformats.org/officeDocument/2006/relationships/slide" Target="../slides/slide36.xml"/><Relationship Id="R0cfb3fafa7ef47c7"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5ddeaf4e6185443b" Type="http://schemas.openxmlformats.org/officeDocument/2006/relationships/slide" Target="../slides/slide37.xml"/><Relationship Id="Rc8bd2a84bb034273"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52f522c108a14150" Type="http://schemas.openxmlformats.org/officeDocument/2006/relationships/slide" Target="../slides/slide38.xml"/><Relationship Id="R6e4869e120244faf"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4f5c4fd007404d3e" Type="http://schemas.openxmlformats.org/officeDocument/2006/relationships/slide" Target="../slides/slide39.xml"/><Relationship Id="R929028c2e0d4479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bc8f8ea67cac4869" Type="http://schemas.openxmlformats.org/officeDocument/2006/relationships/slide" Target="../slides/slide40.xml"/><Relationship Id="Rf4cb804212f24d2e"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82929e62c764c91" Type="http://schemas.openxmlformats.org/officeDocument/2006/relationships/notesMaster" Target="../notesMasters/notesMaster1.xml"/><Relationship Id="R8a0dacd85db54058"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725c51ced36441f7" Type="http://schemas.openxmlformats.org/officeDocument/2006/relationships/notesMaster" Target="../notesMasters/notesMaster1.xml"/><Relationship Id="Re618478fa191405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e45c12e7708436f" Type="http://schemas.openxmlformats.org/officeDocument/2006/relationships/slide" Target="../slides/slide44.xml"/><Relationship Id="Rc98209033da34ddd"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5ccff5ac3f8142bc" Type="http://schemas.openxmlformats.org/officeDocument/2006/relationships/notesMaster" Target="../notesMasters/notesMaster1.xml"/><Relationship Id="Re211586013c74035"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cooling load.</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9.69 kW. The straight line has 0.74. The tree has 3.39.</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kW.</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kW.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kW,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kW,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cooling load.</a:t>
            </a:r>
          </a:p>
          <a:p xmlns:a="http://schemas.openxmlformats.org/drawingml/2006/main"/>
          <a:p xmlns:a="http://schemas.openxmlformats.org/drawingml/2006/main">
            <a:r>
              <a:t>The unit of the target is kW.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cooling load,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kW,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Then you submit one complete notebook that contains both your code and your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submission for this week's assignment. Check the opening time and the deadline on the slide, and plan your work around them.</a:t>
            </a:r>
          </a:p>
          <a:p xmlns:a="http://schemas.openxmlformats.org/drawingml/2006/main"/>
          <a:p xmlns:a="http://schemas.openxmlformats.org/drawingml/2006/main">
            <a:r>
              <a:t>Open the form from the link and look at the form title before uploading. Enter your full Student Registration Number exactly as it is registered.</a:t>
            </a:r>
          </a:p>
          <a:p xmlns:a="http://schemas.openxmlformats.org/drawingml/2006/main"/>
          <a:p xmlns:a="http://schemas.openxmlformats.org/drawingml/2006/main">
            <a:r>
              <a:t>Upload your single completed notebook file. Wait until the file name appears, then press Submit.</a:t>
            </a:r>
          </a:p>
          <a:p xmlns:a="http://schemas.openxmlformats.org/drawingml/2006/main"/>
          <a:p xmlns:a="http://schemas.openxmlformats.org/drawingml/2006/main">
            <a:r>
              <a:t>Keep the files you submitted and the confirmation you receive. A file saved only in Drive or GitHub has not been submitted until you complete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12 quiz is taken individually. It opens when the lecturer activates it, and once activated it stays open for 24 hours.</a:t>
            </a:r>
          </a:p>
          <a:p xmlns:a="http://schemas.openxmlformats.org/drawingml/2006/main"/>
          <a:p xmlns:a="http://schemas.openxmlformats.org/drawingml/2006/main">
            <a:r>
              <a:t>Use the link on the slide to reach the quiz form. Sign in with your registered account, and enter your Student Registration Number in the form.</a:t>
            </a:r>
          </a:p>
          <a:p xmlns:a="http://schemas.openxmlformats.org/drawingml/2006/main"/>
          <a:p xmlns:a="http://schemas.openxmlformats.org/drawingml/2006/main">
            <a:r>
              <a:t>Check the closing time that is announced after activation, so you do not miss it. The quiz may take only a few minutes to answer, but the form stays available for the whole 24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meant for revision after class. It comes from StatQuest with Josh Starmer and is called Machine Learning Fundamentals, Cross Validation.</a:t>
            </a:r>
          </a:p>
          <a:p xmlns:a="http://schemas.openxmlformats.org/drawingml/2006/main"/>
          <a:p xmlns:a="http://schemas.openxmlformats.org/drawingml/2006/main">
            <a:r>
              <a:t>Watch the opening, up to the four minute mark. Use the link on the slide.</a:t>
            </a:r>
          </a:p>
          <a:p xmlns:a="http://schemas.openxmlformats.org/drawingml/2006/main"/>
          <a:p xmlns:a="http://schemas.openxmlformats.org/drawingml/2006/main">
            <a:r>
              <a:t>While you watch, keep one question in mind. Why do we evaluate a model on observations that were not used to fit that particular model? Try to answer it in your own words after the video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e4cd2f0f50c4d1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348ed1a88acb4a0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9654a2f009a4bb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f925cfdeed70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e058f3f4065427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0393c9999734613"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4E997F-522E-4F33-B5AE-3F23D6EDE7B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71B373C-F996-4EF9-BC8B-3C5E49BD06A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6151CF0-27B9-4995-AE29-DEABC131E38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EEE247-F0D9-47E5-B376-EA71AFBEA41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989278-C2BF-40A8-9908-67411CB083E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069911-3597-48C4-B20C-669971BD602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F403FA-B9DB-4E70-9086-F396A927A4E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D7570C3-C28A-4503-A711-239EFF99306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B7F7A0-2D72-4113-B5FA-59EF32CDCF8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91658B-CC4B-4C4E-A1CA-513975ABF78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2d80765d5ae4dac" Type="http://schemas.openxmlformats.org/officeDocument/2006/relationships/slideLayout" Target="../slideLayouts/slideLayout1.xml"/><Relationship Id="R40c238c89a604996" Type="http://schemas.openxmlformats.org/officeDocument/2006/relationships/theme" Target="theme/theme2.xml"/><Relationship Id="R60e7d9616f5047a0" Type="http://schemas.openxmlformats.org/officeDocument/2006/relationships/slideLayout" Target="../slideLayouts/slideLayout6.xml"/><Relationship Id="R87b1b742ec7a44f5" Type="http://schemas.openxmlformats.org/officeDocument/2006/relationships/slideLayout" Target="../slideLayouts/slideLayout3.xml"/><Relationship Id="Rc2c51f879d8a4d94" Type="http://schemas.openxmlformats.org/officeDocument/2006/relationships/slideLayout" Target="../slideLayouts/slideLayout4.xml"/><Relationship Id="Rcf49836baea54e9b" Type="http://schemas.openxmlformats.org/officeDocument/2006/relationships/slideLayout" Target="../slideLayouts/slideLayout5.xml"/><Relationship Id="Rd8230b6a8b3d41a3"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d80765d5ae4dac"/>
    <p:sldLayoutId xmlns:r="http://schemas.openxmlformats.org/officeDocument/2006/relationships" id="2147483650" r:id="Rd8230b6a8b3d41a3"/>
    <p:sldLayoutId xmlns:r="http://schemas.openxmlformats.org/officeDocument/2006/relationships" id="2147483651" r:id="R87b1b742ec7a44f5"/>
    <p:sldLayoutId xmlns:r="http://schemas.openxmlformats.org/officeDocument/2006/relationships" id="2147483652" r:id="Rc2c51f879d8a4d94"/>
    <p:sldLayoutId xmlns:r="http://schemas.openxmlformats.org/officeDocument/2006/relationships" id="2147483653" r:id="Rcf49836baea54e9b"/>
    <p:sldLayoutId xmlns:r="http://schemas.openxmlformats.org/officeDocument/2006/relationships" id="2147483654" r:id="R60e7d9616f5047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b63bc6fea4e4d88" Type="http://schemas.openxmlformats.org/officeDocument/2006/relationships/image" Target="../media/image.png"/><Relationship Id="R75f37c80036b4773" Type="http://schemas.openxmlformats.org/officeDocument/2006/relationships/notesSlide" Target="../notesSlides/notesSlide1.xml"/><Relationship Id="Rdd1ae82d327c43ce"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7df2e49201644e9a" Type="http://schemas.openxmlformats.org/officeDocument/2006/relationships/notesSlide" Target="../notesSlides/notesSlide2.xml"/><Relationship Id="Rd78aaa9cc37c46b4"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5a85fd00dc1424d" Type="http://schemas.openxmlformats.org/officeDocument/2006/relationships/notesSlide" Target="../notesSlides/notesSlide4.xml"/><Relationship Id="Ra8f8cc850a6444f3"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2454268f965c42fd" Type="http://schemas.openxmlformats.org/officeDocument/2006/relationships/notesSlide" Target="../notesSlides/notesSlide5.xml"/><Relationship Id="R876b3073f70e49f2"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704a3dc298ef4cac" Type="http://schemas.openxmlformats.org/officeDocument/2006/relationships/slideLayout" Target="../slideLayouts/slideLayout6.xml"/><Relationship Id="Re3d2d6f76bdd404e"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9678306d30440a9" Type="http://schemas.openxmlformats.org/officeDocument/2006/relationships/slideLayout" Target="../slideLayouts/slideLayout6.xml"/><Relationship Id="R763dab522e35439c"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cc9077cc711c40ab" Type="http://schemas.openxmlformats.org/officeDocument/2006/relationships/slideLayout" Target="../slideLayouts/slideLayout6.xml"/><Relationship Id="Rea1745ef6af049a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6937138de65a434f" Type="http://schemas.openxmlformats.org/officeDocument/2006/relationships/notesSlide" Target="../notesSlides/notesSlide9.xml"/><Relationship Id="Rea7e95abd5d4431a"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26e066d69daf41e9" Type="http://schemas.openxmlformats.org/officeDocument/2006/relationships/notesSlide" Target="../notesSlides/notesSlide10.xml"/><Relationship Id="Rcca1fa49cb6140d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1ca3f78330d45c8" Type="http://schemas.openxmlformats.org/officeDocument/2006/relationships/slideLayout" Target="../slideLayouts/slideLayout6.xml"/><Relationship Id="Re0baf51cec444fe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d747655bb1654372" Type="http://schemas.openxmlformats.org/officeDocument/2006/relationships/slideLayout" Target="../slideLayouts/slideLayout6.xml"/><Relationship Id="Rf06938e0aafd4c3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4ce59627eaba4cb1" Type="http://schemas.openxmlformats.org/officeDocument/2006/relationships/notesSlide" Target="../notesSlides/notesSlide15.xml"/><Relationship Id="R771afe19717e4356"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0b6ffd056f7d4d9c" Type="http://schemas.openxmlformats.org/officeDocument/2006/relationships/notesSlide" Target="../notesSlides/notesSlide16.xml"/><Relationship Id="Re586cb16638742ef"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daf7e2d868b4f63" Type="http://schemas.openxmlformats.org/officeDocument/2006/relationships/slideLayout" Target="../slideLayouts/slideLayout6.xml"/><Relationship Id="Re94091d295e54bd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7f7de79583654592" Type="http://schemas.openxmlformats.org/officeDocument/2006/relationships/slideLayout" Target="../slideLayouts/slideLayout6.xml"/><Relationship Id="Rca761ccfdc2448b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00a4a44e541497b" Type="http://schemas.openxmlformats.org/officeDocument/2006/relationships/notesSlide" Target="../notesSlides/notesSlide19.xml"/><Relationship Id="Rd54f13e8c9804a0f"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7ac92098dde4c2d" Type="http://schemas.openxmlformats.org/officeDocument/2006/relationships/slideLayout" Target="../slideLayouts/slideLayout6.xml"/><Relationship Id="Re852fda5ce37438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697daf97d9e4f65" Type="http://schemas.openxmlformats.org/officeDocument/2006/relationships/slideLayout" Target="../slideLayouts/slideLayout6.xml"/><Relationship Id="R8045952b222e4f9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68c850bbdcf64146" Type="http://schemas.openxmlformats.org/officeDocument/2006/relationships/notesSlide" Target="../notesSlides/notesSlide23.xml"/><Relationship Id="Rc89158675c5b459d"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d0ad1579a054c25" Type="http://schemas.openxmlformats.org/officeDocument/2006/relationships/notesSlide" Target="../notesSlides/notesSlide24.xml"/><Relationship Id="Rb79bd29e93d743b5"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863b79c35abf4388" Type="http://schemas.openxmlformats.org/officeDocument/2006/relationships/notesSlide" Target="../notesSlides/notesSlide25.xml"/><Relationship Id="Rb7374fb876c843a9"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e9015ddf152e4e05" Type="http://schemas.openxmlformats.org/officeDocument/2006/relationships/notesSlide" Target="../notesSlides/notesSlide26.xml"/><Relationship Id="Rec0a3a79e52b4e46"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2dee5dd39e3b45e0" Type="http://schemas.openxmlformats.org/officeDocument/2006/relationships/slideLayout" Target="../slideLayouts/slideLayout6.xml"/><Relationship Id="R47d4363992f6488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4e20e84869c64841" Type="http://schemas.openxmlformats.org/officeDocument/2006/relationships/slideLayout" Target="../slideLayouts/slideLayout6.xml"/><Relationship Id="R8cc142aae2b0423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0b0ffb9628764687" Type="http://schemas.openxmlformats.org/officeDocument/2006/relationships/slideLayout" Target="../slideLayouts/slideLayout6.xml"/><Relationship Id="R2df775c70661476c"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5a29a30629b74d14" Type="http://schemas.openxmlformats.org/officeDocument/2006/relationships/slideLayout" Target="../slideLayouts/slideLayout6.xml"/><Relationship Id="Rdb7e499cc7a6439e"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4b3a14f5f62e4c36" Type="http://schemas.openxmlformats.org/officeDocument/2006/relationships/slideLayout" Target="../slideLayouts/slideLayout6.xml"/><Relationship Id="R9834510a6aef4a4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081d8543d1314867" Type="http://schemas.openxmlformats.org/officeDocument/2006/relationships/notesSlide" Target="../notesSlides/notesSlide38.xml"/><Relationship Id="Radb55d5bd0fc42e8"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0e59adb8767a4e04" Type="http://schemas.openxmlformats.org/officeDocument/2006/relationships/slideLayout" Target="../slideLayouts/slideLayout6.xml"/><Relationship Id="R7165d539f420413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06bdff5426ed41f2" Type="http://schemas.openxmlformats.org/officeDocument/2006/relationships/notesSlide" Target="../notesSlides/notesSlide40.xml"/><Relationship Id="Rb83d7a9a52784109" Type="http://schemas.openxmlformats.org/officeDocument/2006/relationships/slideLayout" Target="../slideLayouts/slideLayout6.xml"/><Relationship Id="Rde10288bf7f44244" Type="http://schemas.openxmlformats.org/officeDocument/2006/relationships/hyperlink" Target="https://docs.google.com/forms/d/e/1FAIpQLSd4Ltaw1RqRzbW7PoC4_Kh3PZHkElCKA9OY8F_xrJfLnpcbfA/viewform" TargetMode="External"/></Relationships>
</file>

<file path=ppt/slides/_rels/slide41.xml.rels><?xml version='1.0' encoding='UTF-8' standalone='yes'?>
<Relationships xmlns="http://schemas.openxmlformats.org/package/2006/relationships"><Relationship Id="R00813fd8cdce47b1" Type="http://schemas.openxmlformats.org/officeDocument/2006/relationships/notesSlide" Target="../notesSlides/notesSlide41.xml"/><Relationship Id="R3e20eae5f649457c"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1ba6b8e3a22435a" Type="http://schemas.openxmlformats.org/officeDocument/2006/relationships/image" Target="../media/image2.png"/><Relationship Id="R2a188108ea8e4426" Type="http://schemas.openxmlformats.org/officeDocument/2006/relationships/slideLayout" Target="../slideLayouts/slideLayout6.xml"/><Relationship Id="R68b0f36ca7c144b9" Type="http://schemas.openxmlformats.org/officeDocument/2006/relationships/notesSlide" Target="../notesSlides/notesSlide43.xml"/><Relationship Id="Rcdd1beedf6084fb7" Type="http://schemas.openxmlformats.org/officeDocument/2006/relationships/hyperlink" Target="https://forms.gle/MKfjP3UWDXAei6FK6" TargetMode="External"/></Relationships>
</file>

<file path=ppt/slides/_rels/slide44.xml.rels><?xml version='1.0' encoding='UTF-8' standalone='yes'?>
<Relationships xmlns="http://schemas.openxmlformats.org/package/2006/relationships"><Relationship Id="R81b01159e7794e3d" Type="http://schemas.openxmlformats.org/officeDocument/2006/relationships/slideLayout" Target="../slideLayouts/slideLayout6.xml"/><Relationship Id="Rae7c11be8d2443c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35f7ae68e8e4426c" Type="http://schemas.openxmlformats.org/officeDocument/2006/relationships/notesSlide" Target="../notesSlides/notesSlide45.xml"/><Relationship Id="R98322db85e04400c" Type="http://schemas.openxmlformats.org/officeDocument/2006/relationships/slideLayout" Target="../slideLayouts/slideLayout6.xml"/><Relationship Id="Ra29d3d7988d34436" Type="http://schemas.openxmlformats.org/officeDocument/2006/relationships/hyperlink" Target="https://www.youtube.com/watch?v=fSytzGwwBVw"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F4CA1DA-61FB-46C0-AC41-4FF6CAD10485}"/>
              </a:ext>
            </a:extLst>
          </p:cNvPr>
          <p:cNvPicPr>
            <a:picLocks xmlns:a="http://schemas.openxmlformats.org/drawingml/2006/main" noChangeAspect="1"/>
          </p:cNvPicPr>
          <p:nvPr/>
        </p:nvPicPr>
        <p:blipFill>
          <a:blip xmlns:r="http://schemas.openxmlformats.org/officeDocument/2006/relationships" xmlns:a="http://schemas.openxmlformats.org/drawingml/2006/main" r:embed="R3b63bc6fea4e4d8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12B240-A443-492B-AE40-9904B2A890F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0A0F845F-2B29-4FFC-A244-68B19418689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C12048E6-E64F-46EA-8A56-1F0EDC35CAB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5701B7D6-9E1D-4958-A230-0E4E0324250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06F11981-D60D-403E-8699-859EA4FED78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5565080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E7EA9B-099C-409E-8FA7-9CD5ECEDE0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62FB9F-CAC7-4EFC-BED8-B201E7D67F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2459CF-C10D-4EF9-A924-CC66617B8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95957AB-B0E9-458F-AD41-BFF9CC4BFBB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20D194-BB6A-454D-BC9C-6B5EDB161F6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8432B65-ACEE-42F2-9172-ADCCF10C3B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08D689D6-64F6-4DC4-BFAB-175D53537F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D6D59432-DDEF-418C-8CFC-7A11B61CD2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47973400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7E0CED-741A-4FA8-9D6F-E623AC7003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3CDE24-B0BA-46B9-B51E-9B6E82DC0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77CA05-DAE8-4C77-A651-7CEAC5CFF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8DC8326-64DA-4F3D-8590-F612A62355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0A1012-1733-41F4-94E5-3368BC9D25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31BD253-D773-499D-B9AD-157BB5B4122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30974170-13C6-4842-AA30-784774BF6A1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2B9AD23B-C38C-42DE-90CF-3EF207072C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3108729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D664BD-20A2-4509-815A-0A6579AB8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6A52D4-2C29-4172-B9E3-8594E90E7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7BBA64-8C2A-4A5D-A628-EB18F87A70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6FEFE205-357E-49C9-9819-3CD8749232E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32836A-7605-469B-8637-E51FD60B6F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210FCAC-31F1-460C-B58E-195374BB26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210D93E4-A57D-4A01-97C9-12B50B8CBE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5F5BF4-02A9-497B-8951-63EB35CFB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5937446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7BDD37-F4B6-47B3-897C-9AB3EB241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8264A3-8B98-4530-9F49-038B1F6C30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63AE762-C2B7-4687-A17F-BBB85027F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EF93E46C-A1BB-42B0-BD72-1DECD21DEC9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2F615C-65EE-4EE5-96AB-FB01CC3DF7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EE9812B9-EF65-4722-B76B-8E53A87C31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139C44C-3018-4AA3-9FC7-0DBB067719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FA9131A-682B-4D5C-825B-AE3E4D7ED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5250943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68B386-E44F-4614-B88E-5618A50D87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6F69AE-4BF0-47DE-AE66-9F81D39F38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8419B9-6772-44AF-B060-F3A40EBB8F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BA9C9C85-AF23-45D2-87E6-052A4767791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50E089-98E8-4E09-A3FF-02AF41126D7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638D584D-81EB-40E1-B287-852D1158E24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7C7F85EE-9C66-45D3-BD74-F8162BCF5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5509079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DE4088-81BE-4870-92AA-02B3255F6B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6F561D-8AE7-4256-AC1B-0D6E8B294E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198973-6FBE-4779-916E-8B1BAE1D8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A6D7CBAB-8573-4FF4-B6DD-DF40AD6C226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07DA04-DAB5-43CA-9539-B83BBD09D50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583A08A4-3578-459F-B745-92E17E2D31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931D1B5-6438-4BE2-A1DC-A26ADE90E4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347F757-E041-4682-9FD0-88E6DB9E2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3890425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DC79E6-A564-4BF4-AE36-E7BC52DAA8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13C656-A177-4247-B629-23F88CEC19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A2AABC-3376-4C7F-9EBB-A9A25C21B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723118AE-788F-40DE-90C7-484D52ED9DC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B1DB81-8760-4212-B8B8-31FC70C4ED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289CAE3-B3AA-46A6-9856-FA56440579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90BC1EF4-1F98-4FDA-914B-EFBC82D2090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2061395F-6D02-49BA-829A-830481FA28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17754725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CDA5E3-9D99-4789-B664-E7B7D3573B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B048D7-95CD-4515-9DDE-E8FCE74A3C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C24219-F7C2-4365-BAA2-484B433C45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51A0A577-FADA-4CB8-8D3C-53DE9C5A80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3C9742-9D94-405C-8DC8-0BAA3E5147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C708ABCC-B6DD-4E7D-AECD-9BAAF9E4B6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C1D6554-D965-478B-AA9E-28AC0C0796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3349172-C593-4F1D-AC74-CA0359D20D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787953567"/>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0.7427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(kW)</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9.69</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0.74</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3.39</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A4F8C3-8A98-4F8C-A0C4-13E20CFA30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3B1990-7FF5-45BE-AB34-C30E2B9BAE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584E4B-1213-4195-873D-8131F10949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6D3A7135-D401-4F58-B90A-35C09A0B39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284F22-DBFE-4D4A-93C5-AE73F9A9A8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55A35D9-D167-4578-9C1D-B537E750844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CD8A112F-AFF8-4703-8149-E39614D1EF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1CA6EAD4-F204-4734-ABD4-8A3865492A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5321783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81B34C-6ED6-4D86-BA4C-5E5EAC1E2A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BCA2CE-44E5-4578-B754-A9DD892977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145558-8678-43D0-AE09-D9A281C18D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C378267-70F9-46E2-80D0-553C17CC700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692338-A015-4FC4-8D5D-70377787F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85226FD9-FABC-4519-B3AC-C881A3ADF6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16146105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3A9CB5-694A-45D2-8D56-57864CBAB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4A76C7-2194-4E2F-B693-20D596E652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1C6EDF-53E7-42F7-BE10-76461A3AB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76844461-2241-42C0-A621-0C8511EF712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17B456-3187-43FF-83B4-D00C0E9709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4B5964DD-E1F2-4E9B-A267-1628BA2EE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6628425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E325C5-ED44-4076-8BFF-CC40D66A71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3C63FE-D74D-41FB-A9EE-9A4A10EED5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9ABB06-F0EF-4D35-BFA7-2F59D13C95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194A73A2-5937-4C26-9937-CA58B2D78D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B160D2-FBBD-4CF6-993C-ACDBE0A6846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A6484265-02CD-4444-A470-FC88057E913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E2F237A2-3B7C-46B3-96CF-D6152C364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9326302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709158-6A20-45DF-8B41-C7960B547C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289CE4-FA55-4E56-A56F-4BC70F210A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3E4154-3E9F-4823-9841-6B6A2B62E5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91AE667F-F38A-4E38-B6DB-7198BD12B0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9A878F-FDE0-4A01-B3A3-999C32A9B12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DFA1BB49-AEEF-4713-84C1-F2A76B7006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6F909AD-93D4-49F0-AC4A-5B4EFB7BCB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72A92B6A-1312-443B-895D-2AEA3921DA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0DBC31A8-46E3-402D-AC6A-5909BD3F2C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4258736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CA4AF1-0349-4459-AF32-2D6110C4E0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D81703-2230-4F92-AA67-60B80B8211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113B4D-E0A5-4A21-B9B0-740628AC6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8E8691EF-394D-4BA3-9923-B1C04423B78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CEE709-C783-42F2-827C-EE5440F7B66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1A60DE91-E9A0-49A5-9AC9-5DE1591EB2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212514294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603B48-DBF1-4B42-A89F-33D3A3D9FB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27A057-827B-4300-B463-E07E4DB83A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B16329-47C3-413B-8BF1-C41C2107C3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9F5DF7E6-195B-48AC-9F4E-2B1AEF659C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16363D-2BDB-4763-8757-5693140B86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AB2E4F88-7C13-4CF7-9CE7-95332C664AA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4DC987-86E1-467C-92C5-6F0DB9F7F66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207D557A-C9A0-4279-B216-418045DD2D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906DD261-6366-44F9-852B-89BABB997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1685585926"/>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9.69</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0.74</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3.39</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12C54C-DE31-486B-99A5-35CFCD852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B34F2F-7D5B-455F-B847-D1824BB9A8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FB7BAF-460D-4641-B55E-0219070CAA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B617F4F4-1DA9-49A8-AAEA-B87632ECDC8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73572B-9E03-43DF-9062-854D5F52DE3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879685-84F8-4F83-B504-464D2AA00EF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9ADB9270-64B1-4718-B581-7AF008F798F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508EDDB7-72C3-4DC6-8F7F-B3E59EFB54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6718365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E9B705-9CB0-429D-9AF6-AC0F4B7D20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D99E2-14DC-4E57-BBD6-08428D3C1D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24C5B-E008-427C-9F43-EE993280E6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5C2DF43-20D9-450C-8100-6EDC58735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C9D70-E9D7-4C4B-9917-53E86C9ECB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7FEBDD4D-EEBB-45F7-B038-621D10F08C5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21C0F-0855-4ADB-969B-D629B4B44A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EBA0FA20-337B-477E-A876-79B6E697684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CD4F3-66CB-42CE-88A6-7587593550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E4A37D7C-6341-41E7-B4F2-7F9ABB46E4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22</a:t>
            </a:r>
          </a:p>
        </p:txBody>
      </p:sp>
    </p:spTree>
    <p:extLst>
      <p:ext uri="{BB962C8B-B14F-4D97-AF65-F5344CB8AC3E}">
        <p14:creationId xmlns:p14="http://schemas.microsoft.com/office/powerpoint/2010/main" val="57169122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272D20-9666-41AD-9F1E-8679A19A2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1DE5F66-028A-4FB6-A17A-1A59A32B26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DE458F-E806-4857-8C60-FBCF9C40B7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DE05DD53-46BA-46D3-85A7-62A96E7E054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F7425D-C761-4237-93E1-C07D58E56B5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E92DC35E-FC05-40D7-B7EA-C98A6C666A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207721929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2F13C6-1134-4D6C-B11C-28F14A9AAC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8F7E31-6D30-4AF0-A92D-1C6045A119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ECACBA-E0E4-4E2E-A7A9-15911E4E87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3F7EF439-91ED-4F73-956E-9892362566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A272472-0AAC-41EB-AB0E-BE32E124370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3EABCD9D-90BD-4981-AAB5-9596B110B1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07C36F96-8746-448C-968E-27EED2B4DB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1B294F3-BE32-49CB-8E88-B64252145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80772091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6E3D86-ED6E-4713-9577-ED3A482ED3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3D385C-1400-4C8D-ADDE-6EE19741D6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153450-69D1-46DE-83F7-52BCD316F7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41E30CA2-692E-430B-A0FE-5A3B7BE045E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337FA04-3EB7-49E9-B52E-596F77D36F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0C10D553-2BCD-4D4E-81BA-CE977EC2BA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7D8B9913-9FDA-4406-A134-8BE2F1249B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25</a:t>
            </a:r>
          </a:p>
        </p:txBody>
      </p:sp>
    </p:spTree>
    <p:extLst>
      <p:ext uri="{BB962C8B-B14F-4D97-AF65-F5344CB8AC3E}">
        <p14:creationId xmlns:p14="http://schemas.microsoft.com/office/powerpoint/2010/main" val="126615244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892FAA-A91C-47D7-83A7-83EDBBA984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D81B03-E0C5-4AA9-85FD-8FBD661BAA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80D523-53C2-40FC-B513-3C6A8B7F1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F14409F1-7EB3-4241-A078-3FAD7809B0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8C116E-B546-4625-8141-023E80281A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B6FEB19B-31D9-4828-A113-346F700396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64E050AC-2B7C-41A2-B965-405ACE2FA4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21061FE-5AA0-4EA2-BEFC-74E804B15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145314389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6E9869-966B-4943-A9D9-6312AFBDB0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E34DD8D-2EF4-46A9-A3C5-F4D8CB7326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17B2FD-EDE3-4BA4-9F92-333A831FEF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5E05DFE0-D1EA-4EAA-B293-58BD7AAD746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6A3F33-969F-440A-B003-7D0708110BD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791F9A95-8FE3-4E48-9D60-7DE4B5FA1E8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640B13E3-48CC-49FD-90C0-D161F8306A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7656734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ED0B46-14C2-4AD9-BD81-5E73AC3BD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774D43-E518-4AA7-AD10-CB2DF0B2B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8919890-C99D-49DD-8655-D4B599FC30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13FF7A32-94E4-4575-952A-6E4D8EFC2B2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D553FD-225E-4CE2-A41D-590B38B4F0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6DC37DC6-E3B9-4B80-AD9C-932B535BCC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7B33E48D-D11C-4EAA-91CA-8D971805DA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23923A1-C597-41FE-A274-8D7690579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144947072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2EDB96-2E53-4A32-9CCD-CE312BE662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C0A07F-F287-4D40-9D71-707A1AC273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C53344-F379-4C3A-BFE5-2264B1E96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80082317-509D-421F-959C-3CDA70B9E89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144F51-7B0C-4BF0-8C67-CC51E43144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FF8E022-F065-48EC-8D4F-A7EEB0F9EF4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FD54C37B-90E4-45D4-9226-C4FC183629E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98786D2A-B097-484C-9137-DA78F3D4C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488987039"/>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cooling load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0.74 kW; baseline 9.69</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cooling load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6AAD80-3AC0-46A4-96C3-4F7DEAF42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0EC217-1D24-47BC-BD26-9BCADEE3FD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4BD05D-CCFD-489D-9C60-12FA439C72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7CDC1D8-676B-42BD-BC58-24954A3E1B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9D930B-85CE-4091-8883-3E1B6C2D2CF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A65661A8-E5E8-42C2-81D5-7A6F2C3C9C7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801C79-41FC-400C-AE44-3926062BD7A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F437C08B-187A-4680-860A-A12E6E6B14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EAB6EF-320C-4446-94B1-969485CEDE3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8D24420E-FB6C-4667-BCDC-7B70B6E43DC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17A879-884E-486B-8B28-0FCFC5FD90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4B03FD4-EBB1-4799-A0C5-42179B82D7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36</a:t>
            </a:r>
          </a:p>
        </p:txBody>
      </p:sp>
    </p:spTree>
    <p:extLst>
      <p:ext uri="{BB962C8B-B14F-4D97-AF65-F5344CB8AC3E}">
        <p14:creationId xmlns:p14="http://schemas.microsoft.com/office/powerpoint/2010/main" val="1343352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AB5215-D8C3-4B1B-91A4-035E9360F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CA963B-C801-4823-BDB8-EB4ECEA2F7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812BF24-426C-42DF-AACF-7FD92D4D7B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8B29A0F8-96A8-4069-BAC2-18E9A0C7BA0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9B8017E-BE60-4389-9685-583C92CCD35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EEDA5312-6C8F-4522-8129-DC63F0F2AFC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EB71BC29-67C2-4A5C-B80A-580ABC04EF0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F89B2EF-3624-499F-A71B-6B7F9CDAB2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37</a:t>
            </a:r>
          </a:p>
        </p:txBody>
      </p:sp>
    </p:spTree>
    <p:extLst>
      <p:ext uri="{BB962C8B-B14F-4D97-AF65-F5344CB8AC3E}">
        <p14:creationId xmlns:p14="http://schemas.microsoft.com/office/powerpoint/2010/main" val="180737564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70A645-5A26-4038-86FB-A82BBD1BD9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B75995-74A8-4080-9B9F-F0E376D1FC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48D87AC-E224-4DBB-8CAD-0B6F1AF1D8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1728441-A84B-4525-A2DF-4C3F179BC1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61E8A83-E41C-48A8-BDF6-8AC9D85BEF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2CC69C7B-EEDC-45E8-890D-5296C449014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539D4D0-84B3-463D-947C-57290D3B997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EDAFA27-9A45-4601-A8E6-7E81F54930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38</a:t>
            </a:r>
          </a:p>
        </p:txBody>
      </p:sp>
    </p:spTree>
    <p:extLst>
      <p:ext uri="{BB962C8B-B14F-4D97-AF65-F5344CB8AC3E}">
        <p14:creationId xmlns:p14="http://schemas.microsoft.com/office/powerpoint/2010/main" val="133903983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5A54AE-5BA0-46ED-84D7-71946196B7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0CDD73-EB75-4B70-83C2-B4DD14631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35AA29-B5C7-46BB-9B66-E7CC680E39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0B6457A-9F78-4B94-B988-77BE08EFC4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F9A7F6-95ED-4BEA-9C41-813DEB92748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74E95828-B036-4B48-B7AF-7233D2F88FE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C429FB-DD57-4A56-8502-3E116085EAC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79B1860-E341-45B5-840A-50910A493FD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5B0DDC-2ED5-481C-B70C-665208797D3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D088A44-1A5F-4DF1-8227-CDC2CF89968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1EF355-E1CB-4143-B331-157B90A4FC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272D5C6-30B9-419A-92D3-8D762508AC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39</a:t>
            </a:r>
          </a:p>
        </p:txBody>
      </p:sp>
    </p:spTree>
    <p:extLst>
      <p:ext uri="{BB962C8B-B14F-4D97-AF65-F5344CB8AC3E}">
        <p14:creationId xmlns:p14="http://schemas.microsoft.com/office/powerpoint/2010/main" val="46304703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42225B5-7182-4BD6-8D74-4682F5D2BC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169BE87-E150-466F-8B5B-C02B2290F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DF6EF58-96CF-46C7-B5F6-A204ADD504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9A1294C7-C9AD-4AAD-8BDD-1F7A860B07C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0835A4-C1A7-4F47-8393-CCD8A9B5DEE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56DF0E92-FD08-4BF4-A793-F5BBDC8E311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54562C-B799-40BA-9E03-B0C197C8A87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14:00 Kampala</a:t>
            </a:r>
          </a:p>
        </p:txBody>
      </p:sp>
      <p:sp>
        <p:nvSpPr>
          <p:cNvPr id="8" name="">
            <a:extLst xmlns:a="http://schemas.openxmlformats.org/drawingml/2006/main">
              <a:ext uri="{FF2B5EF4-FFF2-40B4-BE49-F238E27FC236}">
                <a16:creationId xmlns:a16="http://schemas.microsoft.com/office/drawing/2014/main" id="{47A4D64C-EBB7-4D3A-80CE-160EED4966E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460434-022B-4774-9BFB-1FF50F1561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CDF915A-E5FC-4774-AF79-DB4D3362ACC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897577-378F-4F83-BD61-8E4BA35ED3A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254E065-B61E-4BCF-9F04-AAC3281A1BA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8E19658E-7538-458D-A30B-C75F292AFA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e10288bf7f44244"/>
              </a:rPr>
              <a:t>Open W12 assignment form</a:t>
            </a:r>
          </a:p>
        </p:txBody>
      </p:sp>
      <p:sp>
        <p:nvSpPr>
          <p:cNvPr id="14" name="">
            <a:extLst xmlns:a="http://schemas.openxmlformats.org/drawingml/2006/main">
              <a:ext uri="{FF2B5EF4-FFF2-40B4-BE49-F238E27FC236}">
                <a16:creationId xmlns:a16="http://schemas.microsoft.com/office/drawing/2014/main" id="{2762E406-BBA0-46B9-A694-1561A136E62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https://docs.google.com/forms/d/e/1FAIpQLSd4Ltaw1RqRzbW7PoC4_Kh3PZHkElCKA9OY8F_xrJfLnpcbfA/viewform</a:t>
            </a:r>
          </a:p>
        </p:txBody>
      </p:sp>
      <p:sp>
        <p:nvSpPr>
          <p:cNvPr id="15" name="">
            <a:extLst xmlns:a="http://schemas.openxmlformats.org/drawingml/2006/main">
              <a:ext uri="{FF2B5EF4-FFF2-40B4-BE49-F238E27FC236}">
                <a16:creationId xmlns:a16="http://schemas.microsoft.com/office/drawing/2014/main" id="{C5BEE7DC-DCD3-4BC6-ACE4-D1A60764B0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40</a:t>
            </a:r>
          </a:p>
        </p:txBody>
      </p:sp>
    </p:spTree>
    <p:extLst>
      <p:ext uri="{BB962C8B-B14F-4D97-AF65-F5344CB8AC3E}">
        <p14:creationId xmlns:p14="http://schemas.microsoft.com/office/powerpoint/2010/main" val="7645068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9B4C8A-5B09-4445-B6FC-C09F4ED452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974F68-D876-4BD6-A5BA-8CEAAC3179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EEF793-76F1-4D5C-AFAB-ECD89F4D9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DA484F28-0841-4503-8603-A353505D5E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E17105-DEF3-46EA-9407-4516969AC99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B8BEFCD-D322-4262-B8F4-513EC8FB27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DF4EA4-1D33-4C02-9E3B-DD4CF2BDFCA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1BBEA26-7DBE-4758-9B29-8F1660FA10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BE42DF-BF43-4703-96F5-B7E417C7EA6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9ECFFFD-09AF-452E-A149-35A5C3E57CC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F35AEE-DD81-44ED-B497-78FB93C242A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6ADE3F98-4C02-45F5-93FE-04C2CEFA77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41</a:t>
            </a:r>
          </a:p>
        </p:txBody>
      </p:sp>
    </p:spTree>
    <p:extLst>
      <p:ext uri="{BB962C8B-B14F-4D97-AF65-F5344CB8AC3E}">
        <p14:creationId xmlns:p14="http://schemas.microsoft.com/office/powerpoint/2010/main" val="1532664281"/>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E0A5BBB-6138-4BB6-9D47-C653625347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B802ED-9F37-4FD1-AD3D-04FDAA91D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5BBE465-E20C-4657-BD8B-EF8D5DE990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202E6222-0549-4FEE-B321-7DDA71D55A3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21641F-4823-4B54-A24A-FF8DF50FA33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22512F8-B724-408E-AF9B-38E0809AF84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73983-C560-44A5-B2AE-311A2E46B56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D3B19D1B-D2C1-4C90-842A-09FDE88D49A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F64D85-38B0-4F8B-AA66-D16A97EB89B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ABF2361-282B-4A39-83D7-5B92C8A3DD6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6E70E4-16DA-499F-B680-FBFF40C29CE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2AC3D11B-3F29-4BE8-BD00-74485B8B77F4}"/>
              </a:ext>
            </a:extLst>
          </p:cNvPr>
          <p:cNvPicPr>
            <a:picLocks xmlns:a="http://schemas.openxmlformats.org/drawingml/2006/main" noChangeAspect="1"/>
          </p:cNvPicPr>
          <p:nvPr/>
        </p:nvPicPr>
        <p:blipFill>
          <a:blip xmlns:r="http://schemas.openxmlformats.org/officeDocument/2006/relationships" xmlns:a="http://schemas.openxmlformats.org/drawingml/2006/main" r:embed="R21ba6b8e3a22435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F039579-457B-4EEE-BB45-5F183EADFC4D}"/>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3E3CDF4-54AB-4F76-99E1-7C0CAA9575F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C6762CDA-FFAF-44B1-B909-3EC1F530F59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dd1beedf6084fb7"/>
              </a:rPr>
              <a:t>Open this week’s quiz</a:t>
            </a:r>
          </a:p>
        </p:txBody>
      </p:sp>
      <p:sp>
        <p:nvSpPr>
          <p:cNvPr id="16" name="">
            <a:extLst xmlns:a="http://schemas.openxmlformats.org/drawingml/2006/main">
              <a:ext uri="{FF2B5EF4-FFF2-40B4-BE49-F238E27FC236}">
                <a16:creationId xmlns:a16="http://schemas.microsoft.com/office/drawing/2014/main" id="{59B100AA-A532-49B0-A490-A587226BD22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https://forms.gle/MKfjP3UWDXAei6FK6</a:t>
            </a:r>
          </a:p>
        </p:txBody>
      </p:sp>
      <p:sp>
        <p:nvSpPr>
          <p:cNvPr id="17" name="">
            <a:extLst xmlns:a="http://schemas.openxmlformats.org/drawingml/2006/main">
              <a:ext uri="{FF2B5EF4-FFF2-40B4-BE49-F238E27FC236}">
                <a16:creationId xmlns:a16="http://schemas.microsoft.com/office/drawing/2014/main" id="{2BE8DD42-1B68-4093-B313-B17A830E3A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43</a:t>
            </a:r>
          </a:p>
        </p:txBody>
      </p:sp>
    </p:spTree>
    <p:extLst>
      <p:ext uri="{BB962C8B-B14F-4D97-AF65-F5344CB8AC3E}">
        <p14:creationId xmlns:p14="http://schemas.microsoft.com/office/powerpoint/2010/main" val="1420238148"/>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9B9529-4712-4947-A6E3-280C13F187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7C0F949-878D-4D5F-8E03-064ECFDDFF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142D7BC-3853-4BF1-BA43-10F174E3952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E4A7C1A-9A68-4DA7-92C0-1E801B981C0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ACA29E89-EFC9-4F6E-9658-EFE5D1E72CB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4A31EAB-6BC2-4912-BB0C-3A78B02CE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44</a:t>
            </a:r>
          </a:p>
        </p:txBody>
      </p:sp>
    </p:spTree>
    <p:extLst>
      <p:ext uri="{BB962C8B-B14F-4D97-AF65-F5344CB8AC3E}">
        <p14:creationId xmlns:p14="http://schemas.microsoft.com/office/powerpoint/2010/main" val="188444108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6F646F-4315-4819-A013-8BC9BA4E74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F9E8DB-F2D7-46BB-BFFF-8D189ABD21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7728FCD-1F93-49D1-8574-547725D4EF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FCA1732-1C13-4C08-B3C5-000D5F7EBE3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61DA78-6C4E-4C4A-A16B-32DD6C85739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AD33585-DD9C-483C-88CE-31E9E53F245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EC95F4-C5D5-4D0B-831B-D5353331632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E81B46EE-D4F1-491E-8910-32460CE067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03C02A-43F2-46CC-A9DD-267386A20D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F0177F2E-D6AC-42A8-A6A5-82AB63E151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8233683-2E3C-461A-94BB-4FECC2CF7DE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9AA76587-3B5F-46C4-8CA5-3AA4A7A4939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02D95ED-F3FA-4583-A692-8221F3179B7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9d3d7988d34436"/>
              </a:rPr>
              <a:t>Open explainer video</a:t>
            </a:r>
          </a:p>
        </p:txBody>
      </p:sp>
      <p:sp>
        <p:nvSpPr>
          <p:cNvPr id="14" name="">
            <a:extLst xmlns:a="http://schemas.openxmlformats.org/drawingml/2006/main">
              <a:ext uri="{FF2B5EF4-FFF2-40B4-BE49-F238E27FC236}">
                <a16:creationId xmlns:a16="http://schemas.microsoft.com/office/drawing/2014/main" id="{B1ECDCAA-A9A4-440D-86B8-D3186277AAB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B8B16307-E37A-446C-ABB7-20854A5A6C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45</a:t>
            </a:r>
          </a:p>
        </p:txBody>
      </p:sp>
    </p:spTree>
    <p:extLst>
      <p:ext uri="{BB962C8B-B14F-4D97-AF65-F5344CB8AC3E}">
        <p14:creationId xmlns:p14="http://schemas.microsoft.com/office/powerpoint/2010/main" val="968523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2026-10-20T18:00:12.8090000Z</dcterms:created>
  <dcterms:modified xsi:type="dcterms:W3CDTF">2026-10-20T18:00:12.8090000Z</dcterms:modified>
</coreProperties>
</file>