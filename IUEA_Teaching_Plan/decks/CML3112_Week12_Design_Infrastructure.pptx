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334e38de8654d14" /><Relationship Type="http://schemas.openxmlformats.org/officeDocument/2006/relationships/extended-properties" Target="/docProps/app.xml" Id="R570a9348c83e4c52" /><Relationship Type="http://schemas.openxmlformats.org/officeDocument/2006/relationships/officeDocument" Target="/ppt/presentation.xml" Id="R90b553902b3f49b4" /></Relationships>
</file>

<file path=ppt/presentation.xml><?xml version="1.0" encoding="utf-8"?>
<p:presentation xmlns:p="http://schemas.openxmlformats.org/presentationml/2006/main">
  <p:sldMasterIdLst>
    <p:sldMasterId xmlns:r="http://schemas.openxmlformats.org/officeDocument/2006/relationships" id="2147483648" r:id="Rd14b708295d243d8"/>
  </p:sldMasterIdLst>
  <p:notesMasterIdLst>
    <p:notesMasterId xmlns:r="http://schemas.openxmlformats.org/officeDocument/2006/relationships" r:id="Rc018b2057fc14436"/>
  </p:notesMasterIdLst>
  <p:sldIdLst>
    <p:sldId xmlns:r="http://schemas.openxmlformats.org/officeDocument/2006/relationships" id="256" r:id="R7bb16e2821964c79"/>
    <p:sldId xmlns:r="http://schemas.openxmlformats.org/officeDocument/2006/relationships" id="257" r:id="R9242b5f07a3d418c"/>
    <p:sldId xmlns:r="http://schemas.openxmlformats.org/officeDocument/2006/relationships" id="258" r:id="Rc76a36cc0c98401f"/>
    <p:sldId xmlns:r="http://schemas.openxmlformats.org/officeDocument/2006/relationships" id="259" r:id="Rd8ec2b11bcf54005"/>
    <p:sldId xmlns:r="http://schemas.openxmlformats.org/officeDocument/2006/relationships" id="260" r:id="Rfd3be3d728264411"/>
    <p:sldId xmlns:r="http://schemas.openxmlformats.org/officeDocument/2006/relationships" id="261" r:id="R3cf449dc07d64190"/>
    <p:sldId xmlns:r="http://schemas.openxmlformats.org/officeDocument/2006/relationships" id="262" r:id="Rcd03bfa18fc646e2"/>
    <p:sldId xmlns:r="http://schemas.openxmlformats.org/officeDocument/2006/relationships" id="263" r:id="R673445e944334ba1"/>
    <p:sldId xmlns:r="http://schemas.openxmlformats.org/officeDocument/2006/relationships" id="264" r:id="R16f5c277d37041dd"/>
    <p:sldId xmlns:r="http://schemas.openxmlformats.org/officeDocument/2006/relationships" id="265" r:id="Re200f7c5703e4fe4"/>
    <p:sldId xmlns:r="http://schemas.openxmlformats.org/officeDocument/2006/relationships" id="266" r:id="R538ae1e02fa14758"/>
    <p:sldId xmlns:r="http://schemas.openxmlformats.org/officeDocument/2006/relationships" id="267" r:id="R4bdd9a236e6f4558"/>
    <p:sldId xmlns:r="http://schemas.openxmlformats.org/officeDocument/2006/relationships" id="268" r:id="R1d0d618c30ad4f31"/>
    <p:sldId xmlns:r="http://schemas.openxmlformats.org/officeDocument/2006/relationships" id="269" r:id="Rf67c2eddea4e4807"/>
    <p:sldId xmlns:r="http://schemas.openxmlformats.org/officeDocument/2006/relationships" id="270" r:id="R7ccd62de79c04cda"/>
    <p:sldId xmlns:r="http://schemas.openxmlformats.org/officeDocument/2006/relationships" id="271" r:id="R13cd902768424a91"/>
    <p:sldId xmlns:r="http://schemas.openxmlformats.org/officeDocument/2006/relationships" id="272" r:id="Rc681041a6d7b490d"/>
    <p:sldId xmlns:r="http://schemas.openxmlformats.org/officeDocument/2006/relationships" id="273" r:id="R05960fac3f5d496a"/>
    <p:sldId xmlns:r="http://schemas.openxmlformats.org/officeDocument/2006/relationships" id="274" r:id="R26a72ea9cf0645db"/>
    <p:sldId xmlns:r="http://schemas.openxmlformats.org/officeDocument/2006/relationships" id="275" r:id="Ra205be7037c24cdd"/>
    <p:sldId xmlns:r="http://schemas.openxmlformats.org/officeDocument/2006/relationships" id="276" r:id="R3a5fa85670264bb7"/>
    <p:sldId xmlns:r="http://schemas.openxmlformats.org/officeDocument/2006/relationships" id="277" r:id="R1cb3df700a25405c"/>
    <p:sldId xmlns:r="http://schemas.openxmlformats.org/officeDocument/2006/relationships" id="278" r:id="R17756b2877fb4aa5"/>
    <p:sldId xmlns:r="http://schemas.openxmlformats.org/officeDocument/2006/relationships" id="279" r:id="Rd3397bbab8be480c"/>
    <p:sldId xmlns:r="http://schemas.openxmlformats.org/officeDocument/2006/relationships" id="280" r:id="R21d83d8f49e94a76"/>
    <p:sldId xmlns:r="http://schemas.openxmlformats.org/officeDocument/2006/relationships" id="281" r:id="R21bff47ec9a04fca"/>
    <p:sldId xmlns:r="http://schemas.openxmlformats.org/officeDocument/2006/relationships" id="282" r:id="R7ee3415db7fd4fd9"/>
    <p:sldId xmlns:r="http://schemas.openxmlformats.org/officeDocument/2006/relationships" id="283" r:id="R4f356e913932401e"/>
    <p:sldId xmlns:r="http://schemas.openxmlformats.org/officeDocument/2006/relationships" id="284" r:id="R888a01eb332c4409"/>
    <p:sldId xmlns:r="http://schemas.openxmlformats.org/officeDocument/2006/relationships" id="285" r:id="Rb6911334a1054ef4"/>
    <p:sldId xmlns:r="http://schemas.openxmlformats.org/officeDocument/2006/relationships" id="286" r:id="R497ef28672454748"/>
    <p:sldId xmlns:r="http://schemas.openxmlformats.org/officeDocument/2006/relationships" id="287" r:id="R6c36753fcc3240ce"/>
    <p:sldId xmlns:r="http://schemas.openxmlformats.org/officeDocument/2006/relationships" id="288" r:id="R467104d1195f4097"/>
    <p:sldId xmlns:r="http://schemas.openxmlformats.org/officeDocument/2006/relationships" id="289" r:id="R77b553bb82cd46a9"/>
    <p:sldId xmlns:r="http://schemas.openxmlformats.org/officeDocument/2006/relationships" id="290" r:id="R2d004ba976844556"/>
    <p:sldId xmlns:r="http://schemas.openxmlformats.org/officeDocument/2006/relationships" id="291" r:id="Rba81d303963740bc"/>
    <p:sldId xmlns:r="http://schemas.openxmlformats.org/officeDocument/2006/relationships" id="292" r:id="Ra93ee35aafdc437f"/>
    <p:sldId xmlns:r="http://schemas.openxmlformats.org/officeDocument/2006/relationships" id="293" r:id="R2a60840b196f421e"/>
    <p:sldId xmlns:r="http://schemas.openxmlformats.org/officeDocument/2006/relationships" id="294" r:id="R6b871af1d7db422b"/>
    <p:sldId xmlns:r="http://schemas.openxmlformats.org/officeDocument/2006/relationships" id="295" r:id="Rd8b86ac4e1844150"/>
    <p:sldId xmlns:r="http://schemas.openxmlformats.org/officeDocument/2006/relationships" id="296" r:id="R053364a82f3940da"/>
    <p:sldId xmlns:r="http://schemas.openxmlformats.org/officeDocument/2006/relationships" id="297" r:id="R9198d4e0f4294d33"/>
    <p:sldId xmlns:r="http://schemas.openxmlformats.org/officeDocument/2006/relationships" id="298" r:id="R4d153828a0e04c1e"/>
    <p:sldId xmlns:r="http://schemas.openxmlformats.org/officeDocument/2006/relationships" id="299" r:id="R03f51eb8c4a34583"/>
    <p:sldId xmlns:r="http://schemas.openxmlformats.org/officeDocument/2006/relationships" id="300" r:id="Reeb2611f4a8a4a28"/>
    <p:sldId xmlns:r="http://schemas.openxmlformats.org/officeDocument/2006/relationships" id="301" r:id="R069e779bd08442c3"/>
    <p:sldId xmlns:r="http://schemas.openxmlformats.org/officeDocument/2006/relationships" id="302" r:id="Rfb7761f9f4a1426d"/>
    <p:sldId xmlns:r="http://schemas.openxmlformats.org/officeDocument/2006/relationships" id="303" r:id="Re1f75b78aaf34c3f"/>
    <p:sldId xmlns:r="http://schemas.openxmlformats.org/officeDocument/2006/relationships" id="304" r:id="Ra938f7cf292446e0"/>
    <p:sldId xmlns:r="http://schemas.openxmlformats.org/officeDocument/2006/relationships" id="305" r:id="R7e381d647da54dd0"/>
    <p:sldId xmlns:r="http://schemas.openxmlformats.org/officeDocument/2006/relationships" id="306" r:id="R46da489084824cd9"/>
    <p:sldId xmlns:r="http://schemas.openxmlformats.org/officeDocument/2006/relationships" id="307" r:id="Rec2309fb0f874ae1"/>
    <p:sldId xmlns:r="http://schemas.openxmlformats.org/officeDocument/2006/relationships" id="308" r:id="R1fbfb32385ab456d"/>
    <p:sldId xmlns:r="http://schemas.openxmlformats.org/officeDocument/2006/relationships" id="309" r:id="R059f567ea02c4833"/>
    <p:sldId xmlns:r="http://schemas.openxmlformats.org/officeDocument/2006/relationships" id="310" r:id="Rd0dc135e9f934cdd"/>
    <p:sldId xmlns:r="http://schemas.openxmlformats.org/officeDocument/2006/relationships" id="311" r:id="Re288cc5ab25e47d9"/>
    <p:sldId xmlns:r="http://schemas.openxmlformats.org/officeDocument/2006/relationships" id="312" r:id="R6c90190aa61149b8"/>
    <p:sldId xmlns:r="http://schemas.openxmlformats.org/officeDocument/2006/relationships" id="313" r:id="R6513ab29d6004eda"/>
    <p:sldId xmlns:r="http://schemas.openxmlformats.org/officeDocument/2006/relationships" id="314" r:id="R77d23ff9ca0c49ca"/>
    <p:sldId xmlns:r="http://schemas.openxmlformats.org/officeDocument/2006/relationships" id="315" r:id="Rec15f84706ac46d6"/>
    <p:sldId xmlns:r="http://schemas.openxmlformats.org/officeDocument/2006/relationships" id="316" r:id="Rf4e05ff2d8f143a2"/>
    <p:sldId xmlns:r="http://schemas.openxmlformats.org/officeDocument/2006/relationships" id="317" r:id="Rd72f3c12f7614371"/>
    <p:sldId xmlns:r="http://schemas.openxmlformats.org/officeDocument/2006/relationships" id="318" r:id="R8b660f96eced4208"/>
    <p:sldId xmlns:r="http://schemas.openxmlformats.org/officeDocument/2006/relationships" id="319" r:id="Rbc354234b74c4d0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7e99201abe43a7" /><Relationship Type="http://schemas.openxmlformats.org/officeDocument/2006/relationships/slideMaster" Target="/ppt/slideMasters/slideMaster1.xml" Id="Rd14b708295d243d8" /><Relationship Type="http://schemas.openxmlformats.org/officeDocument/2006/relationships/notesMaster" Target="/ppt/notesMasters/notesMaster1.xml" Id="Rc018b2057fc14436" /><Relationship Type="http://schemas.openxmlformats.org/officeDocument/2006/relationships/presProps" Target="/ppt/presProps.xml" Id="R639e448768694d00" /><Relationship Type="http://schemas.openxmlformats.org/officeDocument/2006/relationships/tableStyles" Target="/ppt/tableStyles.xml" Id="R90b426dd6ff84f27" /><Relationship Type="http://schemas.openxmlformats.org/officeDocument/2006/relationships/slide" Target="/ppt/slides/slide1.xml" Id="R7bb16e2821964c79" /><Relationship Type="http://schemas.openxmlformats.org/officeDocument/2006/relationships/slide" Target="/ppt/slides/slide2.xml" Id="R9242b5f07a3d418c" /><Relationship Type="http://schemas.openxmlformats.org/officeDocument/2006/relationships/slide" Target="/ppt/slides/slide3.xml" Id="Rc76a36cc0c98401f" /><Relationship Type="http://schemas.openxmlformats.org/officeDocument/2006/relationships/slide" Target="/ppt/slides/slide4.xml" Id="Rd8ec2b11bcf54005" /><Relationship Type="http://schemas.openxmlformats.org/officeDocument/2006/relationships/slide" Target="/ppt/slides/slide5.xml" Id="Rfd3be3d728264411" /><Relationship Type="http://schemas.openxmlformats.org/officeDocument/2006/relationships/slide" Target="/ppt/slides/slide6.xml" Id="R3cf449dc07d64190" /><Relationship Type="http://schemas.openxmlformats.org/officeDocument/2006/relationships/slide" Target="/ppt/slides/slide7.xml" Id="Rcd03bfa18fc646e2" /><Relationship Type="http://schemas.openxmlformats.org/officeDocument/2006/relationships/slide" Target="/ppt/slides/slide8.xml" Id="R673445e944334ba1" /><Relationship Type="http://schemas.openxmlformats.org/officeDocument/2006/relationships/slide" Target="/ppt/slides/slide9.xml" Id="R16f5c277d37041dd" /><Relationship Type="http://schemas.openxmlformats.org/officeDocument/2006/relationships/slide" Target="/ppt/slides/slide10.xml" Id="Re200f7c5703e4fe4" /><Relationship Type="http://schemas.openxmlformats.org/officeDocument/2006/relationships/slide" Target="/ppt/slides/slide11.xml" Id="R538ae1e02fa14758" /><Relationship Type="http://schemas.openxmlformats.org/officeDocument/2006/relationships/slide" Target="/ppt/slides/slide12.xml" Id="R4bdd9a236e6f4558" /><Relationship Type="http://schemas.openxmlformats.org/officeDocument/2006/relationships/slide" Target="/ppt/slides/slide13.xml" Id="R1d0d618c30ad4f31" /><Relationship Type="http://schemas.openxmlformats.org/officeDocument/2006/relationships/slide" Target="/ppt/slides/slide14.xml" Id="Rf67c2eddea4e4807" /><Relationship Type="http://schemas.openxmlformats.org/officeDocument/2006/relationships/slide" Target="/ppt/slides/slide15.xml" Id="R7ccd62de79c04cda" /><Relationship Type="http://schemas.openxmlformats.org/officeDocument/2006/relationships/slide" Target="/ppt/slides/slide16.xml" Id="R13cd902768424a91" /><Relationship Type="http://schemas.openxmlformats.org/officeDocument/2006/relationships/slide" Target="/ppt/slides/slide17.xml" Id="Rc681041a6d7b490d" /><Relationship Type="http://schemas.openxmlformats.org/officeDocument/2006/relationships/slide" Target="/ppt/slides/slide18.xml" Id="R05960fac3f5d496a" /><Relationship Type="http://schemas.openxmlformats.org/officeDocument/2006/relationships/slide" Target="/ppt/slides/slide19.xml" Id="R26a72ea9cf0645db" /><Relationship Type="http://schemas.openxmlformats.org/officeDocument/2006/relationships/slide" Target="/ppt/slides/slide20.xml" Id="Ra205be7037c24cdd" /><Relationship Type="http://schemas.openxmlformats.org/officeDocument/2006/relationships/slide" Target="/ppt/slides/slide21.xml" Id="R3a5fa85670264bb7" /><Relationship Type="http://schemas.openxmlformats.org/officeDocument/2006/relationships/slide" Target="/ppt/slides/slide22.xml" Id="R1cb3df700a25405c" /><Relationship Type="http://schemas.openxmlformats.org/officeDocument/2006/relationships/slide" Target="/ppt/slides/slide23.xml" Id="R17756b2877fb4aa5" /><Relationship Type="http://schemas.openxmlformats.org/officeDocument/2006/relationships/slide" Target="/ppt/slides/slide24.xml" Id="Rd3397bbab8be480c" /><Relationship Type="http://schemas.openxmlformats.org/officeDocument/2006/relationships/slide" Target="/ppt/slides/slide25.xml" Id="R21d83d8f49e94a76" /><Relationship Type="http://schemas.openxmlformats.org/officeDocument/2006/relationships/slide" Target="/ppt/slides/slide26.xml" Id="R21bff47ec9a04fca" /><Relationship Type="http://schemas.openxmlformats.org/officeDocument/2006/relationships/slide" Target="/ppt/slides/slide27.xml" Id="R7ee3415db7fd4fd9" /><Relationship Type="http://schemas.openxmlformats.org/officeDocument/2006/relationships/slide" Target="/ppt/slides/slide28.xml" Id="R4f356e913932401e" /><Relationship Type="http://schemas.openxmlformats.org/officeDocument/2006/relationships/slide" Target="/ppt/slides/slide29.xml" Id="R888a01eb332c4409" /><Relationship Type="http://schemas.openxmlformats.org/officeDocument/2006/relationships/slide" Target="/ppt/slides/slide30.xml" Id="Rb6911334a1054ef4" /><Relationship Type="http://schemas.openxmlformats.org/officeDocument/2006/relationships/slide" Target="/ppt/slides/slide31.xml" Id="R497ef28672454748" /><Relationship Type="http://schemas.openxmlformats.org/officeDocument/2006/relationships/slide" Target="/ppt/slides/slide32.xml" Id="R6c36753fcc3240ce" /><Relationship Type="http://schemas.openxmlformats.org/officeDocument/2006/relationships/slide" Target="/ppt/slides/slide33.xml" Id="R467104d1195f4097" /><Relationship Type="http://schemas.openxmlformats.org/officeDocument/2006/relationships/slide" Target="/ppt/slides/slide34.xml" Id="R77b553bb82cd46a9" /><Relationship Type="http://schemas.openxmlformats.org/officeDocument/2006/relationships/slide" Target="/ppt/slides/slide35.xml" Id="R2d004ba976844556" /><Relationship Type="http://schemas.openxmlformats.org/officeDocument/2006/relationships/slide" Target="/ppt/slides/slide36.xml" Id="Rba81d303963740bc" /><Relationship Type="http://schemas.openxmlformats.org/officeDocument/2006/relationships/slide" Target="/ppt/slides/slide37.xml" Id="Ra93ee35aafdc437f" /><Relationship Type="http://schemas.openxmlformats.org/officeDocument/2006/relationships/slide" Target="/ppt/slides/slide38.xml" Id="R2a60840b196f421e" /><Relationship Type="http://schemas.openxmlformats.org/officeDocument/2006/relationships/slide" Target="/ppt/slides/slide39.xml" Id="R6b871af1d7db422b" /><Relationship Type="http://schemas.openxmlformats.org/officeDocument/2006/relationships/slide" Target="/ppt/slides/slide40.xml" Id="Rd8b86ac4e1844150" /><Relationship Type="http://schemas.openxmlformats.org/officeDocument/2006/relationships/slide" Target="/ppt/slides/slide41.xml" Id="R053364a82f3940da" /><Relationship Type="http://schemas.openxmlformats.org/officeDocument/2006/relationships/slide" Target="/ppt/slides/slide42.xml" Id="R9198d4e0f4294d33" /><Relationship Type="http://schemas.openxmlformats.org/officeDocument/2006/relationships/slide" Target="/ppt/slides/slide43.xml" Id="R4d153828a0e04c1e" /><Relationship Type="http://schemas.openxmlformats.org/officeDocument/2006/relationships/slide" Target="/ppt/slides/slide44.xml" Id="R03f51eb8c4a34583" /><Relationship Type="http://schemas.openxmlformats.org/officeDocument/2006/relationships/slide" Target="/ppt/slides/slide45.xml" Id="Reeb2611f4a8a4a28" /><Relationship Type="http://schemas.openxmlformats.org/officeDocument/2006/relationships/slide" Target="/ppt/slides/slide46.xml" Id="R069e779bd08442c3" /><Relationship Type="http://schemas.openxmlformats.org/officeDocument/2006/relationships/slide" Target="/ppt/slides/slide47.xml" Id="Rfb7761f9f4a1426d" /><Relationship Type="http://schemas.openxmlformats.org/officeDocument/2006/relationships/slide" Target="/ppt/slides/slide48.xml" Id="Re1f75b78aaf34c3f" /><Relationship Type="http://schemas.openxmlformats.org/officeDocument/2006/relationships/slide" Target="/ppt/slides/slide49.xml" Id="Ra938f7cf292446e0" /><Relationship Type="http://schemas.openxmlformats.org/officeDocument/2006/relationships/slide" Target="/ppt/slides/slide50.xml" Id="R7e381d647da54dd0" /><Relationship Type="http://schemas.openxmlformats.org/officeDocument/2006/relationships/slide" Target="/ppt/slides/slide51.xml" Id="R46da489084824cd9" /><Relationship Type="http://schemas.openxmlformats.org/officeDocument/2006/relationships/slide" Target="/ppt/slides/slide52.xml" Id="Rec2309fb0f874ae1" /><Relationship Type="http://schemas.openxmlformats.org/officeDocument/2006/relationships/slide" Target="/ppt/slides/slide53.xml" Id="R1fbfb32385ab456d" /><Relationship Type="http://schemas.openxmlformats.org/officeDocument/2006/relationships/slide" Target="/ppt/slides/slide54.xml" Id="R059f567ea02c4833" /><Relationship Type="http://schemas.openxmlformats.org/officeDocument/2006/relationships/slide" Target="/ppt/slides/slide55.xml" Id="Rd0dc135e9f934cdd" /><Relationship Type="http://schemas.openxmlformats.org/officeDocument/2006/relationships/slide" Target="/ppt/slides/slide56.xml" Id="Re288cc5ab25e47d9" /><Relationship Type="http://schemas.openxmlformats.org/officeDocument/2006/relationships/slide" Target="/ppt/slides/slide57.xml" Id="R6c90190aa61149b8" /><Relationship Type="http://schemas.openxmlformats.org/officeDocument/2006/relationships/slide" Target="/ppt/slides/slide58.xml" Id="R6513ab29d6004eda" /><Relationship Type="http://schemas.openxmlformats.org/officeDocument/2006/relationships/slide" Target="/ppt/slides/slide59.xml" Id="R77d23ff9ca0c49ca" /><Relationship Type="http://schemas.openxmlformats.org/officeDocument/2006/relationships/slide" Target="/ppt/slides/slide60.xml" Id="Rec15f84706ac46d6" /><Relationship Type="http://schemas.openxmlformats.org/officeDocument/2006/relationships/slide" Target="/ppt/slides/slide61.xml" Id="Rf4e05ff2d8f143a2" /><Relationship Type="http://schemas.openxmlformats.org/officeDocument/2006/relationships/slide" Target="/ppt/slides/slide62.xml" Id="Rd72f3c12f7614371" /><Relationship Type="http://schemas.openxmlformats.org/officeDocument/2006/relationships/slide" Target="/ppt/slides/slide63.xml" Id="R8b660f96eced4208" /><Relationship Type="http://schemas.openxmlformats.org/officeDocument/2006/relationships/slide" Target="/ppt/slides/slide64.xml" Id="Rbc354234b74c4d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89a636520244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a5e45a03f84d63" /><Relationship Type="http://schemas.openxmlformats.org/officeDocument/2006/relationships/notesMaster" Target="/ppt/notesMasters/notesMaster1.xml" Id="Rad1932ab37e943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b83ed12a384a5d" /><Relationship Type="http://schemas.openxmlformats.org/officeDocument/2006/relationships/notesMaster" Target="/ppt/notesMasters/notesMaster1.xml" Id="R456038e3c87c4da8"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3f5f80c1694b34" /><Relationship Type="http://schemas.openxmlformats.org/officeDocument/2006/relationships/notesMaster" Target="/ppt/notesMasters/notesMaster1.xml" Id="R60bf23aeb90742e1" /></Relationships>
</file>

<file path=ppt/notesSlides/_rels/notesSlide4.xml.rels>&#65279;<?xml version="1.0" encoding="utf-8"?><Relationships xmlns="http://schemas.openxmlformats.org/package/2006/relationships"><Relationship Type="http://schemas.openxmlformats.org/officeDocument/2006/relationships/slide" Target="/ppt/slides/slide4.xml" Id="R92c2688a7c224e81" /><Relationship Type="http://schemas.openxmlformats.org/officeDocument/2006/relationships/notesMaster" Target="/ppt/notesMasters/notesMaster1.xml" Id="R92502cd974bf4b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0faa3a8eea174555" /><Relationship Type="http://schemas.openxmlformats.org/officeDocument/2006/relationships/notesMaster" Target="/ppt/notesMasters/notesMaster1.xml" Id="Rbecfedc5902d48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a10dd748120a43af" /><Relationship Type="http://schemas.openxmlformats.org/officeDocument/2006/relationships/notesMaster" Target="/ppt/notesMasters/notesMaster1.xml" Id="R8f91e49c077f400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618eb10a0b4a28" /><Relationship Type="http://schemas.openxmlformats.org/officeDocument/2006/relationships/notesMaster" Target="/ppt/notesMasters/notesMaster1.xml" Id="R354ccf4916934b8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1cc6a390564fa7" /><Relationship Type="http://schemas.openxmlformats.org/officeDocument/2006/relationships/notesMaster" Target="/ppt/notesMasters/notesMaster1.xml" Id="R2f5f75a1044541b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aa7be6cefe149b0" /><Relationship Type="http://schemas.openxmlformats.org/officeDocument/2006/relationships/notesMaster" Target="/ppt/notesMasters/notesMaster1.xml" Id="R1f5ffca48d1646d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8ea26079ff04408" /><Relationship Type="http://schemas.openxmlformats.org/officeDocument/2006/relationships/notesMaster" Target="/ppt/notesMasters/notesMaster1.xml" Id="Rd48b77e8eb8f4a3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f2836e0cc84ea3" /><Relationship Type="http://schemas.openxmlformats.org/officeDocument/2006/relationships/notesMaster" Target="/ppt/notesMasters/notesMaster1.xml" Id="Rd413ab935e0b406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016babc4d8a425c" /><Relationship Type="http://schemas.openxmlformats.org/officeDocument/2006/relationships/notesMaster" Target="/ppt/notesMasters/notesMaster1.xml" Id="R2d9d9b0dd6dc4c2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6fa9edef5504e21" /><Relationship Type="http://schemas.openxmlformats.org/officeDocument/2006/relationships/notesMaster" Target="/ppt/notesMasters/notesMaster1.xml" Id="R8d964f8cf0c24ce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e412b0204d14424" /><Relationship Type="http://schemas.openxmlformats.org/officeDocument/2006/relationships/notesMaster" Target="/ppt/notesMasters/notesMaster1.xml" Id="R5adb7bbdba1442d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6fd7ce2e40843a6" /><Relationship Type="http://schemas.openxmlformats.org/officeDocument/2006/relationships/notesMaster" Target="/ppt/notesMasters/notesMaster1.xml" Id="R957e8aa92e334ac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720ff9dcae84504" /><Relationship Type="http://schemas.openxmlformats.org/officeDocument/2006/relationships/notesMaster" Target="/ppt/notesMasters/notesMaster1.xml" Id="Rdef07a54ed9e41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82c9aa662714539" /><Relationship Type="http://schemas.openxmlformats.org/officeDocument/2006/relationships/notesMaster" Target="/ppt/notesMasters/notesMaster1.xml" Id="Rc3da24f4ff16462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abe6b18ce934a4a" /><Relationship Type="http://schemas.openxmlformats.org/officeDocument/2006/relationships/notesMaster" Target="/ppt/notesMasters/notesMaster1.xml" Id="Rfa0a96f0edca462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21eb36c4ba74acb" /><Relationship Type="http://schemas.openxmlformats.org/officeDocument/2006/relationships/notesMaster" Target="/ppt/notesMasters/notesMaster1.xml" Id="R1c715853d89b461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552140ff5774b0c" /><Relationship Type="http://schemas.openxmlformats.org/officeDocument/2006/relationships/notesMaster" Target="/ppt/notesMasters/notesMaster1.xml" Id="R3541612f115c493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5c8a1e9c2214cc0" /><Relationship Type="http://schemas.openxmlformats.org/officeDocument/2006/relationships/notesMaster" Target="/ppt/notesMasters/notesMaster1.xml" Id="R51deafad4f4945c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31c75181bd84121" /><Relationship Type="http://schemas.openxmlformats.org/officeDocument/2006/relationships/notesMaster" Target="/ppt/notesMasters/notesMaster1.xml" Id="R306053b50fd64f1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170c9e36586416e" /><Relationship Type="http://schemas.openxmlformats.org/officeDocument/2006/relationships/notesMaster" Target="/ppt/notesMasters/notesMaster1.xml" Id="R0b90a4a7766048c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7488d01ffdc4fc9" /><Relationship Type="http://schemas.openxmlformats.org/officeDocument/2006/relationships/notesMaster" Target="/ppt/notesMasters/notesMaster1.xml" Id="R851bc2d98d3f434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e07952bc9e54774" /><Relationship Type="http://schemas.openxmlformats.org/officeDocument/2006/relationships/notesMaster" Target="/ppt/notesMasters/notesMaster1.xml" Id="Rc850e513ff254d3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e5f71448d294664" /><Relationship Type="http://schemas.openxmlformats.org/officeDocument/2006/relationships/notesMaster" Target="/ppt/notesMasters/notesMaster1.xml" Id="R532417b2a6a949c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d5429b45f754b01" /><Relationship Type="http://schemas.openxmlformats.org/officeDocument/2006/relationships/notesMaster" Target="/ppt/notesMasters/notesMaster1.xml" Id="R5e3183d50fc6451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3ba85301bcb4994" /><Relationship Type="http://schemas.openxmlformats.org/officeDocument/2006/relationships/notesMaster" Target="/ppt/notesMasters/notesMaster1.xml" Id="Rc584bdd89d3a481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aa6cc52f15742b9" /><Relationship Type="http://schemas.openxmlformats.org/officeDocument/2006/relationships/notesMaster" Target="/ppt/notesMasters/notesMaster1.xml" Id="R6e67a5628bb9479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8caa77943584186" /><Relationship Type="http://schemas.openxmlformats.org/officeDocument/2006/relationships/notesMaster" Target="/ppt/notesMasters/notesMaster1.xml" Id="Re652704d5e35490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6ce8af033d34f76" /><Relationship Type="http://schemas.openxmlformats.org/officeDocument/2006/relationships/notesMaster" Target="/ppt/notesMasters/notesMaster1.xml" Id="Rb5c48c4d3484426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eb629e8f0f641c7" /><Relationship Type="http://schemas.openxmlformats.org/officeDocument/2006/relationships/notesMaster" Target="/ppt/notesMasters/notesMaster1.xml" Id="Rabf859d3ee984a5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40032bb9c75445e" /><Relationship Type="http://schemas.openxmlformats.org/officeDocument/2006/relationships/notesMaster" Target="/ppt/notesMasters/notesMaster1.xml" Id="R440894e498ea478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5fa0b01d3464905" /><Relationship Type="http://schemas.openxmlformats.org/officeDocument/2006/relationships/notesMaster" Target="/ppt/notesMasters/notesMaster1.xml" Id="R792d5948761e487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0ef5f8191ca445c" /><Relationship Type="http://schemas.openxmlformats.org/officeDocument/2006/relationships/notesMaster" Target="/ppt/notesMasters/notesMaster1.xml" Id="R3b75ad196545462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ca1e51b26b743d9" /><Relationship Type="http://schemas.openxmlformats.org/officeDocument/2006/relationships/notesMaster" Target="/ppt/notesMasters/notesMaster1.xml" Id="Rbabd7081ae17495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af9fedb5df8452b" /><Relationship Type="http://schemas.openxmlformats.org/officeDocument/2006/relationships/notesMaster" Target="/ppt/notesMasters/notesMaster1.xml" Id="R15a1da7e3e6d446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6d68d1eb3894224" /><Relationship Type="http://schemas.openxmlformats.org/officeDocument/2006/relationships/notesMaster" Target="/ppt/notesMasters/notesMaster1.xml" Id="Rc42b0574b3f74f6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d885c80c6574780" /><Relationship Type="http://schemas.openxmlformats.org/officeDocument/2006/relationships/notesMaster" Target="/ppt/notesMasters/notesMaster1.xml" Id="R45a3803d30064c1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b9cdea7cfae4d13" /><Relationship Type="http://schemas.openxmlformats.org/officeDocument/2006/relationships/notesMaster" Target="/ppt/notesMasters/notesMaster1.xml" Id="Rb1f9a56e368e45c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629d8c3d1a544a6" /><Relationship Type="http://schemas.openxmlformats.org/officeDocument/2006/relationships/notesMaster" Target="/ppt/notesMasters/notesMaster1.xml" Id="R7c4d1c8fb77a446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b9fdfe8136f4ca7" /><Relationship Type="http://schemas.openxmlformats.org/officeDocument/2006/relationships/notesMaster" Target="/ppt/notesMasters/notesMaster1.xml" Id="R8aa5781bcfbc4eb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69ea1432d2d43b6" /><Relationship Type="http://schemas.openxmlformats.org/officeDocument/2006/relationships/notesMaster" Target="/ppt/notesMasters/notesMaster1.xml" Id="R6b2565b1efad4baf"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eedeb4e984e4165" /><Relationship Type="http://schemas.openxmlformats.org/officeDocument/2006/relationships/notesMaster" Target="/ppt/notesMasters/notesMaster1.xml" Id="R1bb23ddf2062440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44880949a514301" /><Relationship Type="http://schemas.openxmlformats.org/officeDocument/2006/relationships/notesMaster" Target="/ppt/notesMasters/notesMaster1.xml" Id="R2da9b180531242f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385104cdb734535" /><Relationship Type="http://schemas.openxmlformats.org/officeDocument/2006/relationships/notesMaster" Target="/ppt/notesMasters/notesMaster1.xml" Id="R610593132e3c4e7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239c5c9d1d14711" /><Relationship Type="http://schemas.openxmlformats.org/officeDocument/2006/relationships/notesMaster" Target="/ppt/notesMasters/notesMaster1.xml" Id="R7fa2cdad10834d1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c1ec4644f7f4e84" /><Relationship Type="http://schemas.openxmlformats.org/officeDocument/2006/relationships/notesMaster" Target="/ppt/notesMasters/notesMaster1.xml" Id="Ra1ad23d1e83c4a3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07296e5a8044f8e" /><Relationship Type="http://schemas.openxmlformats.org/officeDocument/2006/relationships/notesMaster" Target="/ppt/notesMasters/notesMaster1.xml" Id="R918fa11ef6f0439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9fbccf432294577" /><Relationship Type="http://schemas.openxmlformats.org/officeDocument/2006/relationships/notesMaster" Target="/ppt/notesMasters/notesMaster1.xml" Id="Rca5bc33937de49a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abf07d1cbe14556" /><Relationship Type="http://schemas.openxmlformats.org/officeDocument/2006/relationships/notesMaster" Target="/ppt/notesMasters/notesMaster1.xml" Id="Rf6ee74df66924ac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a735164e0b54ea4" /><Relationship Type="http://schemas.openxmlformats.org/officeDocument/2006/relationships/notesMaster" Target="/ppt/notesMasters/notesMaster1.xml" Id="R616f3d1a22a94ad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b46dadc361c459c" /><Relationship Type="http://schemas.openxmlformats.org/officeDocument/2006/relationships/notesMaster" Target="/ppt/notesMasters/notesMaster1.xml" Id="R38c0752bd5ae4c5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015caa4015a4455" /><Relationship Type="http://schemas.openxmlformats.org/officeDocument/2006/relationships/notesMaster" Target="/ppt/notesMasters/notesMaster1.xml" Id="Ra14217716a404c5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69b23f7dee84f62" /><Relationship Type="http://schemas.openxmlformats.org/officeDocument/2006/relationships/notesMaster" Target="/ppt/notesMasters/notesMaster1.xml" Id="R7981e98f10774910"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4a1554cfae94e1c" /><Relationship Type="http://schemas.openxmlformats.org/officeDocument/2006/relationships/notesMaster" Target="/ppt/notesMasters/notesMaster1.xml" Id="R0cfb3fafa7ef47c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ddeaf4e6185443b" /><Relationship Type="http://schemas.openxmlformats.org/officeDocument/2006/relationships/notesMaster" Target="/ppt/notesMasters/notesMaster1.xml" Id="Rc8bd2a84bb03427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2f522c108a14150" /><Relationship Type="http://schemas.openxmlformats.org/officeDocument/2006/relationships/notesMaster" Target="/ppt/notesMasters/notesMaster1.xml" Id="R6e4869e120244fa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f5c4fd007404d3e" /><Relationship Type="http://schemas.openxmlformats.org/officeDocument/2006/relationships/notesMaster" Target="/ppt/notesMasters/notesMaster1.xml" Id="R929028c2e0d4479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c8f8ea67cac4869" /><Relationship Type="http://schemas.openxmlformats.org/officeDocument/2006/relationships/notesMaster" Target="/ppt/notesMasters/notesMaster1.xml" Id="Rf4cb804212f24d2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a0dacd85db54058" /><Relationship Type="http://schemas.openxmlformats.org/officeDocument/2006/relationships/notesMaster" Target="/ppt/notesMasters/notesMaster1.xml" Id="R082929e62c764c9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618478fa1914052" /><Relationship Type="http://schemas.openxmlformats.org/officeDocument/2006/relationships/notesMaster" Target="/ppt/notesMasters/notesMaster1.xml" Id="R725c51ced36441f7"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e45c12e7708436f" /><Relationship Type="http://schemas.openxmlformats.org/officeDocument/2006/relationships/notesMaster" Target="/ppt/notesMasters/notesMaster1.xml" Id="Rc98209033da34dd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211586013c74035" /><Relationship Type="http://schemas.openxmlformats.org/officeDocument/2006/relationships/notesMaster" Target="/ppt/notesMasters/notesMaster1.xml" Id="R5ccff5ac3f8142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Choosing and explaining a model</a:t>
            </a:r>
          </a:p>
          <a:p xmlns:a="http://schemas.openxmlformats.org/drawingml/2006/main">
            <a:r>
              <a:t>Explanation to give</a:t>
            </a:r>
          </a:p>
          <a:p xmlns:a="http://schemas.openxmlformats.org/drawingml/2006/main">
            <a:r>
              <a:t>A recommendation must satisfy the practical limits before it wins on a ranking metric. Explain eligibility and tie-breaking separately.</a:t>
            </a:r>
          </a:p>
          <a:p xmlns:a="http://schemas.openxmlformats.org/drawingml/2006/main">
            <a:r>
              <a:t/>
            </a:r>
          </a:p>
          <a:p xmlns:a="http://schemas.openxmlformats.org/drawingml/2006/main">
            <a:r>
              <a:t>Worked illustration / lecturer answer</a:t>
            </a:r>
          </a:p>
          <a:p xmlns:a="http://schemas.openxmlformats.org/drawingml/2006/main">
            <a:r>
              <a:t>A model at 4 error units and 12 ms fails a 10 ms limit even if its error is attractive. Test exact boundaries before ranking eligible candidate_models.</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Civil Engineering and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practice precedes the assessment brief. Give the class one consistent data-handling approach: pandas for tables, scikit-learn for models, matplotlib for figures.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modelling_data.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pd.read_csv("practice_filename.csv")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equipment_data.shape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equipment_data.dtypes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equipment_data.head()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pd.read_csv('engineering_data.csv')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equipment_id  load_pct  ambient_c  target</a:t>
            </a:r>
          </a:p>
          <a:p xmlns:a="http://schemas.openxmlformats.org/drawingml/2006/main">
            <a:r>
              <a:t>0          1           E1     59.15      31.71  52.547</a:t>
            </a:r>
          </a:p>
          <a:p xmlns:a="http://schemas.openxmlformats.org/drawingml/2006/main">
            <a:r>
              <a:t>1          2           E2     77.46      29.97  58.691</a:t>
            </a:r>
          </a:p>
          <a:p xmlns:a="http://schemas.openxmlformats.org/drawingml/2006/main">
            <a:r>
              <a:t>2          3           E3     69.60      19.87  47.895</a:t>
            </a:r>
          </a:p>
          <a:p xmlns:a="http://schemas.openxmlformats.org/drawingml/2006/main">
            <a:r>
              <a:t>3          4           E4     75.98      22.29     NaN</a:t>
            </a:r>
          </a:p>
          <a:p xmlns:a="http://schemas.openxmlformats.org/drawingml/2006/main">
            <a:r>
              <a:t>4          5           E5     57.62      23.40  45.609</a:t>
            </a:r>
          </a:p>
          <a:p xmlns:a="http://schemas.openxmlformats.org/drawingml/2006/main">
            <a:r>
              <a:t>(91, 5)</a:t>
            </a:r>
          </a:p>
          <a:p xmlns:a="http://schemas.openxmlformats.org/drawingml/2006/main">
            <a:r>
              <a:t>record_id         int64</a:t>
            </a:r>
          </a:p>
          <a:p xmlns:a="http://schemas.openxmlformats.org/drawingml/2006/main">
            <a:r>
              <a:t>equipment_id     object</a:t>
            </a:r>
          </a:p>
          <a:p xmlns:a="http://schemas.openxmlformats.org/drawingml/2006/main">
            <a:r>
              <a:t>load_pct        float64</a:t>
            </a:r>
          </a:p>
          <a:p xmlns:a="http://schemas.openxmlformats.org/drawingml/2006/main">
            <a:r>
              <a:t>ambient_c       float64</a:t>
            </a:r>
          </a:p>
          <a:p xmlns:a="http://schemas.openxmlformats.org/drawingml/2006/main">
            <a:r>
              <a:t>target          float64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follows the issued data rules. Filtering observed targets is different from estimating missing targets. Deduplicate before filtering, so an invalid first occurrence is not replaced by its later duplicate.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a:t>
            </a:r>
          </a:p>
          <a:p xmlns:a="http://schemas.openxmlformats.org/drawingml/2006/main">
            <a:r>
              <a:t>Read a chain from left to right. In equipment_data["target"].mean(), select the target Series first, then calculate its mean. Each step uses the previous step’s result.</a:t>
            </a:r>
          </a:p>
          <a:p xmlns:a="http://schemas.openxmlformats.org/drawingml/2006/main">
            <a:r>
              <a:t/>
            </a:r>
          </a:p>
          <a:p xmlns:a="http://schemas.openxmlformats.org/drawingml/2006/main">
            <a:r>
              <a:t>A separate working table</a:t>
            </a:r>
          </a:p>
          <a:p xmlns:a="http://schemas.openxmlformats.org/drawingml/2006/main">
            <a:r>
              <a:t>equipment_data.copy() creates a working copy. Assigning columns on this copy preserves the source table, so you can compare before and after.</a:t>
            </a:r>
          </a:p>
          <a:p xmlns:a="http://schemas.openxmlformats.org/drawingml/2006/main">
            <a:r>
              <a:t/>
            </a:r>
          </a:p>
          <a:p xmlns:a="http://schemas.openxmlformats.org/drawingml/2006/main">
            <a:r>
              <a:t>Finding recorded cells</a:t>
            </a:r>
          </a:p>
          <a:p xmlns:a="http://schemas.openxmlformats.org/drawingml/2006/main">
            <a:r>
              <a:t>notna() returns True where a value is present. Use it to retain observations with a recorded target before modelling.</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inclusive range</a:t>
            </a:r>
          </a:p>
          <a:p xmlns:a="http://schemas.openxmlformats.org/drawingml/2006/main">
            <a:r>
              <a:t>series.between(0, 100) is True for values from 0 through 100, including both limits. The resulting mask helps select valid rows.</a:t>
            </a:r>
          </a:p>
          <a:p xmlns:a="http://schemas.openxmlformats.org/drawingml/2006/main">
            <a:r>
              <a:t/>
            </a:r>
          </a:p>
          <a:p xmlns:a="http://schemas.openxmlformats.org/drawingml/2006/main">
            <a:r>
              <a:t>Selecting columns</a:t>
            </a:r>
          </a:p>
          <a:p xmlns:a="http://schemas.openxmlformats.org/drawingml/2006/main">
            <a:r>
              <a:t>equipment_data["column"] returns one labelled column, a Series. equipment_data[["a", "b"]] returns a DataFrame containing those named columns in that order.</a:t>
            </a:r>
          </a:p>
          <a:p xmlns:a="http://schemas.openxmlformats.org/drawingml/2006/main">
            <a:r>
              <a:t/>
            </a:r>
          </a:p>
          <a:p xmlns:a="http://schemas.openxmlformats.org/drawingml/2006/main">
            <a:r>
              <a:t>Selecting rows with a mask</a:t>
            </a:r>
          </a:p>
          <a:p xmlns:a="http://schemas.openxmlformats.org/drawingml/2006/main">
            <a:r>
              <a:t>A column comparison produces one True or False per row. equipment_data[mask] keeps the True rows. &amp; combines masks: both conditions must hold. Parenthesise each comparison.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Keeping the first observation</a:t>
            </a:r>
          </a:p>
          <a:p xmlns:a="http://schemas.openxmlformats.org/drawingml/2006/main">
            <a:r>
              <a:t>equipment_data.drop_duplicates("record_id") returns rows with the first occurrence of each ID, preserving their order. It does not overwrite the source unless you assign the result.</a:t>
            </a:r>
          </a:p>
          <a:p xmlns:a="http://schemas.openxmlformats.org/drawingml/2006/main">
            <a:r>
              <a:t/>
            </a:r>
          </a:p>
          <a:p xmlns:a="http://schemas.openxmlformats.org/drawingml/2006/main">
            <a:r>
              <a:t>Membership in a group list</a:t>
            </a:r>
          </a:p>
          <a:p xmlns:a="http://schemas.openxmlformats.org/drawingml/2006/main">
            <a:r>
              <a:t>series.isin(["E1", "E2"]) returns True for entries matching either listed label. equipment_data[that_mask] keeps all observations belonging to those groups.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modelling_data = raw_data.drop_duplicates('record_id').copy()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target_is_recorded = modelling_data['target'].notna()</a:t>
            </a:r>
          </a:p>
          <a:p xmlns:a="http://schemas.openxmlformats.org/drawingml/2006/main">
            <a:r>
              <a:t>target_is_recorded stores the result of the displayed expression.</a:t>
            </a:r>
          </a:p>
          <a:p xmlns:a="http://schemas.openxmlformats.org/drawingml/2006/main">
            <a:r>
              <a:t/>
            </a:r>
          </a:p>
          <a:p xmlns:a="http://schemas.openxmlformats.org/drawingml/2006/main">
            <a:r>
              <a:t>load_is_valid = modelling_data['load_pct'].between(0, 100)</a:t>
            </a:r>
          </a:p>
          <a:p xmlns:a="http://schemas.openxmlformats.org/drawingml/2006/main">
            <a:r>
              <a:t>load_is_valid stores the result of the displayed expression.</a:t>
            </a:r>
          </a:p>
          <a:p xmlns:a="http://schemas.openxmlformats.org/drawingml/2006/main">
            <a:r>
              <a:t/>
            </a:r>
          </a:p>
          <a:p xmlns:a="http://schemas.openxmlformats.org/drawingml/2006/main">
            <a:r>
              <a:t>rows_to_keep = target_is_recorded &amp; load_is_valid</a:t>
            </a:r>
          </a:p>
          <a:p xmlns:a="http://schemas.openxmlformats.org/drawingml/2006/main">
            <a:r>
              <a:t>rows_to_keep stores the result of the displayed expression.</a:t>
            </a:r>
          </a:p>
          <a:p xmlns:a="http://schemas.openxmlformats.org/drawingml/2006/main">
            <a:r>
              <a:t/>
            </a:r>
          </a:p>
          <a:p xmlns:a="http://schemas.openxmlformats.org/drawingml/2006/main">
            <a:r>
              <a:t>print(target_is_recorded.head())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print(load_is_valid.head())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modelling_data = modelling_data[rows_to_keep].copy()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print(len(raw_data), len(modelling_data))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False</a:t>
            </a:r>
          </a:p>
          <a:p xmlns:a="http://schemas.openxmlformats.org/drawingml/2006/main">
            <a:r>
              <a:t>4     True</a:t>
            </a:r>
          </a:p>
          <a:p xmlns:a="http://schemas.openxmlformats.org/drawingml/2006/main">
            <a:r>
              <a:t>Name: target, dtype: bool</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True</a:t>
            </a:r>
          </a:p>
          <a:p xmlns:a="http://schemas.openxmlformats.org/drawingml/2006/main">
            <a:r>
              <a:t>4    True</a:t>
            </a:r>
          </a:p>
          <a:p xmlns:a="http://schemas.openxmlformats.org/drawingml/2006/main">
            <a:r>
              <a:t>Name: load_pct, dtype: bool</a:t>
            </a:r>
          </a:p>
          <a:p xmlns:a="http://schemas.openxmlformats.org/drawingml/2006/main">
            <a:r>
              <a:t>91 88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is_training_equipment = modelling_data['equipment_id'].isin(['E1', 'E2', 'E3', 'E4'])</a:t>
            </a:r>
          </a:p>
          <a:p xmlns:a="http://schemas.openxmlformats.org/drawingml/2006/main">
            <a:r>
              <a:t>is_training_equipment stores the result of the displayed expression.</a:t>
            </a:r>
          </a:p>
          <a:p xmlns:a="http://schemas.openxmlformats.org/drawingml/2006/main">
            <a:r>
              <a:t/>
            </a:r>
          </a:p>
          <a:p xmlns:a="http://schemas.openxmlformats.org/drawingml/2006/main">
            <a:r>
              <a:t>is_validation_equipment = modelling_data['equipment_id'].isin(['E5'])</a:t>
            </a:r>
          </a:p>
          <a:p xmlns:a="http://schemas.openxmlformats.org/drawingml/2006/main">
            <a:r>
              <a:t>is_validation_equipment stores the result of the displayed expression.</a:t>
            </a:r>
          </a:p>
          <a:p xmlns:a="http://schemas.openxmlformats.org/drawingml/2006/main">
            <a:r>
              <a:t/>
            </a:r>
          </a:p>
          <a:p xmlns:a="http://schemas.openxmlformats.org/drawingml/2006/main">
            <a:r>
              <a:t>is_test_equipment = modelling_data['equipment_id'].isin(['E6'])</a:t>
            </a:r>
          </a:p>
          <a:p xmlns:a="http://schemas.openxmlformats.org/drawingml/2006/main">
            <a:r>
              <a:t>is_test_equipment stores the result of the displayed expression.</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training_data = modelling_data[is_training_equipment].copy()</a:t>
            </a:r>
          </a:p>
          <a:p xmlns:a="http://schemas.openxmlformats.org/drawingml/2006/main">
            <a:r>
              <a:t>training_data stores rows used to learn model settings; only these rows may determine imputation values.</a:t>
            </a:r>
          </a:p>
          <a:p xmlns:a="http://schemas.openxmlformats.org/drawingml/2006/main">
            <a:r>
              <a:t/>
            </a:r>
          </a:p>
          <a:p xmlns:a="http://schemas.openxmlformats.org/drawingml/2006/main">
            <a:r>
              <a:t>validation_data = modelling_data[is_validation_equipment].copy()</a:t>
            </a:r>
          </a:p>
          <a:p xmlns:a="http://schemas.openxmlformats.org/drawingml/2006/main">
            <a:r>
              <a:t>validation_data stores separate rows used to compare models without fitting on them.</a:t>
            </a:r>
          </a:p>
          <a:p xmlns:a="http://schemas.openxmlformats.org/drawingml/2006/main">
            <a:r>
              <a:t/>
            </a:r>
          </a:p>
          <a:p xmlns:a="http://schemas.openxmlformats.org/drawingml/2006/main">
            <a:r>
              <a:t>test_data = modelling_data[is_test_equipment].copy()</a:t>
            </a:r>
          </a:p>
          <a:p xmlns:a="http://schemas.openxmlformats.org/drawingml/2006/main">
            <a:r>
              <a:t>test_data stores held-out rows kept aside until the final evaluation.</a:t>
            </a:r>
          </a:p>
          <a:p xmlns:a="http://schemas.openxmlformats.org/drawingml/2006/main">
            <a:r>
              <a:t/>
            </a:r>
          </a:p>
          <a:p xmlns:a="http://schemas.openxmlformats.org/drawingml/2006/main">
            <a:r>
              <a:t>feature_columns = ['load_pct', 'ambient_c']</a:t>
            </a:r>
          </a:p>
          <a:p xmlns:a="http://schemas.openxmlformats.org/drawingml/2006/main">
            <a:r>
              <a:t>feature_columns stores the list of input column names supplied to the model.</a:t>
            </a:r>
          </a:p>
          <a:p xmlns:a="http://schemas.openxmlformats.org/drawingml/2006/main">
            <a:r>
              <a:t/>
            </a:r>
          </a:p>
          <a:p xmlns:a="http://schemas.openxmlformats.org/drawingml/2006/main">
            <a:r>
              <a:t>print(len(training_data), len(validation_data), len(test_data))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58 15 15</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model object exists before training. X is two-dimensional and y is one-dimensional. Select inputs in the same order during prediction. A validation target must never enter fit.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plain values</a:t>
            </a:r>
          </a:p>
          <a:p xmlns:a="http://schemas.openxmlformats.org/drawingml/2006/main">
            <a:r>
              <a:t>series.tolist() or array.tolist() returns a Python list of values, without pandas row labels. Preserve their order when pairing actual values and validation_predictions.</a:t>
            </a:r>
          </a:p>
          <a:p xmlns:a="http://schemas.openxmlformats.org/drawingml/2006/main">
            <a:r>
              <a:t/>
            </a:r>
          </a:p>
          <a:p xmlns:a="http://schemas.openxmlformats.org/drawingml/2006/main">
            <a:r>
              <a:t>Rounded display</a:t>
            </a:r>
          </a:p>
          <a:p xmlns:a="http://schemas.openxmlformats.org/drawingml/2006/main">
            <a:r>
              <a:t>series.round(3) returns values rounded to three decimal places. Python round(number, 3) rounds one number. Keep unrounded calculations for returned assessment answers.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make_pipeline(imputer, estimator) links preprocessing and prediction. fit learns the imputer and estimator on training rows. predict applies the learned steps to new rows in the same order.</a:t>
            </a:r>
          </a:p>
          <a:p xmlns:a="http://schemas.openxmlformats.org/drawingml/2006/main">
            <a:r>
              <a:t/>
            </a:r>
          </a:p>
          <a:p xmlns:a="http://schemas.openxmlformats.org/drawingml/2006/main">
            <a:r>
              <a:t>SimpleImputer(strategy="median") learns a median for each input column during fit. It uses those training medians to fill gaps later. Never learn replacement values from validation or test rows.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LinearRegression() creates an unfitted model. It will learn coefficients and an intercept from training examples. Creating it alone does not train it or make predictions.</a:t>
            </a:r>
          </a:p>
          <a:p xmlns:a="http://schemas.openxmlformats.org/drawingml/2006/main">
            <a:r>
              <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model.predict(input_table) returns one prediction per input row. Use the same feature columns and order as during training. Prediction uses learned settings; it does not refit the model.</a:t>
            </a:r>
          </a:p>
          <a:p xmlns:a="http://schemas.openxmlformats.org/drawingml/2006/main">
            <a:r>
              <a:t/>
            </a:r>
          </a:p>
          <a:p xmlns:a="http://schemas.openxmlformats.org/drawingml/2006/main">
            <a:r>
              <a:t>values[:5] selects positions 0 through 4, or fewer if the sequence is shorter. The stop position is excluded. This preview does not change the full array stored in the variable.</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common machine-learning conventions. Some tutorials write train_x and train_y instead. The names are chosen by the programmer, not special Python keywords. Keep training_data as the full table; selecting X_train must exclude target. Rows in X and y must stay paired. fit uses training pairs; predict receives only X_valid. Compare predictions with y_valid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X_train = training_data[feature_columns]</a:t>
            </a:r>
          </a:p>
          <a:p xmlns:a="http://schemas.openxmlformats.org/drawingml/2006/main">
            <a:r>
              <a:t>X_train stores training input columns, excluding the target.</a:t>
            </a:r>
          </a:p>
          <a:p xmlns:a="http://schemas.openxmlformats.org/drawingml/2006/main">
            <a:r>
              <a:t/>
            </a:r>
          </a:p>
          <a:p xmlns:a="http://schemas.openxmlformats.org/drawingml/2006/main">
            <a:r>
              <a:t>y_train = training_data['target']</a:t>
            </a:r>
          </a:p>
          <a:p xmlns:a="http://schemas.openxmlformats.org/drawingml/2006/main">
            <a:r>
              <a:t>y_train stores observed training targets in matching row order.</a:t>
            </a:r>
          </a:p>
          <a:p xmlns:a="http://schemas.openxmlformats.org/drawingml/2006/main">
            <a:r>
              <a:t/>
            </a:r>
          </a:p>
          <a:p xmlns:a="http://schemas.openxmlformats.org/drawingml/2006/main">
            <a:r>
              <a:t>X_valid = validation_data[feature_columns]</a:t>
            </a:r>
          </a:p>
          <a:p xmlns:a="http://schemas.openxmlformats.org/drawingml/2006/main">
            <a:r>
              <a:t>X_valid stores validation input columns in training-column order.</a:t>
            </a:r>
          </a:p>
          <a:p xmlns:a="http://schemas.openxmlformats.org/drawingml/2006/main">
            <a:r>
              <a:t/>
            </a:r>
          </a:p>
          <a:p xmlns:a="http://schemas.openxmlformats.org/drawingml/2006/main">
            <a:r>
              <a:t>y_valid = validation_data['target']</a:t>
            </a:r>
          </a:p>
          <a:p xmlns:a="http://schemas.openxmlformats.org/drawingml/2006/main">
            <a:r>
              <a:t>y_valid stores observed validation targets, used only for evaluation.</a:t>
            </a:r>
          </a:p>
          <a:p xmlns:a="http://schemas.openxmlformats.org/drawingml/2006/main">
            <a:r>
              <a:t/>
            </a:r>
          </a:p>
          <a:p xmlns:a="http://schemas.openxmlformats.org/drawingml/2006/main">
            <a:r>
              <a:t>from sklearn.impute import SimpleImputer</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sklearn.pipeline import make_pipeline</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sklearn.linear_model import LinearRegression</a:t>
            </a:r>
          </a:p>
          <a:p xmlns:a="http://schemas.openxmlformats.org/drawingml/2006/main">
            <a:r>
              <a:t>Load the named tools. Importing a model class does not train a model.</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linear_model = make_pipeline(SimpleImputer(strategy='median'), LinearRegression())</a:t>
            </a:r>
          </a:p>
          <a:p xmlns:a="http://schemas.openxmlformats.org/drawingml/2006/main">
            <a:r>
              <a:t>linear_model stores the linear regression estimator or imputation-and-regression pipeline.</a:t>
            </a:r>
          </a:p>
          <a:p xmlns:a="http://schemas.openxmlformats.org/drawingml/2006/main">
            <a:r>
              <a:t/>
            </a:r>
          </a:p>
          <a:p xmlns:a="http://schemas.openxmlformats.org/drawingml/2006/main">
            <a:r>
              <a:t>linear_model.fit(X_train,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validation_predictions = linear_model.predict(X_valid)</a:t>
            </a:r>
          </a:p>
          <a:p xmlns:a="http://schemas.openxmlformats.org/drawingml/2006/main">
            <a:r>
              <a:t>validation_predictions stores one predicted target for each validation row, in the same order.</a:t>
            </a:r>
          </a:p>
          <a:p xmlns:a="http://schemas.openxmlformats.org/drawingml/2006/main">
            <a:r>
              <a:t/>
            </a:r>
          </a:p>
          <a:p xmlns:a="http://schemas.openxmlformats.org/drawingml/2006/main">
            <a:r>
              <a:t>print(validation_predictions[:5].round(3).tolist())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[44.91, 38.847, 54.982, 34.035, 39.662]</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RMSE reacts more strongly to large baseline_errors. Neither metric is a maximum guaranteed error. Pair by row order before calculation. R² is a separate regression measure and can be negative.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Adding or replacing a column</a:t>
            </a:r>
          </a:p>
          <a:p xmlns:a="http://schemas.openxmlformats.org/drawingml/2006/main">
            <a:r>
              <a:t>equipment_data["name"] = values assigns that column. An array follows row order. A Series aligns by row label, so keep labels paired with the intended observations.</a:t>
            </a:r>
          </a:p>
          <a:p xmlns:a="http://schemas.openxmlformats.org/drawingml/2006/main">
            <a:r>
              <a:t/>
            </a:r>
          </a:p>
          <a:p xmlns:a="http://schemas.openxmlformats.org/drawingml/2006/main">
            <a:r>
              <a:t>Column arithmetic</a:t>
            </a:r>
          </a:p>
          <a:p xmlns:a="http://schemas.openxmlformats.org/drawingml/2006/main">
            <a:r>
              <a:t>Arithmetic on columns calculates one result per row. Series align by row label. Divide only where the denominator is valid and keep actual and predicted observations paired.</a:t>
            </a:r>
          </a:p>
          <a:p xmlns:a="http://schemas.openxmlformats.org/drawingml/2006/main">
            <a:r>
              <a:t/>
            </a:r>
          </a:p>
          <a:p xmlns:a="http://schemas.openxmlformats.org/drawingml/2006/main">
            <a:r>
              <a:t>Mean of recorded values</a:t>
            </a:r>
          </a:p>
          <a:p xmlns:a="http://schemas.openxmlformats.org/drawingml/2006/main">
            <a:r>
              <a:t>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Magnitude of each error</a:t>
            </a:r>
          </a:p>
          <a:p xmlns:a="http://schemas.openxmlformats.org/drawingml/2006/main">
            <a:r>
              <a:t>series.abs() makes negative values positive while leaving nonnegative values unchanged. Averaging these magnitudes gives mean absolute error.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 2 squares each error. After averaging, ** 0.5 takes the square root. This gives root mean squared error, which penalises large errors more strongly than mean absolute error.</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record IDs and observed targets from validation rows. Add predictions in that same order. Each row now pairs one observation with its own predicted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record IDs and observed targets from validation rows. Add predictions in that same order. Each row now pairs one observation with its own predicted value.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validation_results = validation_data[['record_id', 'target']].copy()</a:t>
            </a:r>
          </a:p>
          <a:p xmlns:a="http://schemas.openxmlformats.org/drawingml/2006/main">
            <a:r>
              <a:t>validation_results stores actual and predicted targets paired with each record ID.</a:t>
            </a:r>
          </a:p>
          <a:p xmlns:a="http://schemas.openxmlformats.org/drawingml/2006/main">
            <a:r>
              <a:t/>
            </a:r>
          </a:p>
          <a:p xmlns:a="http://schemas.openxmlformats.org/drawingml/2006/main">
            <a:r>
              <a:t>validation_results['predicted'] = validation_predictions</a:t>
            </a:r>
          </a:p>
          <a:p xmlns:a="http://schemas.openxmlformats.org/drawingml/2006/main">
            <a:r>
              <a:t>validation_results stores actual and predicted targets paired with each record ID.</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Subtract predicted from observed values. Positive errors mean underprediction; negative errors mean overprediction. abs removes signs for MAE. Squaring before averaging and taking a square root gives RMSE.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Subtract predicted from observed values. Positive errors mean underprediction; negative errors mean overprediction. abs removes signs for MAE. Squaring before averaging and taking a square root gives RMSE.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prediction_errors = validation_results['target'] - validation_results['predicted']</a:t>
            </a:r>
          </a:p>
          <a:p xmlns:a="http://schemas.openxmlformats.org/drawingml/2006/main">
            <a:r>
              <a:t>prediction_errors stores actual targets minus predictions; signs indicate under- or over-prediction.</a:t>
            </a:r>
          </a:p>
          <a:p xmlns:a="http://schemas.openxmlformats.org/drawingml/2006/main">
            <a:r>
              <a:t/>
            </a:r>
          </a:p>
          <a:p xmlns:a="http://schemas.openxmlformats.org/drawingml/2006/main">
            <a:r>
              <a:t>mae = prediction_errors.abs().mean()</a:t>
            </a:r>
          </a:p>
          <a:p xmlns:a="http://schemas.openxmlformats.org/drawingml/2006/main">
            <a:r>
              <a:t>mae stores mean absolute error in the target unit.</a:t>
            </a:r>
          </a:p>
          <a:p xmlns:a="http://schemas.openxmlformats.org/drawingml/2006/main">
            <a:r>
              <a:t/>
            </a:r>
          </a:p>
          <a:p xmlns:a="http://schemas.openxmlformats.org/drawingml/2006/main">
            <a:r>
              <a:t>rmse = (prediction_errors ** 2).mean() ** 0.5</a:t>
            </a:r>
          </a:p>
          <a:p xmlns:a="http://schemas.openxmlformats.org/drawingml/2006/main">
            <a:r>
              <a:t>rmse stores root mean squared error in the target unit.</a:t>
            </a:r>
          </a:p>
          <a:p xmlns:a="http://schemas.openxmlformats.org/drawingml/2006/main">
            <a:r>
              <a:t/>
            </a:r>
          </a:p>
          <a:p xmlns:a="http://schemas.openxmlformats.org/drawingml/2006/main">
            <a:r>
              <a:t>print(validation_results.head())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print(round(float(mae), 4), round(float(rmse),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target  predicted</a:t>
            </a:r>
          </a:p>
          <a:p xmlns:a="http://schemas.openxmlformats.org/drawingml/2006/main">
            <a:r>
              <a:t>4           5  45.609  44.910430</a:t>
            </a:r>
          </a:p>
          <a:p xmlns:a="http://schemas.openxmlformats.org/drawingml/2006/main">
            <a:r>
              <a:t>10         11  36.634  38.847011</a:t>
            </a:r>
          </a:p>
          <a:p xmlns:a="http://schemas.openxmlformats.org/drawingml/2006/main">
            <a:r>
              <a:t>16         17  54.564  54.981598</a:t>
            </a:r>
          </a:p>
          <a:p xmlns:a="http://schemas.openxmlformats.org/drawingml/2006/main">
            <a:r>
              <a:t>22         23  33.523  34.035272</a:t>
            </a:r>
          </a:p>
          <a:p xmlns:a="http://schemas.openxmlformats.org/drawingml/2006/main">
            <a:r>
              <a:t>28         29  39.277  39.661642</a:t>
            </a:r>
          </a:p>
          <a:p xmlns:a="http://schemas.openxmlformats.org/drawingml/2006/main">
            <a:r>
              <a:t>0.7427 0.8835</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perf_counter reads a high-resolution clock. Elapsed seconds times 1000 gives milliseconds. This classroom timing is a demonstration, not a production benchmark.</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table from Python values</a:t>
            </a:r>
          </a:p>
          <a:p xmlns:a="http://schemas.openxmlformats.org/drawingml/2006/main">
            <a:r>
              <a:t>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perf_counter() reads a high-resolution clock in seconds. Subtract the earlier reading from the later one, then multiply by 1000 for milliseconds. One measured run is an illustration, not a reliable performance benchmark.</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perf_counter reads seconds from a high-resolution clock. Read it immediately before and after predict. Convert elapsed seconds to milliseconds and divide by row count. One timing is illustrative: repeated measurements are needed for a reliable speed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perf_counter reads seconds from a high-resolution clock. Read it immediately before and after predict. Convert elapsed seconds to milliseconds and divide by row count. One timing is illustrative: repeated measurements are needed for a reliable speed claim.</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from time import perf_counter</a:t>
            </a:r>
          </a:p>
          <a:p xmlns:a="http://schemas.openxmlformats.org/drawingml/2006/main">
            <a:r>
              <a:t>Load the named tools. Importing a model class does not train a model.</a:t>
            </a:r>
          </a:p>
          <a:p xmlns:a="http://schemas.openxmlformats.org/drawingml/2006/main">
            <a:r>
              <a:t/>
            </a:r>
          </a:p>
          <a:p xmlns:a="http://schemas.openxmlformats.org/drawingml/2006/main">
            <a:r>
              <a:t>prediction_start_time = perf_counter()</a:t>
            </a:r>
          </a:p>
          <a:p xmlns:a="http://schemas.openxmlformats.org/drawingml/2006/main">
            <a:r>
              <a:t>prediction_start_time stores timer reading immediately before predicting the batch.</a:t>
            </a:r>
          </a:p>
          <a:p xmlns:a="http://schemas.openxmlformats.org/drawingml/2006/main">
            <a:r>
              <a:t/>
            </a:r>
          </a:p>
          <a:p xmlns:a="http://schemas.openxmlformats.org/drawingml/2006/main">
            <a:r>
              <a:t>linear_model.predict(X_valid)</a:t>
            </a:r>
          </a:p>
          <a:p xmlns:a="http://schemas.openxmlformats.org/drawingml/2006/main">
            <a:r>
              <a:t>model.predict(input_table) returns one prediction per input row. Use the same feature columns and order as during training. Prediction uses learned settings; it does not refit the model.</a:t>
            </a:r>
          </a:p>
          <a:p xmlns:a="http://schemas.openxmlformats.org/drawingml/2006/main">
            <a:r>
              <a:t/>
            </a:r>
          </a:p>
          <a:p xmlns:a="http://schemas.openxmlformats.org/drawingml/2006/main">
            <a:r>
              <a:t>prediction_time_ms = (perf_counter() - prediction_start_time) * 1000 / len(validation_data)</a:t>
            </a:r>
          </a:p>
          <a:p xmlns:a="http://schemas.openxmlformats.org/drawingml/2006/main">
            <a:r>
              <a:t>prediction_time_ms stores measured batch time in milliseconds divided by validation-row count.</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candidate_models: table of model names, measured validation errors and prediction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candidate_models: table of model names, measured validation errors and prediction times.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candidate_models = pd.DataFrame({'name': ['linear'], 'validation_mae': [float(mae)], 'latency_ms': [prediction_time_ms]})</a:t>
            </a:r>
          </a:p>
          <a:p xmlns:a="http://schemas.openxmlformats.org/drawingml/2006/main">
            <a:r>
              <a:t>candidate_models stores table of model names, measured validation errors and prediction times.</a:t>
            </a:r>
          </a:p>
          <a:p xmlns:a="http://schemas.openxmlformats.org/drawingml/2006/main">
            <a:r>
              <a:t/>
            </a:r>
          </a:p>
          <a:p xmlns:a="http://schemas.openxmlformats.org/drawingml/2006/main">
            <a:r>
              <a:t>print(candidate_models)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name  validation_mae  latency_ms</a:t>
            </a:r>
          </a:p>
          <a:p xmlns:a="http://schemas.openxmlformats.org/drawingml/2006/main">
            <a:r>
              <a:t>0  linear        0.742677    0.022022</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limits illustrate a decision rule, not an engineering safety standard. The assessment passes its own candidates and limits, which the function must use.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Checking for no rows</a:t>
            </a:r>
          </a:p>
          <a:p xmlns:a="http://schemas.openxmlformats.org/drawingml/2006/main">
            <a:r>
              <a:t>equipment_data.empty is True when the filtered table has no entries. Check it before attempting to select a first row. empty is a property, without parentheses.</a:t>
            </a:r>
          </a:p>
          <a:p xmlns:a="http://schemas.openxmlformats.org/drawingml/2006/main">
            <a:r>
              <a:t/>
            </a:r>
          </a:p>
          <a:p xmlns:a="http://schemas.openxmlformats.org/drawingml/2006/main">
            <a:r>
              <a:t>Sorting by several columns</a:t>
            </a:r>
          </a:p>
          <a:p xmlns:a="http://schemas.openxmlformats.org/drawingml/2006/main">
            <a:r>
              <a:t>equipment_data.sort_values(["validation_mae", "latency_ms", "name"]) sorts ascending by error first. Equal errors use latency, then alphabetical name as tie-breaks.</a:t>
            </a:r>
          </a:p>
          <a:p xmlns:a="http://schemas.openxmlformats.org/drawingml/2006/main">
            <a:r>
              <a:t/>
            </a:r>
          </a:p>
          <a:p xmlns:a="http://schemas.openxmlformats.org/drawingml/2006/main">
            <a:r>
              <a:t>Selecting by row position</a:t>
            </a:r>
          </a:p>
          <a:p xmlns:a="http://schemas.openxmlformats.org/drawingml/2006/main">
            <a:r>
              <a:t>equipment_data.iloc[0] selects the first row by its position, not its label. ["name"] then selects that row’s name field. An empty table has no row at position zero.</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condition: runs its indented statements only when the condition is True. else: handles the other case. Check for a nonzero denominator before division, and for a nonempty table before selecting its first row.</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condition: runs its indented statements only when the condition is True. else: handles the other case. Check for a nonzero denominator before division, and for a nonempty table before selecting its first row.</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error_is_acceptable = candidate_models['validation_mae'] &lt;= 10</a:t>
            </a:r>
          </a:p>
          <a:p xmlns:a="http://schemas.openxmlformats.org/drawingml/2006/main">
            <a:r>
              <a:t>error_is_acceptable stores the result of the displayed expression.</a:t>
            </a:r>
          </a:p>
          <a:p xmlns:a="http://schemas.openxmlformats.org/drawingml/2006/main">
            <a:r>
              <a:t/>
            </a:r>
          </a:p>
          <a:p xmlns:a="http://schemas.openxmlformats.org/drawingml/2006/main">
            <a:r>
              <a:t>time_is_acceptable = candidate_models['latency_ms'] &lt;= 10</a:t>
            </a:r>
          </a:p>
          <a:p xmlns:a="http://schemas.openxmlformats.org/drawingml/2006/main">
            <a:r>
              <a:t>time_is_acceptable stores the result of the displayed expression.</a:t>
            </a:r>
          </a:p>
          <a:p xmlns:a="http://schemas.openxmlformats.org/drawingml/2006/main">
            <a:r>
              <a:t/>
            </a:r>
          </a:p>
          <a:p xmlns:a="http://schemas.openxmlformats.org/drawingml/2006/main">
            <a:r>
              <a:t>model_is_eligible = error_is_acceptable &amp; time_is_acceptable</a:t>
            </a:r>
          </a:p>
          <a:p xmlns:a="http://schemas.openxmlformats.org/drawingml/2006/main">
            <a:r>
              <a:t>model_is_eligible stores the result of the displayed expression.</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must satisfy both the error limit and the time limit. Compare each column with its limit first, then combine the True/False answers with &amp;. Filtering can return no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must satisfy both the error limit and the time limit. Compare each column with its limit first, then combine the True/False answers with &amp;. Filtering can return no rows.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eligible_models = candidate_models[model_is_eligible]</a:t>
            </a:r>
          </a:p>
          <a:p xmlns:a="http://schemas.openxmlformats.org/drawingml/2006/main">
            <a:r>
              <a:t>eligible_models stores candidates satisfying both stated limits.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sort_values orders by error, then time, then name. empty answers whether no rows remain. Check it before iloc[0], which requests the first row by position. Return None when no candidate qualifies.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sort_values orders by error, then time, then name. empty answers whether no rows remain. Check it before iloc[0], which requests the first row by position. Return None when no candidate qualifies.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ranked_models = eligible_models.sort_values(['validation_mae', 'latency_ms', 'name'])</a:t>
            </a:r>
          </a:p>
          <a:p xmlns:a="http://schemas.openxmlformats.org/drawingml/2006/main">
            <a:r>
              <a:t>ranked_models stores eligible candidates sorted by error, time and name, in that order.</a:t>
            </a:r>
          </a:p>
          <a:p xmlns:a="http://schemas.openxmlformats.org/drawingml/2006/main">
            <a:r>
              <a:t/>
            </a:r>
          </a:p>
          <a:p xmlns:a="http://schemas.openxmlformats.org/drawingml/2006/main">
            <a:r>
              <a:t>if ranked_models.empty:</a:t>
            </a:r>
          </a:p>
          <a:p xmlns:a="http://schemas.openxmlformats.org/drawingml/2006/main">
            <a:r>
              <a:t>    selected_model_name = None</a:t>
            </a:r>
          </a:p>
          <a:p xmlns:a="http://schemas.openxmlformats.org/drawingml/2006/main">
            <a:r>
              <a:t>else:</a:t>
            </a:r>
          </a:p>
          <a:p xmlns:a="http://schemas.openxmlformats.org/drawingml/2006/main">
            <a:r>
              <a:t>    selected_model_name = ranked_models.iloc[0]['name']</a:t>
            </a:r>
          </a:p>
          <a:p xmlns:a="http://schemas.openxmlformats.org/drawingml/2006/main">
            <a:r>
              <a:t>Check the condition first, then run only the matching branch. This avoids invalid division or selecting a row that does not exist.</a:t>
            </a:r>
          </a:p>
          <a:p xmlns:a="http://schemas.openxmlformats.org/drawingml/2006/main">
            <a:r>
              <a:t/>
            </a:r>
          </a:p>
          <a:p xmlns:a="http://schemas.openxmlformats.org/drawingml/2006/main">
            <a:r>
              <a:t>print(selected_model_name)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linear</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candidate demonstrates eligibility, not superiority over untested alternatives. A local explanation does not establish causation.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original function names and return types. Do not read a fixed CSV inside the assessed function: hidden tests supply different equipment_records. The separate calling cell reads the CSV.</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a:t>
            </a:r>
          </a:p>
          <a:p xmlns:a="http://schemas.openxmlformats.org/drawingml/2006/main">
            <a:r>
              <a:t>series.to_dict() maps Series labels to values. equipment_data.to_dict("records") instead returns a list of row dictionaries. Choose the form required by the assignment.</a:t>
            </a:r>
          </a:p>
          <a:p xmlns:a="http://schemas.openxmlformats.org/drawingml/2006/main">
            <a:r>
              <a:t/>
            </a:r>
          </a:p>
          <a:p xmlns:a="http://schemas.openxmlformats.org/drawingml/2006/main">
            <a:r>
              <a:t>Grouping rows</a:t>
            </a:r>
          </a:p>
          <a:p xmlns:a="http://schemas.openxmlformats.org/drawingml/2006/main">
            <a:r>
              <a:t>equipment_data.groupby("label")["value"]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mean_load_by_equipment(equipment_records):</a:t>
            </a:r>
          </a:p>
          <a:p xmlns:a="http://schemas.openxmlformats.org/drawingml/2006/main">
            <a:r>
              <a:t>    equipment_data = pd.DataFrame(equipment_records)</a:t>
            </a:r>
          </a:p>
          <a:p xmlns:a="http://schemas.openxmlformats.org/drawingml/2006/main">
            <a:r>
              <a:t>    mean_load_by_equipment_group = equipment_data.groupby('equipment_id')['load_pct'].mean()</a:t>
            </a:r>
          </a:p>
          <a:p xmlns:a="http://schemas.openxmlformats.org/drawingml/2006/main">
            <a:r>
              <a:t>    return mean_load_by_equipment_group.to_dict()</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equipment_records = raw_data.to_dict('records')</a:t>
            </a:r>
          </a:p>
          <a:p xmlns:a="http://schemas.openxmlformats.org/drawingml/2006/main">
            <a:r>
              <a:t>equipment_records stores the input list of row dictionaries supplied to the function.</a:t>
            </a:r>
          </a:p>
          <a:p xmlns:a="http://schemas.openxmlformats.org/drawingml/2006/main">
            <a:r>
              <a:t/>
            </a:r>
          </a:p>
          <a:p xmlns:a="http://schemas.openxmlformats.org/drawingml/2006/main">
            <a:r>
              <a:t>print(mean_load_by_equipment(equipment_records))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{'E1': 54.9475, 'E2': 61.326, 'E3': 53.46933333333333, 'E4': 66.854, 'E5': 48.10133333333333, 'E6': 51.54}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a:t>
            </a:r>
          </a:p>
          <a:p xmlns:a="http://schemas.openxmlformats.org/drawingml/2006/main">
            <a:r>
              <a:t>Explanation to give</a:t>
            </a:r>
          </a:p>
          <a:p xmlns:a="http://schemas.openxmlformats.org/drawingml/2006/main">
            <a:r>
              <a:t>Name this cohort’s target and its unit exactly as displayed. Each row is one operating observation, while equipment_id can repeat across several observations.</a:t>
            </a:r>
          </a:p>
          <a:p xmlns:a="http://schemas.openxmlformats.org/drawingml/2006/main">
            <a:r>
              <a:t/>
            </a:r>
          </a:p>
          <a:p xmlns:a="http://schemas.openxmlformats.org/drawingml/2006/main">
            <a:r>
              <a:t>Worked illustration / lecturer answer</a:t>
            </a:r>
          </a:p>
          <a:p xmlns:a="http://schemas.openxmlformats.org/drawingml/2006/main">
            <a:r>
              <a:t>Explain record_id as the identifier of an observation, load_pct as load expressed in percent and ambient_c as temperature in degrees Celsius. The target records the known answer in training data.</a:t>
            </a:r>
          </a:p>
          <a:p xmlns:a="http://schemas.openxmlformats.org/drawingml/2006/main">
            <a:r>
              <a:t/>
            </a:r>
          </a:p>
          <a:p xmlns:a="http://schemas.openxmlformats.org/drawingml/2006/main">
            <a:r>
              <a:t>Misconception to address</a:t>
            </a:r>
          </a:p>
          <a:p xmlns:a="http://schemas.openxmlformats.org/drawingml/2006/main">
            <a:r>
              <a:t>These are synthetic examples for learning. They do not establish a calibrated physical relationship or justify operation of real equipment.</a:t>
            </a:r>
          </a:p>
          <a:p xmlns:a="http://schemas.openxmlformats.org/drawingml/2006/main">
            <a:r>
              <a:t/>
            </a:r>
          </a:p>
          <a:p xmlns:a="http://schemas.openxmlformats.org/drawingml/2006/main">
            <a:r>
              <a:t>On this slide</a:t>
            </a:r>
          </a:p>
          <a:p xmlns:a="http://schemas.openxmlformats.org/drawingml/2006/main">
            <a:r>
              <a:t>Investigate building cooling load.</a:t>
            </a:r>
          </a:p>
          <a:p xmlns:a="http://schemas.openxmlformats.org/drawingml/2006/main">
            <a:r>
              <a:t/>
            </a:r>
          </a:p>
          <a:p xmlns:a="http://schemas.openxmlformats.org/drawingml/2006/main">
            <a:r>
              <a:t>Target units: kW.</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select_model(candidates, max_mae, max_ms)</a:t>
            </a:r>
          </a:p>
          <a:p xmlns:a="http://schemas.openxmlformats.org/drawingml/2006/main">
            <a:r>
              <a:t/>
            </a:r>
          </a:p>
          <a:p xmlns:a="http://schemas.openxmlformats.org/drawingml/2006/main">
            <a:r>
              <a:t>Candidates have name, validation_mae and latency_ms.</a:t>
            </a:r>
          </a:p>
          <a:p xmlns:a="http://schemas.openxmlformats.org/drawingml/2006/main">
            <a:r>
              <a:t/>
            </a:r>
          </a:p>
          <a:p xmlns:a="http://schemas.openxmlformats.org/drawingml/2006/main">
            <a:r>
              <a:t>Keep those meeting both inclusive constraints; select smallest validation_mae, then latency_ms, then name alphabetically.</a:t>
            </a:r>
          </a:p>
          <a:p xmlns:a="http://schemas.openxmlformats.org/drawingml/2006/main">
            <a:r>
              <a:t/>
            </a:r>
          </a:p>
          <a:p xmlns:a="http://schemas.openxmlformats.org/drawingml/2006/main">
            <a:r>
              <a:t>Return the selected name or None.</a:t>
            </a:r>
          </a:p>
          <a:p xmlns:a="http://schemas.openxmlformats.org/drawingml/2006/main">
            <a:r>
              <a:t/>
            </a:r>
          </a:p>
          <a:p xmlns:a="http://schemas.openxmlformats.org/drawingml/2006/main">
            <a:r>
              <a:t>Never use test scores for selection.</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regression_errors(actual, predicted)</a:t>
            </a:r>
          </a:p>
          <a:p xmlns:a="http://schemas.openxmlformats.org/drawingml/2006/main">
            <a:r>
              <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Written evidence</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recommendation submission</a:t>
            </a:r>
          </a:p>
          <a:p xmlns:a="http://schemas.openxmlformats.org/drawingml/2006/main">
            <a:r>
              <a:t>Explanation to give</a:t>
            </a:r>
          </a:p>
          <a:p xmlns:a="http://schemas.openxmlformats.org/drawingml/2006/main">
            <a:r>
              <a:t>This slide hands over CML3112 W12.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2026-11-24T14:00:00+03:00.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24 Nov 2026, 11:00 Kampala</a:t>
            </a:r>
          </a:p>
          <a:p xmlns:a="http://schemas.openxmlformats.org/drawingml/2006/main">
            <a:r>
              <a:t/>
            </a:r>
          </a:p>
          <a:p xmlns:a="http://schemas.openxmlformats.org/drawingml/2006/main">
            <a:r>
              <a:t>Deadline: 24 Nov 2026, 14:00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preparation</a:t>
            </a:r>
          </a:p>
          <a:p xmlns:a="http://schemas.openxmlformats.org/drawingml/2006/main">
            <a:r>
              <a:t>Explanation to give</a:t>
            </a:r>
          </a:p>
          <a:p xmlns:a="http://schemas.openxmlformats.org/drawingml/2006/main">
            <a:r>
              <a:t>Make contribution evidence specific enough to check. A seed records the starting state of random choices; a contribution log records who produced and explained which work.</a:t>
            </a:r>
          </a:p>
          <a:p xmlns:a="http://schemas.openxmlformats.org/drawingml/2006/main">
            <a:r>
              <a:t/>
            </a:r>
          </a:p>
          <a:p xmlns:a="http://schemas.openxmlformats.org/drawingml/2006/main">
            <a:r>
              <a:t>Worked illustration / lecturer answer</a:t>
            </a:r>
          </a:p>
          <a:p xmlns:a="http://schemas.openxmlformats.org/drawingml/2006/main">
            <a:r>
              <a:t>Name a file, function or chart and the decision behind it. Match that entry to meaningful repository history. Disclose AI assistance according to the assessment policy.</a:t>
            </a:r>
          </a:p>
          <a:p xmlns:a="http://schemas.openxmlformats.org/drawingml/2006/main">
            <a:r>
              <a:t/>
            </a:r>
          </a:p>
          <a:p xmlns:a="http://schemas.openxmlformats.org/drawingml/2006/main">
            <a:r>
              <a:t>Misconception to address</a:t>
            </a:r>
          </a:p>
          <a:p xmlns:a="http://schemas.openxmlformats.org/drawingml/2006/main">
            <a:r>
              <a:t>Many commits do not necessarily mean substantial work, and a seed does not establish accuracy. Both are supporting evidence, not replacements for the analysis.</a:t>
            </a:r>
          </a:p>
          <a:p xmlns:a="http://schemas.openxmlformats.org/drawingml/2006/main">
            <a:r>
              <a:t/>
            </a:r>
          </a:p>
          <a:p xmlns:a="http://schemas.openxmlformats.org/drawingml/2006/main">
            <a:r>
              <a:t>On this slide</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15 Dec 2026, 11:00 Kampala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12 quiz</a:t>
            </a:r>
          </a:p>
          <a:p xmlns:a="http://schemas.openxmlformats.org/drawingml/2006/main">
            <a:r>
              <a:t>Explanation to give</a:t>
            </a:r>
          </a:p>
          <a:p xmlns:a="http://schemas.openxmlformats.org/drawingml/2006/main">
            <a:r>
              <a:t>This is the CML3112 Week 1 quiz. The student link opens the response form; it does not activate its window. In Quiz Controls use open_W1_CML3112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A recommendation must satisfy the practical limits before it wins on a ranking metric. Explain eligibility and tie-breaking separately.</a:t>
            </a:r>
          </a:p>
          <a:p xmlns:a="http://schemas.openxmlformats.org/drawingml/2006/main">
            <a:r>
              <a:t/>
            </a:r>
          </a:p>
          <a:p xmlns:a="http://schemas.openxmlformats.org/drawingml/2006/main">
            <a:r>
              <a:t>Worked illustration / lecturer answer</a:t>
            </a:r>
          </a:p>
          <a:p xmlns:a="http://schemas.openxmlformats.org/drawingml/2006/main">
            <a:r>
              <a:t>A model at 4 error units and 12 ms fails a 10 ms limit even if its error is attractive. Test exact boundaries before ranking eligible candidate_models.</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justify a valid candidate with evidence and a stated limitation.</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Explanation to give</a:t>
            </a:r>
          </a:p>
          <a:p xmlns:a="http://schemas.openxmlformats.org/drawingml/2006/main">
            <a:r>
              <a:t>Give the viewing question before playing the excerpt: Why evaluate using observations not used to fit that particular model?</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Reference / existing resource</a:t>
            </a:r>
          </a:p>
          <a:p xmlns:a="http://schemas.openxmlformats.org/drawingml/2006/main">
            <a:r>
              <a:t>https://www.youtube.com/watch?v=fSytzGwwBVw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e4cd2f0f50c4d1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48ed1a88acb4a0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9654a2f009a4bb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925cfdeed70484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058f3f4065427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0393c99997346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4E997F-522E-4F33-B5AE-3F23D6EDE7B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71B373C-F996-4EF9-BC8B-3C5E49BD06A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6151CF0-27B9-4995-AE29-DEABC131E38D}"/>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EEE247-F0D9-47E5-B376-EA71AFBEA41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3989278-C2BF-40A8-9908-67411CB083E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A069911-3597-48C4-B20C-669971BD602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BF403FA-B9DB-4E70-9086-F396A927A4E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D7570C3-C28A-4503-A711-239EFF99306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B7F7A0-2D72-4113-B5FA-59EF32CDCF8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B91658B-CC4B-4C4E-A1CA-513975ABF78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0c238c89a604996" /><Relationship Type="http://schemas.openxmlformats.org/officeDocument/2006/relationships/slideLayout" Target="/ppt/slideLayouts/slideLayout1.xml" Id="R02d80765d5ae4dac" /><Relationship Type="http://schemas.openxmlformats.org/officeDocument/2006/relationships/slideLayout" Target="/ppt/slideLayouts/slideLayout2.xml" Id="Rd8230b6a8b3d41a3" /><Relationship Type="http://schemas.openxmlformats.org/officeDocument/2006/relationships/slideLayout" Target="/ppt/slideLayouts/slideLayout3.xml" Id="R87b1b742ec7a44f5" /><Relationship Type="http://schemas.openxmlformats.org/officeDocument/2006/relationships/slideLayout" Target="/ppt/slideLayouts/slideLayout4.xml" Id="Rc2c51f879d8a4d94" /><Relationship Type="http://schemas.openxmlformats.org/officeDocument/2006/relationships/slideLayout" Target="/ppt/slideLayouts/slideLayout5.xml" Id="Rcf49836baea54e9b" /><Relationship Type="http://schemas.openxmlformats.org/officeDocument/2006/relationships/slideLayout" Target="/ppt/slideLayouts/slideLayout6.xml" Id="R60e7d9616f5047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d80765d5ae4dac"/>
    <p:sldLayoutId xmlns:r="http://schemas.openxmlformats.org/officeDocument/2006/relationships" id="2147483650" r:id="Rd8230b6a8b3d41a3"/>
    <p:sldLayoutId xmlns:r="http://schemas.openxmlformats.org/officeDocument/2006/relationships" id="2147483651" r:id="R87b1b742ec7a44f5"/>
    <p:sldLayoutId xmlns:r="http://schemas.openxmlformats.org/officeDocument/2006/relationships" id="2147483652" r:id="Rc2c51f879d8a4d94"/>
    <p:sldLayoutId xmlns:r="http://schemas.openxmlformats.org/officeDocument/2006/relationships" id="2147483653" r:id="Rcf49836baea54e9b"/>
    <p:sldLayoutId xmlns:r="http://schemas.openxmlformats.org/officeDocument/2006/relationships" id="2147483654" r:id="R60e7d9616f5047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d1ae82d327c43ce" /><Relationship Type="http://schemas.openxmlformats.org/officeDocument/2006/relationships/image" Target="/ppt/media/image.png" Id="R3b63bc6fea4e4d88" /><Relationship Type="http://schemas.openxmlformats.org/officeDocument/2006/relationships/notesSlide" Target="/ppt/notesSlides/notesSlide1.xml" Id="R75f37c80036b477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78aaa9cc37c46b4" /><Relationship Type="http://schemas.openxmlformats.org/officeDocument/2006/relationships/notesSlide" Target="/ppt/notesSlides/notesSlide2.xml" Id="R7df2e49201644e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8f8cc850a6444f3" /><Relationship Type="http://schemas.openxmlformats.org/officeDocument/2006/relationships/notesSlide" Target="/ppt/notesSlides/notesSlide3.xml" Id="R85a85fd00dc1424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5852a27dbcd49ee" /><Relationship Type="http://schemas.openxmlformats.org/officeDocument/2006/relationships/notesSlide" Target="/ppt/notesSlides/notesSlide4.xml" Id="Rc5d3697445da4de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4f69c95f55d4c27" /><Relationship Type="http://schemas.openxmlformats.org/officeDocument/2006/relationships/notesSlide" Target="/ppt/notesSlides/notesSlide5.xml" Id="R815287424bdf40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3f8c8b7e2934160" /><Relationship Type="http://schemas.openxmlformats.org/officeDocument/2006/relationships/notesSlide" Target="/ppt/notesSlides/notesSlide6.xml" Id="R4ca22eaa59a6487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76b3073f70e49f2" /><Relationship Type="http://schemas.openxmlformats.org/officeDocument/2006/relationships/notesSlide" Target="/ppt/notesSlides/notesSlide7.xml" Id="R2454268f965c42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7b3e164674f46a4" /><Relationship Type="http://schemas.openxmlformats.org/officeDocument/2006/relationships/notesSlide" Target="/ppt/notesSlides/notesSlide8.xml" Id="R61f5d8701268448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18a92aaeff64135" /><Relationship Type="http://schemas.openxmlformats.org/officeDocument/2006/relationships/notesSlide" Target="/ppt/notesSlides/notesSlide9.xml" Id="Re4b702b6982c42a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dc5046716764eef" /><Relationship Type="http://schemas.openxmlformats.org/officeDocument/2006/relationships/notesSlide" Target="/ppt/notesSlides/notesSlide10.xml" Id="R4d3f588fcad7438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3957af4205f4b45" /><Relationship Type="http://schemas.openxmlformats.org/officeDocument/2006/relationships/notesSlide" Target="/ppt/notesSlides/notesSlide11.xml" Id="Rdcc2eaa315814ce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2c32d562fa44c1f" /><Relationship Type="http://schemas.openxmlformats.org/officeDocument/2006/relationships/notesSlide" Target="/ppt/notesSlides/notesSlide12.xml" Id="R65fb74e2f0644b2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04a3dc298ef4cac" /><Relationship Type="http://schemas.openxmlformats.org/officeDocument/2006/relationships/notesSlide" Target="/ppt/notesSlides/notesSlide13.xml" Id="Re3d2d6f76bdd404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9678306d30440a9" /><Relationship Type="http://schemas.openxmlformats.org/officeDocument/2006/relationships/notesSlide" Target="/ppt/notesSlides/notesSlide14.xml" Id="R763dab522e35439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c9077cc711c40ab" /><Relationship Type="http://schemas.openxmlformats.org/officeDocument/2006/relationships/notesSlide" Target="/ppt/notesSlides/notesSlide15.xml" Id="Rea1745ef6af049a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a7e95abd5d4431a" /><Relationship Type="http://schemas.openxmlformats.org/officeDocument/2006/relationships/notesSlide" Target="/ppt/notesSlides/notesSlide16.xml" Id="R6937138de65a434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ca1fa49cb6140d0" /><Relationship Type="http://schemas.openxmlformats.org/officeDocument/2006/relationships/notesSlide" Target="/ppt/notesSlides/notesSlide17.xml" Id="R26e066d69daf41e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611a567584a4a73" /><Relationship Type="http://schemas.openxmlformats.org/officeDocument/2006/relationships/notesSlide" Target="/ppt/notesSlides/notesSlide18.xml" Id="Rd385dcddd8ac4f7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ac34d4675e24318" /><Relationship Type="http://schemas.openxmlformats.org/officeDocument/2006/relationships/notesSlide" Target="/ppt/notesSlides/notesSlide19.xml" Id="R7017c7a7bb394cd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81a9399cc1246b4" /><Relationship Type="http://schemas.openxmlformats.org/officeDocument/2006/relationships/notesSlide" Target="/ppt/notesSlides/notesSlide20.xml" Id="Rcf670935a7ca4f3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fd2cce98e5e4fca" /><Relationship Type="http://schemas.openxmlformats.org/officeDocument/2006/relationships/notesSlide" Target="/ppt/notesSlides/notesSlide21.xml" Id="Rfc6ebc897dc0434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86d3191153d4ad1" /><Relationship Type="http://schemas.openxmlformats.org/officeDocument/2006/relationships/notesSlide" Target="/ppt/notesSlides/notesSlide22.xml" Id="R7ade71b8b59f458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74b83aaaa6644a7" /><Relationship Type="http://schemas.openxmlformats.org/officeDocument/2006/relationships/notesSlide" Target="/ppt/notesSlides/notesSlide23.xml" Id="Rdf415d4df5d14a3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db5dc21f3c44494" /><Relationship Type="http://schemas.openxmlformats.org/officeDocument/2006/relationships/notesSlide" Target="/ppt/notesSlides/notesSlide24.xml" Id="Rabe1f551fd0d456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3b7ab67135e4a11" /><Relationship Type="http://schemas.openxmlformats.org/officeDocument/2006/relationships/notesSlide" Target="/ppt/notesSlides/notesSlide25.xml" Id="Rd4be2f5f9006423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d42f3d8ee7d4b3a" /><Relationship Type="http://schemas.openxmlformats.org/officeDocument/2006/relationships/notesSlide" Target="/ppt/notesSlides/notesSlide26.xml" Id="R1f6238a4a47a450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9077319c2c7420a" /><Relationship Type="http://schemas.openxmlformats.org/officeDocument/2006/relationships/notesSlide" Target="/ppt/notesSlides/notesSlide27.xml" Id="Reff983ba8b864f1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1bb7b92093a4544" /><Relationship Type="http://schemas.openxmlformats.org/officeDocument/2006/relationships/notesSlide" Target="/ppt/notesSlides/notesSlide28.xml" Id="Rafb085971b54405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838fe92f4f94a4c" /><Relationship Type="http://schemas.openxmlformats.org/officeDocument/2006/relationships/notesSlide" Target="/ppt/notesSlides/notesSlide29.xml" Id="R239afc4009e04c0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57e93d19b884347" /><Relationship Type="http://schemas.openxmlformats.org/officeDocument/2006/relationships/notesSlide" Target="/ppt/notesSlides/notesSlide30.xml" Id="Rad4b48ef375846e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1ce1676f7e84981" /><Relationship Type="http://schemas.openxmlformats.org/officeDocument/2006/relationships/notesSlide" Target="/ppt/notesSlides/notesSlide31.xml" Id="R471a3fe3cbcc48d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964a7f6bb1243fa" /><Relationship Type="http://schemas.openxmlformats.org/officeDocument/2006/relationships/notesSlide" Target="/ppt/notesSlides/notesSlide32.xml" Id="R473bf4114a56495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d83616fdd214523" /><Relationship Type="http://schemas.openxmlformats.org/officeDocument/2006/relationships/notesSlide" Target="/ppt/notesSlides/notesSlide33.xml" Id="R14709642122e4ef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b4ee30e061e4f41" /><Relationship Type="http://schemas.openxmlformats.org/officeDocument/2006/relationships/notesSlide" Target="/ppt/notesSlides/notesSlide34.xml" Id="Rbb3b8aa12b02443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8ab869e6a51461c" /><Relationship Type="http://schemas.openxmlformats.org/officeDocument/2006/relationships/notesSlide" Target="/ppt/notesSlides/notesSlide35.xml" Id="R6e2d06503283483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61ca3f78330d45c8" /><Relationship Type="http://schemas.openxmlformats.org/officeDocument/2006/relationships/notesSlide" Target="/ppt/notesSlides/notesSlide36.xml" Id="Re0baf51cec444fe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747655bb1654372" /><Relationship Type="http://schemas.openxmlformats.org/officeDocument/2006/relationships/notesSlide" Target="/ppt/notesSlides/notesSlide37.xml" Id="Rf06938e0aafd4c3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771afe19717e4356" /><Relationship Type="http://schemas.openxmlformats.org/officeDocument/2006/relationships/notesSlide" Target="/ppt/notesSlides/notesSlide38.xml" Id="R4ce59627eaba4cb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586cb16638742ef" /><Relationship Type="http://schemas.openxmlformats.org/officeDocument/2006/relationships/notesSlide" Target="/ppt/notesSlides/notesSlide39.xml" Id="R0b6ffd056f7d4d9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1daf7e2d868b4f63" /><Relationship Type="http://schemas.openxmlformats.org/officeDocument/2006/relationships/notesSlide" Target="/ppt/notesSlides/notesSlide40.xml" Id="Re94091d295e54bd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7f7de79583654592" /><Relationship Type="http://schemas.openxmlformats.org/officeDocument/2006/relationships/notesSlide" Target="/ppt/notesSlides/notesSlide41.xml" Id="Rca761ccfdc2448b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d54f13e8c9804a0f" /><Relationship Type="http://schemas.openxmlformats.org/officeDocument/2006/relationships/notesSlide" Target="/ppt/notesSlides/notesSlide42.xml" Id="R900a4a44e541497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7ac92098dde4c2d" /><Relationship Type="http://schemas.openxmlformats.org/officeDocument/2006/relationships/notesSlide" Target="/ppt/notesSlides/notesSlide43.xml" Id="Re852fda5ce37438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1697daf97d9e4f65" /><Relationship Type="http://schemas.openxmlformats.org/officeDocument/2006/relationships/notesSlide" Target="/ppt/notesSlides/notesSlide44.xml" Id="R8045952b222e4f9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c89158675c5b459d" /><Relationship Type="http://schemas.openxmlformats.org/officeDocument/2006/relationships/notesSlide" Target="/ppt/notesSlides/notesSlide45.xml" Id="R68c850bbdcf6414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79bd29e93d743b5" /><Relationship Type="http://schemas.openxmlformats.org/officeDocument/2006/relationships/notesSlide" Target="/ppt/notesSlides/notesSlide46.xml" Id="R2d0ad1579a054c2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b7374fb876c843a9" /><Relationship Type="http://schemas.openxmlformats.org/officeDocument/2006/relationships/notesSlide" Target="/ppt/notesSlides/notesSlide47.xml" Id="R863b79c35abf438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ec0a3a79e52b4e46" /><Relationship Type="http://schemas.openxmlformats.org/officeDocument/2006/relationships/notesSlide" Target="/ppt/notesSlides/notesSlide48.xml" Id="Re9015ddf152e4e0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dee5dd39e3b45e0" /><Relationship Type="http://schemas.openxmlformats.org/officeDocument/2006/relationships/notesSlide" Target="/ppt/notesSlides/notesSlide49.xml" Id="R47d4363992f6488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e20e84869c64841" /><Relationship Type="http://schemas.openxmlformats.org/officeDocument/2006/relationships/notesSlide" Target="/ppt/notesSlides/notesSlide50.xml" Id="R8cc142aae2b0423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0b0ffb9628764687" /><Relationship Type="http://schemas.openxmlformats.org/officeDocument/2006/relationships/notesSlide" Target="/ppt/notesSlides/notesSlide51.xml" Id="R2df775c70661476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4d1121b07387423b" /><Relationship Type="http://schemas.openxmlformats.org/officeDocument/2006/relationships/notesSlide" Target="/ppt/notesSlides/notesSlide52.xml" Id="R0cdce802d1f4454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be9681ed23a4162" /><Relationship Type="http://schemas.openxmlformats.org/officeDocument/2006/relationships/notesSlide" Target="/ppt/notesSlides/notesSlide53.xml" Id="Rd6508dfae0ae4e38"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36cfb9b85a474f9b" /><Relationship Type="http://schemas.openxmlformats.org/officeDocument/2006/relationships/notesSlide" Target="/ppt/notesSlides/notesSlide54.xml" Id="Rb1e79a95542f4c3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fa13e147aff147ab" /><Relationship Type="http://schemas.openxmlformats.org/officeDocument/2006/relationships/notesSlide" Target="/ppt/notesSlides/notesSlide55.xml" Id="Rcb666b33817b49b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5a29a30629b74d14" /><Relationship Type="http://schemas.openxmlformats.org/officeDocument/2006/relationships/notesSlide" Target="/ppt/notesSlides/notesSlide56.xml" Id="Rdb7e499cc7a6439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b3a14f5f62e4c36" /><Relationship Type="http://schemas.openxmlformats.org/officeDocument/2006/relationships/notesSlide" Target="/ppt/notesSlides/notesSlide57.xml" Id="R9834510a6aef4a48"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adb55d5bd0fc42e8" /><Relationship Type="http://schemas.openxmlformats.org/officeDocument/2006/relationships/notesSlide" Target="/ppt/notesSlides/notesSlide58.xml" Id="R081d8543d131486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0e59adb8767a4e04" /><Relationship Type="http://schemas.openxmlformats.org/officeDocument/2006/relationships/notesSlide" Target="/ppt/notesSlides/notesSlide59.xml" Id="R7165d539f420413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b83d7a9a52784109" /><Relationship Type="http://schemas.openxmlformats.org/officeDocument/2006/relationships/hyperlink" Target="https://docs.google.com/forms/d/e/1FAIpQLSd4Ltaw1RqRzbW7PoC4_Kh3PZHkElCKA9OY8F_xrJfLnpcbfA/viewform" TargetMode="External" Id="Rde10288bf7f44244" /><Relationship Type="http://schemas.openxmlformats.org/officeDocument/2006/relationships/notesSlide" Target="/ppt/notesSlides/notesSlide60.xml" Id="R06bdff5426ed41f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3e20eae5f649457c" /><Relationship Type="http://schemas.openxmlformats.org/officeDocument/2006/relationships/notesSlide" Target="/ppt/notesSlides/notesSlide61.xml" Id="R00813fd8cdce47b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2a188108ea8e4426" /><Relationship Type="http://schemas.openxmlformats.org/officeDocument/2006/relationships/image" Target="/ppt/media/image2.png" Id="R21ba6b8e3a22435a" /><Relationship Type="http://schemas.openxmlformats.org/officeDocument/2006/relationships/hyperlink" Target="https://forms.gle/MKfjP3UWDXAei6FK6" TargetMode="External" Id="Rcdd1beedf6084fb7" /><Relationship Type="http://schemas.openxmlformats.org/officeDocument/2006/relationships/notesSlide" Target="/ppt/notesSlides/notesSlide62.xml" Id="R68b0f36ca7c144b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81b01159e7794e3d" /><Relationship Type="http://schemas.openxmlformats.org/officeDocument/2006/relationships/notesSlide" Target="/ppt/notesSlides/notesSlide63.xml" Id="Rae7c11be8d2443c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98322db85e04400c" /><Relationship Type="http://schemas.openxmlformats.org/officeDocument/2006/relationships/hyperlink" Target="https://www.youtube.com/watch?v=fSytzGwwBVw" TargetMode="External" Id="Ra29d3d7988d34436" /><Relationship Type="http://schemas.openxmlformats.org/officeDocument/2006/relationships/notesSlide" Target="/ppt/notesSlides/notesSlide64.xml" Id="R35f7ae68e8e4426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F4CA1DA-61FB-46C0-AC41-4FF6CAD10485}"/>
              </a:ext>
            </a:extLst>
          </p:cNvPr>
          <p:cNvPicPr>
            <a:picLocks xmlns:a="http://schemas.openxmlformats.org/drawingml/2006/main" noChangeAspect="1"/>
          </p:cNvPicPr>
          <p:nvPr/>
        </p:nvPicPr>
        <p:blipFill>
          <a:blip xmlns:r="http://schemas.openxmlformats.org/officeDocument/2006/relationships" xmlns:a="http://schemas.openxmlformats.org/drawingml/2006/main" r:embed="R3b63bc6fea4e4d8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12B240-A443-492B-AE40-9904B2A890F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A0F845F-2B29-4FFC-A244-68B19418689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12</a:t>
            </a:r>
          </a:p>
        </p:txBody>
      </p:sp>
      <p:sp>
        <p:nvSpPr>
          <p:cNvPr id="4" name="">
            <a:extLst xmlns:a="http://schemas.openxmlformats.org/drawingml/2006/main">
              <a:ext uri="{FF2B5EF4-FFF2-40B4-BE49-F238E27FC236}">
                <a16:creationId xmlns:a16="http://schemas.microsoft.com/office/drawing/2014/main" id="{C12048E6-E64F-46EA-8A56-1F0EDC35CABC}"/>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5701B7D6-9E1D-4958-A230-0E4E0324250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06F11981-D60D-403E-8699-859EA4FED78B}"/>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24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5565080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E7EA9B-099C-409E-8FA7-9CD5ECEDE0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62FB9F-CAC7-4EFC-BED8-B201E7D67F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2459CF-C10D-4EF9-A924-CC66617B88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95957AB-B0E9-458F-AD41-BFF9CC4BFBB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20D194-BB6A-454D-BC9C-6B5EDB161F6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8432B65-ACEE-42F2-9172-ADCCF10C3BD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tables for this week’s data work. Explain the decisions and check the outputs.</a:t>
            </a:r>
          </a:p>
        </p:txBody>
      </p:sp>
      <p:sp>
        <p:nvSpPr>
          <p:cNvPr id="7" name="">
            <a:extLst xmlns:a="http://schemas.openxmlformats.org/drawingml/2006/main">
              <a:ext uri="{FF2B5EF4-FFF2-40B4-BE49-F238E27FC236}">
                <a16:creationId xmlns:a16="http://schemas.microsoft.com/office/drawing/2014/main" id="{08D689D6-64F6-4DC4-BFAB-175D53537F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Complete the issued function interfaces and written evidence using the demonstrated workflow.</a:t>
            </a:r>
          </a:p>
        </p:txBody>
      </p:sp>
      <p:sp>
        <p:nvSpPr>
          <p:cNvPr id="8" name="">
            <a:extLst xmlns:a="http://schemas.openxmlformats.org/drawingml/2006/main">
              <a:ext uri="{FF2B5EF4-FFF2-40B4-BE49-F238E27FC236}">
                <a16:creationId xmlns:a16="http://schemas.microsoft.com/office/drawing/2014/main" id="{D6D59432-DDEF-418C-8CFC-7A11B61CD2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a:t>
            </a:r>
          </a:p>
        </p:txBody>
      </p:sp>
    </p:spTree>
    <p:extLst>
      <p:ext uri="{BB962C8B-B14F-4D97-AF65-F5344CB8AC3E}">
        <p14:creationId xmlns:p14="http://schemas.microsoft.com/office/powerpoint/2010/main" val="47973400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7E0CED-741A-4FA8-9D6F-E623AC7003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3CDE24-B0BA-46B9-B51E-9B6E82DC00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77CA05-DAE8-4C77-A651-7CEAC5CFF9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E8DC8326-64DA-4F3D-8590-F612A62355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0A1012-1733-41F4-94E5-3368BC9D258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31BD253-D773-499D-B9AD-157BB5B4122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30974170-13C6-4842-AA30-784774BF6A1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2B9AD23B-C38C-42DE-90CF-3EF207072C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a:t>
            </a:r>
          </a:p>
        </p:txBody>
      </p:sp>
    </p:spTree>
    <p:extLst>
      <p:ext uri="{BB962C8B-B14F-4D97-AF65-F5344CB8AC3E}">
        <p14:creationId xmlns:p14="http://schemas.microsoft.com/office/powerpoint/2010/main" val="31087299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2BFFAA-AD7B-4E44-80A1-12F660DDB5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3D94BE-546B-408C-B6D9-256DF4418E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A657B2-0D5D-44E0-B6AA-3038993FF0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C177FDC-973D-4C71-8EFA-B07D1ADBBF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4835AC2-0BBF-4F42-83B4-DAA82031C84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5E186DF1-FB85-4089-A508-F4CEE48D3CD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EDC0ED-1A38-4C3E-B50D-0B14651899E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2B3FB2A9-CBB2-417E-A6C9-84955545A2D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073FD21-8738-4950-A103-1810390F929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1E520154-ADD3-4AB2-9908-64EFB90E1B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a:t>
            </a:r>
          </a:p>
        </p:txBody>
      </p:sp>
    </p:spTree>
    <p:extLst>
      <p:ext uri="{BB962C8B-B14F-4D97-AF65-F5344CB8AC3E}">
        <p14:creationId xmlns:p14="http://schemas.microsoft.com/office/powerpoint/2010/main" val="14497222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857AC2-A445-44CE-8116-2DAE237FBB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6CD46F-C4D6-436A-86CC-B93A8B032A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EAC7BE-7DCD-4FB6-BBF2-96E5BF58C4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EBB6634-2CEC-4FA2-BFE8-E9F5510A8A8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9A4796-A9FB-49FB-A202-A1D35BD60A6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12CF646-332B-429E-A3FA-114F2553019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0CCF4A3C-56F9-4400-8F69-E0EC19CF10A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AAA97741-765D-4F0B-BE79-04587FB70D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a:t>
            </a:r>
          </a:p>
        </p:txBody>
      </p:sp>
    </p:spTree>
    <p:extLst>
      <p:ext uri="{BB962C8B-B14F-4D97-AF65-F5344CB8AC3E}">
        <p14:creationId xmlns:p14="http://schemas.microsoft.com/office/powerpoint/2010/main" val="6107441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A5808A3-B79C-4461-BE54-6AAB297544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FEB479-507A-4FD3-AA68-4785EC27B7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3075EE-8679-4209-BDE1-F403E7D418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83AAAA4D-4FF8-43B5-BA11-B193C52B5C8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267C5F-46E1-49CF-9C3E-83D158F65055}"/>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AFEED444-0049-441D-8E8D-EC2004019B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a:t>
            </a:r>
          </a:p>
        </p:txBody>
      </p:sp>
    </p:spTree>
    <p:extLst>
      <p:ext uri="{BB962C8B-B14F-4D97-AF65-F5344CB8AC3E}">
        <p14:creationId xmlns:p14="http://schemas.microsoft.com/office/powerpoint/2010/main" val="210683579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D664BD-20A2-4509-815A-0A6579AB8F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6A52D4-2C29-4172-B9E3-8594E90E70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B7BBA64-8C2A-4A5D-A628-EB18F87A70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6FEFE205-357E-49C9-9819-3CD8749232E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32836A-7605-469B-8637-E51FD60B6F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4210FCAC-31F1-460C-B58E-195374BB261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210D93E4-A57D-4A01-97C9-12B50B8CBE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65F5BF4-02A9-497B-8951-63EB35CFBB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7</a:t>
            </a:r>
          </a:p>
        </p:txBody>
      </p:sp>
    </p:spTree>
    <p:extLst>
      <p:ext uri="{BB962C8B-B14F-4D97-AF65-F5344CB8AC3E}">
        <p14:creationId xmlns:p14="http://schemas.microsoft.com/office/powerpoint/2010/main" val="5937446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429029-6860-476B-A262-D5996C2EDB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DE7687-E1F5-4363-A5C5-5489453826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72A22D-9678-4DEA-B121-9D76BD5DA3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CD44805B-9736-4EEA-8C6F-E626025D384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5BAECB-F9D1-4D50-9B84-6986B97396F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562E1CB-2D92-489F-A926-51AB4D23886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55F51239-CE5B-4C76-AB5D-5CB1AAEC0E5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7B63BBDF-3134-4001-9171-0BCD30AFAE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8</a:t>
            </a:r>
          </a:p>
        </p:txBody>
      </p:sp>
    </p:spTree>
    <p:extLst>
      <p:ext uri="{BB962C8B-B14F-4D97-AF65-F5344CB8AC3E}">
        <p14:creationId xmlns:p14="http://schemas.microsoft.com/office/powerpoint/2010/main" val="10634298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DC1373-70D1-4008-BB5B-704C771712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A0C31E-CED3-4784-BE9F-DAAF8E6F20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4FAB3D-0F20-470F-B150-4B43C334AD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6D82502-7022-411A-8828-1174096CAD2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E06856-B12C-4E97-9333-E27F4FBEB4F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A40EB7EE-A417-49CA-8FCE-AC69CD9D8CD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EB86DF-F28D-4A29-8A78-6A13232CDD2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2DBEB3D9-364A-48FA-98D6-634EB157F78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7ACF4E-E650-4C50-929A-52C5494CCE4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F0F82C2D-7ECD-4C05-AD41-7F6BC963CB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9</a:t>
            </a:r>
          </a:p>
        </p:txBody>
      </p:sp>
    </p:spTree>
    <p:extLst>
      <p:ext uri="{BB962C8B-B14F-4D97-AF65-F5344CB8AC3E}">
        <p14:creationId xmlns:p14="http://schemas.microsoft.com/office/powerpoint/2010/main" val="16029907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FAE81A-77F4-45B7-9300-827439A484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BCFD35-4F79-4DC7-8954-BB4C082FEA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3F5015-E605-4F8A-A85E-E3BC97817D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B3A180E-A74F-4CD2-8BF4-17E6B966B6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5CE150-59FD-4105-BD76-DE9471BF580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57A26D67-49AF-4D58-AFED-CD9067F3E7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351345-0F70-42E6-8E4B-BE416963849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1CB08D0D-50C5-4584-897F-DE875E82D19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1E2744-90AB-4409-92C7-5BCB7466A09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B3DFB590-0025-433B-A482-EAF125AEE1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10</a:t>
            </a:r>
          </a:p>
        </p:txBody>
      </p:sp>
    </p:spTree>
    <p:extLst>
      <p:ext uri="{BB962C8B-B14F-4D97-AF65-F5344CB8AC3E}">
        <p14:creationId xmlns:p14="http://schemas.microsoft.com/office/powerpoint/2010/main" val="166812339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820DBD-F6C2-46D9-8B15-68FAA5BC1F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DDEB9A-63CE-4287-B4D8-2959B46600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D564B2-99FF-46BE-87DE-5133FFBD59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F690361-F5E1-4A92-B519-F8DC17D3EF0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72A351-8CC4-4E50-B2C4-23D97377A2E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A7719B-CC46-49C4-9DFA-78D48318ED8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7D926545-4C29-4C64-9FB0-503DFC2B788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904E81B2-1B05-4D42-98AE-2BCFF16FE7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11</a:t>
            </a:r>
          </a:p>
        </p:txBody>
      </p:sp>
    </p:spTree>
    <p:extLst>
      <p:ext uri="{BB962C8B-B14F-4D97-AF65-F5344CB8AC3E}">
        <p14:creationId xmlns:p14="http://schemas.microsoft.com/office/powerpoint/2010/main" val="129070179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B93777-41FD-44C3-9586-DAB3C05692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2D391B-2C16-4F49-AA88-46920DE578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3D7D864-9D89-4F2A-B896-6E5CAA8E1D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E806BCC4-88FD-4C1C-907C-60E62A67793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EEC59C-EC9A-4080-BDDF-F9B36D976E0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48D1924F-56DD-419B-96E9-81A61C32EAE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307710AC-0DD3-4BE1-A2AE-6E89443894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12</a:t>
            </a:r>
          </a:p>
        </p:txBody>
      </p:sp>
    </p:spTree>
    <p:extLst>
      <p:ext uri="{BB962C8B-B14F-4D97-AF65-F5344CB8AC3E}">
        <p14:creationId xmlns:p14="http://schemas.microsoft.com/office/powerpoint/2010/main" val="73136743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7BDD37-F4B6-47B3-897C-9AB3EB2411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8264A3-8B98-4530-9F49-038B1F6C30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63AE762-C2B7-4687-A17F-BBB85027F2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1</a:t>
            </a:r>
          </a:p>
        </p:txBody>
      </p:sp>
      <p:sp>
        <p:nvSpPr>
          <p:cNvPr id="4" name="">
            <a:extLst xmlns:a="http://schemas.openxmlformats.org/drawingml/2006/main">
              <a:ext uri="{FF2B5EF4-FFF2-40B4-BE49-F238E27FC236}">
                <a16:creationId xmlns:a16="http://schemas.microsoft.com/office/drawing/2014/main" id="{EF93E46C-A1BB-42B0-BD72-1DECD21DEC9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2F615C-65EE-4EE5-96AB-FB01CC3DF7C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EE9812B9-EF65-4722-B76B-8E53A87C317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139C44C-3018-4AA3-9FC7-0DBB067719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FA9131A-682B-4D5C-825B-AE3E4D7ED6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13</a:t>
            </a:r>
          </a:p>
        </p:txBody>
      </p:sp>
    </p:spTree>
    <p:extLst>
      <p:ext uri="{BB962C8B-B14F-4D97-AF65-F5344CB8AC3E}">
        <p14:creationId xmlns:p14="http://schemas.microsoft.com/office/powerpoint/2010/main" val="5250943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68B386-E44F-4614-B88E-5618A50D87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6F69AE-4BF0-47DE-AE66-9F81D39F38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8419B9-6772-44AF-B060-F3A40EBB8F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BA9C9C85-AF23-45D2-87E6-052A4767791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50E089-98E8-4E09-A3FF-02AF41126D7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638D584D-81EB-40E1-B287-852D1158E24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7C7F85EE-9C66-45D3-BD74-F8162BCF57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14</a:t>
            </a:r>
          </a:p>
        </p:txBody>
      </p:sp>
    </p:spTree>
    <p:extLst>
      <p:ext uri="{BB962C8B-B14F-4D97-AF65-F5344CB8AC3E}">
        <p14:creationId xmlns:p14="http://schemas.microsoft.com/office/powerpoint/2010/main" val="55090794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DE4088-81BE-4870-92AA-02B3255F6B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6F561D-8AE7-4256-AC1B-0D6E8B294E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8198973-6FBE-4779-916E-8B1BAE1D88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2</a:t>
            </a:r>
          </a:p>
        </p:txBody>
      </p:sp>
      <p:sp>
        <p:nvSpPr>
          <p:cNvPr id="4" name="">
            <a:extLst xmlns:a="http://schemas.openxmlformats.org/drawingml/2006/main">
              <a:ext uri="{FF2B5EF4-FFF2-40B4-BE49-F238E27FC236}">
                <a16:creationId xmlns:a16="http://schemas.microsoft.com/office/drawing/2014/main" id="{A6D7CBAB-8573-4FF4-B6DD-DF40AD6C226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07DA04-DAB5-43CA-9539-B83BBD09D50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583A08A4-3578-459F-B745-92E17E2D311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C931D1B5-6438-4BE2-A1DC-A26ADE90E4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347F757-E041-4682-9FD0-88E6DB9E25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15</a:t>
            </a:r>
          </a:p>
        </p:txBody>
      </p:sp>
    </p:spTree>
    <p:extLst>
      <p:ext uri="{BB962C8B-B14F-4D97-AF65-F5344CB8AC3E}">
        <p14:creationId xmlns:p14="http://schemas.microsoft.com/office/powerpoint/2010/main" val="38904251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DC79E6-A564-4BF4-AE36-E7BC52DAA8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13C656-A177-4247-B629-23F88CEC19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A2AABC-3376-4C7F-9EBB-A9A25C21B2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723118AE-788F-40DE-90C7-484D52ED9DC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B1DB81-8760-4212-B8B8-31FC70C4ED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289CAE3-B3AA-46A6-9856-FA564405799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90BC1EF4-1F98-4FDA-914B-EFBC82D2090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2061395F-6D02-49BA-829A-830481FA28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16</a:t>
            </a:r>
          </a:p>
        </p:txBody>
      </p:sp>
    </p:spTree>
    <p:extLst>
      <p:ext uri="{BB962C8B-B14F-4D97-AF65-F5344CB8AC3E}">
        <p14:creationId xmlns:p14="http://schemas.microsoft.com/office/powerpoint/2010/main" val="177547257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CDA5E3-9D99-4789-B664-E7B7D3573B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B048D7-95CD-4515-9DDE-E8FCE74A3C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9C24219-F7C2-4365-BAA2-484B433C45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51A0A577-FADA-4CB8-8D3C-53DE9C5A80C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3C9742-9D94-405C-8DC8-0BAA3E51473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C708ABCC-B6DD-4E7D-AECD-9BAAF9E4B67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4C1D6554-D965-478B-AA9E-28AC0C0796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93349172-C593-4F1D-AC74-CA0359D20D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17</a:t>
            </a:r>
          </a:p>
        </p:txBody>
      </p:sp>
    </p:spTree>
    <p:extLst>
      <p:ext uri="{BB962C8B-B14F-4D97-AF65-F5344CB8AC3E}">
        <p14:creationId xmlns:p14="http://schemas.microsoft.com/office/powerpoint/2010/main" val="78795356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530A07-5F25-4413-9280-82FD6F20D7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63E01D-ADF4-4AF1-922A-BF861CB8AF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4FC97D-E040-43E0-BE98-B33379BEA7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491344E4-ECEE-4245-8CD9-F1BCC1CAD38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141588-0C2E-4ABF-A9AD-3C6447D465F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58B3DBD-7B26-469F-AE2C-8A43F9A70F3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training_data[features] selects the two input columns as a equipment_data. training_data["target"] selects the observed target as a Series.</a:t>
            </a:r>
          </a:p>
        </p:txBody>
      </p:sp>
      <p:sp>
        <p:nvSpPr>
          <p:cNvPr id="7" name="">
            <a:extLst xmlns:a="http://schemas.openxmlformats.org/drawingml/2006/main">
              <a:ext uri="{FF2B5EF4-FFF2-40B4-BE49-F238E27FC236}">
                <a16:creationId xmlns:a16="http://schemas.microsoft.com/office/drawing/2014/main" id="{5AB9FE64-4ED6-40D6-8F55-7A44D34A645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BD272061-5035-4E48-9D85-BF318C4B29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18</a:t>
            </a:r>
          </a:p>
        </p:txBody>
      </p:sp>
    </p:spTree>
    <p:extLst>
      <p:ext uri="{BB962C8B-B14F-4D97-AF65-F5344CB8AC3E}">
        <p14:creationId xmlns:p14="http://schemas.microsoft.com/office/powerpoint/2010/main" val="112550682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15BC18-A102-4A0D-AAA2-303627AF31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E58B4D-5DC0-47DD-99D2-48276F509C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E5DAEE-2B25-453D-955B-30E605497B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8DE084F-A16E-4BBC-A39A-AF702460BCF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88B325-0BB4-4414-BB44-B7A1C0B29D6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F67248F-9F4A-4E5D-93AE-F676AD4DE5F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33EED628-95B8-4631-9E3F-48219AE0BB0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2DE29175-B3AF-4A67-9FC9-D1835FA54D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19</a:t>
            </a:r>
          </a:p>
        </p:txBody>
      </p:sp>
    </p:spTree>
    <p:extLst>
      <p:ext uri="{BB962C8B-B14F-4D97-AF65-F5344CB8AC3E}">
        <p14:creationId xmlns:p14="http://schemas.microsoft.com/office/powerpoint/2010/main" val="134400549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579486-38D1-4502-AF47-754FD04C04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430726-AD52-4AF5-9CD0-99A40ED8A2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21D067-6023-4B86-8E86-A6356856ED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06E8849B-40D4-46EB-A23A-ACBE0BBC429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5FA4F7-D910-4958-B29B-B0BC3CA21EF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3F52B12-F60B-4760-A4F9-8D7C1AB4139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013F1CE7-989F-45CB-95BB-B4C65F4A374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175CFB76-96C5-47CB-9BD7-C47A006DD6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20</a:t>
            </a:r>
          </a:p>
        </p:txBody>
      </p:sp>
    </p:spTree>
    <p:extLst>
      <p:ext uri="{BB962C8B-B14F-4D97-AF65-F5344CB8AC3E}">
        <p14:creationId xmlns:p14="http://schemas.microsoft.com/office/powerpoint/2010/main" val="206214165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566F02-F7C7-4B64-819F-35D13EC5FF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01147F-E229-46E6-B626-1E88911619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200B25-CE94-4B11-94BF-A69AD99CB9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DC6339DA-516E-4232-9AF7-522E1FA5B9E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E85C06-B83E-43AC-BFD9-92A6E06ABEE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5920D0-B306-4B0B-A38D-D9798ED4705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F3236B95-ADCA-4E76-87AF-263830F6DA1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21305441-1D42-4C32-A740-50E2BB629F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21</a:t>
            </a:r>
          </a:p>
        </p:txBody>
      </p:sp>
    </p:spTree>
    <p:extLst>
      <p:ext uri="{BB962C8B-B14F-4D97-AF65-F5344CB8AC3E}">
        <p14:creationId xmlns:p14="http://schemas.microsoft.com/office/powerpoint/2010/main" val="86980664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E69E0B-EF96-4E2E-8DF2-C3B60AFCAD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881FAF-4BA0-4C40-85AB-8E8B4CFFE0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9551B2-06DD-4F70-A0E8-2B1AEB9ED6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7799FDE6-5CFD-4966-9F6F-395292042DC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EEAF51-C602-4908-98EE-85A3AF7EA14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5DD3840-4DE7-4666-82E0-EE8A5B2402F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2D89FC9B-C3B2-4A66-9344-B7E0AE7773C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8B4FC4D6-A09B-4C71-9CAF-5FC645A511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22</a:t>
            </a:r>
          </a:p>
        </p:txBody>
      </p:sp>
    </p:spTree>
    <p:extLst>
      <p:ext uri="{BB962C8B-B14F-4D97-AF65-F5344CB8AC3E}">
        <p14:creationId xmlns:p14="http://schemas.microsoft.com/office/powerpoint/2010/main" val="13058575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10B60C-3D7E-44CC-9CF0-B2FBCCE406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A499F0-9A16-4C3B-824E-09B84839B4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33EDF6-520F-447A-85D8-647B54F54F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71E6B618-C0B7-45DA-9800-64A4E358DA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F3639C-6BBA-4C46-A988-E3E030D7D25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84E208E4-9C0F-4343-9ADD-D1B7080F047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C39F55-C09F-4017-88E8-C1F2634D495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8F55D90E-EA93-4FE4-BDE8-5F84741DCDE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5E7D59-5928-40C3-A7A2-FB5572224A9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049F96E4-AAB3-4440-8904-117CC7B991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23</a:t>
            </a:r>
          </a:p>
        </p:txBody>
      </p:sp>
    </p:spTree>
    <p:extLst>
      <p:ext uri="{BB962C8B-B14F-4D97-AF65-F5344CB8AC3E}">
        <p14:creationId xmlns:p14="http://schemas.microsoft.com/office/powerpoint/2010/main" val="169946512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E35F822-0B2E-4BD9-B383-63AB8DD01E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369B42-17D3-4C77-9BE8-10DFAEC4CB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8372D6-D483-4578-9F4E-678A479247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33B2C865-6B70-47EB-B24F-0EEC486C212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AF9BCF-B674-4C35-AAB3-7B8206368C9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943316FB-87DB-4C07-9314-52F149B1620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13F3573C-A710-4A01-9284-A8766ED64E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24</a:t>
            </a:r>
          </a:p>
        </p:txBody>
      </p:sp>
    </p:spTree>
    <p:extLst>
      <p:ext uri="{BB962C8B-B14F-4D97-AF65-F5344CB8AC3E}">
        <p14:creationId xmlns:p14="http://schemas.microsoft.com/office/powerpoint/2010/main" val="70318965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3CD831-DA39-4AB6-AF97-40CA9A1689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525830-9861-430B-9DAC-EAD01056FE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920EAB4-C2EC-4E22-9BF5-1A88830704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1</a:t>
            </a:r>
          </a:p>
        </p:txBody>
      </p:sp>
      <p:sp>
        <p:nvSpPr>
          <p:cNvPr id="4" name="">
            <a:extLst xmlns:a="http://schemas.openxmlformats.org/drawingml/2006/main">
              <a:ext uri="{FF2B5EF4-FFF2-40B4-BE49-F238E27FC236}">
                <a16:creationId xmlns:a16="http://schemas.microsoft.com/office/drawing/2014/main" id="{5ACD99BA-8549-4CF2-97F3-E1AF7F3C41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95F684-A69D-41CF-BD34-A1DBC3EEEC8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626BB89A-08BD-4189-AB57-F7CD9FECBC7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B8061463-5105-45E3-9E14-D5DE9B51A9A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FD6EADD1-79B6-493A-94C1-85854BF16F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25</a:t>
            </a:r>
          </a:p>
        </p:txBody>
      </p:sp>
    </p:spTree>
    <p:extLst>
      <p:ext uri="{BB962C8B-B14F-4D97-AF65-F5344CB8AC3E}">
        <p14:creationId xmlns:p14="http://schemas.microsoft.com/office/powerpoint/2010/main" val="121862375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A62A10-ECA2-4758-8C25-4BF73091E8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33DC35-9F36-4292-95EC-05E988D766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FBF958E-FFDF-45B4-9855-F94E06BF7C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74C57AAD-DC84-415B-893E-2207260B2F5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CCB06C-4D3A-49BA-879B-517D92822AC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7C269F3F-CCA5-4D18-8819-DAB40934A5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26</a:t>
            </a:r>
          </a:p>
        </p:txBody>
      </p:sp>
    </p:spTree>
    <p:extLst>
      <p:ext uri="{BB962C8B-B14F-4D97-AF65-F5344CB8AC3E}">
        <p14:creationId xmlns:p14="http://schemas.microsoft.com/office/powerpoint/2010/main" val="7470202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271C42-7992-42CD-B92B-29272D6AC3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00FB89-E1E1-4198-9511-8F029836C7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3337301-0BCB-4F41-B621-92456FCCC0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2</a:t>
            </a:r>
          </a:p>
        </p:txBody>
      </p:sp>
      <p:sp>
        <p:nvSpPr>
          <p:cNvPr id="4" name="">
            <a:extLst xmlns:a="http://schemas.openxmlformats.org/drawingml/2006/main">
              <a:ext uri="{FF2B5EF4-FFF2-40B4-BE49-F238E27FC236}">
                <a16:creationId xmlns:a16="http://schemas.microsoft.com/office/drawing/2014/main" id="{660F346A-C6D5-4BE2-A54B-30EDA882FA9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30E946-9D31-4B7E-9133-DE7B40B5C81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A1154A9E-914D-41A7-824F-666D08DB82A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1C312BA9-51E0-40CF-91B4-18728FBA919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49121EB-AB32-4EED-891F-A2F4AEAD06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27</a:t>
            </a:r>
          </a:p>
        </p:txBody>
      </p:sp>
    </p:spTree>
    <p:extLst>
      <p:ext uri="{BB962C8B-B14F-4D97-AF65-F5344CB8AC3E}">
        <p14:creationId xmlns:p14="http://schemas.microsoft.com/office/powerpoint/2010/main" val="184808224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A18F23-FA8D-4BA1-922D-4548B0581A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D8A085-1E15-4CD3-98DA-097B041E8B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05A792-FDA6-4DA3-8EC1-756F5DFB04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0F7469BF-6224-4938-A0FB-BD0F74BA399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8DA59F-0E30-4C58-A849-30CCEB736E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05EEC4F-99F1-4A09-916A-2377A62FC31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E6C2A246-C23F-4419-B673-DFE7CAD7969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baseline_errors.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4665192D-1710-4F9F-AA9B-1506B68D99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28</a:t>
            </a:r>
          </a:p>
        </p:txBody>
      </p:sp>
    </p:spTree>
    <p:extLst>
      <p:ext uri="{BB962C8B-B14F-4D97-AF65-F5344CB8AC3E}">
        <p14:creationId xmlns:p14="http://schemas.microsoft.com/office/powerpoint/2010/main" val="20735124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27CEE4-65E4-46AC-AC6D-C749C12BDA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EE56EE-8CF5-4372-9422-B7BFEA9C39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515903-D88F-43B5-8B80-D35C74794A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75FD11B-9A85-401A-BBE6-417A6E62F9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5582AF-E601-4B31-B21F-F1489A8217F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55D4FC00-73DA-4A67-862C-CB40F3B7F8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E2F5CC-47B9-4516-B5C4-C551CEE4B19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37A788D-8AEE-413C-8EA3-5F4AAFC4CC9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0D1362-FB8A-4375-AC96-FC0DAA4BF39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BC01633B-BC04-4BCE-9C9F-F9DBDA8C1F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29</a:t>
            </a:r>
          </a:p>
        </p:txBody>
      </p:sp>
    </p:spTree>
    <p:extLst>
      <p:ext uri="{BB962C8B-B14F-4D97-AF65-F5344CB8AC3E}">
        <p14:creationId xmlns:p14="http://schemas.microsoft.com/office/powerpoint/2010/main" val="101308537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D3298D-8E99-47F8-B4D6-378590AC39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C7B999-E43A-461E-BF09-3B1A96F0AF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D4E701-BEFE-47AB-BBAD-B77847ED12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71EEFEA-1FD5-40FB-AE22-C38E213DB5B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D6D640-9910-48B5-964C-74CCFC685642}"/>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B4FE093C-D244-4C28-B36B-B52D60F680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30</a:t>
            </a:r>
          </a:p>
        </p:txBody>
      </p:sp>
    </p:spTree>
    <p:extLst>
      <p:ext uri="{BB962C8B-B14F-4D97-AF65-F5344CB8AC3E}">
        <p14:creationId xmlns:p14="http://schemas.microsoft.com/office/powerpoint/2010/main" val="13513406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E1BF592-367E-45B8-AEA2-B4043E1428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651A89-BE21-4C2F-995C-ADFE513BEE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6BDF55-74D0-45D9-8C7A-B32423CA3A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E2699338-1A90-48B0-B2FD-63B8883C675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A7929E-80BE-4FA4-8045-44A260E912CD}"/>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27672C51-90A0-4894-8E90-FF9CE013A3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31</a:t>
            </a:r>
          </a:p>
        </p:txBody>
      </p:sp>
    </p:spTree>
    <p:extLst>
      <p:ext uri="{BB962C8B-B14F-4D97-AF65-F5344CB8AC3E}">
        <p14:creationId xmlns:p14="http://schemas.microsoft.com/office/powerpoint/2010/main" val="110216650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00B7B8-3501-4859-9ECB-2D9D2DE05D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81CF95-CFE8-4D6C-B257-6BEC922CCA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66E6DE-4DF3-4BA1-A2F3-BA3D044273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174B90A1-9922-4DCD-9AC1-42FC9AB9594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8EDA3D-4308-4AB3-811F-458C6B948EC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7642B6BB-2C92-4FC0-9F0C-08B18968AB0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66142C32-21FC-437D-8ED7-9F40B21AF6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32</a:t>
            </a:r>
          </a:p>
        </p:txBody>
      </p:sp>
    </p:spTree>
    <p:extLst>
      <p:ext uri="{BB962C8B-B14F-4D97-AF65-F5344CB8AC3E}">
        <p14:creationId xmlns:p14="http://schemas.microsoft.com/office/powerpoint/2010/main" val="128180685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63A08A-9C04-47A6-BDE0-D17D95F1AB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A6338B-7874-44B9-91B8-2A398D1175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EA34D77-863B-4E52-8C59-D9305EEC60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 step 1</a:t>
            </a:r>
          </a:p>
        </p:txBody>
      </p:sp>
      <p:sp>
        <p:nvSpPr>
          <p:cNvPr id="4" name="">
            <a:extLst xmlns:a="http://schemas.openxmlformats.org/drawingml/2006/main">
              <a:ext uri="{FF2B5EF4-FFF2-40B4-BE49-F238E27FC236}">
                <a16:creationId xmlns:a16="http://schemas.microsoft.com/office/drawing/2014/main" id="{A7B3858F-ACA8-4878-812C-22A13F0068F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45E3A0-7801-4538-AB48-70F8B31618D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36313772-16CB-4A9C-8655-390F7F5B0BB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38FBBF65-87FC-492E-A058-05F45F40886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DB95C49-3C20-4510-8A02-A4A4FB5941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33</a:t>
            </a:r>
          </a:p>
        </p:txBody>
      </p:sp>
    </p:spTree>
    <p:extLst>
      <p:ext uri="{BB962C8B-B14F-4D97-AF65-F5344CB8AC3E}">
        <p14:creationId xmlns:p14="http://schemas.microsoft.com/office/powerpoint/2010/main" val="33457183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21F86E-D7A7-448B-A663-5DF885EFA1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BF14AC-55C2-42E7-B906-801C59C3B7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25D360-CEBB-4BC5-85DE-5E5871BE16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E5C7ACD7-5660-4A7E-A9AB-69910A058E2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E30E72-4105-4881-9347-58468A2DEA9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BA04600A-7427-4E84-B067-F02689CE347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1E846062-1DD3-4966-B30D-4EA4ED5863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34</a:t>
            </a:r>
          </a:p>
        </p:txBody>
      </p:sp>
    </p:spTree>
    <p:extLst>
      <p:ext uri="{BB962C8B-B14F-4D97-AF65-F5344CB8AC3E}">
        <p14:creationId xmlns:p14="http://schemas.microsoft.com/office/powerpoint/2010/main" val="28024822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EDB1F73-B2B4-4BCC-8307-11AAA60CD6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E393C3-A45E-4F73-B5FB-19FB40AD59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1F25755-3673-41D1-8A62-1957648670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 step 2</a:t>
            </a:r>
          </a:p>
        </p:txBody>
      </p:sp>
      <p:sp>
        <p:nvSpPr>
          <p:cNvPr id="4" name="">
            <a:extLst xmlns:a="http://schemas.openxmlformats.org/drawingml/2006/main">
              <a:ext uri="{FF2B5EF4-FFF2-40B4-BE49-F238E27FC236}">
                <a16:creationId xmlns:a16="http://schemas.microsoft.com/office/drawing/2014/main" id="{B05AFF20-2607-4D54-B1B1-57BE11281F3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ED8199-A658-484C-ACB3-ECFA8A90E33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6474AEA8-AC7F-4135-9556-5E008EB08BD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48C4B7E4-AA32-4334-8810-83882AAB574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F331642-33F1-4E8B-8A79-7F5B9CC974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35</a:t>
            </a:r>
          </a:p>
        </p:txBody>
      </p:sp>
    </p:spTree>
    <p:extLst>
      <p:ext uri="{BB962C8B-B14F-4D97-AF65-F5344CB8AC3E}">
        <p14:creationId xmlns:p14="http://schemas.microsoft.com/office/powerpoint/2010/main" val="128219510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A4F8C3-8A98-4F8C-A0C4-13E20CFA30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3B1990-7FF5-45BE-AB34-C30E2B9BAE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584E4B-1213-4195-873D-8131F10949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evidence and latency</a:t>
            </a:r>
          </a:p>
        </p:txBody>
      </p:sp>
      <p:sp>
        <p:nvSpPr>
          <p:cNvPr id="4" name="">
            <a:extLst xmlns:a="http://schemas.openxmlformats.org/drawingml/2006/main">
              <a:ext uri="{FF2B5EF4-FFF2-40B4-BE49-F238E27FC236}">
                <a16:creationId xmlns:a16="http://schemas.microsoft.com/office/drawing/2014/main" id="{6D3A7135-D401-4F58-B90A-35C09A0B39A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284F22-DBFE-4D4A-93C5-AE73F9A9A83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55A35D9-D167-4578-9C1D-B537E750844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CSV supplies observations, not a table of model candidates or timings. Calculate validation MAE from its held-out observations.</a:t>
            </a:r>
          </a:p>
        </p:txBody>
      </p:sp>
      <p:sp>
        <p:nvSpPr>
          <p:cNvPr id="7" name="">
            <a:extLst xmlns:a="http://schemas.openxmlformats.org/drawingml/2006/main">
              <a:ext uri="{FF2B5EF4-FFF2-40B4-BE49-F238E27FC236}">
                <a16:creationId xmlns:a16="http://schemas.microsoft.com/office/drawing/2014/main" id="{CD8A112F-AFF8-4703-8149-E39614D1EFE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Measure prediction time on this computer. Timing varies by machine and repeated run, so record the measurement conditions.</a:t>
            </a:r>
          </a:p>
        </p:txBody>
      </p:sp>
      <p:sp>
        <p:nvSpPr>
          <p:cNvPr id="8" name="">
            <a:extLst xmlns:a="http://schemas.openxmlformats.org/drawingml/2006/main">
              <a:ext uri="{FF2B5EF4-FFF2-40B4-BE49-F238E27FC236}">
                <a16:creationId xmlns:a16="http://schemas.microsoft.com/office/drawing/2014/main" id="{1CA6EAD4-F204-4734-ABD4-8A3865492A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36</a:t>
            </a:r>
          </a:p>
        </p:txBody>
      </p:sp>
    </p:spTree>
    <p:extLst>
      <p:ext uri="{BB962C8B-B14F-4D97-AF65-F5344CB8AC3E}">
        <p14:creationId xmlns:p14="http://schemas.microsoft.com/office/powerpoint/2010/main" val="53217831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81B34C-6ED6-4D86-BA4C-5E5EAC1E2A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BCA2CE-44E5-4578-B754-A9DD892977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145558-8678-43D0-AE09-D9A281C18D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C378267-70F9-46E2-80D0-553C17CC700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692338-A015-4FC4-8D5D-70377787FD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6" name="">
            <a:extLst xmlns:a="http://schemas.openxmlformats.org/drawingml/2006/main">
              <a:ext uri="{FF2B5EF4-FFF2-40B4-BE49-F238E27FC236}">
                <a16:creationId xmlns:a16="http://schemas.microsoft.com/office/drawing/2014/main" id="{85226FD9-FABC-4519-B3AC-C881A3ADF6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37</a:t>
            </a:r>
          </a:p>
        </p:txBody>
      </p:sp>
    </p:spTree>
    <p:extLst>
      <p:ext uri="{BB962C8B-B14F-4D97-AF65-F5344CB8AC3E}">
        <p14:creationId xmlns:p14="http://schemas.microsoft.com/office/powerpoint/2010/main" val="161461053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C3A9CB5-694A-45D2-8D56-57864CBAB6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4A76C7-2194-4E2F-B693-20D596E652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1C6EDF-53E7-42F7-BE10-76461A3ABA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Measuring elapsed time</a:t>
            </a:r>
          </a:p>
        </p:txBody>
      </p:sp>
      <p:sp>
        <p:nvSpPr>
          <p:cNvPr id="4" name="">
            <a:extLst xmlns:a="http://schemas.openxmlformats.org/drawingml/2006/main">
              <a:ext uri="{FF2B5EF4-FFF2-40B4-BE49-F238E27FC236}">
                <a16:creationId xmlns:a16="http://schemas.microsoft.com/office/drawing/2014/main" id="{76844461-2241-42C0-A621-0C8511EF712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17B456-3187-43FF-83B4-D00C0E9709B3}"/>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perf_counter() reads a high-resolution clock in seconds. Subtract the earlier reading from the later one, then multiply by 1000 for milliseconds. One measured run is an illustration, not a reliable performance benchmark.</a:t>
            </a:r>
          </a:p>
        </p:txBody>
      </p:sp>
      <p:sp>
        <p:nvSpPr>
          <p:cNvPr id="6" name="">
            <a:extLst xmlns:a="http://schemas.openxmlformats.org/drawingml/2006/main">
              <a:ext uri="{FF2B5EF4-FFF2-40B4-BE49-F238E27FC236}">
                <a16:creationId xmlns:a16="http://schemas.microsoft.com/office/drawing/2014/main" id="{4B5964DD-E1F2-4E9B-A267-1628BA2EE2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38</a:t>
            </a:r>
          </a:p>
        </p:txBody>
      </p:sp>
    </p:spTree>
    <p:extLst>
      <p:ext uri="{BB962C8B-B14F-4D97-AF65-F5344CB8AC3E}">
        <p14:creationId xmlns:p14="http://schemas.microsoft.com/office/powerpoint/2010/main" val="66284254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E325C5-ED44-4076-8BFF-CC40D66A71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3C63FE-D74D-41FB-A9EE-9A4A10EED5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9ABB06-F0EF-4D35-BFA7-2F59D13C95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Time prediction, not training</a:t>
            </a:r>
          </a:p>
        </p:txBody>
      </p:sp>
      <p:sp>
        <p:nvSpPr>
          <p:cNvPr id="4" name="">
            <a:extLst xmlns:a="http://schemas.openxmlformats.org/drawingml/2006/main">
              <a:ext uri="{FF2B5EF4-FFF2-40B4-BE49-F238E27FC236}">
                <a16:creationId xmlns:a16="http://schemas.microsoft.com/office/drawing/2014/main" id="{194A73A2-5937-4C26-9937-CA58B2D78DF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B160D2-FBBD-4CF6-993C-ACDBE0A6846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perf_counter reads seconds from a high-resolution clock.</a:t>
            </a:r>
          </a:p>
        </p:txBody>
      </p:sp>
      <p:sp>
        <p:nvSpPr>
          <p:cNvPr id="6" name="">
            <a:extLst xmlns:a="http://schemas.openxmlformats.org/drawingml/2006/main">
              <a:ext uri="{FF2B5EF4-FFF2-40B4-BE49-F238E27FC236}">
                <a16:creationId xmlns:a16="http://schemas.microsoft.com/office/drawing/2014/main" id="{A6484265-02CD-4444-A470-FC88057E913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it immediately before and after predict.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Convert elapsed seconds to milliseconds and divide by row count.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timing is illustrative: repeated measurements are needed for a reliable speed claim.</a:t>
            </a:r>
          </a:p>
        </p:txBody>
      </p:sp>
      <p:sp>
        <p:nvSpPr>
          <p:cNvPr id="7" name="">
            <a:extLst xmlns:a="http://schemas.openxmlformats.org/drawingml/2006/main">
              <a:ext uri="{FF2B5EF4-FFF2-40B4-BE49-F238E27FC236}">
                <a16:creationId xmlns:a16="http://schemas.microsoft.com/office/drawing/2014/main" id="{E2F237A2-3B7C-46B3-96CF-D6152C364F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39</a:t>
            </a:r>
          </a:p>
        </p:txBody>
      </p:sp>
    </p:spTree>
    <p:extLst>
      <p:ext uri="{BB962C8B-B14F-4D97-AF65-F5344CB8AC3E}">
        <p14:creationId xmlns:p14="http://schemas.microsoft.com/office/powerpoint/2010/main" val="93263023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4709158-6A20-45DF-8B41-C7960B547C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289CE4-FA55-4E56-A56F-4BC70F210A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F3E4154-3E9F-4823-9841-6B6A2B62E5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 step 1</a:t>
            </a:r>
          </a:p>
        </p:txBody>
      </p:sp>
      <p:sp>
        <p:nvSpPr>
          <p:cNvPr id="4" name="">
            <a:extLst xmlns:a="http://schemas.openxmlformats.org/drawingml/2006/main">
              <a:ext uri="{FF2B5EF4-FFF2-40B4-BE49-F238E27FC236}">
                <a16:creationId xmlns:a16="http://schemas.microsoft.com/office/drawing/2014/main" id="{91AE667F-F38A-4E38-B6DB-7198BD12B07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9A878F-FDE0-4A01-B3A3-999C32A9B12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time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prediction_start_time =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prediction_time_ms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(perf_counter() - prediction_start_time)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1000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len(validation_data)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DFA1BB49-AEEF-4713-84C1-F2A76B70069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6F909AD-93D4-49F0-AC4A-5B4EFB7BCBA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prediction_start_time: timer reading immediately before predicting the batch.</a:t>
            </a:r>
          </a:p>
        </p:txBody>
      </p:sp>
      <p:sp>
        <p:nvSpPr>
          <p:cNvPr id="8" name="">
            <a:extLst xmlns:a="http://schemas.openxmlformats.org/drawingml/2006/main">
              <a:ext uri="{FF2B5EF4-FFF2-40B4-BE49-F238E27FC236}">
                <a16:creationId xmlns:a16="http://schemas.microsoft.com/office/drawing/2014/main" id="{72A92B6A-1312-443B-895D-2AEA3921DA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0DBC31A8-46E3-402D-AC6A-5909BD3F2C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40</a:t>
            </a:r>
          </a:p>
        </p:txBody>
      </p:sp>
    </p:spTree>
    <p:extLst>
      <p:ext uri="{BB962C8B-B14F-4D97-AF65-F5344CB8AC3E}">
        <p14:creationId xmlns:p14="http://schemas.microsoft.com/office/powerpoint/2010/main" val="42587368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CA4AF1-0349-4459-AF32-2D6110C4E0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D81703-2230-4F92-AA67-60B80B8211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113B4D-E0A5-4A21-B9B0-740628AC62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 step 2</a:t>
            </a:r>
          </a:p>
        </p:txBody>
      </p:sp>
      <p:sp>
        <p:nvSpPr>
          <p:cNvPr id="4" name="">
            <a:extLst xmlns:a="http://schemas.openxmlformats.org/drawingml/2006/main">
              <a:ext uri="{FF2B5EF4-FFF2-40B4-BE49-F238E27FC236}">
                <a16:creationId xmlns:a16="http://schemas.microsoft.com/office/drawing/2014/main" id="{8E8691EF-394D-4BA3-9923-B1C04423B78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CEE709-C783-42F2-827C-EE5440F7B66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candidate_models: table of model names, measured validation errors and prediction times.</a:t>
            </a:r>
          </a:p>
        </p:txBody>
      </p:sp>
      <p:sp>
        <p:nvSpPr>
          <p:cNvPr id="6" name="">
            <a:extLst xmlns:a="http://schemas.openxmlformats.org/drawingml/2006/main">
              <a:ext uri="{FF2B5EF4-FFF2-40B4-BE49-F238E27FC236}">
                <a16:creationId xmlns:a16="http://schemas.microsoft.com/office/drawing/2014/main" id="{1A60DE91-E9A0-49A5-9AC9-5DE1591EB2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41</a:t>
            </a:r>
          </a:p>
        </p:txBody>
      </p:sp>
    </p:spTree>
    <p:extLst>
      <p:ext uri="{BB962C8B-B14F-4D97-AF65-F5344CB8AC3E}">
        <p14:creationId xmlns:p14="http://schemas.microsoft.com/office/powerpoint/2010/main" val="212514294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603B48-DBF1-4B42-A89F-33D3A3D9FB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27A057-827B-4300-B463-E07E4DB83A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4B16329-47C3-413B-8BF1-C41C2107C3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 step 2</a:t>
            </a:r>
          </a:p>
        </p:txBody>
      </p:sp>
      <p:sp>
        <p:nvSpPr>
          <p:cNvPr id="4" name="">
            <a:extLst xmlns:a="http://schemas.openxmlformats.org/drawingml/2006/main">
              <a:ext uri="{FF2B5EF4-FFF2-40B4-BE49-F238E27FC236}">
                <a16:creationId xmlns:a16="http://schemas.microsoft.com/office/drawing/2014/main" id="{9F5DF7E6-195B-48AC-9F4E-2B1AEF659C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16363D-2BDB-4763-8757-5693140B86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candidate_models = pd.DataFrame(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"name": ["linear"],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[float(mae)],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"latency_ms": [prediction_time_ms],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print(candidate_models)</a:t>
            </a:r>
          </a:p>
        </p:txBody>
      </p:sp>
      <p:sp>
        <p:nvSpPr>
          <p:cNvPr id="6" name="">
            <a:extLst xmlns:a="http://schemas.openxmlformats.org/drawingml/2006/main">
              <a:ext uri="{FF2B5EF4-FFF2-40B4-BE49-F238E27FC236}">
                <a16:creationId xmlns:a16="http://schemas.microsoft.com/office/drawing/2014/main" id="{AB2E4F88-7C13-4CF7-9CE7-95332C664AA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94DC987-86E1-467C-92C5-6F0DB9F7F66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prediction_start_time: timer reading immediately before predicting the batch.</a:t>
            </a:r>
          </a:p>
        </p:txBody>
      </p:sp>
      <p:sp>
        <p:nvSpPr>
          <p:cNvPr id="8" name="">
            <a:extLst xmlns:a="http://schemas.openxmlformats.org/drawingml/2006/main">
              <a:ext uri="{FF2B5EF4-FFF2-40B4-BE49-F238E27FC236}">
                <a16:creationId xmlns:a16="http://schemas.microsoft.com/office/drawing/2014/main" id="{207D557A-C9A0-4279-B216-418045DD2DD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906DD261-6366-44F9-852B-89BABB9973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42</a:t>
            </a:r>
          </a:p>
        </p:txBody>
      </p:sp>
    </p:spTree>
    <p:extLst>
      <p:ext uri="{BB962C8B-B14F-4D97-AF65-F5344CB8AC3E}">
        <p14:creationId xmlns:p14="http://schemas.microsoft.com/office/powerpoint/2010/main" val="168558592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12C54C-DE31-486B-99A5-35CFCD852A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B34F2F-7D5B-455F-B847-D1824BB9A8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FB7BAF-460D-4641-B55E-0219070CAA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Constraints and tie-breaks</a:t>
            </a:r>
          </a:p>
        </p:txBody>
      </p:sp>
      <p:sp>
        <p:nvSpPr>
          <p:cNvPr id="4" name="">
            <a:extLst xmlns:a="http://schemas.openxmlformats.org/drawingml/2006/main">
              <a:ext uri="{FF2B5EF4-FFF2-40B4-BE49-F238E27FC236}">
                <a16:creationId xmlns:a16="http://schemas.microsoft.com/office/drawing/2014/main" id="{B617F4F4-1DA9-49A8-AAEA-B87632ECDC8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73572B-9E03-43DF-9062-854D5F52DE3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879685-84F8-4F83-B504-464D2AA00EF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classroom decision, use MAE at most 10 target units and mean latency at most 10 ms per observation. These are stated practice requirements.</a:t>
            </a:r>
          </a:p>
        </p:txBody>
      </p:sp>
      <p:sp>
        <p:nvSpPr>
          <p:cNvPr id="7" name="">
            <a:extLst xmlns:a="http://schemas.openxmlformats.org/drawingml/2006/main">
              <a:ext uri="{FF2B5EF4-FFF2-40B4-BE49-F238E27FC236}">
                <a16:creationId xmlns:a16="http://schemas.microsoft.com/office/drawing/2014/main" id="{9ADB9270-64B1-4718-B581-7AF008F798F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Filter both limits inclusively. sort_values ranks eligible rows by validation_mae, then latency_ms, then name. empty detects no eligible rows.</a:t>
            </a:r>
          </a:p>
        </p:txBody>
      </p:sp>
      <p:sp>
        <p:nvSpPr>
          <p:cNvPr id="8" name="">
            <a:extLst xmlns:a="http://schemas.openxmlformats.org/drawingml/2006/main">
              <a:ext uri="{FF2B5EF4-FFF2-40B4-BE49-F238E27FC236}">
                <a16:creationId xmlns:a16="http://schemas.microsoft.com/office/drawing/2014/main" id="{508EDDB7-72C3-4DC6-8F7F-B3E59EFB54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43</a:t>
            </a:r>
          </a:p>
        </p:txBody>
      </p:sp>
    </p:spTree>
    <p:extLst>
      <p:ext uri="{BB962C8B-B14F-4D97-AF65-F5344CB8AC3E}">
        <p14:creationId xmlns:p14="http://schemas.microsoft.com/office/powerpoint/2010/main" val="67183651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E9B705-9CB0-429D-9AF6-AC0F4B7D20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8D99E2-14DC-4E57-BBD6-08428D3C1D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A24C5B-E008-427C-9F43-EE993280E6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5C2DF43-20D9-450C-8100-6EDC58735C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CC9D70-E9D7-4C4B-9917-53E86C9ECBE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Checking for no rows: equipment_data.empty is True when the filtered table has no entries. Check it before attempting to select a first row. empty is a property, without parentheses.</a:t>
            </a:r>
          </a:p>
        </p:txBody>
      </p:sp>
      <p:sp>
        <p:nvSpPr>
          <p:cNvPr id="6" name="">
            <a:extLst xmlns:a="http://schemas.openxmlformats.org/drawingml/2006/main">
              <a:ext uri="{FF2B5EF4-FFF2-40B4-BE49-F238E27FC236}">
                <a16:creationId xmlns:a16="http://schemas.microsoft.com/office/drawing/2014/main" id="{7FEBDD4D-EEBB-45F7-B038-621D10F08C5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321C0F-0855-4ADB-969B-D629B4B44A8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Sorting by several columns: equipment_data.sort_values(["validation_mae", "latency_ms", "name"]) sorts ascending by error first. Equal errors use latency, then alphabetical name as tie-breaks.</a:t>
            </a:r>
          </a:p>
        </p:txBody>
      </p:sp>
      <p:sp>
        <p:nvSpPr>
          <p:cNvPr id="8" name="">
            <a:extLst xmlns:a="http://schemas.openxmlformats.org/drawingml/2006/main">
              <a:ext uri="{FF2B5EF4-FFF2-40B4-BE49-F238E27FC236}">
                <a16:creationId xmlns:a16="http://schemas.microsoft.com/office/drawing/2014/main" id="{EBA0FA20-337B-477E-A876-79B6E697684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2CD4F3-66CB-42CE-88A6-7587593550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by row position: equipment_data.iloc[0] selects the first row by its position, not its label. ["name"] then selects that row’s name field. An empty table has no row at position zero.</a:t>
            </a:r>
          </a:p>
        </p:txBody>
      </p:sp>
      <p:sp>
        <p:nvSpPr>
          <p:cNvPr id="10" name="">
            <a:extLst xmlns:a="http://schemas.openxmlformats.org/drawingml/2006/main">
              <a:ext uri="{FF2B5EF4-FFF2-40B4-BE49-F238E27FC236}">
                <a16:creationId xmlns:a16="http://schemas.microsoft.com/office/drawing/2014/main" id="{E4A37D7C-6341-41E7-B4F2-7F9ABB46E4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44</a:t>
            </a:r>
          </a:p>
        </p:txBody>
      </p:sp>
    </p:spTree>
    <p:extLst>
      <p:ext uri="{BB962C8B-B14F-4D97-AF65-F5344CB8AC3E}">
        <p14:creationId xmlns:p14="http://schemas.microsoft.com/office/powerpoint/2010/main" val="57169122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272D20-9666-41AD-9F1E-8679A19A22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DE5F66-028A-4FB6-A17A-1A59A32B26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DE458F-E806-4857-8C60-FBCF9C40B7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DE05DD53-46BA-46D3-85A7-62A96E7E054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F7425D-C761-4237-93E1-C07D58E56B5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E92DC35E-FC05-40D7-B7EA-C98A6C666A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45</a:t>
            </a:r>
          </a:p>
        </p:txBody>
      </p:sp>
    </p:spTree>
    <p:extLst>
      <p:ext uri="{BB962C8B-B14F-4D97-AF65-F5344CB8AC3E}">
        <p14:creationId xmlns:p14="http://schemas.microsoft.com/office/powerpoint/2010/main" val="207721929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2F13C6-1134-4D6C-B11C-28F14A9AAC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8F7E31-6D30-4AF0-A92D-1C6045A119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FECACBA-E0E4-4E2E-A7A9-15911E4E87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 step 1</a:t>
            </a:r>
          </a:p>
        </p:txBody>
      </p:sp>
      <p:sp>
        <p:nvSpPr>
          <p:cNvPr id="4" name="">
            <a:extLst xmlns:a="http://schemas.openxmlformats.org/drawingml/2006/main">
              <a:ext uri="{FF2B5EF4-FFF2-40B4-BE49-F238E27FC236}">
                <a16:creationId xmlns:a16="http://schemas.microsoft.com/office/drawing/2014/main" id="{3F7EF439-91ED-4F73-956E-9892362566C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272472-0AAC-41EB-AB0E-BE32E124370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error_is_acceptable = candidate_models["validation_mae"]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time_is_acceptable = candidate_models["latency_ms"]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model_is_eligible = error_is_acceptable &amp; time_is_acceptable</a:t>
            </a:r>
          </a:p>
        </p:txBody>
      </p:sp>
      <p:sp>
        <p:nvSpPr>
          <p:cNvPr id="6" name="">
            <a:extLst xmlns:a="http://schemas.openxmlformats.org/drawingml/2006/main">
              <a:ext uri="{FF2B5EF4-FFF2-40B4-BE49-F238E27FC236}">
                <a16:creationId xmlns:a16="http://schemas.microsoft.com/office/drawing/2014/main" id="{3EABCD9D-90BD-4981-AAB5-9596B110B1B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07C36F96-8746-448C-968E-27EED2B4DB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01B294F3-BE32-49CB-8E88-B64252145F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46</a:t>
            </a:r>
          </a:p>
        </p:txBody>
      </p:sp>
    </p:spTree>
    <p:extLst>
      <p:ext uri="{BB962C8B-B14F-4D97-AF65-F5344CB8AC3E}">
        <p14:creationId xmlns:p14="http://schemas.microsoft.com/office/powerpoint/2010/main" val="80772091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A6E3D86-ED6E-4713-9577-ED3A482ED3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3D385C-1400-4C8D-ADDE-6EE19741D6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153450-69D1-46DE-83F7-52BCD316F7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both model-selection rules</a:t>
            </a:r>
          </a:p>
        </p:txBody>
      </p:sp>
      <p:sp>
        <p:nvSpPr>
          <p:cNvPr id="4" name="">
            <a:extLst xmlns:a="http://schemas.openxmlformats.org/drawingml/2006/main">
              <a:ext uri="{FF2B5EF4-FFF2-40B4-BE49-F238E27FC236}">
                <a16:creationId xmlns:a16="http://schemas.microsoft.com/office/drawing/2014/main" id="{41E30CA2-692E-430B-A0FE-5A3B7BE045E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37FA04-3EB7-49E9-B52E-596F77D36F2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candidate must satisfy both the error limit and the time limit.</a:t>
            </a:r>
          </a:p>
        </p:txBody>
      </p:sp>
      <p:sp>
        <p:nvSpPr>
          <p:cNvPr id="6" name="">
            <a:extLst xmlns:a="http://schemas.openxmlformats.org/drawingml/2006/main">
              <a:ext uri="{FF2B5EF4-FFF2-40B4-BE49-F238E27FC236}">
                <a16:creationId xmlns:a16="http://schemas.microsoft.com/office/drawing/2014/main" id="{0C10D553-2BCD-4D4E-81BA-CE977EC2BAC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each column with its limit first, then combine the True/False answers with &amp;.</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Filtering can return no rows.</a:t>
            </a:r>
          </a:p>
        </p:txBody>
      </p:sp>
      <p:sp>
        <p:nvSpPr>
          <p:cNvPr id="7" name="">
            <a:extLst xmlns:a="http://schemas.openxmlformats.org/drawingml/2006/main">
              <a:ext uri="{FF2B5EF4-FFF2-40B4-BE49-F238E27FC236}">
                <a16:creationId xmlns:a16="http://schemas.microsoft.com/office/drawing/2014/main" id="{7D8B9913-9FDA-4406-A134-8BE2F1249B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47</a:t>
            </a:r>
          </a:p>
        </p:txBody>
      </p:sp>
    </p:spTree>
    <p:extLst>
      <p:ext uri="{BB962C8B-B14F-4D97-AF65-F5344CB8AC3E}">
        <p14:creationId xmlns:p14="http://schemas.microsoft.com/office/powerpoint/2010/main" val="126615244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892FAA-A91C-47D7-83A7-83EDBBA984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D81B03-E0C5-4AA9-85FD-8FBD661BAA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F80D523-53C2-40FC-B513-3C6A8B7F11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 step 2</a:t>
            </a:r>
          </a:p>
        </p:txBody>
      </p:sp>
      <p:sp>
        <p:nvSpPr>
          <p:cNvPr id="4" name="">
            <a:extLst xmlns:a="http://schemas.openxmlformats.org/drawingml/2006/main">
              <a:ext uri="{FF2B5EF4-FFF2-40B4-BE49-F238E27FC236}">
                <a16:creationId xmlns:a16="http://schemas.microsoft.com/office/drawing/2014/main" id="{F14409F1-7EB3-4241-A078-3FAD7809B0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8C116E-B546-4625-8141-023E80281AD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eligible_models = candidate_models[model_is_eligible]</a:t>
            </a:r>
          </a:p>
        </p:txBody>
      </p:sp>
      <p:sp>
        <p:nvSpPr>
          <p:cNvPr id="6" name="">
            <a:extLst xmlns:a="http://schemas.openxmlformats.org/drawingml/2006/main">
              <a:ext uri="{FF2B5EF4-FFF2-40B4-BE49-F238E27FC236}">
                <a16:creationId xmlns:a16="http://schemas.microsoft.com/office/drawing/2014/main" id="{B6FEB19B-31D9-4828-A113-346F700396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64E050AC-2B7C-41A2-B965-405ACE2FA40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21061FE-5AA0-4EA2-BEFC-74E804B157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48</a:t>
            </a:r>
          </a:p>
        </p:txBody>
      </p:sp>
    </p:spTree>
    <p:extLst>
      <p:ext uri="{BB962C8B-B14F-4D97-AF65-F5344CB8AC3E}">
        <p14:creationId xmlns:p14="http://schemas.microsoft.com/office/powerpoint/2010/main" val="145314389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6E9869-966B-4943-A9D9-6312AFBDB0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34DD8D-2EF4-46A9-A3C5-F4D8CB7326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17B2FD-EDE3-4BA4-9F92-333A831FEF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only if an eligible model exists</a:t>
            </a:r>
          </a:p>
        </p:txBody>
      </p:sp>
      <p:sp>
        <p:nvSpPr>
          <p:cNvPr id="4" name="">
            <a:extLst xmlns:a="http://schemas.openxmlformats.org/drawingml/2006/main">
              <a:ext uri="{FF2B5EF4-FFF2-40B4-BE49-F238E27FC236}">
                <a16:creationId xmlns:a16="http://schemas.microsoft.com/office/drawing/2014/main" id="{5E05DFE0-D1EA-4EAA-B293-58BD7AAD746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6A3F33-969F-440A-B003-7D0708110BD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sort_values orders by error, then time, then name. empty answers whether no rows remain.</a:t>
            </a:r>
          </a:p>
        </p:txBody>
      </p:sp>
      <p:sp>
        <p:nvSpPr>
          <p:cNvPr id="6" name="">
            <a:extLst xmlns:a="http://schemas.openxmlformats.org/drawingml/2006/main">
              <a:ext uri="{FF2B5EF4-FFF2-40B4-BE49-F238E27FC236}">
                <a16:creationId xmlns:a16="http://schemas.microsoft.com/office/drawing/2014/main" id="{791F9A95-8FE3-4E48-9D60-7DE4B5FA1E8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it before iloc[0], which requests the first row by position.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when no candidate qualifies.</a:t>
            </a:r>
          </a:p>
        </p:txBody>
      </p:sp>
      <p:sp>
        <p:nvSpPr>
          <p:cNvPr id="7" name="">
            <a:extLst xmlns:a="http://schemas.openxmlformats.org/drawingml/2006/main">
              <a:ext uri="{FF2B5EF4-FFF2-40B4-BE49-F238E27FC236}">
                <a16:creationId xmlns:a16="http://schemas.microsoft.com/office/drawing/2014/main" id="{640B13E3-48CC-49FD-90C0-D161F8306A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49</a:t>
            </a:r>
          </a:p>
        </p:txBody>
      </p:sp>
    </p:spTree>
    <p:extLst>
      <p:ext uri="{BB962C8B-B14F-4D97-AF65-F5344CB8AC3E}">
        <p14:creationId xmlns:p14="http://schemas.microsoft.com/office/powerpoint/2010/main" val="7656734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ED0B46-14C2-4AD9-BD81-5E73AC3BD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774D43-E518-4AA7-AD10-CB2DF0B2B5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8919890-C99D-49DD-8655-D4B599FC30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 step 3</a:t>
            </a:r>
          </a:p>
        </p:txBody>
      </p:sp>
      <p:sp>
        <p:nvSpPr>
          <p:cNvPr id="4" name="">
            <a:extLst xmlns:a="http://schemas.openxmlformats.org/drawingml/2006/main">
              <a:ext uri="{FF2B5EF4-FFF2-40B4-BE49-F238E27FC236}">
                <a16:creationId xmlns:a16="http://schemas.microsoft.com/office/drawing/2014/main" id="{13FF7A32-94E4-4575-952A-6E4D8EFC2B2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D553FD-225E-4CE2-A41D-590B38B4F0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ranked_models = eligible_models.sort_values(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"latency_ms", "name"]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ranked_models.empty: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a:t>
            </a:r>
            <a:r>
              <a:rPr sz="1875" b="0">
                <a:solidFill>
                  <a:srgbClr val="FFB080"/>
                </a:solidFill>
                <a:latin typeface="Courier New"/>
                <a:ea typeface="Courier New"/>
                <a:cs typeface="Courier New"/>
              </a:rPr>
              <a:t>None</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else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ranked_models.iloc[0]["name"]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print(selected_model_name)</a:t>
            </a:r>
          </a:p>
        </p:txBody>
      </p:sp>
      <p:sp>
        <p:nvSpPr>
          <p:cNvPr id="6" name="">
            <a:extLst xmlns:a="http://schemas.openxmlformats.org/drawingml/2006/main">
              <a:ext uri="{FF2B5EF4-FFF2-40B4-BE49-F238E27FC236}">
                <a16:creationId xmlns:a16="http://schemas.microsoft.com/office/drawing/2014/main" id="{6DC37DC6-E3B9-4B80-AD9C-932B535BCC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7B33E48D-D11C-4EAA-91CA-8D971805DA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23923A1-C597-41FE-A274-8D76905797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50</a:t>
            </a:r>
          </a:p>
        </p:txBody>
      </p:sp>
    </p:spTree>
    <p:extLst>
      <p:ext uri="{BB962C8B-B14F-4D97-AF65-F5344CB8AC3E}">
        <p14:creationId xmlns:p14="http://schemas.microsoft.com/office/powerpoint/2010/main" val="144947072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2EDB96-2E53-4A32-9CCD-CE312BE662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C0A07F-F287-4D40-9D71-707A1AC273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C53344-F379-4C3A-BFE5-2264B1E96A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the recommendation</a:t>
            </a:r>
          </a:p>
        </p:txBody>
      </p:sp>
      <p:sp>
        <p:nvSpPr>
          <p:cNvPr id="4" name="">
            <a:extLst xmlns:a="http://schemas.openxmlformats.org/drawingml/2006/main">
              <a:ext uri="{FF2B5EF4-FFF2-40B4-BE49-F238E27FC236}">
                <a16:creationId xmlns:a16="http://schemas.microsoft.com/office/drawing/2014/main" id="{80082317-509D-421F-959C-3CDA70B9E89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144F51-7B0C-4BF0-8C67-CC51E43144D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FF8E022-F065-48EC-8D4F-A7EEB0F9EF4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State the data, split, metric, timing method and constraints. Report when the measured model fails a requirement.</a:t>
            </a:r>
          </a:p>
        </p:txBody>
      </p:sp>
      <p:sp>
        <p:nvSpPr>
          <p:cNvPr id="7" name="">
            <a:extLst xmlns:a="http://schemas.openxmlformats.org/drawingml/2006/main">
              <a:ext uri="{FF2B5EF4-FFF2-40B4-BE49-F238E27FC236}">
                <a16:creationId xmlns:a16="http://schemas.microsoft.com/office/drawing/2014/main" id="{FD54C37B-90E4-45D4-9226-C4FC183629E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Tune hyperparameters using validation or cross-validation_data. Preserve the final test until the choice is fixed.</a:t>
            </a:r>
          </a:p>
        </p:txBody>
      </p:sp>
      <p:sp>
        <p:nvSpPr>
          <p:cNvPr id="8" name="">
            <a:extLst xmlns:a="http://schemas.openxmlformats.org/drawingml/2006/main">
              <a:ext uri="{FF2B5EF4-FFF2-40B4-BE49-F238E27FC236}">
                <a16:creationId xmlns:a16="http://schemas.microsoft.com/office/drawing/2014/main" id="{98786D2A-B097-484C-9137-DA78F3D4CA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51</a:t>
            </a:r>
          </a:p>
        </p:txBody>
      </p:sp>
    </p:spTree>
    <p:extLst>
      <p:ext uri="{BB962C8B-B14F-4D97-AF65-F5344CB8AC3E}">
        <p14:creationId xmlns:p14="http://schemas.microsoft.com/office/powerpoint/2010/main" val="48898703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B88BB8-126B-41F1-8FA8-9BDD5A63A6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F732F3-269E-4E83-9FAC-77FB2AF9B4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3E7B95-7D45-43E7-9B95-700FA33C23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86429645-3DD6-462E-A3B1-F3009EA2BA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3F474C-A667-41E7-BF2D-C4BA1E46337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A18073C-2E85-4CE6-9047-3FA9427C0C2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F3657D97-B3D2-4E23-9CE7-F9126D861B1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E9EB691F-1CCD-4531-9266-90CA0F3D34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52</a:t>
            </a:r>
          </a:p>
        </p:txBody>
      </p:sp>
    </p:spTree>
    <p:extLst>
      <p:ext uri="{BB962C8B-B14F-4D97-AF65-F5344CB8AC3E}">
        <p14:creationId xmlns:p14="http://schemas.microsoft.com/office/powerpoint/2010/main" val="515292843"/>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27DC41-C3E2-4DDE-839E-3E8922935F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378235-2C63-468D-9BB2-72D19166D2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01B30B-EC43-4762-923F-0EA745F2AB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7DA9B29-CECF-42ED-8DC5-B34F0F7F342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8ED901-DC41-40E0-9CF3-5E06A7959CD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B11E680-07A0-4538-B6E8-C15284CB31C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7" name="">
            <a:extLst xmlns:a="http://schemas.openxmlformats.org/drawingml/2006/main">
              <a:ext uri="{FF2B5EF4-FFF2-40B4-BE49-F238E27FC236}">
                <a16:creationId xmlns:a16="http://schemas.microsoft.com/office/drawing/2014/main" id="{BB1FA8B3-A19E-4A28-B27E-22792DD8057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8" name="">
            <a:extLst xmlns:a="http://schemas.openxmlformats.org/drawingml/2006/main">
              <a:ext uri="{FF2B5EF4-FFF2-40B4-BE49-F238E27FC236}">
                <a16:creationId xmlns:a16="http://schemas.microsoft.com/office/drawing/2014/main" id="{89553DF6-C7A0-4D7B-939E-EAC8E24F7D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53</a:t>
            </a:r>
          </a:p>
        </p:txBody>
      </p:sp>
    </p:spTree>
    <p:extLst>
      <p:ext uri="{BB962C8B-B14F-4D97-AF65-F5344CB8AC3E}">
        <p14:creationId xmlns:p14="http://schemas.microsoft.com/office/powerpoint/2010/main" val="212882610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9CA8E4-D3BE-46D1-A54C-B0503B8453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E795E6-A329-485F-BDB9-73EFFD8163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34DBC5-428E-43A0-97BF-52612DE578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A24272F1-F85A-4FAA-88DD-2C0EAA33597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CC8DEC-BBE2-430D-B606-91977115AF18}"/>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2352A64E-3999-4DD2-92EA-D62317C228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54</a:t>
            </a:r>
          </a:p>
        </p:txBody>
      </p:sp>
    </p:spTree>
    <p:extLst>
      <p:ext uri="{BB962C8B-B14F-4D97-AF65-F5344CB8AC3E}">
        <p14:creationId xmlns:p14="http://schemas.microsoft.com/office/powerpoint/2010/main" val="206120171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EFCDD4-AD2C-4035-AF22-8CB3790B85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5F5899-5E21-44A0-B0DA-F4D4126E6B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E0CA68E-59C6-4C22-8D27-10E35199CA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C28D87B9-B1BD-4FC9-99D8-D70FF56552B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6E3AB5-B0AD-49E6-B150-6C0B13641C4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94062FB1-64A2-41B9-B7EF-D541A5D79C7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24BBBAC7-E413-43B2-AD46-56E1C4725A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82D5435-170B-4747-9E87-1D7C463B91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55</a:t>
            </a:r>
          </a:p>
        </p:txBody>
      </p:sp>
    </p:spTree>
    <p:extLst>
      <p:ext uri="{BB962C8B-B14F-4D97-AF65-F5344CB8AC3E}">
        <p14:creationId xmlns:p14="http://schemas.microsoft.com/office/powerpoint/2010/main" val="193982308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6AAD80-3AC0-46A4-96C3-4F7DEAF42E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0EC217-1D24-47BC-BD26-9BCADEE3FD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34BD05D-CCFD-489D-9C60-12FA439C72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7CDC1D8-676B-42BD-BC58-24954A3E1B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9D930B-85CE-4091-8883-3E1B6C2D2CF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A65661A8-E5E8-42C2-81D5-7A6F2C3C9C7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801C79-41FC-400C-AE44-3926062BD7A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F437C08B-187A-4680-860A-A12E6E6B142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EAB6EF-320C-4446-94B1-969485CEDE3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8D24420E-FB6C-4667-BCDC-7B70B6E43DC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417A879-884E-486B-8B28-0FCFC5FD90B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4B03FD4-EBB1-4799-A0C5-42179B82D7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56</a:t>
            </a:r>
          </a:p>
        </p:txBody>
      </p:sp>
    </p:spTree>
    <p:extLst>
      <p:ext uri="{BB962C8B-B14F-4D97-AF65-F5344CB8AC3E}">
        <p14:creationId xmlns:p14="http://schemas.microsoft.com/office/powerpoint/2010/main" val="134335234"/>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AB5215-D8C3-4B1B-91A4-035E9360F5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CA963B-C801-4823-BDB8-EB4ECEA2F7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812BF24-426C-42DF-AACF-7FD92D4D7B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8B29A0F8-96A8-4069-BAC2-18E9A0C7BA0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B8017E-BE60-4389-9685-583C92CCD35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EEDA5312-6C8F-4522-8129-DC63F0F2AFC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B71BC29-67C2-4A5C-B80A-580ABC04EF0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F89B2EF-3624-499F-A71B-6B7F9CDAB2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57</a:t>
            </a:r>
          </a:p>
        </p:txBody>
      </p:sp>
    </p:spTree>
    <p:extLst>
      <p:ext uri="{BB962C8B-B14F-4D97-AF65-F5344CB8AC3E}">
        <p14:creationId xmlns:p14="http://schemas.microsoft.com/office/powerpoint/2010/main" val="1807375647"/>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70A645-5A26-4038-86FB-A82BBD1BD9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B75995-74A8-4080-9B9F-F0E376D1FC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48D87AC-E224-4DBB-8CAD-0B6F1AF1D8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D1728441-A84B-4525-A2DF-4C3F179BC18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1E8A83-E41C-48A8-BDF6-8AC9D85BEF3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2CC69C7B-EEDC-45E8-890D-5296C449014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539D4D0-84B3-463D-947C-57290D3B997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EDAFA27-9A45-4601-A8E6-7E81F54930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58</a:t>
            </a:r>
          </a:p>
        </p:txBody>
      </p:sp>
    </p:spTree>
    <p:extLst>
      <p:ext uri="{BB962C8B-B14F-4D97-AF65-F5344CB8AC3E}">
        <p14:creationId xmlns:p14="http://schemas.microsoft.com/office/powerpoint/2010/main" val="1339039832"/>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5A54AE-5BA0-46ED-84D7-71946196B7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0CDD73-EB75-4B70-83C2-B4DD146310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235AA29-B5C7-46BB-9B66-E7CC680E39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A0B6457A-9F78-4B94-B988-77BE08EFC4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F9A7F6-95ED-4BEA-9C41-813DEB92748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74E95828-B036-4B48-B7AF-7233D2F88FE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C429FB-DD57-4A56-8502-3E116085EAC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279B1860-E341-45B5-840A-50910A493FD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5B0DDC-2ED5-481C-B70C-665208797D3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D088A44-1A5F-4DF1-8227-CDC2CF89968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1EF355-E1CB-4143-B331-157B90A4FC8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272D5C6-30B9-419A-92D3-8D762508AC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59</a:t>
            </a:r>
          </a:p>
        </p:txBody>
      </p:sp>
    </p:spTree>
    <p:extLst>
      <p:ext uri="{BB962C8B-B14F-4D97-AF65-F5344CB8AC3E}">
        <p14:creationId xmlns:p14="http://schemas.microsoft.com/office/powerpoint/2010/main" val="463047039"/>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42225B5-7182-4BD6-8D74-4682F5D2BC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69BE87-E150-466F-8B5B-C02B2290FF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DF6EF58-96CF-46C7-B5F6-A204ADD504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9A1294C7-C9AD-4AAD-8BDD-1F7A860B07C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0835A4-C1A7-4F47-8393-CCD8A9B5DEE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56DF0E92-FD08-4BF4-A793-F5BBDC8E311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54562C-B799-40BA-9E03-B0C197C8A87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24 Nov 2026, 14:00 Kampala</a:t>
            </a:r>
          </a:p>
        </p:txBody>
      </p:sp>
      <p:sp>
        <p:nvSpPr>
          <p:cNvPr id="8" name="">
            <a:extLst xmlns:a="http://schemas.openxmlformats.org/drawingml/2006/main">
              <a:ext uri="{FF2B5EF4-FFF2-40B4-BE49-F238E27FC236}">
                <a16:creationId xmlns:a16="http://schemas.microsoft.com/office/drawing/2014/main" id="{47A4D64C-EBB7-4D3A-80CE-160EED4966E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460434-022B-4774-9BFB-1FF50F15618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CDF915A-E5FC-4774-AF79-DB4D3362ACC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9897577-378F-4F83-BD61-8E4BA35ED3A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254E065-B61E-4BCF-9F04-AAC3281A1BA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E19658E-7538-458D-A30B-C75F292AFAB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e10288bf7f44244"/>
              </a:rPr>
              <a:t>Open W12 assignment form</a:t>
            </a:r>
          </a:p>
        </p:txBody>
      </p:sp>
      <p:sp>
        <p:nvSpPr>
          <p:cNvPr id="14" name="">
            <a:extLst xmlns:a="http://schemas.openxmlformats.org/drawingml/2006/main">
              <a:ext uri="{FF2B5EF4-FFF2-40B4-BE49-F238E27FC236}">
                <a16:creationId xmlns:a16="http://schemas.microsoft.com/office/drawing/2014/main" id="{2762E406-BBA0-46B9-A694-1561A136E62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https://docs.google.com/forms/d/e/1FAIpQLSd4Ltaw1RqRzbW7PoC4_Kh3PZHkElCKA9OY8F_xrJfLnpcbfA/viewform</a:t>
            </a:r>
          </a:p>
        </p:txBody>
      </p:sp>
      <p:sp>
        <p:nvSpPr>
          <p:cNvPr id="15" name="">
            <a:extLst xmlns:a="http://schemas.openxmlformats.org/drawingml/2006/main">
              <a:ext uri="{FF2B5EF4-FFF2-40B4-BE49-F238E27FC236}">
                <a16:creationId xmlns:a16="http://schemas.microsoft.com/office/drawing/2014/main" id="{C5BEE7DC-DCD3-4BC6-ACE4-D1A60764B0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60</a:t>
            </a:r>
          </a:p>
        </p:txBody>
      </p:sp>
    </p:spTree>
    <p:extLst>
      <p:ext uri="{BB962C8B-B14F-4D97-AF65-F5344CB8AC3E}">
        <p14:creationId xmlns:p14="http://schemas.microsoft.com/office/powerpoint/2010/main" val="76450686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9B4C8A-5B09-4445-B6FC-C09F4ED452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974F68-D876-4BD6-A5BA-8CEAAC3179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EEF793-76F1-4D5C-AFAB-ECD89F4D93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DA484F28-0841-4503-8603-A353505D5E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E17105-DEF3-46EA-9407-4516969AC99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B8BEFCD-D322-4262-B8F4-513EC8FB27A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DF4EA4-1D33-4C02-9E3B-DD4CF2BDFCA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31BBEA26-7DBE-4758-9B29-8F1660FA10D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BE42DF-BF43-4703-96F5-B7E417C7EA6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29ECFFFD-09AF-452E-A149-35A5C3E57CC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EF35AEE-DD81-44ED-B497-78FB93C242A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6ADE3F98-4C02-45F5-93FE-04C2CEFA77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61</a:t>
            </a:r>
          </a:p>
        </p:txBody>
      </p:sp>
    </p:spTree>
    <p:extLst>
      <p:ext uri="{BB962C8B-B14F-4D97-AF65-F5344CB8AC3E}">
        <p14:creationId xmlns:p14="http://schemas.microsoft.com/office/powerpoint/2010/main" val="1532664281"/>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E0A5BBB-6138-4BB6-9D47-C653625347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B802ED-9F37-4FD1-AD3D-04FDAA91DF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5BBE465-E20C-4657-BD8B-EF8D5DE990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202E6222-0549-4FEE-B321-7DDA71D55A3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21641F-4823-4B54-A24A-FF8DF50FA33E}"/>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22512F8-B724-408E-AF9B-38E0809AF84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273983-C560-44A5-B2AE-311A2E46B568}"/>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D3B19D1B-D2C1-4C90-842A-09FDE88D49A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F64D85-38B0-4F8B-AA66-D16A97EB89B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7ABF2361-282B-4A39-83D7-5B92C8A3DD6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56E70E4-16DA-499F-B680-FBFF40C29CE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2AC3D11B-3F29-4BE8-BD00-74485B8B77F4}"/>
              </a:ext>
            </a:extLst>
          </p:cNvPr>
          <p:cNvPicPr>
            <a:picLocks xmlns:a="http://schemas.openxmlformats.org/drawingml/2006/main" noChangeAspect="1"/>
          </p:cNvPicPr>
          <p:nvPr/>
        </p:nvPicPr>
        <p:blipFill>
          <a:blip xmlns:r="http://schemas.openxmlformats.org/officeDocument/2006/relationships" xmlns:a="http://schemas.openxmlformats.org/drawingml/2006/main" r:embed="R21ba6b8e3a22435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F039579-457B-4EEE-BB45-5F183EADFC4D}"/>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3E3CDF4-54AB-4F76-99E1-7C0CAA9575F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6762CDA-FFAF-44B1-B909-3EC1F530F59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dd1beedf6084fb7"/>
              </a:rPr>
              <a:t>Open this week’s quiz</a:t>
            </a:r>
          </a:p>
        </p:txBody>
      </p:sp>
      <p:sp>
        <p:nvSpPr>
          <p:cNvPr id="16" name="">
            <a:extLst xmlns:a="http://schemas.openxmlformats.org/drawingml/2006/main">
              <a:ext uri="{FF2B5EF4-FFF2-40B4-BE49-F238E27FC236}">
                <a16:creationId xmlns:a16="http://schemas.microsoft.com/office/drawing/2014/main" id="{59B100AA-A532-49B0-A490-A587226BD22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https://forms.gle/MKfjP3UWDXAei6FK6</a:t>
            </a:r>
          </a:p>
        </p:txBody>
      </p:sp>
      <p:sp>
        <p:nvSpPr>
          <p:cNvPr id="17" name="">
            <a:extLst xmlns:a="http://schemas.openxmlformats.org/drawingml/2006/main">
              <a:ext uri="{FF2B5EF4-FFF2-40B4-BE49-F238E27FC236}">
                <a16:creationId xmlns:a16="http://schemas.microsoft.com/office/drawing/2014/main" id="{2BE8DD42-1B68-4093-B313-B17A830E3A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62</a:t>
            </a:r>
          </a:p>
        </p:txBody>
      </p:sp>
    </p:spTree>
    <p:extLst>
      <p:ext uri="{BB962C8B-B14F-4D97-AF65-F5344CB8AC3E}">
        <p14:creationId xmlns:p14="http://schemas.microsoft.com/office/powerpoint/2010/main" val="1420238148"/>
      </p:ext>
    </p:extLst>
  </p:cSld>
</p:sld>
</file>

<file path=ppt/slides/slide6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9B9529-4712-4947-A6E3-280C13F187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7C0F949-878D-4D5F-8E03-064ECFDDFF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142D7BC-3853-4BF1-BA43-10F174E3952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E4A7C1A-9A68-4DA7-92C0-1E801B981C0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each cleaning or modelling decision using your pandas table and its outputs.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ACA29E89-EFC9-4F6E-9658-EFE5D1E72CB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4A31EAB-6BC2-4912-BB0C-3A78B02CE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12   63</a:t>
            </a:r>
          </a:p>
        </p:txBody>
      </p:sp>
    </p:spTree>
    <p:extLst>
      <p:ext uri="{BB962C8B-B14F-4D97-AF65-F5344CB8AC3E}">
        <p14:creationId xmlns:p14="http://schemas.microsoft.com/office/powerpoint/2010/main" val="1884441086"/>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26F646F-4315-4819-A013-8BC9BA4E74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F9E8DB-F2D7-46BB-BFFF-8D189ABD21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7728FCD-1F93-49D1-8574-547725D4EF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2FCA1732-1C13-4C08-B3C5-000D5F7EBE3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61DA78-6C4E-4C4A-A16B-32DD6C85739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AD33585-DD9C-483C-88CE-31E9E53F245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EC95F4-C5D5-4D0B-831B-D5353331632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E81B46EE-D4F1-491E-8910-32460CE067B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03C02A-43F2-46CC-A9DD-267386A20D6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F0177F2E-D6AC-42A8-A6A5-82AB63E1511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8233683-2E3C-461A-94BB-4FECC2CF7DE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9AA76587-3B5F-46C4-8CA5-3AA4A7A4939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02D95ED-F3FA-4583-A692-8221F3179B7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29d3d7988d34436"/>
              </a:rPr>
              <a:t>Open explainer video</a:t>
            </a:r>
          </a:p>
        </p:txBody>
      </p:sp>
      <p:sp>
        <p:nvSpPr>
          <p:cNvPr id="14" name="">
            <a:extLst xmlns:a="http://schemas.openxmlformats.org/drawingml/2006/main">
              <a:ext uri="{FF2B5EF4-FFF2-40B4-BE49-F238E27FC236}">
                <a16:creationId xmlns:a16="http://schemas.microsoft.com/office/drawing/2014/main" id="{B1ECDCAA-A9A4-440D-86B8-D3186277AAB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B8B16307-E37A-446C-ABB7-20854A5A6C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64</a:t>
            </a:r>
          </a:p>
        </p:txBody>
      </p:sp>
    </p:spTree>
    <p:extLst>
      <p:ext uri="{BB962C8B-B14F-4D97-AF65-F5344CB8AC3E}">
        <p14:creationId xmlns:p14="http://schemas.microsoft.com/office/powerpoint/2010/main" val="9685235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2026-10-20T18:00:12.8090000Z</dcterms:created>
  <dcterms:modified xsi:type="dcterms:W3CDTF">2026-10-20T18:00:12.8090000Z</dcterms:modified>
</coreProperties>
</file>