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979e6441774deb" /><Relationship Type="http://schemas.openxmlformats.org/officeDocument/2006/relationships/extended-properties" Target="/docProps/app.xml" Id="Rdf3a1c46a20242ed" /><Relationship Type="http://schemas.openxmlformats.org/officeDocument/2006/relationships/officeDocument" Target="/ppt/presentation.xml" Id="Rd1960c7a64f94a95" /></Relationships>
</file>

<file path=ppt/presentation.xml><?xml version="1.0" encoding="utf-8"?>
<p:presentation xmlns:p="http://schemas.openxmlformats.org/presentationml/2006/main">
  <p:sldMasterIdLst>
    <p:sldMasterId xmlns:r="http://schemas.openxmlformats.org/officeDocument/2006/relationships" id="2147483648" r:id="R58bf5e47ac4d442c"/>
  </p:sldMasterIdLst>
  <p:notesMasterIdLst>
    <p:notesMasterId xmlns:r="http://schemas.openxmlformats.org/officeDocument/2006/relationships" r:id="Rf2e5e7b2a7574c1e"/>
  </p:notesMasterIdLst>
  <p:sldIdLst>
    <p:sldId xmlns:r="http://schemas.openxmlformats.org/officeDocument/2006/relationships" id="256" r:id="R2e0e4543606249be"/>
    <p:sldId xmlns:r="http://schemas.openxmlformats.org/officeDocument/2006/relationships" id="257" r:id="R8fb14f2750f44963"/>
    <p:sldId xmlns:r="http://schemas.openxmlformats.org/officeDocument/2006/relationships" id="258" r:id="R442f9793248a4043"/>
    <p:sldId xmlns:r="http://schemas.openxmlformats.org/officeDocument/2006/relationships" id="259" r:id="R582dc95016044cfe"/>
    <p:sldId xmlns:r="http://schemas.openxmlformats.org/officeDocument/2006/relationships" id="260" r:id="Rffdd9dd911e34155"/>
    <p:sldId xmlns:r="http://schemas.openxmlformats.org/officeDocument/2006/relationships" id="261" r:id="Red35de1129ec4932"/>
    <p:sldId xmlns:r="http://schemas.openxmlformats.org/officeDocument/2006/relationships" id="262" r:id="R77f3b2e1eca44755"/>
    <p:sldId xmlns:r="http://schemas.openxmlformats.org/officeDocument/2006/relationships" id="263" r:id="Rc409bb77fd4b42b0"/>
    <p:sldId xmlns:r="http://schemas.openxmlformats.org/officeDocument/2006/relationships" id="264" r:id="Re56363a560e64bcb"/>
    <p:sldId xmlns:r="http://schemas.openxmlformats.org/officeDocument/2006/relationships" id="265" r:id="R9fe574c91f884691"/>
    <p:sldId xmlns:r="http://schemas.openxmlformats.org/officeDocument/2006/relationships" id="266" r:id="R4cfbd2458cff4285"/>
    <p:sldId xmlns:r="http://schemas.openxmlformats.org/officeDocument/2006/relationships" id="267" r:id="Rb140ddcf4fc446b5"/>
    <p:sldId xmlns:r="http://schemas.openxmlformats.org/officeDocument/2006/relationships" id="268" r:id="Re79530cf092148d9"/>
    <p:sldId xmlns:r="http://schemas.openxmlformats.org/officeDocument/2006/relationships" id="269" r:id="R0c9e459ad3cb4544"/>
    <p:sldId xmlns:r="http://schemas.openxmlformats.org/officeDocument/2006/relationships" id="270" r:id="R22b8ee142c594dd3"/>
    <p:sldId xmlns:r="http://schemas.openxmlformats.org/officeDocument/2006/relationships" id="271" r:id="Ra549d4d0c17f4f0d"/>
    <p:sldId xmlns:r="http://schemas.openxmlformats.org/officeDocument/2006/relationships" id="272" r:id="Raeb76fdc751e4aa9"/>
    <p:sldId xmlns:r="http://schemas.openxmlformats.org/officeDocument/2006/relationships" id="273" r:id="R3c95c24bdaab48c6"/>
    <p:sldId xmlns:r="http://schemas.openxmlformats.org/officeDocument/2006/relationships" id="274" r:id="R20d0304ecfb143fc"/>
    <p:sldId xmlns:r="http://schemas.openxmlformats.org/officeDocument/2006/relationships" id="275" r:id="R47ae02a89c8b47c0"/>
    <p:sldId xmlns:r="http://schemas.openxmlformats.org/officeDocument/2006/relationships" id="276" r:id="Rff4fb8a8346d416b"/>
    <p:sldId xmlns:r="http://schemas.openxmlformats.org/officeDocument/2006/relationships" id="277" r:id="Rab927513153c4083"/>
    <p:sldId xmlns:r="http://schemas.openxmlformats.org/officeDocument/2006/relationships" id="278" r:id="R939a1e01514a4041"/>
    <p:sldId xmlns:r="http://schemas.openxmlformats.org/officeDocument/2006/relationships" id="279" r:id="Rd592e0db7583494d"/>
    <p:sldId xmlns:r="http://schemas.openxmlformats.org/officeDocument/2006/relationships" id="280" r:id="R97fadc26e7794550"/>
    <p:sldId xmlns:r="http://schemas.openxmlformats.org/officeDocument/2006/relationships" id="281" r:id="Rdce684550cc84034"/>
    <p:sldId xmlns:r="http://schemas.openxmlformats.org/officeDocument/2006/relationships" id="282" r:id="R35c8baee501442c1"/>
    <p:sldId xmlns:r="http://schemas.openxmlformats.org/officeDocument/2006/relationships" id="283" r:id="R9b80824a300c47a9"/>
    <p:sldId xmlns:r="http://schemas.openxmlformats.org/officeDocument/2006/relationships" id="284" r:id="Re5527e6608fd44e2"/>
    <p:sldId xmlns:r="http://schemas.openxmlformats.org/officeDocument/2006/relationships" id="285" r:id="R0180e6c9590b4bc7"/>
    <p:sldId xmlns:r="http://schemas.openxmlformats.org/officeDocument/2006/relationships" id="286" r:id="R662e01109b2a484f"/>
    <p:sldId xmlns:r="http://schemas.openxmlformats.org/officeDocument/2006/relationships" id="287" r:id="Re60998ec6c944f5f"/>
    <p:sldId xmlns:r="http://schemas.openxmlformats.org/officeDocument/2006/relationships" id="288" r:id="R132871140c8b4faa"/>
    <p:sldId xmlns:r="http://schemas.openxmlformats.org/officeDocument/2006/relationships" id="289" r:id="R39483e72c2434218"/>
    <p:sldId xmlns:r="http://schemas.openxmlformats.org/officeDocument/2006/relationships" id="290" r:id="Re122d706c8e84ac9"/>
    <p:sldId xmlns:r="http://schemas.openxmlformats.org/officeDocument/2006/relationships" id="291" r:id="Rf2afbebfdf4c4811"/>
    <p:sldId xmlns:r="http://schemas.openxmlformats.org/officeDocument/2006/relationships" id="292" r:id="Re72bbb237eff42a9"/>
    <p:sldId xmlns:r="http://schemas.openxmlformats.org/officeDocument/2006/relationships" id="293" r:id="R4467ac3ebf154565"/>
    <p:sldId xmlns:r="http://schemas.openxmlformats.org/officeDocument/2006/relationships" id="294" r:id="Racb69ecbbd324043"/>
    <p:sldId xmlns:r="http://schemas.openxmlformats.org/officeDocument/2006/relationships" id="295" r:id="R4937ba081a8b487f"/>
    <p:sldId xmlns:r="http://schemas.openxmlformats.org/officeDocument/2006/relationships" id="296" r:id="R8370ace00ada4e55"/>
    <p:sldId xmlns:r="http://schemas.openxmlformats.org/officeDocument/2006/relationships" id="297" r:id="R225f92489143442a"/>
    <p:sldId xmlns:r="http://schemas.openxmlformats.org/officeDocument/2006/relationships" id="298" r:id="R76a238cba6634ae1"/>
    <p:sldId xmlns:r="http://schemas.openxmlformats.org/officeDocument/2006/relationships" id="299" r:id="R8562d482db7f4669"/>
    <p:sldId xmlns:r="http://schemas.openxmlformats.org/officeDocument/2006/relationships" id="300" r:id="R8b5d269c33374bbe"/>
    <p:sldId xmlns:r="http://schemas.openxmlformats.org/officeDocument/2006/relationships" id="301" r:id="Rb40fe995da9b4f13"/>
    <p:sldId xmlns:r="http://schemas.openxmlformats.org/officeDocument/2006/relationships" id="302" r:id="R4fc4ea422d9c4149"/>
    <p:sldId xmlns:r="http://schemas.openxmlformats.org/officeDocument/2006/relationships" id="303" r:id="Rce6a138f7fe64cd9"/>
    <p:sldId xmlns:r="http://schemas.openxmlformats.org/officeDocument/2006/relationships" id="304" r:id="Rab1d2d46230b45a1"/>
    <p:sldId xmlns:r="http://schemas.openxmlformats.org/officeDocument/2006/relationships" id="305" r:id="R863e825af5b44bc9"/>
    <p:sldId xmlns:r="http://schemas.openxmlformats.org/officeDocument/2006/relationships" id="306" r:id="R8525a3daf84145d1"/>
    <p:sldId xmlns:r="http://schemas.openxmlformats.org/officeDocument/2006/relationships" id="307" r:id="R14f33ba170784776"/>
    <p:sldId xmlns:r="http://schemas.openxmlformats.org/officeDocument/2006/relationships" id="308" r:id="R69cec3703aeb4a8a"/>
    <p:sldId xmlns:r="http://schemas.openxmlformats.org/officeDocument/2006/relationships" id="309" r:id="R1286a55d62dc4f55"/>
    <p:sldId xmlns:r="http://schemas.openxmlformats.org/officeDocument/2006/relationships" id="310" r:id="Ra17c0baa0f474181"/>
    <p:sldId xmlns:r="http://schemas.openxmlformats.org/officeDocument/2006/relationships" id="311" r:id="R6b4c98f4e2ea4de2"/>
    <p:sldId xmlns:r="http://schemas.openxmlformats.org/officeDocument/2006/relationships" id="312" r:id="Rce2a3973314847d2"/>
    <p:sldId xmlns:r="http://schemas.openxmlformats.org/officeDocument/2006/relationships" id="313" r:id="R1b471efe72a24223"/>
    <p:sldId xmlns:r="http://schemas.openxmlformats.org/officeDocument/2006/relationships" id="314" r:id="R1bf096ec12734903"/>
    <p:sldId xmlns:r="http://schemas.openxmlformats.org/officeDocument/2006/relationships" id="315" r:id="R8f95e45c0049466c"/>
    <p:sldId xmlns:r="http://schemas.openxmlformats.org/officeDocument/2006/relationships" id="316" r:id="R6692cdb127224ba7"/>
    <p:sldId xmlns:r="http://schemas.openxmlformats.org/officeDocument/2006/relationships" id="317" r:id="Re330cf8c0b5048ac"/>
    <p:sldId xmlns:r="http://schemas.openxmlformats.org/officeDocument/2006/relationships" id="318" r:id="R31fcf14ca3c64938"/>
    <p:sldId xmlns:r="http://schemas.openxmlformats.org/officeDocument/2006/relationships" id="319" r:id="Rbedeaa41b7d14751"/>
    <p:sldId xmlns:r="http://schemas.openxmlformats.org/officeDocument/2006/relationships" id="320" r:id="R0a59777651e44caf"/>
    <p:sldId xmlns:r="http://schemas.openxmlformats.org/officeDocument/2006/relationships" id="321" r:id="Rd48939253b8c42f4"/>
    <p:sldId xmlns:r="http://schemas.openxmlformats.org/officeDocument/2006/relationships" id="322" r:id="R82cf6c2054f748bc"/>
    <p:sldId xmlns:r="http://schemas.openxmlformats.org/officeDocument/2006/relationships" id="323" r:id="Readcc8ea59534ada"/>
    <p:sldId xmlns:r="http://schemas.openxmlformats.org/officeDocument/2006/relationships" id="324" r:id="R318d12befd1348b2"/>
    <p:sldId xmlns:r="http://schemas.openxmlformats.org/officeDocument/2006/relationships" id="325" r:id="R9b9fe303dbd34a3a"/>
    <p:sldId xmlns:r="http://schemas.openxmlformats.org/officeDocument/2006/relationships" id="326" r:id="R93b3c0c38bce42f1"/>
    <p:sldId xmlns:r="http://schemas.openxmlformats.org/officeDocument/2006/relationships" id="327" r:id="R5b6e0d8565454cb4"/>
    <p:sldId xmlns:r="http://schemas.openxmlformats.org/officeDocument/2006/relationships" id="328" r:id="R7f472b15c5824599"/>
    <p:sldId xmlns:r="http://schemas.openxmlformats.org/officeDocument/2006/relationships" id="329" r:id="Re9b67dd05726478c"/>
    <p:sldId xmlns:r="http://schemas.openxmlformats.org/officeDocument/2006/relationships" id="330" r:id="Reb003f09bc45455e"/>
    <p:sldId xmlns:r="http://schemas.openxmlformats.org/officeDocument/2006/relationships" id="331" r:id="R42e48f11148e441e"/>
    <p:sldId xmlns:r="http://schemas.openxmlformats.org/officeDocument/2006/relationships" id="332" r:id="R3ad0c4eafbaa4b8c"/>
    <p:sldId xmlns:r="http://schemas.openxmlformats.org/officeDocument/2006/relationships" id="333" r:id="R24d43008605143c9"/>
    <p:sldId xmlns:r="http://schemas.openxmlformats.org/officeDocument/2006/relationships" id="334" r:id="Rde9082477dda49b0"/>
    <p:sldId xmlns:r="http://schemas.openxmlformats.org/officeDocument/2006/relationships" id="335" r:id="R0f721395f63d4910"/>
    <p:sldId xmlns:r="http://schemas.openxmlformats.org/officeDocument/2006/relationships" id="336" r:id="Rd0644dd8a1ca4220"/>
    <p:sldId xmlns:r="http://schemas.openxmlformats.org/officeDocument/2006/relationships" id="337" r:id="R6cca14a1cb284f4b"/>
    <p:sldId xmlns:r="http://schemas.openxmlformats.org/officeDocument/2006/relationships" id="338" r:id="R4823c25fb02a4586"/>
    <p:sldId xmlns:r="http://schemas.openxmlformats.org/officeDocument/2006/relationships" id="339" r:id="R0f611680c3714199"/>
    <p:sldId xmlns:r="http://schemas.openxmlformats.org/officeDocument/2006/relationships" id="340" r:id="R4f886fdc2f63463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b67c728819e4dad" /><Relationship Type="http://schemas.openxmlformats.org/officeDocument/2006/relationships/slideMaster" Target="/ppt/slideMasters/slideMaster1.xml" Id="R58bf5e47ac4d442c" /><Relationship Type="http://schemas.openxmlformats.org/officeDocument/2006/relationships/notesMaster" Target="/ppt/notesMasters/notesMaster1.xml" Id="Rf2e5e7b2a7574c1e" /><Relationship Type="http://schemas.openxmlformats.org/officeDocument/2006/relationships/presProps" Target="/ppt/presProps.xml" Id="Rcce5cb192ef14d4e" /><Relationship Type="http://schemas.openxmlformats.org/officeDocument/2006/relationships/tableStyles" Target="/ppt/tableStyles.xml" Id="R595dca6cc43f4b49" /><Relationship Type="http://schemas.openxmlformats.org/officeDocument/2006/relationships/slide" Target="/ppt/slides/slide1.xml" Id="R2e0e4543606249be" /><Relationship Type="http://schemas.openxmlformats.org/officeDocument/2006/relationships/slide" Target="/ppt/slides/slide2.xml" Id="R8fb14f2750f44963" /><Relationship Type="http://schemas.openxmlformats.org/officeDocument/2006/relationships/slide" Target="/ppt/slides/slide3.xml" Id="R442f9793248a4043" /><Relationship Type="http://schemas.openxmlformats.org/officeDocument/2006/relationships/slide" Target="/ppt/slides/slide4.xml" Id="R582dc95016044cfe" /><Relationship Type="http://schemas.openxmlformats.org/officeDocument/2006/relationships/slide" Target="/ppt/slides/slide5.xml" Id="Rffdd9dd911e34155" /><Relationship Type="http://schemas.openxmlformats.org/officeDocument/2006/relationships/slide" Target="/ppt/slides/slide6.xml" Id="Red35de1129ec4932" /><Relationship Type="http://schemas.openxmlformats.org/officeDocument/2006/relationships/slide" Target="/ppt/slides/slide7.xml" Id="R77f3b2e1eca44755" /><Relationship Type="http://schemas.openxmlformats.org/officeDocument/2006/relationships/slide" Target="/ppt/slides/slide8.xml" Id="Rc409bb77fd4b42b0" /><Relationship Type="http://schemas.openxmlformats.org/officeDocument/2006/relationships/slide" Target="/ppt/slides/slide9.xml" Id="Re56363a560e64bcb" /><Relationship Type="http://schemas.openxmlformats.org/officeDocument/2006/relationships/slide" Target="/ppt/slides/slide10.xml" Id="R9fe574c91f884691" /><Relationship Type="http://schemas.openxmlformats.org/officeDocument/2006/relationships/slide" Target="/ppt/slides/slide11.xml" Id="R4cfbd2458cff4285" /><Relationship Type="http://schemas.openxmlformats.org/officeDocument/2006/relationships/slide" Target="/ppt/slides/slide12.xml" Id="Rb140ddcf4fc446b5" /><Relationship Type="http://schemas.openxmlformats.org/officeDocument/2006/relationships/slide" Target="/ppt/slides/slide13.xml" Id="Re79530cf092148d9" /><Relationship Type="http://schemas.openxmlformats.org/officeDocument/2006/relationships/slide" Target="/ppt/slides/slide14.xml" Id="R0c9e459ad3cb4544" /><Relationship Type="http://schemas.openxmlformats.org/officeDocument/2006/relationships/slide" Target="/ppt/slides/slide15.xml" Id="R22b8ee142c594dd3" /><Relationship Type="http://schemas.openxmlformats.org/officeDocument/2006/relationships/slide" Target="/ppt/slides/slide16.xml" Id="Ra549d4d0c17f4f0d" /><Relationship Type="http://schemas.openxmlformats.org/officeDocument/2006/relationships/slide" Target="/ppt/slides/slide17.xml" Id="Raeb76fdc751e4aa9" /><Relationship Type="http://schemas.openxmlformats.org/officeDocument/2006/relationships/slide" Target="/ppt/slides/slide18.xml" Id="R3c95c24bdaab48c6" /><Relationship Type="http://schemas.openxmlformats.org/officeDocument/2006/relationships/slide" Target="/ppt/slides/slide19.xml" Id="R20d0304ecfb143fc" /><Relationship Type="http://schemas.openxmlformats.org/officeDocument/2006/relationships/slide" Target="/ppt/slides/slide20.xml" Id="R47ae02a89c8b47c0" /><Relationship Type="http://schemas.openxmlformats.org/officeDocument/2006/relationships/slide" Target="/ppt/slides/slide21.xml" Id="Rff4fb8a8346d416b" /><Relationship Type="http://schemas.openxmlformats.org/officeDocument/2006/relationships/slide" Target="/ppt/slides/slide22.xml" Id="Rab927513153c4083" /><Relationship Type="http://schemas.openxmlformats.org/officeDocument/2006/relationships/slide" Target="/ppt/slides/slide23.xml" Id="R939a1e01514a4041" /><Relationship Type="http://schemas.openxmlformats.org/officeDocument/2006/relationships/slide" Target="/ppt/slides/slide24.xml" Id="Rd592e0db7583494d" /><Relationship Type="http://schemas.openxmlformats.org/officeDocument/2006/relationships/slide" Target="/ppt/slides/slide25.xml" Id="R97fadc26e7794550" /><Relationship Type="http://schemas.openxmlformats.org/officeDocument/2006/relationships/slide" Target="/ppt/slides/slide26.xml" Id="Rdce684550cc84034" /><Relationship Type="http://schemas.openxmlformats.org/officeDocument/2006/relationships/slide" Target="/ppt/slides/slide27.xml" Id="R35c8baee501442c1" /><Relationship Type="http://schemas.openxmlformats.org/officeDocument/2006/relationships/slide" Target="/ppt/slides/slide28.xml" Id="R9b80824a300c47a9" /><Relationship Type="http://schemas.openxmlformats.org/officeDocument/2006/relationships/slide" Target="/ppt/slides/slide29.xml" Id="Re5527e6608fd44e2" /><Relationship Type="http://schemas.openxmlformats.org/officeDocument/2006/relationships/slide" Target="/ppt/slides/slide30.xml" Id="R0180e6c9590b4bc7" /><Relationship Type="http://schemas.openxmlformats.org/officeDocument/2006/relationships/slide" Target="/ppt/slides/slide31.xml" Id="R662e01109b2a484f" /><Relationship Type="http://schemas.openxmlformats.org/officeDocument/2006/relationships/slide" Target="/ppt/slides/slide32.xml" Id="Re60998ec6c944f5f" /><Relationship Type="http://schemas.openxmlformats.org/officeDocument/2006/relationships/slide" Target="/ppt/slides/slide33.xml" Id="R132871140c8b4faa" /><Relationship Type="http://schemas.openxmlformats.org/officeDocument/2006/relationships/slide" Target="/ppt/slides/slide34.xml" Id="R39483e72c2434218" /><Relationship Type="http://schemas.openxmlformats.org/officeDocument/2006/relationships/slide" Target="/ppt/slides/slide35.xml" Id="Re122d706c8e84ac9" /><Relationship Type="http://schemas.openxmlformats.org/officeDocument/2006/relationships/slide" Target="/ppt/slides/slide36.xml" Id="Rf2afbebfdf4c4811" /><Relationship Type="http://schemas.openxmlformats.org/officeDocument/2006/relationships/slide" Target="/ppt/slides/slide37.xml" Id="Re72bbb237eff42a9" /><Relationship Type="http://schemas.openxmlformats.org/officeDocument/2006/relationships/slide" Target="/ppt/slides/slide38.xml" Id="R4467ac3ebf154565" /><Relationship Type="http://schemas.openxmlformats.org/officeDocument/2006/relationships/slide" Target="/ppt/slides/slide39.xml" Id="Racb69ecbbd324043" /><Relationship Type="http://schemas.openxmlformats.org/officeDocument/2006/relationships/slide" Target="/ppt/slides/slide40.xml" Id="R4937ba081a8b487f" /><Relationship Type="http://schemas.openxmlformats.org/officeDocument/2006/relationships/slide" Target="/ppt/slides/slide41.xml" Id="R8370ace00ada4e55" /><Relationship Type="http://schemas.openxmlformats.org/officeDocument/2006/relationships/slide" Target="/ppt/slides/slide42.xml" Id="R225f92489143442a" /><Relationship Type="http://schemas.openxmlformats.org/officeDocument/2006/relationships/slide" Target="/ppt/slides/slide43.xml" Id="R76a238cba6634ae1" /><Relationship Type="http://schemas.openxmlformats.org/officeDocument/2006/relationships/slide" Target="/ppt/slides/slide44.xml" Id="R8562d482db7f4669" /><Relationship Type="http://schemas.openxmlformats.org/officeDocument/2006/relationships/slide" Target="/ppt/slides/slide45.xml" Id="R8b5d269c33374bbe" /><Relationship Type="http://schemas.openxmlformats.org/officeDocument/2006/relationships/slide" Target="/ppt/slides/slide46.xml" Id="Rb40fe995da9b4f13" /><Relationship Type="http://schemas.openxmlformats.org/officeDocument/2006/relationships/slide" Target="/ppt/slides/slide47.xml" Id="R4fc4ea422d9c4149" /><Relationship Type="http://schemas.openxmlformats.org/officeDocument/2006/relationships/slide" Target="/ppt/slides/slide48.xml" Id="Rce6a138f7fe64cd9" /><Relationship Type="http://schemas.openxmlformats.org/officeDocument/2006/relationships/slide" Target="/ppt/slides/slide49.xml" Id="Rab1d2d46230b45a1" /><Relationship Type="http://schemas.openxmlformats.org/officeDocument/2006/relationships/slide" Target="/ppt/slides/slide50.xml" Id="R863e825af5b44bc9" /><Relationship Type="http://schemas.openxmlformats.org/officeDocument/2006/relationships/slide" Target="/ppt/slides/slide51.xml" Id="R8525a3daf84145d1" /><Relationship Type="http://schemas.openxmlformats.org/officeDocument/2006/relationships/slide" Target="/ppt/slides/slide52.xml" Id="R14f33ba170784776" /><Relationship Type="http://schemas.openxmlformats.org/officeDocument/2006/relationships/slide" Target="/ppt/slides/slide53.xml" Id="R69cec3703aeb4a8a" /><Relationship Type="http://schemas.openxmlformats.org/officeDocument/2006/relationships/slide" Target="/ppt/slides/slide54.xml" Id="R1286a55d62dc4f55" /><Relationship Type="http://schemas.openxmlformats.org/officeDocument/2006/relationships/slide" Target="/ppt/slides/slide55.xml" Id="Ra17c0baa0f474181" /><Relationship Type="http://schemas.openxmlformats.org/officeDocument/2006/relationships/slide" Target="/ppt/slides/slide56.xml" Id="R6b4c98f4e2ea4de2" /><Relationship Type="http://schemas.openxmlformats.org/officeDocument/2006/relationships/slide" Target="/ppt/slides/slide57.xml" Id="Rce2a3973314847d2" /><Relationship Type="http://schemas.openxmlformats.org/officeDocument/2006/relationships/slide" Target="/ppt/slides/slide58.xml" Id="R1b471efe72a24223" /><Relationship Type="http://schemas.openxmlformats.org/officeDocument/2006/relationships/slide" Target="/ppt/slides/slide59.xml" Id="R1bf096ec12734903" /><Relationship Type="http://schemas.openxmlformats.org/officeDocument/2006/relationships/slide" Target="/ppt/slides/slide60.xml" Id="R8f95e45c0049466c" /><Relationship Type="http://schemas.openxmlformats.org/officeDocument/2006/relationships/slide" Target="/ppt/slides/slide61.xml" Id="R6692cdb127224ba7" /><Relationship Type="http://schemas.openxmlformats.org/officeDocument/2006/relationships/slide" Target="/ppt/slides/slide62.xml" Id="Re330cf8c0b5048ac" /><Relationship Type="http://schemas.openxmlformats.org/officeDocument/2006/relationships/slide" Target="/ppt/slides/slide63.xml" Id="R31fcf14ca3c64938" /><Relationship Type="http://schemas.openxmlformats.org/officeDocument/2006/relationships/slide" Target="/ppt/slides/slide64.xml" Id="Rbedeaa41b7d14751" /><Relationship Type="http://schemas.openxmlformats.org/officeDocument/2006/relationships/slide" Target="/ppt/slides/slide65.xml" Id="R0a59777651e44caf" /><Relationship Type="http://schemas.openxmlformats.org/officeDocument/2006/relationships/slide" Target="/ppt/slides/slide66.xml" Id="Rd48939253b8c42f4" /><Relationship Type="http://schemas.openxmlformats.org/officeDocument/2006/relationships/slide" Target="/ppt/slides/slide67.xml" Id="R82cf6c2054f748bc" /><Relationship Type="http://schemas.openxmlformats.org/officeDocument/2006/relationships/slide" Target="/ppt/slides/slide68.xml" Id="Readcc8ea59534ada" /><Relationship Type="http://schemas.openxmlformats.org/officeDocument/2006/relationships/slide" Target="/ppt/slides/slide69.xml" Id="R318d12befd1348b2" /><Relationship Type="http://schemas.openxmlformats.org/officeDocument/2006/relationships/slide" Target="/ppt/slides/slide70.xml" Id="R9b9fe303dbd34a3a" /><Relationship Type="http://schemas.openxmlformats.org/officeDocument/2006/relationships/slide" Target="/ppt/slides/slide71.xml" Id="R93b3c0c38bce42f1" /><Relationship Type="http://schemas.openxmlformats.org/officeDocument/2006/relationships/slide" Target="/ppt/slides/slide72.xml" Id="R5b6e0d8565454cb4" /><Relationship Type="http://schemas.openxmlformats.org/officeDocument/2006/relationships/slide" Target="/ppt/slides/slide73.xml" Id="R7f472b15c5824599" /><Relationship Type="http://schemas.openxmlformats.org/officeDocument/2006/relationships/slide" Target="/ppt/slides/slide74.xml" Id="Re9b67dd05726478c" /><Relationship Type="http://schemas.openxmlformats.org/officeDocument/2006/relationships/slide" Target="/ppt/slides/slide75.xml" Id="Reb003f09bc45455e" /><Relationship Type="http://schemas.openxmlformats.org/officeDocument/2006/relationships/slide" Target="/ppt/slides/slide76.xml" Id="R42e48f11148e441e" /><Relationship Type="http://schemas.openxmlformats.org/officeDocument/2006/relationships/slide" Target="/ppt/slides/slide77.xml" Id="R3ad0c4eafbaa4b8c" /><Relationship Type="http://schemas.openxmlformats.org/officeDocument/2006/relationships/slide" Target="/ppt/slides/slide78.xml" Id="R24d43008605143c9" /><Relationship Type="http://schemas.openxmlformats.org/officeDocument/2006/relationships/slide" Target="/ppt/slides/slide79.xml" Id="Rde9082477dda49b0" /><Relationship Type="http://schemas.openxmlformats.org/officeDocument/2006/relationships/slide" Target="/ppt/slides/slide80.xml" Id="R0f721395f63d4910" /><Relationship Type="http://schemas.openxmlformats.org/officeDocument/2006/relationships/slide" Target="/ppt/slides/slide81.xml" Id="Rd0644dd8a1ca4220" /><Relationship Type="http://schemas.openxmlformats.org/officeDocument/2006/relationships/slide" Target="/ppt/slides/slide82.xml" Id="R6cca14a1cb284f4b" /><Relationship Type="http://schemas.openxmlformats.org/officeDocument/2006/relationships/slide" Target="/ppt/slides/slide83.xml" Id="R4823c25fb02a4586" /><Relationship Type="http://schemas.openxmlformats.org/officeDocument/2006/relationships/slide" Target="/ppt/slides/slide84.xml" Id="R0f611680c3714199" /><Relationship Type="http://schemas.openxmlformats.org/officeDocument/2006/relationships/slide" Target="/ppt/slides/slide85.xml" Id="R4f886fdc2f6346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96da95261c4c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faf41401df4b97" /><Relationship Type="http://schemas.openxmlformats.org/officeDocument/2006/relationships/notesMaster" Target="/ppt/notesMasters/notesMaster1.xml" Id="R2d64b791103b4d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910356d4d143d6" /><Relationship Type="http://schemas.openxmlformats.org/officeDocument/2006/relationships/notesMaster" Target="/ppt/notesMasters/notesMaster1.xml" Id="R0eebf8fc70934a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9447d3600843d8" /><Relationship Type="http://schemas.openxmlformats.org/officeDocument/2006/relationships/notesMaster" Target="/ppt/notesMasters/notesMaster1.xml" Id="Rbb5dbeadf9ac4c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5dfa7edb7d4a15" /><Relationship Type="http://schemas.openxmlformats.org/officeDocument/2006/relationships/notesMaster" Target="/ppt/notesMasters/notesMaster1.xml" Id="R4881fff8e8454e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0817d7c0324932" /><Relationship Type="http://schemas.openxmlformats.org/officeDocument/2006/relationships/notesMaster" Target="/ppt/notesMasters/notesMaster1.xml" Id="R5b317aea93984b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fefc21935d44fa" /><Relationship Type="http://schemas.openxmlformats.org/officeDocument/2006/relationships/notesMaster" Target="/ppt/notesMasters/notesMaster1.xml" Id="R0216e37baa6d49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493eda0e7c4547" /><Relationship Type="http://schemas.openxmlformats.org/officeDocument/2006/relationships/notesMaster" Target="/ppt/notesMasters/notesMaster1.xml" Id="Rcde83e2e4f094b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b7c97e85dc4aa0" /><Relationship Type="http://schemas.openxmlformats.org/officeDocument/2006/relationships/notesMaster" Target="/ppt/notesMasters/notesMaster1.xml" Id="R058785b2fd6c4c6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178b1f79494f82" /><Relationship Type="http://schemas.openxmlformats.org/officeDocument/2006/relationships/notesMaster" Target="/ppt/notesMasters/notesMaster1.xml" Id="Ra95bb083a90440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6b863fe6f14537" /><Relationship Type="http://schemas.openxmlformats.org/officeDocument/2006/relationships/notesMaster" Target="/ppt/notesMasters/notesMaster1.xml" Id="R34301dcd989641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0129e4b3ed34fd2" /><Relationship Type="http://schemas.openxmlformats.org/officeDocument/2006/relationships/notesMaster" Target="/ppt/notesMasters/notesMaster1.xml" Id="R36a60051dd4c484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6f078d6ffbb48a2" /><Relationship Type="http://schemas.openxmlformats.org/officeDocument/2006/relationships/notesMaster" Target="/ppt/notesMasters/notesMaster1.xml" Id="Re1311bd7c90f44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a2debd3fc0b4937" /><Relationship Type="http://schemas.openxmlformats.org/officeDocument/2006/relationships/notesMaster" Target="/ppt/notesMasters/notesMaster1.xml" Id="R85f0f491e15d47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3b3a3ed9d5246d1" /><Relationship Type="http://schemas.openxmlformats.org/officeDocument/2006/relationships/notesMaster" Target="/ppt/notesMasters/notesMaster1.xml" Id="R7df0a0e33dbd4c9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7657613579545a9" /><Relationship Type="http://schemas.openxmlformats.org/officeDocument/2006/relationships/notesMaster" Target="/ppt/notesMasters/notesMaster1.xml" Id="R59effd50128149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f382e44b574062" /><Relationship Type="http://schemas.openxmlformats.org/officeDocument/2006/relationships/notesMaster" Target="/ppt/notesMasters/notesMaster1.xml" Id="R08e8371c14314ee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9f5b2fc9a34042" /><Relationship Type="http://schemas.openxmlformats.org/officeDocument/2006/relationships/notesMaster" Target="/ppt/notesMasters/notesMaster1.xml" Id="Rb231e0c88aa4485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a9711c812de46c6" /><Relationship Type="http://schemas.openxmlformats.org/officeDocument/2006/relationships/notesMaster" Target="/ppt/notesMasters/notesMaster1.xml" Id="R5e9badf664064d3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3ccbaf915fa4794" /><Relationship Type="http://schemas.openxmlformats.org/officeDocument/2006/relationships/notesMaster" Target="/ppt/notesMasters/notesMaster1.xml" Id="R8dd2416c68634ea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ec97aa0a144e8e" /><Relationship Type="http://schemas.openxmlformats.org/officeDocument/2006/relationships/notesMaster" Target="/ppt/notesMasters/notesMaster1.xml" Id="Rf80d5bfb6a6c48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8db3ccdeb5544b7" /><Relationship Type="http://schemas.openxmlformats.org/officeDocument/2006/relationships/notesMaster" Target="/ppt/notesMasters/notesMaster1.xml" Id="R1fbfb211a7c043f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783778b1204907" /><Relationship Type="http://schemas.openxmlformats.org/officeDocument/2006/relationships/notesMaster" Target="/ppt/notesMasters/notesMaster1.xml" Id="R4ab5ffa98cac41d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540293009af4601" /><Relationship Type="http://schemas.openxmlformats.org/officeDocument/2006/relationships/notesMaster" Target="/ppt/notesMasters/notesMaster1.xml" Id="R86c3fac6d7344a7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440f240b30c4f6e" /><Relationship Type="http://schemas.openxmlformats.org/officeDocument/2006/relationships/notesMaster" Target="/ppt/notesMasters/notesMaster1.xml" Id="R10ec4fa039554f9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464e6658a8d4c8d" /><Relationship Type="http://schemas.openxmlformats.org/officeDocument/2006/relationships/notesMaster" Target="/ppt/notesMasters/notesMaster1.xml" Id="R4ae86c6f47ff4d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254e74e21de42c2" /><Relationship Type="http://schemas.openxmlformats.org/officeDocument/2006/relationships/notesMaster" Target="/ppt/notesMasters/notesMaster1.xml" Id="Rcd3f8c01bf024f9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e91410d4e7b436f" /><Relationship Type="http://schemas.openxmlformats.org/officeDocument/2006/relationships/notesMaster" Target="/ppt/notesMasters/notesMaster1.xml" Id="Re88b37fc2672408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0649fedd4114605" /><Relationship Type="http://schemas.openxmlformats.org/officeDocument/2006/relationships/notesMaster" Target="/ppt/notesMasters/notesMaster1.xml" Id="R6937c59cef42474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edaadcaa16b4cbc" /><Relationship Type="http://schemas.openxmlformats.org/officeDocument/2006/relationships/notesMaster" Target="/ppt/notesMasters/notesMaster1.xml" Id="R27c5131c9dc64fd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b0848c9480a45e0" /><Relationship Type="http://schemas.openxmlformats.org/officeDocument/2006/relationships/notesMaster" Target="/ppt/notesMasters/notesMaster1.xml" Id="R4b1fbb4a0ac249b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e59cde8754a4319" /><Relationship Type="http://schemas.openxmlformats.org/officeDocument/2006/relationships/notesMaster" Target="/ppt/notesMasters/notesMaster1.xml" Id="R443fb9dbc18d426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e841f7313854a29" /><Relationship Type="http://schemas.openxmlformats.org/officeDocument/2006/relationships/notesMaster" Target="/ppt/notesMasters/notesMaster1.xml" Id="R73b475c1107a4be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7d6e15261784bd9" /><Relationship Type="http://schemas.openxmlformats.org/officeDocument/2006/relationships/notesMaster" Target="/ppt/notesMasters/notesMaster1.xml" Id="Rebef9261eaf24ea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1033f9a93434922" /><Relationship Type="http://schemas.openxmlformats.org/officeDocument/2006/relationships/notesMaster" Target="/ppt/notesMasters/notesMaster1.xml" Id="Rd6e18f8cf6ec4a5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a4f32a5a064486c" /><Relationship Type="http://schemas.openxmlformats.org/officeDocument/2006/relationships/notesMaster" Target="/ppt/notesMasters/notesMaster1.xml" Id="R6f826ec87e59400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d01fdecdd504ece" /><Relationship Type="http://schemas.openxmlformats.org/officeDocument/2006/relationships/notesMaster" Target="/ppt/notesMasters/notesMaster1.xml" Id="R3d9f16f2e6d044a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332b8577d9942d7" /><Relationship Type="http://schemas.openxmlformats.org/officeDocument/2006/relationships/notesMaster" Target="/ppt/notesMasters/notesMaster1.xml" Id="R582e2d69096f4f1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8d5af0e410c4054" /><Relationship Type="http://schemas.openxmlformats.org/officeDocument/2006/relationships/notesMaster" Target="/ppt/notesMasters/notesMaster1.xml" Id="R9a30b0d06246485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48c5f57f2aa4505" /><Relationship Type="http://schemas.openxmlformats.org/officeDocument/2006/relationships/notesMaster" Target="/ppt/notesMasters/notesMaster1.xml" Id="R0dabfe606a1f41a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ce1f91a729c40e1" /><Relationship Type="http://schemas.openxmlformats.org/officeDocument/2006/relationships/notesMaster" Target="/ppt/notesMasters/notesMaster1.xml" Id="R8ebc3e57a8d145f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9e58bc8346c4869" /><Relationship Type="http://schemas.openxmlformats.org/officeDocument/2006/relationships/notesMaster" Target="/ppt/notesMasters/notesMaster1.xml" Id="Rd3ca44d927a5469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67b61574f0b47e3" /><Relationship Type="http://schemas.openxmlformats.org/officeDocument/2006/relationships/notesMaster" Target="/ppt/notesMasters/notesMaster1.xml" Id="R354a32d40d16414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b0121b9792b42c3" /><Relationship Type="http://schemas.openxmlformats.org/officeDocument/2006/relationships/notesMaster" Target="/ppt/notesMasters/notesMaster1.xml" Id="Ra7ec82ec97c8483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a4073b27d414924" /><Relationship Type="http://schemas.openxmlformats.org/officeDocument/2006/relationships/notesMaster" Target="/ppt/notesMasters/notesMaster1.xml" Id="R74833da78b674a7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8f24b7c793d4dd5" /><Relationship Type="http://schemas.openxmlformats.org/officeDocument/2006/relationships/notesMaster" Target="/ppt/notesMasters/notesMaster1.xml" Id="Rf42a411d752d4e9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1caed80275a444e" /><Relationship Type="http://schemas.openxmlformats.org/officeDocument/2006/relationships/notesMaster" Target="/ppt/notesMasters/notesMaster1.xml" Id="R3dccf4d9ce61434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f4d5345a5444bba" /><Relationship Type="http://schemas.openxmlformats.org/officeDocument/2006/relationships/notesMaster" Target="/ppt/notesMasters/notesMaster1.xml" Id="R5b394559d230457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771a741e56a44fc" /><Relationship Type="http://schemas.openxmlformats.org/officeDocument/2006/relationships/notesMaster" Target="/ppt/notesMasters/notesMaster1.xml" Id="Rc493825df29f4b5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5535b6936ae4648" /><Relationship Type="http://schemas.openxmlformats.org/officeDocument/2006/relationships/notesMaster" Target="/ppt/notesMasters/notesMaster1.xml" Id="R417f66adb0b4413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445836439b142ee" /><Relationship Type="http://schemas.openxmlformats.org/officeDocument/2006/relationships/notesMaster" Target="/ppt/notesMasters/notesMaster1.xml" Id="R5d58f27a0583446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fe3b54d60734539" /><Relationship Type="http://schemas.openxmlformats.org/officeDocument/2006/relationships/notesMaster" Target="/ppt/notesMasters/notesMaster1.xml" Id="Rd6c4662e66044e3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6189956056740bd" /><Relationship Type="http://schemas.openxmlformats.org/officeDocument/2006/relationships/notesMaster" Target="/ppt/notesMasters/notesMaster1.xml" Id="Reeb5e96a2e4d4dd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a1c26fca0794460" /><Relationship Type="http://schemas.openxmlformats.org/officeDocument/2006/relationships/notesMaster" Target="/ppt/notesMasters/notesMaster1.xml" Id="R1020dc4e1f2c4b0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fd78c3174a44e58" /><Relationship Type="http://schemas.openxmlformats.org/officeDocument/2006/relationships/notesMaster" Target="/ppt/notesMasters/notesMaster1.xml" Id="Ra32c7df1a0034e0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7d8dd52a50c4ddc" /><Relationship Type="http://schemas.openxmlformats.org/officeDocument/2006/relationships/notesMaster" Target="/ppt/notesMasters/notesMaster1.xml" Id="R85a0930a719f419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9ea7dd67b9e48cb" /><Relationship Type="http://schemas.openxmlformats.org/officeDocument/2006/relationships/notesMaster" Target="/ppt/notesMasters/notesMaster1.xml" Id="Rbffa28395e42461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8a193ad7ff64edd" /><Relationship Type="http://schemas.openxmlformats.org/officeDocument/2006/relationships/notesMaster" Target="/ppt/notesMasters/notesMaster1.xml" Id="Rd7914072ea8b450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05dd544126945fd" /><Relationship Type="http://schemas.openxmlformats.org/officeDocument/2006/relationships/notesMaster" Target="/ppt/notesMasters/notesMaster1.xml" Id="R99bffd411df1434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8e14f80902c4f43" /><Relationship Type="http://schemas.openxmlformats.org/officeDocument/2006/relationships/notesMaster" Target="/ppt/notesMasters/notesMaster1.xml" Id="R56bce433b5d14f4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67a592caaf947c4" /><Relationship Type="http://schemas.openxmlformats.org/officeDocument/2006/relationships/notesMaster" Target="/ppt/notesMasters/notesMaster1.xml" Id="R8612039a8c95437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4a1c25839e84d36" /><Relationship Type="http://schemas.openxmlformats.org/officeDocument/2006/relationships/notesMaster" Target="/ppt/notesMasters/notesMaster1.xml" Id="Rad03d0a5bbee46f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c737ed5dbf54007" /><Relationship Type="http://schemas.openxmlformats.org/officeDocument/2006/relationships/notesMaster" Target="/ppt/notesMasters/notesMaster1.xml" Id="R5acdf0ba204d40d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383db62103d4933" /><Relationship Type="http://schemas.openxmlformats.org/officeDocument/2006/relationships/notesMaster" Target="/ppt/notesMasters/notesMaster1.xml" Id="R4becd71090484a5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23cb3d25add4edb" /><Relationship Type="http://schemas.openxmlformats.org/officeDocument/2006/relationships/notesMaster" Target="/ppt/notesMasters/notesMaster1.xml" Id="R11871c6a251f4f9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959f91d45eb46ee" /><Relationship Type="http://schemas.openxmlformats.org/officeDocument/2006/relationships/notesMaster" Target="/ppt/notesMasters/notesMaster1.xml" Id="Raafe18d6c9684ae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efbf99598144795" /><Relationship Type="http://schemas.openxmlformats.org/officeDocument/2006/relationships/notesMaster" Target="/ppt/notesMasters/notesMaster1.xml" Id="R823f807c4755455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3206c878aba42a3" /><Relationship Type="http://schemas.openxmlformats.org/officeDocument/2006/relationships/notesMaster" Target="/ppt/notesMasters/notesMaster1.xml" Id="R29d1e654cbe944a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c17893637b5435f" /><Relationship Type="http://schemas.openxmlformats.org/officeDocument/2006/relationships/notesMaster" Target="/ppt/notesMasters/notesMaster1.xml" Id="Rd9a26f503ab9446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2cd0a27fe4c4625" /><Relationship Type="http://schemas.openxmlformats.org/officeDocument/2006/relationships/notesMaster" Target="/ppt/notesMasters/notesMaster1.xml" Id="R66fa361b16f649d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fa04e86b4c54c8f" /><Relationship Type="http://schemas.openxmlformats.org/officeDocument/2006/relationships/notesMaster" Target="/ppt/notesMasters/notesMaster1.xml" Id="R2a49fb02a5424c1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4e2bdf7c26547d9" /><Relationship Type="http://schemas.openxmlformats.org/officeDocument/2006/relationships/notesMaster" Target="/ppt/notesMasters/notesMaster1.xml" Id="R505bd0bc2281464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fc9365f621141fc" /><Relationship Type="http://schemas.openxmlformats.org/officeDocument/2006/relationships/notesMaster" Target="/ppt/notesMasters/notesMaster1.xml" Id="Ra03293f8221b4b4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9626af505bf4f2d" /><Relationship Type="http://schemas.openxmlformats.org/officeDocument/2006/relationships/notesMaster" Target="/ppt/notesMasters/notesMaster1.xml" Id="Rd5cc23996f09494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07b9769439f427c" /><Relationship Type="http://schemas.openxmlformats.org/officeDocument/2006/relationships/notesMaster" Target="/ppt/notesMasters/notesMaster1.xml" Id="R3a8906043d664e4e"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9784bdc33734b8b" /><Relationship Type="http://schemas.openxmlformats.org/officeDocument/2006/relationships/notesMaster" Target="/ppt/notesMasters/notesMaster1.xml" Id="R0ba8ac110e1b423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4e48c91788c4e53" /><Relationship Type="http://schemas.openxmlformats.org/officeDocument/2006/relationships/notesMaster" Target="/ppt/notesMasters/notesMaster1.xml" Id="R37572c418f944719"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a3404885e1c4a19" /><Relationship Type="http://schemas.openxmlformats.org/officeDocument/2006/relationships/notesMaster" Target="/ppt/notesMasters/notesMaster1.xml" Id="R28f89e5d7add4dc3"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78c472a4a954255" /><Relationship Type="http://schemas.openxmlformats.org/officeDocument/2006/relationships/notesMaster" Target="/ppt/notesMasters/notesMaster1.xml" Id="Rf25fab521fbe40e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2a7aed2fe66345d1" /><Relationship Type="http://schemas.openxmlformats.org/officeDocument/2006/relationships/notesMaster" Target="/ppt/notesMasters/notesMaster1.xml" Id="R1270b6cea9b84ac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14f98a0ba854ad9" /><Relationship Type="http://schemas.openxmlformats.org/officeDocument/2006/relationships/notesMaster" Target="/ppt/notesMasters/notesMaster1.xml" Id="Ra0fea6a0902c4a4a"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2bed6c3398449fe" /><Relationship Type="http://schemas.openxmlformats.org/officeDocument/2006/relationships/notesMaster" Target="/ppt/notesMasters/notesMaster1.xml" Id="Rfc242c63ea764a3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cb6c28bc6afb4578" /><Relationship Type="http://schemas.openxmlformats.org/officeDocument/2006/relationships/notesMaster" Target="/ppt/notesMasters/notesMaster1.xml" Id="R926c1f42cf3942c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70cf5e073984eda" /><Relationship Type="http://schemas.openxmlformats.org/officeDocument/2006/relationships/notesMaster" Target="/ppt/notesMasters/notesMaster1.xml" Id="R1ec2cbde68dd46b5"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c066c2c8f99409a" /><Relationship Type="http://schemas.openxmlformats.org/officeDocument/2006/relationships/notesMaster" Target="/ppt/notesMasters/notesMaster1.xml" Id="R963724867f41471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e270b2c1d054fdf" /><Relationship Type="http://schemas.openxmlformats.org/officeDocument/2006/relationships/notesMaster" Target="/ppt/notesMasters/notesMaster1.xml" Id="Rdc0e66b8ff7d4903"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reading a table</a:t>
            </a:r>
          </a:p>
          <a:p>
            <a:r>
              <a:t>CML3111, Week 4, slide 1</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4, slide 2</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lists and dictionary fields.</a:t>
            </a:r>
          </a:p>
          <a:p>
            <a:r>
              <a:t/>
            </a:r>
          </a:p>
          <a:p>
            <a:r>
              <a:t>Trace a loop, read CSV rows and calculate summaries.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4, slide 3</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3 introduced values, function inputs and results, conditions and list positions. Now we repeat a calculation across records, then organise those records by keys.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4, slide 4</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Sensor readings arrive as records in a CSV file. We first learn the Python collections and loops needed to read those records and summarise them.</a:t>
            </a:r>
          </a:p>
          <a:p>
            <a:r>
              <a:t/>
            </a:r>
          </a:p>
          <a:p>
            <a:r>
              <a:t>Continue to</a:t>
            </a:r>
          </a:p>
          <a:p>
            <a:r>
              <a:t>List and index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 and index</a:t>
            </a:r>
          </a:p>
          <a:p>
            <a:r>
              <a:t>CML3111, Week 4, slide 5</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List and index: A list holds values in order: [2, 4, 6]. Square brackets select a position. readings[0] selects the first item, 2.</a:t>
            </a:r>
          </a:p>
          <a:p>
            <a:r>
              <a:t/>
            </a:r>
          </a:p>
          <a:p>
            <a:r>
              <a:t>Continue to</a:t>
            </a:r>
          </a:p>
          <a:p>
            <a:r>
              <a:t>A list position starts at zero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position starts at zero</a:t>
            </a:r>
          </a:p>
          <a:p>
            <a:r>
              <a:t>CML3111, Week 4, slide 6</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In [2, 4, 6], position 0 holds 2.</a:t>
            </a:r>
          </a:p>
          <a:p>
            <a:r>
              <a:t/>
            </a:r>
          </a:p>
          <a:p>
            <a:r>
              <a:t>Position 1 holds 4. Position 2 holds 6.</a:t>
            </a:r>
          </a:p>
          <a:p>
            <a:r>
              <a:t/>
            </a:r>
          </a:p>
          <a:p>
            <a:r>
              <a:t>There is no position 3 in this three-item list.</a:t>
            </a:r>
          </a:p>
          <a:p>
            <a:r>
              <a:t/>
            </a:r>
          </a:p>
          <a:p>
            <a:r>
              <a:t>Continue to</a:t>
            </a:r>
          </a:p>
          <a:p>
            <a:r>
              <a:t>Read list operations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list operations</a:t>
            </a:r>
          </a:p>
          <a:p>
            <a:r>
              <a:t>CML3111, Week 4, slide 7</a:t>
            </a:r>
          </a:p>
          <a:p>
            <a:r>
              <a:t/>
            </a:r>
          </a:p>
          <a:p>
            <a:r>
              <a:t>Explanation to give</a:t>
            </a:r>
          </a:p>
          <a:p>
            <a:r>
              <a:t>Walk through append, replacement and selection separately. append adds a new last item; values[1] = 9 replaces the item at position 1; values[1] retrieves it.</a:t>
            </a:r>
          </a:p>
          <a:p>
            <a:r>
              <a:t/>
            </a:r>
          </a:p>
          <a:p>
            <a:r>
              <a:t>Worked illustration / lecturer answer</a:t>
            </a:r>
          </a:p>
          <a:p>
            <a:r>
              <a:t>Starting with [2, 4], append(6) gives [2, 4, 6]. Assigning values[1] = 9 then gives [2, 9, 6], still three items.</a:t>
            </a:r>
          </a:p>
          <a:p>
            <a:r>
              <a:t/>
            </a:r>
          </a:p>
          <a:p>
            <a:r>
              <a:t>Misconception to address</a:t>
            </a:r>
          </a:p>
          <a:p>
            <a:r>
              <a:t>append changes the list and returns None. Do not write values = values.append(6), which would replace the list name with None.</a:t>
            </a:r>
          </a:p>
          <a:p>
            <a:r>
              <a:t/>
            </a:r>
          </a:p>
          <a:p>
            <a:r>
              <a:t>On this slide</a:t>
            </a:r>
          </a:p>
          <a:p>
            <a:r>
              <a:t>append and len: readings.append(8) adds 8 to the end of the list. len(readings) counts its items. The dot selects an operation belonging to that object; parentheses call it.</a:t>
            </a:r>
          </a:p>
          <a:p>
            <a:r>
              <a:t>Slice: readings[1:3] selects positions 1 and 2. The stop position 3 is excluded. A slice produces a new list; it does not remove items from the original.</a:t>
            </a:r>
          </a:p>
          <a:p>
            <a:r>
              <a:t/>
            </a:r>
          </a:p>
          <a:p>
            <a:r>
              <a:t>Continue to</a:t>
            </a:r>
          </a:p>
          <a:p>
            <a:r>
              <a:t>A list stores items in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stores items in order</a:t>
            </a:r>
          </a:p>
          <a:p>
            <a:r>
              <a:t>CML3111, Week 4, slide 8</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Read the displayed code line by line</a:t>
            </a:r>
          </a:p>
          <a:p>
            <a:r>
              <a:t>readings = [2, 4, 6]</a:t>
            </a:r>
          </a:p>
          <a:p>
            <a:r>
              <a:t>Evaluate the complete right-hand expression first, then assign its result to the name or selected field on the left.</a:t>
            </a:r>
          </a:p>
          <a:p>
            <a:r>
              <a:t/>
            </a:r>
          </a:p>
          <a:p>
            <a:r>
              <a:t>print(readings[0])</a:t>
            </a:r>
          </a:p>
          <a:p>
            <a:r>
              <a:t>Evaluate the expression inside the parentheses and display it. Displaying is separate from returning a function result.</a:t>
            </a:r>
          </a:p>
          <a:p>
            <a:r>
              <a:t/>
            </a:r>
          </a:p>
          <a:p>
            <a:r>
              <a:t>readings.append(8)</a:t>
            </a:r>
          </a:p>
          <a:p>
            <a:r>
              <a:t>Evaluate the argument and add it as one new item at the end of this list.</a:t>
            </a:r>
          </a:p>
          <a:p>
            <a:r>
              <a:t/>
            </a:r>
          </a:p>
          <a:p>
            <a:r>
              <a:t>print(len(readings))</a:t>
            </a:r>
          </a:p>
          <a:p>
            <a:r>
              <a:t>Evaluate the expression inside the parentheses and display it. Displaying is separate from returning a function result.</a:t>
            </a:r>
          </a:p>
          <a:p>
            <a:r>
              <a:t/>
            </a:r>
          </a:p>
          <a:p>
            <a:r>
              <a:t>print(readings[1:3])</a:t>
            </a:r>
          </a:p>
          <a:p>
            <a:r>
              <a:t>Evaluate the expression inside the parentheses and display it. Displaying is separate from returning a function result.</a:t>
            </a:r>
          </a:p>
          <a:p>
            <a:r>
              <a:t/>
            </a:r>
          </a:p>
          <a:p>
            <a:r>
              <a:t>Result / continuity</a:t>
            </a:r>
          </a:p>
          <a:p>
            <a:r>
              <a:t>[] builds a list. Positions start at zero. The slice stops before position 3.</a:t>
            </a:r>
          </a:p>
          <a:p>
            <a:r>
              <a:t/>
            </a:r>
          </a:p>
          <a:p>
            <a:r>
              <a:t>Continue to</a:t>
            </a:r>
          </a:p>
          <a:p>
            <a:r>
              <a:t>Trace the list changes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list changes</a:t>
            </a:r>
          </a:p>
          <a:p>
            <a:r>
              <a:t>CML3111, Week 4, slide 9</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Instruction | List afterwards | Displayed output</a:t>
            </a:r>
          </a:p>
          <a:p>
            <a:r>
              <a:t>readings = [2, 4, 6] | [2, 4, 6] | Nothing yet</a:t>
            </a:r>
          </a:p>
          <a:p>
            <a:r>
              <a:t>print(readings[0]) | [2, 4, 6] | 2</a:t>
            </a:r>
          </a:p>
          <a:p>
            <a:r>
              <a:t>readings.append(8) | [2, 4, 6, 8] | Nothing yet</a:t>
            </a:r>
          </a:p>
          <a:p>
            <a:r>
              <a:t>print(readings[1:3]) | [2, 4, 6, 8] | [4, 6]</a:t>
            </a:r>
          </a:p>
          <a:p>
            <a:r>
              <a:t>len reports 4 after append. A slice excludes its stop position and leaves the original list intact.</a:t>
            </a:r>
          </a:p>
          <a:p>
            <a:r>
              <a:t/>
            </a:r>
          </a:p>
          <a:p>
            <a:r>
              <a:t>Reference / existing resource</a:t>
            </a:r>
          </a:p>
          <a:p>
            <a:r>
              <a:t>https://docs.python.org/3/tutorial/introduction.html</a:t>
            </a:r>
          </a:p>
          <a:p>
            <a:r>
              <a:t>https://docs.python.org/3/tutorial/controlflow.html;</a:t>
            </a:r>
          </a:p>
          <a:p>
            <a:r>
              <a:t/>
            </a:r>
          </a:p>
          <a:p>
            <a:r>
              <a:t>Continue to</a:t>
            </a:r>
          </a:p>
          <a:p>
            <a:r>
              <a:t>A loop repeats instructions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repeats instructions</a:t>
            </a:r>
          </a:p>
          <a:p>
            <a:r>
              <a:t>CML3111, Week 4, slide 10</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A loop runs a block more than once. One execution of the block is called an iteration.</a:t>
            </a:r>
          </a:p>
          <a:p>
            <a:r>
              <a:t/>
            </a:r>
          </a:p>
          <a:p>
            <a:r>
              <a:t>for takes one item at a time from a collection. Use it when each item needs the same action.</a:t>
            </a:r>
          </a:p>
          <a:p>
            <a:r>
              <a:t/>
            </a:r>
          </a:p>
          <a:p>
            <a:r>
              <a:t>while repeats while a condition stays True. Use it when a condition controls repetition.</a:t>
            </a:r>
          </a:p>
          <a:p>
            <a:r>
              <a:t/>
            </a:r>
          </a:p>
          <a:p>
            <a:r>
              <a:t>Reference / existing resource</a:t>
            </a:r>
          </a:p>
          <a:p>
            <a:r>
              <a:t>https://docs.python.org/3/tutorial/introduction.html</a:t>
            </a:r>
          </a:p>
          <a:p>
            <a:r>
              <a:t>https://docs.python.org/3/tutorial/controlflow.html;</a:t>
            </a:r>
          </a:p>
          <a:p>
            <a:r>
              <a:t/>
            </a:r>
          </a:p>
          <a:p>
            <a:r>
              <a:t>Continue to</a:t>
            </a:r>
          </a:p>
          <a:p>
            <a:r>
              <a:t>Read every part of a for header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every part of a for header</a:t>
            </a:r>
          </a:p>
          <a:p>
            <a:r>
              <a:t>CML3111, Week 4, slide 11</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In for reading in readings:, for introduces repetition, reading names the current item, and readings is the collection to visit.</a:t>
            </a:r>
          </a:p>
          <a:p>
            <a:r>
              <a:t/>
            </a:r>
          </a:p>
          <a:p>
            <a:r>
              <a:t>in connects the current-item name to that collection. The colon begins the loop body. Four spaces mark each instruction that repeats.</a:t>
            </a:r>
          </a:p>
          <a:p>
            <a:r>
              <a:t/>
            </a:r>
          </a:p>
          <a:p>
            <a:r>
              <a:t>reading is a name we choose; it is assigned the next item automatically. It is not the same name as readings. After the last item, execution leaves the loop.</a:t>
            </a:r>
          </a:p>
          <a:p>
            <a:r>
              <a:t/>
            </a:r>
          </a:p>
          <a:p>
            <a:r>
              <a:t>Reference / existing resource</a:t>
            </a:r>
          </a:p>
          <a:p>
            <a:r>
              <a:t>https://docs.python.org/3/tutorial/introduction.html</a:t>
            </a:r>
          </a:p>
          <a:p>
            <a:r>
              <a:t>https://docs.python.org/3/tutorial/controlflow.html;</a:t>
            </a:r>
          </a:p>
          <a:p>
            <a:r>
              <a:t/>
            </a:r>
          </a:p>
          <a:p>
            <a:r>
              <a:t>Continue to</a:t>
            </a:r>
          </a:p>
          <a:p>
            <a:r>
              <a:t>Visit each item without calculating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Visit each item without calculating</a:t>
            </a:r>
          </a:p>
          <a:p>
            <a:r>
              <a:t>CML3111, Week 4, slide 12</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Read the displayed code line by line</a:t>
            </a:r>
          </a:p>
          <a:p>
            <a:r>
              <a:t>readings = [2, 4, 6]</a:t>
            </a:r>
          </a:p>
          <a:p>
            <a:r>
              <a:t>Evaluate the complete right-hand expression first, then assign its result to the name or selected field on the left.</a:t>
            </a:r>
          </a:p>
          <a:p>
            <a:r>
              <a:t/>
            </a:r>
          </a:p>
          <a:p>
            <a:r>
              <a:t>for reading in readings:</a:t>
            </a:r>
          </a:p>
          <a:p>
            <a:r>
              <a:t>Take each item or pair in turn, assign the loop name(s), and repeat the indented body.</a:t>
            </a:r>
          </a:p>
          <a:p>
            <a:r>
              <a:t/>
            </a:r>
          </a:p>
          <a:p>
            <a:r>
              <a:t>print(reading)</a:t>
            </a:r>
          </a:p>
          <a:p>
            <a:r>
              <a:t>Evaluate the expression inside the parentheses and display it. Displaying is separate from returning a function result.</a:t>
            </a:r>
          </a:p>
          <a:p>
            <a:r>
              <a:t/>
            </a:r>
          </a:p>
          <a:p>
            <a:r>
              <a:t>print("finished")</a:t>
            </a:r>
          </a:p>
          <a:p>
            <a:r>
              <a:t>Evaluate the expression inside the parentheses and display it. Displaying is separate from returning a function result.</a:t>
            </a:r>
          </a:p>
          <a:p>
            <a:r>
              <a:t/>
            </a:r>
          </a:p>
          <a:p>
            <a:r>
              <a:t>Result / continuity</a:t>
            </a:r>
          </a:p>
          <a:p>
            <a:r>
              <a:t>Output: 2; 4; 6; finished</a:t>
            </a:r>
          </a:p>
          <a:p>
            <a:r>
              <a:t/>
            </a:r>
          </a:p>
          <a:p>
            <a:r>
              <a:t>Reference / existing resource</a:t>
            </a:r>
          </a:p>
          <a:p>
            <a:r>
              <a:t>https://docs.python.org/3/tutorial/introduction.html</a:t>
            </a:r>
          </a:p>
          <a:p>
            <a:r>
              <a:t>https://docs.python.org/3/tutorial/controlflow.html;</a:t>
            </a:r>
          </a:p>
          <a:p>
            <a:r>
              <a:t/>
            </a:r>
          </a:p>
          <a:p>
            <a:r>
              <a:t>Continue to</a:t>
            </a:r>
          </a:p>
          <a:p>
            <a:r>
              <a:t>Trace the for loop item by item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for loop item by item</a:t>
            </a:r>
          </a:p>
          <a:p>
            <a:r>
              <a:t>CML3111, Week 4, slide 13</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Step | Current reading | Action</a:t>
            </a:r>
          </a:p>
          <a:p>
            <a:r>
              <a:t>First item | 2 | Print 2</a:t>
            </a:r>
          </a:p>
          <a:p>
            <a:r>
              <a:t>Second item | 4 | Print 4</a:t>
            </a:r>
          </a:p>
          <a:p>
            <a:r>
              <a:t>Third item | 6 | Print 6</a:t>
            </a:r>
          </a:p>
          <a:p>
            <a:r>
              <a:t>No items left | No new item | Leave loop; print finished</a:t>
            </a:r>
          </a:p>
          <a:p>
            <a:r>
              <a:t>An empty list runs the body zero times. It still reaches the outside line.</a:t>
            </a:r>
          </a:p>
          <a:p>
            <a:r>
              <a:t/>
            </a:r>
          </a:p>
          <a:p>
            <a:r>
              <a:t>Reference / existing resource</a:t>
            </a:r>
          </a:p>
          <a:p>
            <a:r>
              <a:t>https://docs.python.org/3/tutorial/introduction.html</a:t>
            </a:r>
          </a:p>
          <a:p>
            <a:r>
              <a:t>https://docs.python.org/3/tutorial/controlflow.html;</a:t>
            </a:r>
          </a:p>
          <a:p>
            <a:r>
              <a:t/>
            </a:r>
          </a:p>
          <a:p>
            <a:r>
              <a:t>Continue to</a:t>
            </a:r>
          </a:p>
          <a:p>
            <a:r>
              <a:t>Updating a counter inside a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Updating a counter inside a loop</a:t>
            </a:r>
          </a:p>
          <a:p>
            <a:r>
              <a:t>CML3111, Week 4, slide 14</a:t>
            </a:r>
          </a:p>
          <a:p>
            <a:r>
              <a:t/>
            </a:r>
          </a:p>
          <a:p>
            <a:r>
              <a:t>Explanation to give</a:t>
            </a:r>
          </a:p>
          <a:p>
            <a:r>
              <a:t>Read the right-hand occurrence of the name as its old value. Calculate the new value, then replace the old association. This is why an update works in programming even though count = count + 1 is not an algebraic equality.</a:t>
            </a:r>
          </a:p>
          <a:p>
            <a:r>
              <a:t/>
            </a:r>
          </a:p>
          <a:p>
            <a:r>
              <a:t>Worked illustration / lecturer answer</a:t>
            </a:r>
          </a:p>
          <a:p>
            <a:r>
              <a:t>Start at count = 2. The update computes 2 + 1 and count becomes 3. Another execution of the update gives 4. Re-executing the initialisation first returns the sequence to 2, then 3.</a:t>
            </a:r>
          </a:p>
          <a:p>
            <a:r>
              <a:t/>
            </a:r>
          </a:p>
          <a:p>
            <a:r>
              <a:t>Misconception to address</a:t>
            </a:r>
          </a:p>
          <a:p>
            <a:r>
              <a:t>Initialise a running counter before the loop. Resetting it inside the loop throws away earlier progress.</a:t>
            </a:r>
          </a:p>
          <a:p>
            <a:r>
              <a:t/>
            </a:r>
          </a:p>
          <a:p>
            <a:r>
              <a:t>On this slide</a:t>
            </a:r>
          </a:p>
          <a:p>
            <a:r>
              <a:t>A counter records how many times an event happens. Set count = 0 before the loop, then count = count + 1 inside it.</a:t>
            </a:r>
          </a:p>
          <a:p>
            <a:r>
              <a:t/>
            </a:r>
          </a:p>
          <a:p>
            <a:r>
              <a:t>count += 1 is a shorter spelling for that numeric update. Similarly, total += reading means total = total + reading.</a:t>
            </a:r>
          </a:p>
          <a:p>
            <a:r>
              <a:t/>
            </a:r>
          </a:p>
          <a:p>
            <a:r>
              <a:t>The initial value belongs outside the loop. Resetting count to zero inside every iteration loses the earlier count.</a:t>
            </a:r>
          </a:p>
          <a:p>
            <a:r>
              <a:t/>
            </a:r>
          </a:p>
          <a:p>
            <a:r>
              <a:t>Reference / existing resource</a:t>
            </a:r>
          </a:p>
          <a:p>
            <a:r>
              <a:t>https://docs.python.org/3/tutorial/introduction.html</a:t>
            </a:r>
          </a:p>
          <a:p>
            <a:r>
              <a:t>https://docs.python.org/3/tutorial/controlflow.html;</a:t>
            </a:r>
          </a:p>
          <a:p>
            <a:r>
              <a:t/>
            </a:r>
          </a:p>
          <a:p>
            <a:r>
              <a:t>Continue to</a:t>
            </a:r>
          </a:p>
          <a:p>
            <a:r>
              <a:t>Count the visited items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 the visited items</a:t>
            </a:r>
          </a:p>
          <a:p>
            <a:r>
              <a:t>CML3111, Week 4, slide 15</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Read the displayed code line by line</a:t>
            </a:r>
          </a:p>
          <a:p>
            <a:r>
              <a:t>count = 0</a:t>
            </a:r>
          </a:p>
          <a:p>
            <a:r>
              <a:t>Evaluate the complete right-hand expression first, then assign its result to the name or selected field on the left.</a:t>
            </a:r>
          </a:p>
          <a:p>
            <a:r>
              <a:t/>
            </a:r>
          </a:p>
          <a:p>
            <a:r>
              <a:t>for reading in [2, 4, 6]:</a:t>
            </a:r>
          </a:p>
          <a:p>
            <a:r>
              <a:t>Take each item or pair in turn, assign the loop name(s), and repeat the indented body.</a:t>
            </a:r>
          </a:p>
          <a:p>
            <a:r>
              <a:t/>
            </a:r>
          </a:p>
          <a:p>
            <a:r>
              <a:t>count += 1</a:t>
            </a:r>
          </a:p>
          <a:p>
            <a:r>
              <a:t>Add the right-hand amount to the current stored value, then keep the updated value.</a:t>
            </a:r>
          </a:p>
          <a:p>
            <a:r>
              <a:t/>
            </a:r>
          </a:p>
          <a:p>
            <a:r>
              <a:t>print(count)</a:t>
            </a:r>
          </a:p>
          <a:p>
            <a:r>
              <a:t>Evaluate the expression inside the parentheses and display it. Displaying is separate from returning a function result.</a:t>
            </a:r>
          </a:p>
          <a:p>
            <a:r>
              <a:t/>
            </a:r>
          </a:p>
          <a:p>
            <a:r>
              <a:t>Result / continuity</a:t>
            </a:r>
          </a:p>
          <a:p>
            <a:r>
              <a:t>Output: 3</a:t>
            </a:r>
          </a:p>
          <a:p>
            <a:r>
              <a:t/>
            </a:r>
          </a:p>
          <a:p>
            <a:r>
              <a:t>Reference / existing resource</a:t>
            </a:r>
          </a:p>
          <a:p>
            <a:r>
              <a:t>https://docs.python.org/3/tutorial/introduction.html</a:t>
            </a:r>
          </a:p>
          <a:p>
            <a:r>
              <a:t>https://docs.python.org/3/tutorial/controlflow.html;</a:t>
            </a:r>
          </a:p>
          <a:p>
            <a:r>
              <a:t/>
            </a:r>
          </a:p>
          <a:p>
            <a:r>
              <a:t>Continue to</a:t>
            </a:r>
          </a:p>
          <a:p>
            <a:r>
              <a:t>Accumulator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Accumulator</a:t>
            </a:r>
          </a:p>
          <a:p>
            <a:r>
              <a:t>CML3111, Week 4, slide 16</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Accumulator: A running total. Set it to zero before the loop, add inside the loop, and read the final total afterward.</a:t>
            </a:r>
          </a:p>
          <a:p>
            <a:r>
              <a:t/>
            </a:r>
          </a:p>
          <a:p>
            <a:r>
              <a:t>Continue to</a:t>
            </a:r>
          </a:p>
          <a:p>
            <a:r>
              <a:t>A loop repeats an indented block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repeats an indented block</a:t>
            </a:r>
          </a:p>
          <a:p>
            <a:r>
              <a:t>CML3111, Week 4, slide 17</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for reading in readings: takes one item at a time.</a:t>
            </a:r>
          </a:p>
          <a:p>
            <a:r>
              <a:t/>
            </a:r>
          </a:p>
          <a:p>
            <a:r>
              <a:t>The colon starts the block. Four spaces show which lines repeat.</a:t>
            </a:r>
          </a:p>
          <a:p>
            <a:r>
              <a:t/>
            </a:r>
          </a:p>
          <a:p>
            <a:r>
              <a:t>A running total must start at zero before the loop.</a:t>
            </a:r>
          </a:p>
          <a:p>
            <a:r>
              <a:t/>
            </a:r>
          </a:p>
          <a:p>
            <a:r>
              <a:t>Continue to</a:t>
            </a:r>
          </a:p>
          <a:p>
            <a:r>
              <a:t>A mean uses a total and a count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mean uses a total and a count</a:t>
            </a:r>
          </a:p>
          <a:p>
            <a:r>
              <a:t>CML3111, Week 4, slide 18</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Start the total at 0. Add 2, then 4, then 6.</a:t>
            </a:r>
          </a:p>
          <a:p>
            <a:r>
              <a:t/>
            </a:r>
          </a:p>
          <a:p>
            <a:r>
              <a:t>The final total is 12. The count is 3.</a:t>
            </a:r>
          </a:p>
          <a:p>
            <a:r>
              <a:t/>
            </a:r>
          </a:p>
          <a:p>
            <a:r>
              <a:t>12 / 3 gives the mean 4. An empty list needs a separate rule.</a:t>
            </a:r>
          </a:p>
          <a:p>
            <a:r>
              <a:t/>
            </a:r>
          </a:p>
          <a:p>
            <a:r>
              <a:t>Continue to</a:t>
            </a:r>
          </a:p>
          <a:p>
            <a:r>
              <a:t>A loop changes the running total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changes the running total</a:t>
            </a:r>
          </a:p>
          <a:p>
            <a:r>
              <a:t>CML3111, Week 4, slide 19</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This illustration uses six separate readings. Next we trace the smaller list [2, 4, 6] using the same running-total rule.</a:t>
            </a:r>
          </a:p>
          <a:p>
            <a:r>
              <a:t/>
            </a:r>
          </a:p>
          <a:p>
            <a:r>
              <a:t>Continue to</a:t>
            </a:r>
          </a:p>
          <a:p>
            <a:r>
              <a:t>Tracing the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Tracing the loop</a:t>
            </a:r>
          </a:p>
          <a:p>
            <a:r>
              <a:t>CML3111, Week 4, slide 20</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Step | reading | total after addition</a:t>
            </a:r>
          </a:p>
          <a:p>
            <a:r>
              <a:t>Before loop | — | 0</a:t>
            </a:r>
          </a:p>
          <a:p>
            <a:r>
              <a:t>First | 2 | 2</a:t>
            </a:r>
          </a:p>
          <a:p>
            <a:r>
              <a:t>Second | 4 | 6</a:t>
            </a:r>
          </a:p>
          <a:p>
            <a:r>
              <a:t>Third | 6 | 12</a:t>
            </a:r>
          </a:p>
          <a:p>
            <a:r>
              <a:t>There are three readings.</a:t>
            </a:r>
          </a:p>
          <a:p>
            <a:r>
              <a:t/>
            </a:r>
          </a:p>
          <a:p>
            <a:r>
              <a:t>Continue to</a:t>
            </a:r>
          </a:p>
          <a:p>
            <a:r>
              <a:t>Lists loops and records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records in Python</a:t>
            </a:r>
          </a:p>
          <a:p>
            <a:r>
              <a:t>CML3111, Week 4, slide 21</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Read the displayed code line by line</a:t>
            </a:r>
          </a:p>
          <a:p>
            <a:r>
              <a:t>readings = [2, 4, 6]</a:t>
            </a:r>
          </a:p>
          <a:p>
            <a:r>
              <a:t>Evaluate the complete right-hand expression first, then assign its result to the name or selected field on the left.</a:t>
            </a:r>
          </a:p>
          <a:p>
            <a:r>
              <a:t/>
            </a:r>
          </a:p>
          <a:p>
            <a:r>
              <a:t>total = 0</a:t>
            </a:r>
          </a:p>
          <a:p>
            <a:r>
              <a:t>Evaluate the complete right-hand expression first, then assign its result to the name or selected field on the left.</a:t>
            </a:r>
          </a:p>
          <a:p>
            <a:r>
              <a:t/>
            </a:r>
          </a:p>
          <a:p>
            <a:r>
              <a:t>for reading in readings:</a:t>
            </a:r>
          </a:p>
          <a:p>
            <a:r>
              <a:t>Take each item or pair in turn, assign the loop name(s), and repeat the indented body.</a:t>
            </a:r>
          </a:p>
          <a:p>
            <a:r>
              <a:t/>
            </a:r>
          </a:p>
          <a:p>
            <a:r>
              <a:t>total = total + reading</a:t>
            </a:r>
          </a:p>
          <a:p>
            <a:r>
              <a:t>Evaluate the complete right-hand expression first, then assign its result to the name or selected field on the left.</a:t>
            </a:r>
          </a:p>
          <a:p>
            <a:r>
              <a:t/>
            </a:r>
          </a:p>
          <a:p>
            <a:r>
              <a:t>mean = total / len(readings)</a:t>
            </a:r>
          </a:p>
          <a:p>
            <a:r>
              <a:t>Evaluate the complete right-hand expression first, then assign its result to the name or selected field on the left.</a:t>
            </a:r>
          </a:p>
          <a:p>
            <a:r>
              <a:t/>
            </a:r>
          </a:p>
          <a:p>
            <a:r>
              <a:t>print(mean)</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Lists loops and records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records results</a:t>
            </a:r>
          </a:p>
          <a:p>
            <a:r>
              <a:t>CML3111, Week 4, slide 22</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4.0</a:t>
            </a:r>
          </a:p>
          <a:p>
            <a:r>
              <a:t/>
            </a:r>
          </a:p>
          <a:p>
            <a:r>
              <a:t>Continue to</a:t>
            </a:r>
          </a:p>
          <a:p>
            <a:r>
              <a:t>The built-in summary functions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built-in summary functions</a:t>
            </a:r>
          </a:p>
          <a:p>
            <a:r>
              <a:t>CML3111, Week 4, slide 23</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Function | Question it answers | For [2, 4, 6]</a:t>
            </a:r>
          </a:p>
          <a:p>
            <a:r>
              <a:t>len | How many items? | 3</a:t>
            </a:r>
          </a:p>
          <a:p>
            <a:r>
              <a:t>sum | What is their total? | 12</a:t>
            </a:r>
          </a:p>
          <a:p>
            <a:r>
              <a:t>min | Which is smallest? | 2</a:t>
            </a:r>
          </a:p>
          <a:p>
            <a:r>
              <a:t>max | Which is largest? | 6</a:t>
            </a:r>
          </a:p>
          <a:p>
            <a:r>
              <a:t>These functions already exist in Python. min and max need at least one item unless an explicit default is supplied.</a:t>
            </a:r>
          </a:p>
          <a:p>
            <a:r>
              <a:t/>
            </a:r>
          </a:p>
          <a:p>
            <a:r>
              <a:t>Reference / existing resource</a:t>
            </a:r>
          </a:p>
          <a:p>
            <a:r>
              <a:t>https://docs.python.org/3/tutorial/introduction.html</a:t>
            </a:r>
          </a:p>
          <a:p>
            <a:r>
              <a:t>https://docs.python.org/3/tutorial/controlflow.html;</a:t>
            </a:r>
          </a:p>
          <a:p>
            <a:r>
              <a:t/>
            </a:r>
          </a:p>
          <a:p>
            <a:r>
              <a:t>Continue to</a:t>
            </a:r>
          </a:p>
          <a:p>
            <a:r>
              <a:t>Built-in summaries of a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Built-in summaries of a list</a:t>
            </a:r>
          </a:p>
          <a:p>
            <a:r>
              <a:t>CML3111, Week 4, slide 24</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Read the displayed code line by line</a:t>
            </a:r>
          </a:p>
          <a:p>
            <a:r>
              <a:t>readings = [2, 4, 6]</a:t>
            </a:r>
          </a:p>
          <a:p>
            <a:r>
              <a:t>Evaluate the complete right-hand expression first, then assign its result to the name or selected field on the left.</a:t>
            </a:r>
          </a:p>
          <a:p>
            <a:r>
              <a:t/>
            </a:r>
          </a:p>
          <a:p>
            <a:r>
              <a:t>print(sum(readings))</a:t>
            </a:r>
          </a:p>
          <a:p>
            <a:r>
              <a:t>Evaluate the expression inside the parentheses and display it. Displaying is separate from returning a function result.</a:t>
            </a:r>
          </a:p>
          <a:p>
            <a:r>
              <a:t/>
            </a:r>
          </a:p>
          <a:p>
            <a:r>
              <a:t>print(len(readings))</a:t>
            </a:r>
          </a:p>
          <a:p>
            <a:r>
              <a:t>Evaluate the expression inside the parentheses and display it. Displaying is separate from returning a function result.</a:t>
            </a:r>
          </a:p>
          <a:p>
            <a:r>
              <a:t/>
            </a:r>
          </a:p>
          <a:p>
            <a:r>
              <a:t>print(min(readings))</a:t>
            </a:r>
          </a:p>
          <a:p>
            <a:r>
              <a:t>Evaluate the expression inside the parentheses and display it. Displaying is separate from returning a function result.</a:t>
            </a:r>
          </a:p>
          <a:p>
            <a:r>
              <a:t/>
            </a:r>
          </a:p>
          <a:p>
            <a:r>
              <a:t>print(max(readings))</a:t>
            </a:r>
          </a:p>
          <a:p>
            <a:r>
              <a:t>Evaluate the expression inside the parentheses and display it. Displaying is separate from returning a function result.</a:t>
            </a:r>
          </a:p>
          <a:p>
            <a:r>
              <a:t/>
            </a:r>
          </a:p>
          <a:p>
            <a:r>
              <a:t>Result / continuity</a:t>
            </a:r>
          </a:p>
          <a:p>
            <a:r>
              <a:t>Output: 12, 3, 2, 6. sum totals; len counts; min and max select the smallest and largest.</a:t>
            </a:r>
          </a:p>
          <a:p>
            <a:r>
              <a:t/>
            </a:r>
          </a:p>
          <a:p>
            <a:r>
              <a:t>Continue to</a:t>
            </a:r>
          </a:p>
          <a:p>
            <a:r>
              <a:t>A while loop checks before each repetition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while loop checks before each repetition</a:t>
            </a:r>
          </a:p>
          <a:p>
            <a:r>
              <a:t>CML3111, Week 4, slide 25</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while count &lt; 3: tests the condition before entering its indented block. True enters the block; False skips it and continues after the loop.</a:t>
            </a:r>
          </a:p>
          <a:p>
            <a:r>
              <a:t/>
            </a:r>
          </a:p>
          <a:p>
            <a:r>
              <a:t>At the end of the body, return to the condition and test again. Unlike for, while does not automatically move to the next list item.</a:t>
            </a:r>
          </a:p>
          <a:p>
            <a:r>
              <a:t/>
            </a:r>
          </a:p>
          <a:p>
            <a:r>
              <a:t>Something must make the condition become False, or the loop may continue indefinitely. In our example, count increases on every iteration.</a:t>
            </a:r>
          </a:p>
          <a:p>
            <a:r>
              <a:t/>
            </a:r>
          </a:p>
          <a:p>
            <a:r>
              <a:t>Reference / existing resource</a:t>
            </a:r>
          </a:p>
          <a:p>
            <a:r>
              <a:t>https://docs.python.org/3/tutorial/introduction.html</a:t>
            </a:r>
          </a:p>
          <a:p>
            <a:r>
              <a:t>https://docs.python.org/3/tutorial/controlflow.html;</a:t>
            </a:r>
          </a:p>
          <a:p>
            <a:r>
              <a:t/>
            </a:r>
          </a:p>
          <a:p>
            <a:r>
              <a:t>Continue to</a:t>
            </a:r>
          </a:p>
          <a:p>
            <a:r>
              <a:t>A while loop with a stopping condition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while loop with a stopping condition</a:t>
            </a:r>
          </a:p>
          <a:p>
            <a:r>
              <a:t>CML3111, Week 4, slide 26</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Read the displayed code line by line</a:t>
            </a:r>
          </a:p>
          <a:p>
            <a:r>
              <a:t>count = 0</a:t>
            </a:r>
          </a:p>
          <a:p>
            <a:r>
              <a:t>Evaluate the complete right-hand expression first, then assign its result to the name or selected field on the left.</a:t>
            </a:r>
          </a:p>
          <a:p>
            <a:r>
              <a:t/>
            </a:r>
          </a:p>
          <a:p>
            <a:r>
              <a:t>while count &lt; 3:</a:t>
            </a:r>
          </a:p>
          <a:p>
            <a:r>
              <a:t>Test this condition before each repetition. Stop when it becomes False.</a:t>
            </a:r>
          </a:p>
          <a:p>
            <a:r>
              <a:t/>
            </a:r>
          </a:p>
          <a:p>
            <a:r>
              <a:t>print(count)</a:t>
            </a:r>
          </a:p>
          <a:p>
            <a:r>
              <a:t>Evaluate the expression inside the parentheses and display it. Displaying is separate from returning a function result.</a:t>
            </a:r>
          </a:p>
          <a:p>
            <a:r>
              <a:t/>
            </a:r>
          </a:p>
          <a:p>
            <a:r>
              <a:t>count = count + 1</a:t>
            </a:r>
          </a:p>
          <a:p>
            <a:r>
              <a:t>Evaluate the complete right-hand expression first, then assign its result to the name or selected field on the left.</a:t>
            </a:r>
          </a:p>
          <a:p>
            <a:r>
              <a:t/>
            </a:r>
          </a:p>
          <a:p>
            <a:r>
              <a:t>print("finished")</a:t>
            </a:r>
          </a:p>
          <a:p>
            <a:r>
              <a:t>Evaluate the expression inside the parentheses and display it. Displaying is separate from returning a function result.</a:t>
            </a:r>
          </a:p>
          <a:p>
            <a:r>
              <a:t/>
            </a:r>
          </a:p>
          <a:p>
            <a:r>
              <a:t>Result / continuity</a:t>
            </a:r>
          </a:p>
          <a:p>
            <a:r>
              <a:t>Output: 0; 1; 2; finished</a:t>
            </a:r>
          </a:p>
          <a:p>
            <a:r>
              <a:t/>
            </a:r>
          </a:p>
          <a:p>
            <a:r>
              <a:t>Reference / existing resource</a:t>
            </a:r>
          </a:p>
          <a:p>
            <a:r>
              <a:t>https://docs.python.org/3/tutorial/introduction.html</a:t>
            </a:r>
          </a:p>
          <a:p>
            <a:r>
              <a:t>https://docs.python.org/3/tutorial/controlflow.html;</a:t>
            </a:r>
          </a:p>
          <a:p>
            <a:r>
              <a:t/>
            </a:r>
          </a:p>
          <a:p>
            <a:r>
              <a:t>Continue to</a:t>
            </a:r>
          </a:p>
          <a:p>
            <a:r>
              <a:t>Trace the while condition and update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while condition and update</a:t>
            </a:r>
          </a:p>
          <a:p>
            <a:r>
              <a:t>CML3111, Week 4, slide 27</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count before test | count &lt; 3 | Body and next count</a:t>
            </a:r>
          </a:p>
          <a:p>
            <a:r>
              <a:t>0 | True | Print 0; update to 1</a:t>
            </a:r>
          </a:p>
          <a:p>
            <a:r>
              <a:t>1 | True | Print 1; update to 2</a:t>
            </a:r>
          </a:p>
          <a:p>
            <a:r>
              <a:t>2 | True | Print 2; update to 3</a:t>
            </a:r>
          </a:p>
          <a:p>
            <a:r>
              <a:t>3 | False | Skip body; print finished</a:t>
            </a:r>
          </a:p>
          <a:p>
            <a:r>
              <a:t>If count starts at 3, the body runs zero times. The condition is tested first.</a:t>
            </a:r>
          </a:p>
          <a:p>
            <a:r>
              <a:t/>
            </a:r>
          </a:p>
          <a:p>
            <a:r>
              <a:t>Reference / existing resource</a:t>
            </a:r>
          </a:p>
          <a:p>
            <a:r>
              <a:t>https://docs.python.org/3/tutorial/introduction.html</a:t>
            </a:r>
          </a:p>
          <a:p>
            <a:r>
              <a:t>https://docs.python.org/3/tutorial/controlflow.html;</a:t>
            </a:r>
          </a:p>
          <a:p>
            <a:r>
              <a:t/>
            </a:r>
          </a:p>
          <a:p>
            <a:r>
              <a:t>Continue to</a:t>
            </a:r>
          </a:p>
          <a:p>
            <a:r>
              <a:t>Preventing an endless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Preventing an endless loop</a:t>
            </a:r>
          </a:p>
          <a:p>
            <a:r>
              <a:t>CML3111, Week 4, slide 28</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If the update is missing, count remains 0. The question 0 &lt; 3 stays True, so the body keeps running.</a:t>
            </a:r>
          </a:p>
          <a:p>
            <a:r>
              <a:t/>
            </a:r>
          </a:p>
          <a:p>
            <a:r>
              <a:t>In Colab, click the running cell’s stop button or use Runtime → Interrupt execution. Fix the condition or update before running again.</a:t>
            </a:r>
          </a:p>
          <a:p>
            <a:r>
              <a:t/>
            </a:r>
          </a:p>
          <a:p>
            <a:r>
              <a:t>Do not run an intentionally endless example. Trace the unchanged value on the slide to see why it would fail.</a:t>
            </a:r>
          </a:p>
          <a:p>
            <a:r>
              <a:t/>
            </a:r>
          </a:p>
          <a:p>
            <a:r>
              <a:t>Reference / existing resource</a:t>
            </a:r>
          </a:p>
          <a:p>
            <a:r>
              <a:t>https://docs.python.org/3/tutorial/introduction.html</a:t>
            </a:r>
          </a:p>
          <a:p>
            <a:r>
              <a:t>https://docs.python.org/3/tutorial/controlflow.html;</a:t>
            </a:r>
          </a:p>
          <a:p>
            <a:r>
              <a:t/>
            </a:r>
          </a:p>
          <a:p>
            <a:r>
              <a:t>Continue to</a:t>
            </a:r>
          </a:p>
          <a:p>
            <a:r>
              <a:t>Choosing if for or while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if for or while</a:t>
            </a:r>
          </a:p>
          <a:p>
            <a:r>
              <a:t>CML3111, Week 4, slide 29</a:t>
            </a:r>
          </a:p>
          <a:p>
            <a:r>
              <a:t/>
            </a:r>
          </a:p>
          <a:p>
            <a:r>
              <a:t>Explanation to give</a:t>
            </a:r>
          </a:p>
          <a:p>
            <a:r>
              <a:t>if makes a decision once, for visits members of a collection, and while repeats while a condition remains True. Choose the construct by the job before writing syntax.</a:t>
            </a:r>
          </a:p>
          <a:p>
            <a:r>
              <a:t/>
            </a:r>
          </a:p>
          <a:p>
            <a:r>
              <a:t>Worked illustration / lecturer answer</a:t>
            </a:r>
          </a:p>
          <a:p>
            <a:r>
              <a:t>For three recorded temperatures, for visits all three. Inside it, if reading &gt; 30 decides whether to count that observation. while is appropriate when repetition depends on a changing condition.</a:t>
            </a:r>
          </a:p>
          <a:p>
            <a:r>
              <a:t/>
            </a:r>
          </a:p>
          <a:p>
            <a:r>
              <a:t>Misconception to address</a:t>
            </a:r>
          </a:p>
          <a:p>
            <a:r>
              <a:t>A loop and a condition can appear together. They answer different questions: how often to repeat, and whether this item qualifies.</a:t>
            </a:r>
          </a:p>
          <a:p>
            <a:r>
              <a:t/>
            </a:r>
          </a:p>
          <a:p>
            <a:r>
              <a:t>On this slide</a:t>
            </a:r>
          </a:p>
          <a:p>
            <a:r>
              <a:t>Construct | Purpose | When it finishes</a:t>
            </a:r>
          </a:p>
          <a:p>
            <a:r>
              <a:t>if / else | Choose a path once | After the chosen block</a:t>
            </a:r>
          </a:p>
          <a:p>
            <a:r>
              <a:t>for | Visit supplied items | When items are exhausted</a:t>
            </a:r>
          </a:p>
          <a:p>
            <a:r>
              <a:t>while | Repeat while True | When condition becomes False</a:t>
            </a:r>
          </a:p>
          <a:p>
            <a:r>
              <a:t>A condition alone does not imply repetition: if tests once; while tests again after its body.</a:t>
            </a:r>
          </a:p>
          <a:p>
            <a:r>
              <a:t/>
            </a:r>
          </a:p>
          <a:p>
            <a:r>
              <a:t>Reference / existing resource</a:t>
            </a:r>
          </a:p>
          <a:p>
            <a:r>
              <a:t>https://docs.python.org/3/tutorial/introduction.html</a:t>
            </a:r>
          </a:p>
          <a:p>
            <a:r>
              <a:t>https://docs.python.org/3/tutorial/controlflow.html;</a:t>
            </a:r>
          </a:p>
          <a:p>
            <a:r>
              <a:t/>
            </a:r>
          </a:p>
          <a:p>
            <a:r>
              <a:t>Continue to</a:t>
            </a:r>
          </a:p>
          <a:p>
            <a:r>
              <a:t>range supplies a sequence of integers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range supplies a sequence of integers</a:t>
            </a:r>
          </a:p>
          <a:p>
            <a:r>
              <a:t>CML3111, Week 4, slide 30</a:t>
            </a:r>
          </a:p>
          <a:p>
            <a:r>
              <a:t/>
            </a:r>
          </a:p>
          <a:p>
            <a:r>
              <a:t>Explanation to give</a:t>
            </a:r>
          </a:p>
          <a:p>
            <a:r>
              <a:t>range supplies integers in order. Its stop value is excluded. Say the sequence out loud before executing the loop so the boundary is visible.</a:t>
            </a:r>
          </a:p>
          <a:p>
            <a:r>
              <a:t/>
            </a:r>
          </a:p>
          <a:p>
            <a:r>
              <a:t>Worked illustration / lecturer answer</a:t>
            </a:r>
          </a:p>
          <a:p>
            <a:r>
              <a:t>range(3) supplies 0, 1, 2. range(1, 4) supplies 1, 2, 3. Both provide three integers but different starting points.</a:t>
            </a:r>
          </a:p>
          <a:p>
            <a:r>
              <a:t/>
            </a:r>
          </a:p>
          <a:p>
            <a:r>
              <a:t>Misconception to address</a:t>
            </a:r>
          </a:p>
          <a:p>
            <a:r>
              <a:t>The stop value itself is not visited. range counts steps and does not automatically retrieve values from a separate list.</a:t>
            </a:r>
          </a:p>
          <a:p>
            <a:r>
              <a:t/>
            </a:r>
          </a:p>
          <a:p>
            <a:r>
              <a:t>On this slide</a:t>
            </a:r>
          </a:p>
          <a:p>
            <a:r>
              <a:t>range(3) supplies 0, 1 and 2. The stop value 3 is excluded. range(1, 4) supplies 1, 2 and 3.</a:t>
            </a:r>
          </a:p>
          <a:p>
            <a:r>
              <a:t/>
            </a:r>
          </a:p>
          <a:p>
            <a:r>
              <a:t>Use range with for when a numbered repetition is useful. The loop still works by taking the next supplied item.</a:t>
            </a:r>
          </a:p>
          <a:p>
            <a:r>
              <a:t/>
            </a:r>
          </a:p>
          <a:p>
            <a:r>
              <a:t>range(0, 6, 2) uses a step of 2 and supplies 0, 2, 4. A step is the change between successive numbers; it cannot be zero.</a:t>
            </a:r>
          </a:p>
          <a:p>
            <a:r>
              <a:t/>
            </a:r>
          </a:p>
          <a:p>
            <a:r>
              <a:t>Reference / existing resource</a:t>
            </a:r>
          </a:p>
          <a:p>
            <a:r>
              <a:t>https://docs.python.org/3/tutorial/introduction.html</a:t>
            </a:r>
          </a:p>
          <a:p>
            <a:r>
              <a:t>https://docs.python.org/3/tutorial/controlflow.html;</a:t>
            </a:r>
          </a:p>
          <a:p>
            <a:r>
              <a:t/>
            </a:r>
          </a:p>
          <a:p>
            <a:r>
              <a:t>Continue to</a:t>
            </a:r>
          </a:p>
          <a:p>
            <a:r>
              <a:t>Repeat with range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Repeat with range</a:t>
            </a:r>
          </a:p>
          <a:p>
            <a:r>
              <a:t>CML3111, Week 4, slide 31</a:t>
            </a:r>
          </a:p>
          <a:p>
            <a:r>
              <a:t/>
            </a:r>
          </a:p>
          <a:p>
            <a:r>
              <a:t>Explanation to give</a:t>
            </a:r>
          </a:p>
          <a:p>
            <a:r>
              <a:t>range supplies integers in order. Its stop value is excluded. Say the sequence out loud before executing the loop so the boundary is visible.</a:t>
            </a:r>
          </a:p>
          <a:p>
            <a:r>
              <a:t/>
            </a:r>
          </a:p>
          <a:p>
            <a:r>
              <a:t>Worked illustration / lecturer answer</a:t>
            </a:r>
          </a:p>
          <a:p>
            <a:r>
              <a:t>range(3) supplies 0, 1, 2. range(1, 4) supplies 1, 2, 3. Both provide three integers but different starting points.</a:t>
            </a:r>
          </a:p>
          <a:p>
            <a:r>
              <a:t/>
            </a:r>
          </a:p>
          <a:p>
            <a:r>
              <a:t>Misconception to address</a:t>
            </a:r>
          </a:p>
          <a:p>
            <a:r>
              <a:t>The stop value itself is not visited. range counts steps and does not automatically retrieve values from a separate list.</a:t>
            </a:r>
          </a:p>
          <a:p>
            <a:r>
              <a:t/>
            </a:r>
          </a:p>
          <a:p>
            <a:r>
              <a:t>Read the displayed code line by line</a:t>
            </a:r>
          </a:p>
          <a:p>
            <a:r>
              <a:t>for attempt in range(1, 4):</a:t>
            </a:r>
          </a:p>
          <a:p>
            <a:r>
              <a:t>Take each item or pair in turn, assign the loop name(s), and repeat the indented body.</a:t>
            </a:r>
          </a:p>
          <a:p>
            <a:r>
              <a:t/>
            </a:r>
          </a:p>
          <a:p>
            <a:r>
              <a:t>print(attempt)</a:t>
            </a:r>
          </a:p>
          <a:p>
            <a:r>
              <a:t>Evaluate the expression inside the parentheses and display it. Displaying is separate from returning a function result.</a:t>
            </a:r>
          </a:p>
          <a:p>
            <a:r>
              <a:t/>
            </a:r>
          </a:p>
          <a:p>
            <a:r>
              <a:t>Result / continuity</a:t>
            </a:r>
          </a:p>
          <a:p>
            <a:r>
              <a:t>Output: 1; 2; 3</a:t>
            </a:r>
          </a:p>
          <a:p>
            <a:r>
              <a:t/>
            </a:r>
          </a:p>
          <a:p>
            <a:r>
              <a:t>Reference / existing resource</a:t>
            </a:r>
          </a:p>
          <a:p>
            <a:r>
              <a:t>https://docs.python.org/3/tutorial/introduction.html</a:t>
            </a:r>
          </a:p>
          <a:p>
            <a:r>
              <a:t>https://docs.python.org/3/tutorial/controlflow.html;</a:t>
            </a:r>
          </a:p>
          <a:p>
            <a:r>
              <a:t/>
            </a:r>
          </a:p>
          <a:p>
            <a:r>
              <a:t>Continue to</a:t>
            </a:r>
          </a:p>
          <a:p>
            <a:r>
              <a:t>continue and break change a loop’s path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continue and break change a loop’s path</a:t>
            </a:r>
          </a:p>
          <a:p>
            <a:r>
              <a:t>CML3111, Week 4, slide 32</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On this slide</a:t>
            </a:r>
          </a:p>
          <a:p>
            <a:r>
              <a:t>continue skips the rest of the current iteration, then starts the next iteration. It does not end the whole loop.</a:t>
            </a:r>
          </a:p>
          <a:p>
            <a:r>
              <a:t/>
            </a:r>
          </a:p>
          <a:p>
            <a:r>
              <a:t>break exits the nearest enclosing loop immediately. Execution resumes after that loop.</a:t>
            </a:r>
          </a:p>
          <a:p>
            <a:r>
              <a:t/>
            </a:r>
          </a:p>
          <a:p>
            <a:r>
              <a:t>Put the condition inside the loop with four spaces. Its action is inside that condition with eight spaces: an indented block inside another block.</a:t>
            </a:r>
          </a:p>
          <a:p>
            <a:r>
              <a:t/>
            </a:r>
          </a:p>
          <a:p>
            <a:r>
              <a:t>Reference / existing resource</a:t>
            </a:r>
          </a:p>
          <a:p>
            <a:r>
              <a:t>https://docs.python.org/3/tutorial/introduction.html</a:t>
            </a:r>
          </a:p>
          <a:p>
            <a:r>
              <a:t>https://docs.python.org/3/tutorial/controlflow.html;</a:t>
            </a:r>
          </a:p>
          <a:p>
            <a:r>
              <a:t/>
            </a:r>
          </a:p>
          <a:p>
            <a:r>
              <a:t>Continue to</a:t>
            </a:r>
          </a:p>
          <a:p>
            <a:r>
              <a:t>Skip one item using continue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Skip one item using continue</a:t>
            </a:r>
          </a:p>
          <a:p>
            <a:r>
              <a:t>CML3111, Week 4, slide 33</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Read the displayed code line by line</a:t>
            </a:r>
          </a:p>
          <a:p>
            <a:r>
              <a:t>for reading in [2, -1, 6]:</a:t>
            </a:r>
          </a:p>
          <a:p>
            <a:r>
              <a:t>Take each item or pair in turn, assign the loop name(s), and repeat the indented body.</a:t>
            </a:r>
          </a:p>
          <a:p>
            <a:r>
              <a:t/>
            </a:r>
          </a:p>
          <a:p>
            <a:r>
              <a:t>if reading &lt; 0:</a:t>
            </a:r>
          </a:p>
          <a:p>
            <a:r>
              <a:t>Evaluate this yes/no condition. Execute its indented body only on the matching path.</a:t>
            </a:r>
          </a:p>
          <a:p>
            <a:r>
              <a:t/>
            </a:r>
          </a:p>
          <a:p>
            <a:r>
              <a:t>continue</a:t>
            </a:r>
          </a:p>
          <a:p>
            <a:r>
              <a:t>Skip the rest of this iteration and proceed to the next item.</a:t>
            </a:r>
          </a:p>
          <a:p>
            <a:r>
              <a:t/>
            </a:r>
          </a:p>
          <a:p>
            <a:r>
              <a:t>print(reading)</a:t>
            </a:r>
          </a:p>
          <a:p>
            <a:r>
              <a:t>Evaluate the expression inside the parentheses and display it. Displaying is separate from returning a function result.</a:t>
            </a:r>
          </a:p>
          <a:p>
            <a:r>
              <a:t/>
            </a:r>
          </a:p>
          <a:p>
            <a:r>
              <a:t>Result / continuity</a:t>
            </a:r>
          </a:p>
          <a:p>
            <a:r>
              <a:t>Output: 2; 6</a:t>
            </a:r>
          </a:p>
          <a:p>
            <a:r>
              <a:t/>
            </a:r>
          </a:p>
          <a:p>
            <a:r>
              <a:t>Reference / existing resource</a:t>
            </a:r>
          </a:p>
          <a:p>
            <a:r>
              <a:t>https://docs.python.org/3/tutorial/introduction.html</a:t>
            </a:r>
          </a:p>
          <a:p>
            <a:r>
              <a:t>https://docs.python.org/3/tutorial/controlflow.html;</a:t>
            </a:r>
          </a:p>
          <a:p>
            <a:r>
              <a:t/>
            </a:r>
          </a:p>
          <a:p>
            <a:r>
              <a:t>Continue to</a:t>
            </a:r>
          </a:p>
          <a:p>
            <a:r>
              <a:t>Stop at one item using break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Stop at one item using break</a:t>
            </a:r>
          </a:p>
          <a:p>
            <a:r>
              <a:t>CML3111, Week 4, slide 34</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Read the displayed code line by line</a:t>
            </a:r>
          </a:p>
          <a:p>
            <a:r>
              <a:t>for reading in [2, -1, 6]:</a:t>
            </a:r>
          </a:p>
          <a:p>
            <a:r>
              <a:t>Take each item or pair in turn, assign the loop name(s), and repeat the indented body.</a:t>
            </a:r>
          </a:p>
          <a:p>
            <a:r>
              <a:t/>
            </a:r>
          </a:p>
          <a:p>
            <a:r>
              <a:t>if reading &lt; 0:</a:t>
            </a:r>
          </a:p>
          <a:p>
            <a:r>
              <a:t>Evaluate this yes/no condition. Execute its indented body only on the matching path.</a:t>
            </a:r>
          </a:p>
          <a:p>
            <a:r>
              <a:t/>
            </a:r>
          </a:p>
          <a:p>
            <a:r>
              <a:t>break</a:t>
            </a:r>
          </a:p>
          <a:p>
            <a:r>
              <a:t>Exit this loop immediately; later items will not be visited.</a:t>
            </a:r>
          </a:p>
          <a:p>
            <a:r>
              <a:t/>
            </a:r>
          </a:p>
          <a:p>
            <a:r>
              <a:t>print(reading)</a:t>
            </a:r>
          </a:p>
          <a:p>
            <a:r>
              <a:t>Evaluate the expression inside the parentheses and display it. Displaying is separate from returning a function result.</a:t>
            </a:r>
          </a:p>
          <a:p>
            <a:r>
              <a:t/>
            </a:r>
          </a:p>
          <a:p>
            <a:r>
              <a:t>Result / continuity</a:t>
            </a:r>
          </a:p>
          <a:p>
            <a:r>
              <a:t>Output: 2</a:t>
            </a:r>
          </a:p>
          <a:p>
            <a:r>
              <a:t/>
            </a:r>
          </a:p>
          <a:p>
            <a:r>
              <a:t>Reference / existing resource</a:t>
            </a:r>
          </a:p>
          <a:p>
            <a:r>
              <a:t>https://docs.python.org/3/tutorial/introduction.html</a:t>
            </a:r>
          </a:p>
          <a:p>
            <a:r>
              <a:t>https://docs.python.org/3/tutorial/controlflow.html;</a:t>
            </a:r>
          </a:p>
          <a:p>
            <a:r>
              <a:t/>
            </a:r>
          </a:p>
          <a:p>
            <a:r>
              <a:t>Continue to</a:t>
            </a:r>
          </a:p>
          <a:p>
            <a:r>
              <a:t>Trace the two loop controls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two loop controls</a:t>
            </a:r>
          </a:p>
          <a:p>
            <a:r>
              <a:t>CML3111, Week 4, slide 35</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On this slide</a:t>
            </a:r>
          </a:p>
          <a:p>
            <a:r>
              <a:t>Input | continue version | break version</a:t>
            </a:r>
          </a:p>
          <a:p>
            <a:r>
              <a:t>2 | Print 2 | Print 2</a:t>
            </a:r>
          </a:p>
          <a:p>
            <a:r>
              <a:t>-1 | Skip its print | Exit loop</a:t>
            </a:r>
          </a:p>
          <a:p>
            <a:r>
              <a:t>6 | Print 6 | Never visited</a:t>
            </a:r>
          </a:p>
          <a:p>
            <a:r>
              <a:t>Use continue only when skipping is justified by the stated data rule; do not silently discard evidence.</a:t>
            </a:r>
          </a:p>
          <a:p>
            <a:r>
              <a:t/>
            </a:r>
          </a:p>
          <a:p>
            <a:r>
              <a:t>Reference / existing resource</a:t>
            </a:r>
          </a:p>
          <a:p>
            <a:r>
              <a:t>https://docs.python.org/3/tutorial/introduction.html</a:t>
            </a:r>
          </a:p>
          <a:p>
            <a:r>
              <a:t>https://docs.python.org/3/tutorial/controlflow.html;</a:t>
            </a:r>
          </a:p>
          <a:p>
            <a:r>
              <a:t/>
            </a:r>
          </a:p>
          <a:p>
            <a:r>
              <a:t>Continue to</a:t>
            </a:r>
          </a:p>
          <a:p>
            <a:r>
              <a:t>A dictionary is a record with named fields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dictionary is a record with named fields</a:t>
            </a:r>
          </a:p>
          <a:p>
            <a:r>
              <a:t>CML3111, Week 4, slide 36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 = {"unit": "A", "reading": 4} stores two key–value pairs. Keys name fields; values hold the information.</a:t>
            </a:r>
          </a:p>
          <a:p>
            <a:r>
              <a:t/>
            </a:r>
          </a:p>
          <a:p>
            <a:r>
              <a:t>Braces enclose the dictionary. A colon separates each key from its value and a comma separates pairs. Each key is unique.</a:t>
            </a:r>
          </a:p>
          <a:p>
            <a:r>
              <a:t/>
            </a:r>
          </a:p>
          <a:p>
            <a:r>
              <a:t>record["reading"] returns 4. Unlike a list position, "reading" names the field we want.</a:t>
            </a:r>
          </a:p>
          <a:p>
            <a:r>
              <a:t/>
            </a:r>
          </a:p>
          <a:p>
            <a:r>
              <a:t>Continue to</a:t>
            </a:r>
          </a:p>
          <a:p>
            <a:r>
              <a:t>A missing dictionary key and get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missing dictionary key and get</a:t>
            </a:r>
          </a:p>
          <a:p>
            <a:r>
              <a:t>CML3111, Week 4, slide 37</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record["reading"] requests a known field. If that key does not exist, square-bracket lookup raises KeyError.</a:t>
            </a:r>
          </a:p>
          <a:p>
            <a:r>
              <a:t/>
            </a:r>
          </a:p>
          <a:p>
            <a:r>
              <a:t>record.get("missing", 0) asks for that key with a fallback: return 0 if it is absent. This does not add a new key.</a:t>
            </a:r>
          </a:p>
          <a:p>
            <a:r>
              <a:t/>
            </a:r>
          </a:p>
          <a:p>
            <a:r>
              <a:t>The second input is the fallback value. Use a fallback only when the task defines what missing information should mean.</a:t>
            </a:r>
          </a:p>
          <a:p>
            <a:r>
              <a:t/>
            </a:r>
          </a:p>
          <a:p>
            <a:r>
              <a:t>Reference / existing resource</a:t>
            </a:r>
          </a:p>
          <a:p>
            <a:r>
              <a:t>https://docs.python.org/3/tutorial/introduction.html</a:t>
            </a:r>
          </a:p>
          <a:p>
            <a:r>
              <a:t>https://docs.python.org/3/tutorial/controlflow.html;</a:t>
            </a:r>
          </a:p>
          <a:p>
            <a:r>
              <a:t/>
            </a:r>
          </a:p>
          <a:p>
            <a:r>
              <a:t>Continue to</a:t>
            </a:r>
          </a:p>
          <a:p>
            <a:r>
              <a:t>Reading and updating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and updating a dictionary</a:t>
            </a:r>
          </a:p>
          <a:p>
            <a:r>
              <a:t>CML3111, Week 4, slide 38</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 = {"unit": "A", "reading": 4}</a:t>
            </a:r>
          </a:p>
          <a:p>
            <a:r>
              <a:t>Evaluate the complete right-hand expression first, then assign its result to the name or selected field on the left.</a:t>
            </a:r>
          </a:p>
          <a:p>
            <a:r>
              <a:t/>
            </a:r>
          </a:p>
          <a:p>
            <a:r>
              <a:t>print(record["reading"])</a:t>
            </a:r>
          </a:p>
          <a:p>
            <a:r>
              <a:t>Evaluate the expression inside the parentheses and display it. Displaying is separate from returning a function result.</a:t>
            </a:r>
          </a:p>
          <a:p>
            <a:r>
              <a:t/>
            </a:r>
          </a:p>
          <a:p>
            <a:r>
              <a:t>record["reading"] = 6</a:t>
            </a:r>
          </a:p>
          <a:p>
            <a:r>
              <a:t>Evaluate the complete right-hand expression first, then assign its result to the name or selected field on the left.</a:t>
            </a:r>
          </a:p>
          <a:p>
            <a:r>
              <a:t/>
            </a:r>
          </a:p>
          <a:p>
            <a:r>
              <a:t>print(record["reading"])</a:t>
            </a:r>
          </a:p>
          <a:p>
            <a:r>
              <a:t>Evaluate the expression inside the parentheses and display it. Displaying is separate from returning a function result.</a:t>
            </a:r>
          </a:p>
          <a:p>
            <a:r>
              <a:t/>
            </a:r>
          </a:p>
          <a:p>
            <a:r>
              <a:t>print(record.get("missing", 0))</a:t>
            </a:r>
          </a:p>
          <a:p>
            <a:r>
              <a:t>Evaluate the expression inside the parentheses and display it. Displaying is separate from returning a function result.</a:t>
            </a:r>
          </a:p>
          <a:p>
            <a:r>
              <a:t/>
            </a:r>
          </a:p>
          <a:p>
            <a:r>
              <a:t>Result / continuity</a:t>
            </a:r>
          </a:p>
          <a:p>
            <a:r>
              <a:t>Output: 4, then 6, then 0. get uses the fallback only when that key is absent.</a:t>
            </a:r>
          </a:p>
          <a:p>
            <a:r>
              <a:t/>
            </a:r>
          </a:p>
          <a:p>
            <a:r>
              <a:t>Continue to</a:t>
            </a:r>
          </a:p>
          <a:p>
            <a:r>
              <a:t>Tuples and unpacking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Tuples and unpacking</a:t>
            </a:r>
          </a:p>
          <a:p>
            <a:r>
              <a:t>CML3111, Week 4, slide 39</a:t>
            </a:r>
          </a:p>
          <a:p>
            <a:r>
              <a:t/>
            </a:r>
          </a:p>
          <a:p>
            <a:r>
              <a:t>Explanation to give</a:t>
            </a:r>
          </a:p>
          <a:p>
            <a:r>
              <a:t>A tuple keeps positions that cannot be reassigned. Unpacking assigns the items to several names in the same order. Show the number of items and names before running it.</a:t>
            </a:r>
          </a:p>
          <a:p>
            <a:r>
              <a:t/>
            </a:r>
          </a:p>
          <a:p>
            <a:r>
              <a:t>Worked illustration / lecturer answer</a:t>
            </a:r>
          </a:p>
          <a:p>
            <a:r>
              <a:t>point = (2, 3), then x, y = point gives x = 2 and y = 3. The original tuple still exists. record.items() similarly supplies key/value pairs to two loop names.</a:t>
            </a:r>
          </a:p>
          <a:p>
            <a:r>
              <a:t/>
            </a:r>
          </a:p>
          <a:p>
            <a:r>
              <a:t>Misconception to address</a:t>
            </a:r>
          </a:p>
          <a:p>
            <a:r>
              <a:t>Two names need two items. A tuple containing a mutable object does not freeze that object's contents.</a:t>
            </a:r>
          </a:p>
          <a:p>
            <a:r>
              <a:t/>
            </a:r>
          </a:p>
          <a:p>
            <a:r>
              <a:t>On this slide</a:t>
            </a:r>
          </a:p>
          <a:p>
            <a:r>
              <a:t>A tuple stores items in order. point = (2, 3) stores two coordinates; point[0] is 2. You cannot reassign point[0].</a:t>
            </a:r>
          </a:p>
          <a:p>
            <a:r>
              <a:t/>
            </a:r>
          </a:p>
          <a:p>
            <a:r>
              <a:t>x, y = point gives the first item to x and the second to y. This is unpacking; the number of names must match the number of items.</a:t>
            </a:r>
          </a:p>
          <a:p>
            <a:r>
              <a:t/>
            </a:r>
          </a:p>
          <a:p>
            <a:r>
              <a:t>A tuple prevents replacing its positions. It does not freeze the contents of a mutable object stored inside it.</a:t>
            </a:r>
          </a:p>
          <a:p>
            <a:r>
              <a:t/>
            </a:r>
          </a:p>
          <a:p>
            <a:r>
              <a:t>Continue to</a:t>
            </a:r>
          </a:p>
          <a:p>
            <a:r>
              <a:t>Unpacking a pair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Unpacking a pair</a:t>
            </a:r>
          </a:p>
          <a:p>
            <a:r>
              <a:t>CML3111, Week 4, slide 40</a:t>
            </a:r>
          </a:p>
          <a:p>
            <a:r>
              <a:t/>
            </a:r>
          </a:p>
          <a:p>
            <a:r>
              <a:t>Explanation to give</a:t>
            </a:r>
          </a:p>
          <a:p>
            <a:r>
              <a:t>A tuple keeps positions that cannot be reassigned. Unpacking assigns the items to several names in the same order. Show the number of items and names before running it.</a:t>
            </a:r>
          </a:p>
          <a:p>
            <a:r>
              <a:t/>
            </a:r>
          </a:p>
          <a:p>
            <a:r>
              <a:t>Worked illustration / lecturer answer</a:t>
            </a:r>
          </a:p>
          <a:p>
            <a:r>
              <a:t>point = (2, 3), then x, y = point gives x = 2 and y = 3. The original tuple still exists. record.items() similarly supplies key/value pairs to two loop names.</a:t>
            </a:r>
          </a:p>
          <a:p>
            <a:r>
              <a:t/>
            </a:r>
          </a:p>
          <a:p>
            <a:r>
              <a:t>Misconception to address</a:t>
            </a:r>
          </a:p>
          <a:p>
            <a:r>
              <a:t>Two names need two items. A tuple containing a mutable object does not freeze that object's contents.</a:t>
            </a:r>
          </a:p>
          <a:p>
            <a:r>
              <a:t/>
            </a:r>
          </a:p>
          <a:p>
            <a:r>
              <a:t>Read the displayed code line by line</a:t>
            </a:r>
          </a:p>
          <a:p>
            <a:r>
              <a:t>point = (2, 3)</a:t>
            </a:r>
          </a:p>
          <a:p>
            <a:r>
              <a:t>Evaluate the complete right-hand expression first, then assign its result to the name or selected field on the left.</a:t>
            </a:r>
          </a:p>
          <a:p>
            <a:r>
              <a:t/>
            </a:r>
          </a:p>
          <a:p>
            <a:r>
              <a:t>x, y = point</a:t>
            </a:r>
          </a:p>
          <a:p>
            <a:r>
              <a:t>Evaluate the complete right-hand expression first, then assign its result to the name or selected field on the left.</a:t>
            </a:r>
          </a:p>
          <a:p>
            <a:r>
              <a:t/>
            </a:r>
          </a:p>
          <a:p>
            <a:r>
              <a:t>print(x)</a:t>
            </a:r>
          </a:p>
          <a:p>
            <a:r>
              <a:t>Evaluate the expression inside the parentheses and display it. Displaying is separate from returning a function result.</a:t>
            </a:r>
          </a:p>
          <a:p>
            <a:r>
              <a:t/>
            </a:r>
          </a:p>
          <a:p>
            <a:r>
              <a:t>print(y)</a:t>
            </a:r>
          </a:p>
          <a:p>
            <a:r>
              <a:t>Evaluate the expression inside the parentheses and display it. Displaying is separate from returning a function result.</a:t>
            </a:r>
          </a:p>
          <a:p>
            <a:r>
              <a:t/>
            </a:r>
          </a:p>
          <a:p>
            <a:r>
              <a:t>Result / continuity</a:t>
            </a:r>
          </a:p>
          <a:p>
            <a:r>
              <a:t>Output: 2, then 3.</a:t>
            </a:r>
          </a:p>
          <a:p>
            <a:r>
              <a:t/>
            </a:r>
          </a:p>
          <a:p>
            <a:r>
              <a:t>Continue to</a:t>
            </a:r>
          </a:p>
          <a:p>
            <a:r>
              <a:t>A set remembers distinct items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set remembers distinct items</a:t>
            </a:r>
          </a:p>
          <a:p>
            <a:r>
              <a:t>CML3111, Week 4, slide 41</a:t>
            </a:r>
          </a:p>
          <a:p>
            <a:r>
              <a:t/>
            </a:r>
          </a:p>
          <a:p>
            <a:r>
              <a:t>Explanation to give</a:t>
            </a:r>
          </a:p>
          <a:p>
            <a:r>
              <a:t>A set answers whether an item is present and stores each distinct item once. It has no numeric positions. Use it to remember IDs already encountered.</a:t>
            </a:r>
          </a:p>
          <a:p>
            <a:r>
              <a:t/>
            </a:r>
          </a:p>
          <a:p>
            <a:r>
              <a:t>Worked illustration / lecturer answer</a:t>
            </a:r>
          </a:p>
          <a:p>
            <a:r>
              <a:t>Add "A" twice to an empty set: len is still 1. "A" in seen is True and "B" in seen is False. Adding "B" makes the count 2.</a:t>
            </a:r>
          </a:p>
          <a:p>
            <a:r>
              <a:t/>
            </a:r>
          </a:p>
          <a:p>
            <a:r>
              <a:t>Misconception to address</a:t>
            </a:r>
          </a:p>
          <a:p>
            <a:r>
              <a:t>{} creates an empty dictionary. Use set() for an empty set. Sets are unsuitable when duplicate measurements or a particular order must be retained.</a:t>
            </a:r>
          </a:p>
          <a:p>
            <a:r>
              <a:t/>
            </a:r>
          </a:p>
          <a:p>
            <a:r>
              <a:t>On this slide</a:t>
            </a:r>
          </a:p>
          <a:p>
            <a:r>
              <a:t>A set is useful when the question is “Have we seen this ID?” It keeps one instance of each distinct item.</a:t>
            </a:r>
          </a:p>
          <a:p>
            <a:r>
              <a:t/>
            </a:r>
          </a:p>
          <a:p>
            <a:r>
              <a:t>seen = set() creates an empty set. seen.add("A") adds an item. "A" in seen asks whether it is present.</a:t>
            </a:r>
          </a:p>
          <a:p>
            <a:r>
              <a:t/>
            </a:r>
          </a:p>
          <a:p>
            <a:r>
              <a:t>Do not use a set when position or repeated readings matter. Sets cannot be indexed. {} creates an empty dictionary, not an empty set.</a:t>
            </a:r>
          </a:p>
          <a:p>
            <a:r>
              <a:t/>
            </a:r>
          </a:p>
          <a:p>
            <a:r>
              <a:t>Continue to</a:t>
            </a:r>
          </a:p>
          <a:p>
            <a:r>
              <a:t>Set membership and repeated IDs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Set membership and repeated IDs</a:t>
            </a:r>
          </a:p>
          <a:p>
            <a:r>
              <a:t>CML3111, Week 4, slide 42</a:t>
            </a:r>
          </a:p>
          <a:p>
            <a:r>
              <a:t/>
            </a:r>
          </a:p>
          <a:p>
            <a:r>
              <a:t>Explanation to give</a:t>
            </a:r>
          </a:p>
          <a:p>
            <a:r>
              <a:t>A set answers whether an item is present and stores each distinct item once. It has no numeric positions. Use it to remember IDs already encountered.</a:t>
            </a:r>
          </a:p>
          <a:p>
            <a:r>
              <a:t/>
            </a:r>
          </a:p>
          <a:p>
            <a:r>
              <a:t>Worked illustration / lecturer answer</a:t>
            </a:r>
          </a:p>
          <a:p>
            <a:r>
              <a:t>Add "A" twice to an empty set: len is still 1. "A" in seen is True and "B" in seen is False. Adding "B" makes the count 2.</a:t>
            </a:r>
          </a:p>
          <a:p>
            <a:r>
              <a:t/>
            </a:r>
          </a:p>
          <a:p>
            <a:r>
              <a:t>Misconception to address</a:t>
            </a:r>
          </a:p>
          <a:p>
            <a:r>
              <a:t>{} creates an empty dictionary. Use set() for an empty set. Sets are unsuitable when duplicate measurements or a particular order must be retained.</a:t>
            </a:r>
          </a:p>
          <a:p>
            <a:r>
              <a:t/>
            </a:r>
          </a:p>
          <a:p>
            <a:r>
              <a:t>Read the displayed code line by line</a:t>
            </a:r>
          </a:p>
          <a:p>
            <a:r>
              <a:t>seen = set()</a:t>
            </a:r>
          </a:p>
          <a:p>
            <a:r>
              <a:t>Evaluate the complete right-hand expression first, then assign its result to the name or selected field on the left.</a:t>
            </a:r>
          </a:p>
          <a:p>
            <a:r>
              <a:t/>
            </a:r>
          </a:p>
          <a:p>
            <a:r>
              <a:t>seen.add("A")</a:t>
            </a:r>
          </a:p>
          <a:p>
            <a:r>
              <a:t>Remember this item in the set. Adding the same item again does not create a duplicate.</a:t>
            </a:r>
          </a:p>
          <a:p>
            <a:r>
              <a:t/>
            </a:r>
          </a:p>
          <a:p>
            <a:r>
              <a:t>seen.add("A")</a:t>
            </a:r>
          </a:p>
          <a:p>
            <a:r>
              <a:t>Remember this item in the set. Adding the same item again does not create a duplicate.</a:t>
            </a:r>
          </a:p>
          <a:p>
            <a:r>
              <a:t/>
            </a:r>
          </a:p>
          <a:p>
            <a:r>
              <a:t>print(len(seen))</a:t>
            </a:r>
          </a:p>
          <a:p>
            <a:r>
              <a:t>Evaluate the expression inside the parentheses and display it. Displaying is separate from returning a function result.</a:t>
            </a:r>
          </a:p>
          <a:p>
            <a:r>
              <a:t/>
            </a:r>
          </a:p>
          <a:p>
            <a:r>
              <a:t>print("A" in seen)</a:t>
            </a:r>
          </a:p>
          <a:p>
            <a:r>
              <a:t>Evaluate the expression inside the parentheses and display it. Displaying is separate from returning a function result.</a:t>
            </a:r>
          </a:p>
          <a:p>
            <a:r>
              <a:t/>
            </a:r>
          </a:p>
          <a:p>
            <a:r>
              <a:t>print("B" in seen)</a:t>
            </a:r>
          </a:p>
          <a:p>
            <a:r>
              <a:t>Evaluate the expression inside the parentheses and display it. Displaying is separate from returning a function result.</a:t>
            </a:r>
          </a:p>
          <a:p>
            <a:r>
              <a:t/>
            </a:r>
          </a:p>
          <a:p>
            <a:r>
              <a:t>Result / continuity</a:t>
            </a:r>
          </a:p>
          <a:p>
            <a:r>
              <a:t>Output: 1, True, False. Adding the same ID twice keeps one distinct ID.</a:t>
            </a:r>
          </a:p>
          <a:p>
            <a:r>
              <a:t/>
            </a:r>
          </a:p>
          <a:p>
            <a:r>
              <a:t>Continue to</a:t>
            </a:r>
          </a:p>
          <a:p>
            <a:r>
              <a:t>How the four collections differ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the four collections differ</a:t>
            </a:r>
          </a:p>
          <a:p>
            <a:r>
              <a:t>CML3111, Week 4, slide 43</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Collection | Find an item by | Repeats / changes</a:t>
            </a:r>
          </a:p>
          <a:p>
            <a:r>
              <a:t>list | Position: values[0] | Repeats allowed; items change</a:t>
            </a:r>
          </a:p>
          <a:p>
            <a:r>
              <a:t>dict | Key: record["reading"] | Keys unique; values change</a:t>
            </a:r>
          </a:p>
          <a:p>
            <a:r>
              <a:t>tuple | Position: point[0] | Repeats allowed; positions fixed</a:t>
            </a:r>
          </a:p>
          <a:p>
            <a:r>
              <a:t>set | Membership: "A" in seen | Distinct items; add or remove</a:t>
            </a:r>
          </a:p>
          <a:p>
            <a:r>
              <a:t>Choose by the question: ordered readings, named fields, fixed positions, or distinct IDs.</a:t>
            </a:r>
          </a:p>
          <a:p>
            <a:r>
              <a:t/>
            </a:r>
          </a:p>
          <a:p>
            <a:r>
              <a:t>Continue to</a:t>
            </a:r>
          </a:p>
          <a:p>
            <a:r>
              <a:t>Dictionary items and two loop names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Dictionary items and two loop names</a:t>
            </a:r>
          </a:p>
          <a:p>
            <a:r>
              <a:t>CML3111, Week 4, slide 44</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record.items() provides each key with its value as a pair. The loop unpacks each pair into the names key and value.</a:t>
            </a:r>
          </a:p>
          <a:p>
            <a:r>
              <a:t/>
            </a:r>
          </a:p>
          <a:p>
            <a:r>
              <a:t>for key, value in record.items(): repeats the indented body for each field. Use .items() when both the label and its value are needed.</a:t>
            </a:r>
          </a:p>
          <a:p>
            <a:r>
              <a:t/>
            </a:r>
          </a:p>
          <a:p>
            <a:r>
              <a:t>Continue to</a:t>
            </a:r>
          </a:p>
          <a:p>
            <a:r>
              <a:t>Looping through named fields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Looping through named fields</a:t>
            </a:r>
          </a:p>
          <a:p>
            <a:r>
              <a:t>CML3111, Week 4, slide 45</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 = {"unit": "A", "reading": 6}</a:t>
            </a:r>
          </a:p>
          <a:p>
            <a:r>
              <a:t>Evaluate the complete right-hand expression first, then assign its result to the name or selected field on the left.</a:t>
            </a:r>
          </a:p>
          <a:p>
            <a:r>
              <a:t/>
            </a:r>
          </a:p>
          <a:p>
            <a:r>
              <a:t>for key, value in record.items():</a:t>
            </a:r>
          </a:p>
          <a:p>
            <a:r>
              <a:t>Take each item or pair in turn, assign the loop name(s), and repeat the indented body.</a:t>
            </a:r>
          </a:p>
          <a:p>
            <a:r>
              <a:t/>
            </a:r>
          </a:p>
          <a:p>
            <a:r>
              <a:t>print(key, value)</a:t>
            </a:r>
          </a:p>
          <a:p>
            <a:r>
              <a:t>Evaluate the expression inside the parentheses and display it. Displaying is separate from returning a function result.</a:t>
            </a:r>
          </a:p>
          <a:p>
            <a:r>
              <a:t/>
            </a:r>
          </a:p>
          <a:p>
            <a:r>
              <a:t>Result / continuity</a:t>
            </a:r>
          </a:p>
          <a:p>
            <a:r>
              <a:t>Output: unit A, then reading 6. The dictionary preserves insertion order.</a:t>
            </a:r>
          </a:p>
          <a:p>
            <a:r>
              <a:t/>
            </a:r>
          </a:p>
          <a:p>
            <a:r>
              <a:t>Continue to</a:t>
            </a:r>
          </a:p>
          <a:p>
            <a:r>
              <a:t>A position and a key find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position and a key find different things</a:t>
            </a:r>
          </a:p>
          <a:p>
            <a:r>
              <a:t>CML3111, Week 4, slide 46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Both examples return 4. Explain how each lookup finds it.</a:t>
            </a:r>
          </a:p>
          <a:p>
            <a:r>
              <a:t/>
            </a:r>
          </a:p>
          <a:p>
            <a:r>
              <a:t>Continue to</a:t>
            </a:r>
          </a:p>
          <a:p>
            <a:r>
              <a:t>CSV and header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CSV and header</a:t>
            </a:r>
          </a:p>
          <a:p>
            <a:r>
              <a:t>CML3111, Week 4, slide 47</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CSV and header: CSV means comma-separated values. One line usually represents one record; a header names the columns. CSV numbers arrive as text and may need float conversion.</a:t>
            </a:r>
          </a:p>
          <a:p>
            <a:r>
              <a:t/>
            </a:r>
          </a:p>
          <a:p>
            <a:r>
              <a:t>Continue to</a:t>
            </a:r>
          </a:p>
          <a:p>
            <a:r>
              <a:t>One record at a time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record at a time</a:t>
            </a:r>
          </a:p>
          <a:p>
            <a:r>
              <a:t>CML3111, Week 4, slide 48</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A CSV is a text table with a header row.</a:t>
            </a:r>
          </a:p>
          <a:p>
            <a:r>
              <a:t/>
            </a:r>
          </a:p>
          <a:p>
            <a:r>
              <a:t>DictReader uses that header for dictionary keys.</a:t>
            </a:r>
          </a:p>
          <a:p>
            <a:r>
              <a:t/>
            </a:r>
          </a:p>
          <a:p>
            <a:r>
              <a:t>CSV cells begin as text, even when they look numeric.</a:t>
            </a:r>
          </a:p>
          <a:p>
            <a:r>
              <a:t/>
            </a:r>
          </a:p>
          <a:p>
            <a:r>
              <a:t>float("2.5") converts text into the number 2.5.</a:t>
            </a:r>
          </a:p>
          <a:p>
            <a:r>
              <a:t/>
            </a:r>
          </a:p>
          <a:p>
            <a:r>
              <a:t>Continue to</a:t>
            </a:r>
          </a:p>
          <a:p>
            <a:r>
              <a:t>A CSV file has a header and text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CSV file has a header and text values</a:t>
            </a:r>
          </a:p>
          <a:p>
            <a:r>
              <a:t>CML3111, Week 4, slide 49</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CSV line | Dictionary meaning</a:t>
            </a:r>
          </a:p>
          <a:p>
            <a:r>
              <a:t>unit,reading | Two field names</a:t>
            </a:r>
          </a:p>
          <a:p>
            <a:r>
              <a:t>A,2.5 | {"unit": "A", "reading": "2.5"}</a:t>
            </a:r>
          </a:p>
          <a:p>
            <a:r>
              <a:t>B, | {"unit": "B", "reading": ""}</a:t>
            </a:r>
          </a:p>
          <a:p>
            <a:r>
              <a:t>An empty field is empty text. Check the task’s rule before converting it.</a:t>
            </a:r>
          </a:p>
          <a:p>
            <a:r>
              <a:t/>
            </a:r>
          </a:p>
          <a:p>
            <a:r>
              <a:t>Continue to</a:t>
            </a:r>
          </a:p>
          <a:p>
            <a:r>
              <a:t>A CSV row becomes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CSV row becomes a dictionary</a:t>
            </a:r>
          </a:p>
          <a:p>
            <a:r>
              <a:t>CML3111, Week 4, slide 50</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The header gives field names, such as unit and reading.</a:t>
            </a:r>
          </a:p>
          <a:p>
            <a:r>
              <a:t/>
            </a:r>
          </a:p>
          <a:p>
            <a:r>
              <a:t>csv.DictReader returns one dictionary for each data row.</a:t>
            </a:r>
          </a:p>
          <a:p>
            <a:r>
              <a:t/>
            </a:r>
          </a:p>
          <a:p>
            <a:r>
              <a:t>The value "2.5" starts as text. float("2.5") makes the number 2.5.</a:t>
            </a:r>
          </a:p>
          <a:p>
            <a:r>
              <a:t/>
            </a:r>
          </a:p>
          <a:p>
            <a:r>
              <a:t>Continue to</a:t>
            </a:r>
          </a:p>
          <a:p>
            <a:r>
              <a:t>with and import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with and import</a:t>
            </a:r>
          </a:p>
          <a:p>
            <a:r>
              <a:t>CML3111, Week 4, slide 51</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with and import: import makes library tools available. with open(...) opens a file for a block and closes it afterward. A filename must match an existing file in the working folder.</a:t>
            </a:r>
          </a:p>
          <a:p>
            <a:r>
              <a:t/>
            </a:r>
          </a:p>
          <a:p>
            <a:r>
              <a:t>Continue to</a:t>
            </a:r>
          </a:p>
          <a:p>
            <a:r>
              <a:t>Your cohort data</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cohort data</a:t>
            </a:r>
          </a:p>
          <a:p>
            <a:r>
              <a:t>CML3111, Week 4, slide 52</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Show motor_test_bench.csv in the runtime Files panel. The Week 2 file has four rows for setup; Week 4 uses its own 300-row file. Inspect the header to locate this cohort’s reading field and group field.</a:t>
            </a:r>
          </a:p>
          <a:p>
            <a:r>
              <a:t/>
            </a:r>
          </a:p>
          <a:p>
            <a:r>
              <a:t>Misconception to address</a:t>
            </a:r>
          </a:p>
          <a:p>
            <a:r>
              <a:t>Do not confuse input voltage with resistance or energy with power. Read the exact programme task and its units before substituting numbers.</a:t>
            </a:r>
          </a:p>
          <a:p>
            <a:r>
              <a:t/>
            </a:r>
          </a:p>
          <a:p>
            <a:r>
              <a:t>On this slide</a:t>
            </a:r>
          </a:p>
          <a:p>
            <a:r>
              <a:t>motor_test_bench.csv</a:t>
            </a:r>
          </a:p>
          <a:p>
            <a:r>
              <a:t/>
            </a:r>
          </a:p>
          <a:p>
            <a:r>
              <a:t>Summarise winding_temp_c (degrees C); group by motor_id.</a:t>
            </a:r>
          </a:p>
          <a:p>
            <a:r>
              <a:t/>
            </a:r>
          </a:p>
          <a:p>
            <a:r>
              <a:t>Read the issued task’s blank-value and threshold rules before calculating.</a:t>
            </a:r>
          </a:p>
          <a:p>
            <a:r>
              <a:t/>
            </a:r>
          </a:p>
          <a:p>
            <a:r>
              <a:t>Continue to</a:t>
            </a:r>
          </a:p>
          <a:p>
            <a:r>
              <a:t>Read the supplied CSV in four steps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supplied CSV in four steps</a:t>
            </a:r>
          </a:p>
          <a:p>
            <a:r>
              <a:t>CML3111, Week 4, slide 53</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Place motor_test_bench.csv beside the notebook, or upload it in Colab’s Files panel.</a:t>
            </a:r>
          </a:p>
          <a:p>
            <a:r>
              <a:t/>
            </a:r>
          </a:p>
          <a:p>
            <a:r>
              <a:t>import csv loads the CSV tools. newline="" lets the reader handle line endings. DictReader uses the header as dictionary keys.</a:t>
            </a:r>
          </a:p>
          <a:p>
            <a:r>
              <a:t/>
            </a:r>
          </a:p>
          <a:p>
            <a:r>
              <a:t>list(...) collects the rows while the file is open. We inspect the first row and the count; the later assignment calculations are your work.</a:t>
            </a:r>
          </a:p>
          <a:p>
            <a:r>
              <a:t/>
            </a:r>
          </a:p>
          <a:p>
            <a:r>
              <a:t>Continue to</a:t>
            </a:r>
          </a:p>
          <a:p>
            <a:r>
              <a:t>What with open as source does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with open as source does</a:t>
            </a:r>
          </a:p>
          <a:p>
            <a:r>
              <a:t>CML3111, Week 4, slide 54</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open("file.csv", newline="") opens a text file for reading. Use the actual supplied filename, including its .csv extension.</a:t>
            </a:r>
          </a:p>
          <a:p>
            <a:r>
              <a:t/>
            </a:r>
          </a:p>
          <a:p>
            <a:r>
              <a:t>with manages the open file. as source gives that file object a name. Indented lines use it while it is open; leaving the block closes it.</a:t>
            </a:r>
          </a:p>
          <a:p>
            <a:r>
              <a:t/>
            </a:r>
          </a:p>
          <a:p>
            <a:r>
              <a:t>csv.DictReader(source) reads rows using the header names as keys. list(...) collects those rows into memory before the file closes.</a:t>
            </a:r>
          </a:p>
          <a:p>
            <a:r>
              <a:t/>
            </a:r>
          </a:p>
          <a:p>
            <a:r>
              <a:t>Reference / existing resource</a:t>
            </a:r>
          </a:p>
          <a:p>
            <a:r>
              <a:t>https://docs.python.org/3/tutorial/introduction.html</a:t>
            </a:r>
          </a:p>
          <a:p>
            <a:r>
              <a:t>https://docs.python.org/3/tutorial/controlflow.html;</a:t>
            </a:r>
          </a:p>
          <a:p>
            <a:r>
              <a:t/>
            </a:r>
          </a:p>
          <a:p>
            <a:r>
              <a:t>Continue to</a:t>
            </a:r>
          </a:p>
          <a:p>
            <a:r>
              <a:t>Open a real CSV and inspect its first row</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Open a real CSV and inspect its first row</a:t>
            </a:r>
          </a:p>
          <a:p>
            <a:r>
              <a:t>CML3111, Week 4, slide 55</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Read the displayed code line by line</a:t>
            </a:r>
          </a:p>
          <a:p>
            <a:r>
              <a:t>import csv</a:t>
            </a:r>
          </a:p>
          <a:p>
            <a:r>
              <a:t>Load this library. An alias after as is the shorter name used below.</a:t>
            </a:r>
          </a:p>
          <a:p>
            <a:r>
              <a:t/>
            </a:r>
          </a:p>
          <a:p>
            <a:r>
              <a:t>with open("motor_test_bench.csv", newline="") as source:</a:t>
            </a:r>
          </a:p>
          <a:p>
            <a:r>
              <a:t>Open the named resource for the indented block and close it when leaving the block.</a:t>
            </a:r>
          </a:p>
          <a:p>
            <a:r>
              <a:t/>
            </a:r>
          </a:p>
          <a:p>
            <a:r>
              <a:t>rows = list(csv.DictReader(source))</a:t>
            </a:r>
          </a:p>
          <a:p>
            <a:r>
              <a:t>Evaluate the complete right-hand expression first, then assign its result to the name or selected field on the left.</a:t>
            </a:r>
          </a:p>
          <a:p>
            <a:r>
              <a:t/>
            </a:r>
          </a:p>
          <a:p>
            <a:r>
              <a:t>print(rows[0])</a:t>
            </a:r>
          </a:p>
          <a:p>
            <a:r>
              <a:t>Evaluate the expression inside the parentheses and display it. Displaying is separate from returning a function result.</a:t>
            </a:r>
          </a:p>
          <a:p>
            <a:r>
              <a:t/>
            </a:r>
          </a:p>
          <a:p>
            <a:r>
              <a:t>print(len(rows))</a:t>
            </a:r>
          </a:p>
          <a:p>
            <a:r>
              <a:t>Evaluate the expression inside the parentheses and display it. Displaying is separate from returning a function result.</a:t>
            </a:r>
          </a:p>
          <a:p>
            <a:r>
              <a:t/>
            </a:r>
          </a:p>
          <a:p>
            <a:r>
              <a:t>Result / continuity</a:t>
            </a:r>
          </a:p>
          <a:p>
            <a:r>
              <a:t>Read the actual keys and text values. Check the uploaded filename if Python reports FileNotFoundError.</a:t>
            </a:r>
          </a:p>
          <a:p>
            <a:r>
              <a:t/>
            </a:r>
          </a:p>
          <a:p>
            <a:r>
              <a:t>Continue to</a:t>
            </a:r>
          </a:p>
          <a:p>
            <a:r>
              <a:t>A list of dictionaries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of dictionaries</a:t>
            </a:r>
          </a:p>
          <a:p>
            <a:r>
              <a:t>CML3111, Week 4, slide 56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A record holds named fields for one observation. A list of records holds several observations in order.</a:t>
            </a:r>
          </a:p>
          <a:p>
            <a:r>
              <a:t/>
            </a:r>
          </a:p>
          <a:p>
            <a:r>
              <a:t>records[0] selects the first dictionary. records[0]["reading"] then selects that dictionary’s reading field.</a:t>
            </a:r>
          </a:p>
          <a:p>
            <a:r>
              <a:t/>
            </a:r>
          </a:p>
          <a:p>
            <a:r>
              <a:t>for row in records takes one dictionary at a time. row["reading"] retrieves that observation’s field; float converts numeric text when needed.</a:t>
            </a:r>
          </a:p>
          <a:p>
            <a:r>
              <a:t/>
            </a:r>
          </a:p>
          <a:p>
            <a:r>
              <a:t>Continue to</a:t>
            </a:r>
          </a:p>
          <a:p>
            <a:r>
              <a:t>A record and a growing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record and a growing list</a:t>
            </a:r>
          </a:p>
          <a:p>
            <a:r>
              <a:t>CML3111, Week 4, slide 57</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Braces pair a key with its value. append adds one value to the end of a list.</a:t>
            </a:r>
          </a:p>
          <a:p>
            <a:r>
              <a:t/>
            </a:r>
          </a:p>
          <a:p>
            <a:r>
              <a:t>The same pattern works after reading a CSV row.</a:t>
            </a:r>
          </a:p>
          <a:p>
            <a:r>
              <a:t/>
            </a:r>
          </a:p>
          <a:p>
            <a:r>
              <a:t>Continue to</a:t>
            </a:r>
          </a:p>
          <a:p>
            <a:r>
              <a:t>A record and a growing list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record and a growing list in Python</a:t>
            </a:r>
          </a:p>
          <a:p>
            <a:r>
              <a:t>CML3111, Week 4, slide 58</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records = [{"sensor": "A", "reading": "2.5"},</a:t>
            </a:r>
          </a:p>
          <a:p>
            <a:r>
              <a:t>Evaluate the complete right-hand expression first, then assign its result to the name or selected field on the left.</a:t>
            </a:r>
          </a:p>
          <a:p>
            <a:r>
              <a:t/>
            </a:r>
          </a:p>
          <a:p>
            <a:r>
              <a:t>{"sensor": "B", "reading": "3.5"}]</a:t>
            </a:r>
          </a:p>
          <a:p>
            <a:r>
              <a:t>This line continues the surrounding expression or block; read it together with the preceding line rather than running it alone.</a:t>
            </a:r>
          </a:p>
          <a:p>
            <a:r>
              <a:t/>
            </a:r>
          </a:p>
          <a:p>
            <a:r>
              <a:t>values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values.append(float(row["reading"]))</a:t>
            </a:r>
          </a:p>
          <a:p>
            <a:r>
              <a:t>Evaluate the argument and add it as one new item at the end of this list.</a:t>
            </a:r>
          </a:p>
          <a:p>
            <a:r>
              <a:t/>
            </a:r>
          </a:p>
          <a:p>
            <a:r>
              <a:t>print(values)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Skip a blank before converting 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Skip a blank before converting text</a:t>
            </a:r>
          </a:p>
          <a:p>
            <a:r>
              <a:t>CML3111, Week 4, slide 59</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An empty text field is "". The comparison != means “not equal to”. Only convert a value after the blank check passes.</a:t>
            </a:r>
          </a:p>
          <a:p>
            <a:r>
              <a:t/>
            </a:r>
          </a:p>
          <a:p>
            <a:r>
              <a:t>In this example, values records valid numbers only. Its length is the valid count; the group summaries must use the same valid-record policy.</a:t>
            </a:r>
          </a:p>
          <a:p>
            <a:r>
              <a:t/>
            </a:r>
          </a:p>
          <a:p>
            <a:r>
              <a:t>Continue to</a:t>
            </a:r>
          </a:p>
          <a:p>
            <a:r>
              <a:t>Collect only the recorded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Collect only the recorded numbers</a:t>
            </a:r>
          </a:p>
          <a:p>
            <a:r>
              <a:t>CML3111, Week 4, slide 60</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text_values = ["2.5", "", "3.5"]</a:t>
            </a:r>
          </a:p>
          <a:p>
            <a:r>
              <a:t>Evaluate the complete right-hand expression first, then assign its result to the name or selected field on the left.</a:t>
            </a:r>
          </a:p>
          <a:p>
            <a:r>
              <a:t/>
            </a:r>
          </a:p>
          <a:p>
            <a:r>
              <a:t>values = []</a:t>
            </a:r>
          </a:p>
          <a:p>
            <a:r>
              <a:t>Evaluate the complete right-hand expression first, then assign its result to the name or selected field on the left.</a:t>
            </a:r>
          </a:p>
          <a:p>
            <a:r>
              <a:t/>
            </a:r>
          </a:p>
          <a:p>
            <a:r>
              <a:t>for text in text_values:</a:t>
            </a:r>
          </a:p>
          <a:p>
            <a:r>
              <a:t>Take each item or pair in turn, assign the loop name(s), and repeat the indented body.</a:t>
            </a:r>
          </a:p>
          <a:p>
            <a:r>
              <a:t/>
            </a:r>
          </a:p>
          <a:p>
            <a:r>
              <a:t>if text != "":</a:t>
            </a:r>
          </a:p>
          <a:p>
            <a:r>
              <a:t>Evaluate this yes/no condition. Execute its indented body only on the matching path.</a:t>
            </a:r>
          </a:p>
          <a:p>
            <a:r>
              <a:t/>
            </a:r>
          </a:p>
          <a:p>
            <a:r>
              <a:t>values.append(float(text))</a:t>
            </a:r>
          </a:p>
          <a:p>
            <a:r>
              <a:t>Evaluate the argument and add it as one new item at the end of this list.</a:t>
            </a:r>
          </a:p>
          <a:p>
            <a:r>
              <a:t/>
            </a:r>
          </a:p>
          <a:p>
            <a:r>
              <a:t>print(len(values), values)</a:t>
            </a:r>
          </a:p>
          <a:p>
            <a:r>
              <a:t>Evaluate the expression inside the parentheses and display it. Displaying is separate from returning a function result.</a:t>
            </a:r>
          </a:p>
          <a:p>
            <a:r>
              <a:t/>
            </a:r>
          </a:p>
          <a:p>
            <a:r>
              <a:t>Result / continuity</a:t>
            </a:r>
          </a:p>
          <a:p>
            <a:r>
              <a:t>Expected: 2 [2.5, 3.5]. A blank is missing, not a recorded zero.</a:t>
            </a:r>
          </a:p>
          <a:p>
            <a:r>
              <a:t/>
            </a:r>
          </a:p>
          <a:p>
            <a:r>
              <a:t>Continue to</a:t>
            </a:r>
          </a:p>
          <a:p>
            <a:r>
              <a:t>Membership in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Membership in a dictionary</a:t>
            </a:r>
          </a:p>
          <a:p>
            <a:r>
              <a:t>CML3111, Week 4, slide 61</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group in totals asks whether group is already a dictionary key. group not in totals asks whether that key is absent.</a:t>
            </a:r>
          </a:p>
          <a:p>
            <a:r>
              <a:t/>
            </a:r>
          </a:p>
          <a:p>
            <a:r>
              <a:t>Before adding to a new group, create its total with totals[group] = 0. Then add the current record’s reading.</a:t>
            </a:r>
          </a:p>
          <a:p>
            <a:r>
              <a:t/>
            </a:r>
          </a:p>
          <a:p>
            <a:r>
              <a:t>The outer for visits records. The inner if runs only for a new group. The addition after the if runs for every record.</a:t>
            </a:r>
          </a:p>
          <a:p>
            <a:r>
              <a:t/>
            </a:r>
          </a:p>
          <a:p>
            <a:r>
              <a:t>Reference / existing resource</a:t>
            </a:r>
          </a:p>
          <a:p>
            <a:r>
              <a:t>https://docs.python.org/3/tutorial/introduction.html</a:t>
            </a:r>
          </a:p>
          <a:p>
            <a:r>
              <a:t>https://docs.python.org/3/tutorial/controlflow.html;</a:t>
            </a:r>
          </a:p>
          <a:p>
            <a:r>
              <a:t/>
            </a:r>
          </a:p>
          <a:p>
            <a:r>
              <a:t>Continue to</a:t>
            </a:r>
          </a:p>
          <a:p>
            <a:r>
              <a:t>Summaries for separate groups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a:t>
            </a:r>
          </a:p>
          <a:p>
            <a:r>
              <a:t>CML3111, Week 4, slide 62</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On this slide</a:t>
            </a:r>
          </a:p>
          <a:p>
            <a:r>
              <a:t>A dictionary can hold one running total for each group.</a:t>
            </a:r>
          </a:p>
          <a:p>
            <a:r>
              <a:t/>
            </a:r>
          </a:p>
          <a:p>
            <a:r>
              <a:t>An absent key needs an initial zero.</a:t>
            </a:r>
          </a:p>
          <a:p>
            <a:r>
              <a:t/>
            </a:r>
          </a:p>
          <a:p>
            <a:r>
              <a:t>Then add the reading to that group.</a:t>
            </a:r>
          </a:p>
          <a:p>
            <a:r>
              <a:t/>
            </a:r>
          </a:p>
          <a:p>
            <a:r>
              <a:t>To calculate group means, keep a matching count and divide each group total by its own count.</a:t>
            </a:r>
          </a:p>
          <a:p>
            <a:r>
              <a:t/>
            </a:r>
          </a:p>
          <a:p>
            <a:r>
              <a:t>Continue to</a:t>
            </a:r>
          </a:p>
          <a:p>
            <a:r>
              <a:t>Summaries for separate groups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 in Python (1/2)</a:t>
            </a:r>
          </a:p>
          <a:p>
            <a:r>
              <a:t>CML3111, Week 4, slide 63</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records = [{"group": "A", "reading": 2},</a:t>
            </a:r>
          </a:p>
          <a:p>
            <a:r>
              <a:t>Evaluate the complete right-hand expression first, then assign its result to the name or selected field on the left.</a:t>
            </a:r>
          </a:p>
          <a:p>
            <a:r>
              <a:t/>
            </a:r>
          </a:p>
          <a:p>
            <a:r>
              <a:t>{"group": "A", "reading": 4},</a:t>
            </a:r>
          </a:p>
          <a:p>
            <a:r>
              <a:t>This line continues the surrounding expression or block; read it together with the preceding line rather than running it alone.</a:t>
            </a:r>
          </a:p>
          <a:p>
            <a:r>
              <a:t/>
            </a:r>
          </a:p>
          <a:p>
            <a:r>
              <a:t>{"group": "B", "reading": 9}]</a:t>
            </a:r>
          </a:p>
          <a:p>
            <a:r>
              <a:t>This line continues the surrounding expression or block; read it together with the preceding line rather than running it alone.</a:t>
            </a:r>
          </a:p>
          <a:p>
            <a:r>
              <a:t/>
            </a:r>
          </a:p>
          <a:p>
            <a:r>
              <a:t>totals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group = row["group"]</a:t>
            </a:r>
          </a:p>
          <a:p>
            <a:r>
              <a:t>Evaluate the complete right-hand expression first, then assign its result to the name or selected field on the left.</a:t>
            </a:r>
          </a:p>
          <a:p>
            <a:r>
              <a:t/>
            </a:r>
          </a:p>
          <a:p>
            <a:r>
              <a:t>if group not in totals:</a:t>
            </a:r>
          </a:p>
          <a:p>
            <a:r>
              <a:t>Evaluate this yes/no condition. Execute its indented body only on the matching path.</a:t>
            </a:r>
          </a:p>
          <a:p>
            <a:r>
              <a:t/>
            </a:r>
          </a:p>
          <a:p>
            <a:r>
              <a:t>totals[group] = 0</a:t>
            </a:r>
          </a:p>
          <a:p>
            <a:r>
              <a:t>Evaluate the complete right-hand expression first, then assign its result to the name or selected field on the left.</a:t>
            </a:r>
          </a:p>
          <a:p>
            <a:r>
              <a:t/>
            </a:r>
          </a:p>
          <a:p>
            <a:r>
              <a:t>totals[group] = totals[group] + row["reading"]</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Summaries for separate groups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 in Python (2/2)</a:t>
            </a:r>
          </a:p>
          <a:p>
            <a:r>
              <a:t>CML3111, Week 4, slide 64</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print(totals)</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A group mean needs its own count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group mean needs its own count</a:t>
            </a:r>
          </a:p>
          <a:p>
            <a:r>
              <a:t>CML3111, Week 4, slide 65</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On this slide</a:t>
            </a:r>
          </a:p>
          <a:p>
            <a:r>
              <a:t>The preceding loop calculated a total for each group. Count records in those same groups, then divide each group total by its own count.</a:t>
            </a:r>
          </a:p>
          <a:p>
            <a:r>
              <a:t/>
            </a:r>
          </a:p>
          <a:p>
            <a:r>
              <a:t>items() supplies the group name and its total together. We use small invented records, not the assignment’s answers.</a:t>
            </a:r>
          </a:p>
          <a:p>
            <a:r>
              <a:t/>
            </a:r>
          </a:p>
          <a:p>
            <a:r>
              <a:t>Continue to</a:t>
            </a:r>
          </a:p>
          <a:p>
            <a:r>
              <a:t>From group totals to group means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From group totals to group means</a:t>
            </a:r>
          </a:p>
          <a:p>
            <a:r>
              <a:t>CML3111, Week 4, slide 66</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counts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group = row["group"]</a:t>
            </a:r>
          </a:p>
          <a:p>
            <a:r>
              <a:t>Evaluate the complete right-hand expression first, then assign its result to the name or selected field on the left.</a:t>
            </a:r>
          </a:p>
          <a:p>
            <a:r>
              <a:t/>
            </a:r>
          </a:p>
          <a:p>
            <a:r>
              <a:t>counts[group] = counts.get(group, 0) + 1</a:t>
            </a:r>
          </a:p>
          <a:p>
            <a:r>
              <a:t>Evaluate the complete right-hand expression first, then assign its result to the name or selected field on the left.</a:t>
            </a:r>
          </a:p>
          <a:p>
            <a:r>
              <a:t/>
            </a:r>
          </a:p>
          <a:p>
            <a:r>
              <a:t>means = {}</a:t>
            </a:r>
          </a:p>
          <a:p>
            <a:r>
              <a:t>Evaluate the complete right-hand expression first, then assign its result to the name or selected field on the left.</a:t>
            </a:r>
          </a:p>
          <a:p>
            <a:r>
              <a:t/>
            </a:r>
          </a:p>
          <a:p>
            <a:r>
              <a:t>for group, total in totals.items():</a:t>
            </a:r>
          </a:p>
          <a:p>
            <a:r>
              <a:t>Take each item or pair in turn, assign the loop name(s), and repeat the indented body.</a:t>
            </a:r>
          </a:p>
          <a:p>
            <a:r>
              <a:t/>
            </a:r>
          </a:p>
          <a:p>
            <a:r>
              <a:t>means[group] = total / counts[group]</a:t>
            </a:r>
          </a:p>
          <a:p>
            <a:r>
              <a:t>Evaluate the complete right-hand expression first, then assign its result to the name or selected field on the left.</a:t>
            </a:r>
          </a:p>
          <a:p>
            <a:r>
              <a:t/>
            </a:r>
          </a:p>
          <a:p>
            <a:r>
              <a:t>print(means)</a:t>
            </a:r>
          </a:p>
          <a:p>
            <a:r>
              <a:t>Evaluate the expression inside the parentheses and display it. Displaying is separate from returning a function result.</a:t>
            </a:r>
          </a:p>
          <a:p>
            <a:r>
              <a:t/>
            </a:r>
          </a:p>
          <a:p>
            <a:r>
              <a:t>Result / continuity</a:t>
            </a:r>
          </a:p>
          <a:p>
            <a:r>
              <a:t>Expected: A has mean 3.0 and B has mean 9.0. Each group uses its own denominator.</a:t>
            </a:r>
          </a:p>
          <a:p>
            <a:r>
              <a:t/>
            </a:r>
          </a:p>
          <a:p>
            <a:r>
              <a:t>Continue to</a:t>
            </a:r>
          </a:p>
          <a:p>
            <a:r>
              <a:t>When numeric text cannot be converted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When numeric text cannot be converted</a:t>
            </a:r>
          </a:p>
          <a:p>
            <a:r>
              <a:t>CML3111, Week 4, slide 67</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float("bad") raises ValueError: the text does not represent a number. An exception interrupts ordinary execution.</a:t>
            </a:r>
          </a:p>
          <a:p>
            <a:r>
              <a:t/>
            </a:r>
          </a:p>
          <a:p>
            <a:r>
              <a:t>try contains the operation that might fail. except ValueError runs only for that named failure. Indentation shows the two blocks.</a:t>
            </a:r>
          </a:p>
          <a:p>
            <a:r>
              <a:t/>
            </a:r>
          </a:p>
          <a:p>
            <a:r>
              <a:t>Continue to</a:t>
            </a:r>
          </a:p>
          <a:p>
            <a:r>
              <a:t>Catch one expected conversion failure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Catch one expected conversion failure</a:t>
            </a:r>
          </a:p>
          <a:p>
            <a:r>
              <a:t>CML3111, Week 4, slide 68</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 = "bad"</a:t>
            </a:r>
          </a:p>
          <a:p>
            <a:r>
              <a:t>Evaluate the complete right-hand expression first, then assign its result to the name or selected field on the left.</a:t>
            </a:r>
          </a:p>
          <a:p>
            <a:r>
              <a:t/>
            </a:r>
          </a:p>
          <a:p>
            <a:r>
              <a:t>try:</a:t>
            </a:r>
          </a:p>
          <a:p>
            <a:r>
              <a:t>Attempt the indented conversion while allowing the specified failure to be handled.</a:t>
            </a:r>
          </a:p>
          <a:p>
            <a:r>
              <a:t/>
            </a:r>
          </a:p>
          <a:p>
            <a:r>
              <a:t>reading = float(text)</a:t>
            </a:r>
          </a:p>
          <a:p>
            <a:r>
              <a:t>Evaluate the complete right-hand expression first, then assign its result to the name or selected field on the left.</a:t>
            </a:r>
          </a:p>
          <a:p>
            <a:r>
              <a:t/>
            </a:r>
          </a:p>
          <a:p>
            <a:r>
              <a:t>except ValueError:</a:t>
            </a:r>
          </a:p>
          <a:p>
            <a:r>
              <a:t>Handle only the named exception from the preceding try block.</a:t>
            </a:r>
          </a:p>
          <a:p>
            <a:r>
              <a:t/>
            </a:r>
          </a:p>
          <a:p>
            <a:r>
              <a:t>reading = None</a:t>
            </a:r>
          </a:p>
          <a:p>
            <a:r>
              <a:t>Evaluate the complete right-hand expression first, then assign its result to the name or selected field on the left.</a:t>
            </a:r>
          </a:p>
          <a:p>
            <a:r>
              <a:t/>
            </a:r>
          </a:p>
          <a:p>
            <a:r>
              <a:t>print(reading)</a:t>
            </a:r>
          </a:p>
          <a:p>
            <a:r>
              <a:t>Evaluate the expression inside the parentheses and display it. Displaying is separate from returning a function result.</a:t>
            </a:r>
          </a:p>
          <a:p>
            <a:r>
              <a:t/>
            </a:r>
          </a:p>
          <a:p>
            <a:r>
              <a:t>Result / continuity</a:t>
            </a:r>
          </a:p>
          <a:p>
            <a:r>
              <a:t>Expected: None. The assignment specifies which invalid records to skip; do not invent a replacement number.</a:t>
            </a:r>
          </a:p>
          <a:p>
            <a:r>
              <a:t/>
            </a:r>
          </a:p>
          <a:p>
            <a:r>
              <a:t>Continue to</a:t>
            </a:r>
          </a:p>
          <a:p>
            <a:r>
              <a:t>Trace conversion success and failure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conversion success and failure</a:t>
            </a:r>
          </a:p>
          <a:p>
            <a:r>
              <a:t>CML3111, Week 4, slide 69</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Text supplied | try block | Result after except</a:t>
            </a:r>
          </a:p>
          <a:p>
            <a:r>
              <a:t>"2.5" | float succeeds; skip except | 2.5</a:t>
            </a:r>
          </a:p>
          <a:p>
            <a:r>
              <a:t>"bad" | float raises ValueError | None assigned by except</a:t>
            </a:r>
          </a:p>
          <a:p>
            <a:r>
              <a:t>Only the named conversion failure is handled. Do not use except: pass to hide unrelated errors.</a:t>
            </a:r>
          </a:p>
          <a:p>
            <a:r>
              <a:t/>
            </a:r>
          </a:p>
          <a:p>
            <a:r>
              <a:t>Reference / existing resource</a:t>
            </a:r>
          </a:p>
          <a:p>
            <a:r>
              <a:t>https://docs.python.org/3/tutorial/introduction.html</a:t>
            </a:r>
          </a:p>
          <a:p>
            <a:r>
              <a:t>https://docs.python.org/3/tutorial/controlflow.html;</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4, slide 70</a:t>
            </a:r>
          </a:p>
          <a:p>
            <a:r>
              <a:t/>
            </a:r>
          </a:p>
          <a:p>
            <a:r>
              <a:t>Explanation to give</a:t>
            </a:r>
          </a:p>
          <a:p>
            <a:r>
              <a:t>Use the displayed example as a short individual revision question, then explain the reasoning behind its answer.</a:t>
            </a:r>
          </a:p>
          <a:p>
            <a:r>
              <a:t/>
            </a:r>
          </a:p>
          <a:p>
            <a:r>
              <a:t>Worked illustration / lecturer answer</a:t>
            </a:r>
          </a:p>
          <a:p>
            <a:r>
              <a:t>Example: Add 8 to the list. Trace the new total and count before running. What happens if total = 0 is moved inside the loop?</a:t>
            </a:r>
          </a:p>
          <a:p>
            <a:r>
              <a:t/>
            </a:r>
          </a:p>
          <a:p>
            <a:r>
              <a:t>Answer: Total 20, count 4, mean 5.0. Resetting inside the loop discards previous additions and leaves only the last value in total.</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4, slide 71</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Open the issued W04 notebook and its cohort CSV.</a:t>
            </a:r>
          </a:p>
          <a:p>
            <a:r>
              <a:t/>
            </a:r>
          </a:p>
          <a:p>
            <a:r>
              <a:t>Compute the requested valid_count, mean_reading, above_limit and group_means using the exact names in the notebook.</a:t>
            </a:r>
          </a:p>
          <a:p>
            <a:r>
              <a:t/>
            </a:r>
          </a:p>
          <a:p>
            <a:r>
              <a:t>First identify the correct field and its unit.</a:t>
            </a:r>
          </a:p>
          <a:p>
            <a:r>
              <a:t/>
            </a:r>
          </a:p>
          <a:p>
            <a:r>
              <a:t>Keep the CSV beside the notebook locally or upload it into the Colab runtime.</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CML3111, Week 4, slide 72</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The written interpretation is practice.</a:t>
            </a:r>
          </a:p>
          <a:p>
            <a:r>
              <a:t/>
            </a:r>
          </a:p>
          <a:p>
            <a:r>
              <a:t>Continue to</a:t>
            </a:r>
          </a:p>
          <a:p>
            <a:r>
              <a:t>Counting every record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every record</a:t>
            </a:r>
          </a:p>
          <a:p>
            <a:r>
              <a:t>CML3111, Week 4, slide 73</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DictReader already consumes the header; skipping its first yielded row skips real data.</a:t>
            </a:r>
          </a:p>
          <a:p>
            <a:r>
              <a:t/>
            </a:r>
          </a:p>
          <a:p>
            <a:r>
              <a:t>A string such as "unknown" cannot be converted to float.</a:t>
            </a:r>
          </a:p>
          <a:p>
            <a:r>
              <a:t/>
            </a:r>
          </a:p>
          <a:p>
            <a:r>
              <a:t>Catch the expected conversion error, count and record it, then continue under a stated policy.</a:t>
            </a:r>
          </a:p>
          <a:p>
            <a:r>
              <a:t/>
            </a:r>
          </a:p>
          <a:p>
            <a:r>
              <a:t>Inspect whether skipped rows share a source before reporting a mean.</a:t>
            </a:r>
          </a:p>
          <a:p>
            <a:r>
              <a:t/>
            </a:r>
          </a:p>
          <a:p>
            <a:r>
              <a:t>Continue to</a:t>
            </a:r>
          </a:p>
          <a:p>
            <a:r>
              <a:t>Counting every record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every record continued</a:t>
            </a:r>
          </a:p>
          <a:p>
            <a:r>
              <a:t>CML3111, Week 4, slide 74</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 sample summary describes observed records, not every possible operating condition.</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CML3111, Week 4, slide 75</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Open W04_student.ipynb.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Continue to</a:t>
            </a:r>
          </a:p>
          <a:p>
            <a:r>
              <a:t>valid_count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valid_count (5 marks)</a:t>
            </a:r>
          </a:p>
          <a:p>
            <a:r>
              <a:t>CML3111, Week 4, slide 76</a:t>
            </a:r>
          </a:p>
          <a:p>
            <a:r>
              <a:t/>
            </a:r>
          </a:p>
          <a:p>
            <a:r>
              <a:t>Explanation to give</a:t>
            </a:r>
          </a:p>
          <a:p>
            <a:r>
              <a:t>Count records with a nonblank reading after applying the published rules. A blank is not a measured zero.</a:t>
            </a:r>
          </a:p>
          <a:p>
            <a:r>
              <a:t/>
            </a:r>
          </a:p>
          <a:p>
            <a:r>
              <a:t>Worked illustration / lecturer answer</a:t>
            </a:r>
          </a:p>
          <a:p>
            <a:r>
              <a:t>For numeric text "2", blank, "4", there are two recorded numbers. The assignment uses the current Week 4 300-row CSV.</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an integer count of rows whose winding_temp_c field is nonblank.</a:t>
            </a:r>
          </a:p>
          <a:p>
            <a:r>
              <a:t/>
            </a:r>
          </a:p>
          <a:p>
            <a:r>
              <a:t>Skip blank readings before numeric conversion.</a:t>
            </a:r>
          </a:p>
          <a:p>
            <a:r>
              <a:t/>
            </a:r>
          </a:p>
          <a:p>
            <a:r>
              <a:t>Continue to</a:t>
            </a:r>
          </a:p>
          <a:p>
            <a:r>
              <a:t>mean_reading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mean_reading (5 marks)</a:t>
            </a:r>
          </a:p>
          <a:p>
            <a:r>
              <a:t>CML3111, Week 4, slide 77</a:t>
            </a:r>
          </a:p>
          <a:p>
            <a:r>
              <a:t/>
            </a:r>
          </a:p>
          <a:p>
            <a:r>
              <a:t>Explanation to give</a:t>
            </a:r>
          </a:p>
          <a:p>
            <a:r>
              <a:t>Add only the readings admitted by the stated validity rule, then divide by their count. Keep the requested numeric return or variable.</a:t>
            </a:r>
          </a:p>
          <a:p>
            <a:r>
              <a:t/>
            </a:r>
          </a:p>
          <a:p>
            <a:r>
              <a:t>Worked illustration / lecturer answer</a:t>
            </a:r>
          </a:p>
          <a:p>
            <a:r>
              <a:t>For recorded readings 2 and 4, mean is 3. The skipped blank does not belong in the denominator.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the arithmetic mean of the nonblank winding_temp_c values as a number.</a:t>
            </a:r>
          </a:p>
          <a:p>
            <a:r>
              <a:t/>
            </a:r>
          </a:p>
          <a:p>
            <a:r>
              <a:t>Add the valid readings and divide by their count.</a:t>
            </a:r>
          </a:p>
          <a:p>
            <a:r>
              <a:t/>
            </a:r>
          </a:p>
          <a:p>
            <a:r>
              <a:t>Keep full precision.</a:t>
            </a:r>
          </a:p>
          <a:p>
            <a:r>
              <a:t/>
            </a:r>
          </a:p>
          <a:p>
            <a:r>
              <a:t>Continue to</a:t>
            </a:r>
          </a:p>
          <a:p>
            <a:r>
              <a:t>above_limit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above_limit (5 marks)</a:t>
            </a:r>
          </a:p>
          <a:p>
            <a:r>
              <a:t>CML3111, Week 4, slide 78</a:t>
            </a:r>
          </a:p>
          <a:p>
            <a:r>
              <a:t/>
            </a:r>
          </a:p>
          <a:p>
            <a:r>
              <a:t>Explanation to give</a:t>
            </a:r>
          </a:p>
          <a:p>
            <a:r>
              <a:t>Compare each valid numeric reading against the specified threshold using the exact strict or inclusive relation in the task.</a:t>
            </a:r>
          </a:p>
          <a:p>
            <a:r>
              <a:t/>
            </a:r>
          </a:p>
          <a:p>
            <a:r>
              <a:t>Worked illustration / lecturer answer</a:t>
            </a:r>
          </a:p>
          <a:p>
            <a:r>
              <a:t>For readings 9,10,11 and a strictly-greater-than 10 limit, the count is 1. Using &gt;= would incorrectly count 2.</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an integer count of valid winding_temp_c readings strictly greater than 130.0.</a:t>
            </a:r>
          </a:p>
          <a:p>
            <a:r>
              <a:t/>
            </a:r>
          </a:p>
          <a:p>
            <a:r>
              <a:t>A reading equal to the threshold is not counted.</a:t>
            </a:r>
          </a:p>
          <a:p>
            <a:r>
              <a:t/>
            </a:r>
          </a:p>
          <a:p>
            <a:r>
              <a:t>Continue to</a:t>
            </a:r>
          </a:p>
          <a:p>
            <a:r>
              <a:t>group_means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group_means (5 marks)</a:t>
            </a:r>
          </a:p>
          <a:p>
            <a:r>
              <a:t>CML3111, Week 4, slide 79</a:t>
            </a:r>
          </a:p>
          <a:p>
            <a:r>
              <a:t/>
            </a:r>
          </a:p>
          <a:p>
            <a:r>
              <a:t>Explanation to give</a:t>
            </a:r>
          </a:p>
          <a:p>
            <a:r>
              <a:t>Produce a dictionary from each group label to its own mean, using each group’s valid count.</a:t>
            </a:r>
          </a:p>
          <a:p>
            <a:r>
              <a:t/>
            </a:r>
          </a:p>
          <a:p>
            <a:r>
              <a:t>Worked illustration / lecturer answer</a:t>
            </a:r>
          </a:p>
          <a:p>
            <a:r>
              <a:t>Group A with readings 2 and 4 has mean 3. Group B with a single 9 has mean 9. Dividing both by the overall count would be wrong.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 dictionary whose keys are the motor_id labels and whose values are the mean valid winding_temp_c readings within each group.</a:t>
            </a:r>
          </a:p>
          <a:p>
            <a:r>
              <a:t/>
            </a:r>
          </a:p>
          <a:p>
            <a:r>
              <a:t>Divide each group total by its own valid count.</a:t>
            </a:r>
          </a:p>
          <a:p>
            <a:r>
              <a:t/>
            </a:r>
          </a:p>
          <a:p>
            <a:r>
              <a:t>Keep full precision.</a:t>
            </a:r>
          </a:p>
          <a:p>
            <a:r>
              <a:t/>
            </a:r>
          </a:p>
          <a:p>
            <a:r>
              <a:t>Continue to</a:t>
            </a:r>
          </a:p>
          <a:p>
            <a:r>
              <a:t>Week 4 rules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a:t>
            </a:r>
          </a:p>
          <a:p>
            <a:r>
              <a:t>CML3111, Week 4, slide 80</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Fictional teaching data.</a:t>
            </a:r>
          </a:p>
          <a:p>
            <a:r>
              <a:t/>
            </a:r>
          </a:p>
          <a:p>
            <a:r>
              <a:t>300 records.</a:t>
            </a:r>
          </a:p>
          <a:p>
            <a:r>
              <a:t/>
            </a:r>
          </a:p>
          <a:p>
            <a:r>
              <a:t>Three blank winding_temp_c values must be skipped in numerical summaries.</a:t>
            </a:r>
          </a:p>
          <a:p>
            <a:r>
              <a:t/>
            </a:r>
          </a:p>
          <a:p>
            <a:r>
              <a:t>Threshold 130.0 is a teaching assumption.</a:t>
            </a:r>
          </a:p>
          <a:p>
            <a:r>
              <a:t/>
            </a:r>
          </a:p>
          <a:p>
            <a:r>
              <a:t>Continue to</a:t>
            </a:r>
          </a:p>
          <a:p>
            <a:r>
              <a:t>Week 4 rules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 continued</a:t>
            </a:r>
          </a:p>
          <a:p>
            <a:r>
              <a:t>CML3111, Week 4, slide 81</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Compute valid_count, mean_reading, above_limit (strictly greater than 130.0) and group_means keyed by motor_id.</a:t>
            </a:r>
          </a:p>
          <a:p>
            <a:r>
              <a:t/>
            </a:r>
          </a:p>
          <a:p>
            <a:r>
              <a:t>Use standard-library csv and collections.</a:t>
            </a:r>
          </a:p>
          <a:p>
            <a:r>
              <a:t/>
            </a:r>
          </a:p>
          <a:p>
            <a:r>
              <a:t>Save a copy using your Student Registration Number with / replaced by _, followed by _W04.ipynb.</a:t>
            </a:r>
          </a:p>
          <a:p>
            <a:r>
              <a:t/>
            </a:r>
          </a:p>
          <a:p>
            <a:r>
              <a:t>STUDENT_ID in the starter code means Student Registration Number.</a:t>
            </a:r>
          </a:p>
          <a:p>
            <a:r>
              <a:t/>
            </a:r>
          </a:p>
          <a:p>
            <a:r>
              <a:t>Continue to</a:t>
            </a:r>
          </a:p>
          <a:p>
            <a:r>
              <a:t>Week 4 rules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 continued</a:t>
            </a:r>
          </a:p>
          <a:p>
            <a:r>
              <a:t>CML3111, Week 4, slide 82</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Four checks carry five marks each.</a:t>
            </a:r>
          </a:p>
          <a:p>
            <a:r>
              <a:t/>
            </a:r>
          </a:p>
          <a:p>
            <a:r>
              <a:t>Explain the interesting pattern separately as formative practice.</a:t>
            </a:r>
          </a:p>
          <a:p>
            <a:r>
              <a:t/>
            </a:r>
          </a:p>
          <a:p>
            <a:r>
              <a:t>For beginner step-by-step help, open ASSIGNMENT_INSTRUCTIONS.txt and STUDENT_HOW_TO.md in this folder.</a:t>
            </a:r>
          </a:p>
          <a:p>
            <a:r>
              <a:t/>
            </a:r>
          </a:p>
          <a:p>
            <a:r>
              <a:t>The first names your required files and hand-in checklist; the second explains accounts, Colab, saving and uploads.</a:t>
            </a:r>
          </a:p>
          <a:p>
            <a:r>
              <a:t/>
            </a:r>
          </a:p>
          <a:p>
            <a:r>
              <a:t>Continue to</a:t>
            </a:r>
          </a:p>
          <a:p>
            <a:r>
              <a:t>Reading report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report submission</a:t>
            </a:r>
          </a:p>
          <a:p>
            <a:r>
              <a:t>CML3111, Week 4, slide 83</a:t>
            </a:r>
          </a:p>
          <a:p>
            <a:r>
              <a:t/>
            </a:r>
          </a:p>
          <a:p>
            <a:r>
              <a:t>Explanation to give</a:t>
            </a:r>
          </a:p>
          <a:p>
            <a:r>
              <a:t>This slide hands over CML3111 W04. Show the exact form title before uploading. The required packet is one completed .ipynb notebook.</a:t>
            </a:r>
          </a:p>
          <a:p>
            <a:r>
              <a:t/>
            </a:r>
          </a:p>
          <a:p>
            <a:r>
              <a:t>Worked illustration / lecturer answer</a:t>
            </a:r>
          </a:p>
          <a:p>
            <a:r>
              <a:t>The recorded cutoff for this form is 2026-10-09T11:00:00+03:00.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02 Oct 2026, 11:00 Kampala</a:t>
            </a:r>
          </a:p>
          <a:p>
            <a:r>
              <a:t/>
            </a:r>
          </a:p>
          <a:p>
            <a:r>
              <a:t>Deadline: 09 Oct 2026, 11:00 Kampala</a:t>
            </a:r>
          </a:p>
          <a:p>
            <a:r>
              <a:t/>
            </a:r>
          </a:p>
          <a:p>
            <a:r>
              <a:t>Use your full Student Registration Number in the form.</a:t>
            </a:r>
          </a:p>
          <a:p>
            <a:r>
              <a:t/>
            </a:r>
          </a:p>
          <a:p>
            <a:r>
              <a:t>Keep the submitted files and confirmation.</a:t>
            </a:r>
          </a:p>
          <a:p>
            <a:r>
              <a:t/>
            </a:r>
          </a:p>
          <a:p>
            <a:r>
              <a:t>Continue to</a:t>
            </a:r>
          </a:p>
          <a:p>
            <a:r>
              <a:t>Week 4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quiz</a:t>
            </a:r>
          </a:p>
          <a:p>
            <a:r>
              <a:t>CML3111, Week 4, slide 84</a:t>
            </a:r>
          </a:p>
          <a:p>
            <a:r>
              <a:t/>
            </a:r>
          </a:p>
          <a:p>
            <a:r>
              <a:t>Explanation to give</a:t>
            </a:r>
          </a:p>
          <a:p>
            <a:r>
              <a:t>This is the CML3111 Week 4 quiz. The student link opens the response form; it does not activate its window. In Quiz Controls use open_W4_CML3111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4, slide 85</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show how the total and count change for each record.</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6f378816d6457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9e58c5c8d9744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d5809900c8546e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430ab676374452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67e9aa7e601482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4533edb2cc447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1CE21FA-8E88-4AC9-B5A4-9B91108FC66E}"/>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1E2A47A-8EEE-4663-8F3C-C65926727FD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29AD1A1B-D3C9-4E54-8ECD-AA7788B1CCA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5463252-52A1-4368-84B8-2DBB24CE614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1B6FBF1-1F13-425E-B938-A78B199C66E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A803125-EC9B-44A7-8986-9E05C25017C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0A49CE5-A498-4C62-8DB2-B7A93AAC8D0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1D0D571C-FB2C-4096-A565-5A51F5A1056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EC4AE80-86D6-408D-8E3D-AE65395BDEA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1021287-931B-4780-BE70-B7FFFC03105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0F3EE6B-F2AF-4F97-8008-4A4F96620FC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918303E-D13F-4806-9FEE-93B3F3A8D7F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65BD4B1-09F7-47BA-B234-6ECE0963017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C97A77A-1E24-467B-8DBA-57252DD6FC1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A6D72D8-B28B-4CD2-86D4-292DADC2974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9f0c60b0ee4e58" /><Relationship Type="http://schemas.openxmlformats.org/officeDocument/2006/relationships/slideLayout" Target="/ppt/slideLayouts/slideLayout1.xml" Id="Rae0384d48a7f4eaa" /><Relationship Type="http://schemas.openxmlformats.org/officeDocument/2006/relationships/slideLayout" Target="/ppt/slideLayouts/slideLayout2.xml" Id="R067d6394f8304534" /><Relationship Type="http://schemas.openxmlformats.org/officeDocument/2006/relationships/slideLayout" Target="/ppt/slideLayouts/slideLayout3.xml" Id="R336507a3430a461d" /><Relationship Type="http://schemas.openxmlformats.org/officeDocument/2006/relationships/slideLayout" Target="/ppt/slideLayouts/slideLayout4.xml" Id="R2d47d73bdd164f6d" /><Relationship Type="http://schemas.openxmlformats.org/officeDocument/2006/relationships/slideLayout" Target="/ppt/slideLayouts/slideLayout5.xml" Id="Rc4400d16bc6a4852" /><Relationship Type="http://schemas.openxmlformats.org/officeDocument/2006/relationships/slideLayout" Target="/ppt/slideLayouts/slideLayout6.xml" Id="R8b590c880bb34e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e0384d48a7f4eaa"/>
    <p:sldLayoutId xmlns:r="http://schemas.openxmlformats.org/officeDocument/2006/relationships" id="2147483650" r:id="R067d6394f8304534"/>
    <p:sldLayoutId xmlns:r="http://schemas.openxmlformats.org/officeDocument/2006/relationships" id="2147483651" r:id="R336507a3430a461d"/>
    <p:sldLayoutId xmlns:r="http://schemas.openxmlformats.org/officeDocument/2006/relationships" id="2147483652" r:id="R2d47d73bdd164f6d"/>
    <p:sldLayoutId xmlns:r="http://schemas.openxmlformats.org/officeDocument/2006/relationships" id="2147483653" r:id="Rc4400d16bc6a4852"/>
    <p:sldLayoutId xmlns:r="http://schemas.openxmlformats.org/officeDocument/2006/relationships" id="2147483654" r:id="R8b590c880bb34e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ba3355d479b4ff2" /><Relationship Type="http://schemas.openxmlformats.org/officeDocument/2006/relationships/image" Target="/ppt/media/image.png" Id="R94213ff6ab44402b" /><Relationship Type="http://schemas.openxmlformats.org/officeDocument/2006/relationships/notesSlide" Target="/ppt/notesSlides/notesSlide1.xml" Id="R647df1d5ca0e4e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f16b559c2e14b43" /><Relationship Type="http://schemas.openxmlformats.org/officeDocument/2006/relationships/notesSlide" Target="/ppt/notesSlides/notesSlide2.xml" Id="R816f9d35a7fa4a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8be427fe55647b5" /><Relationship Type="http://schemas.openxmlformats.org/officeDocument/2006/relationships/notesSlide" Target="/ppt/notesSlides/notesSlide3.xml" Id="R9971fbfbb2994f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686a947a27d4bfe" /><Relationship Type="http://schemas.openxmlformats.org/officeDocument/2006/relationships/notesSlide" Target="/ppt/notesSlides/notesSlide4.xml" Id="Rc0664c41dba24f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ebf3c34a7d14848" /><Relationship Type="http://schemas.openxmlformats.org/officeDocument/2006/relationships/notesSlide" Target="/ppt/notesSlides/notesSlide5.xml" Id="Rb210f1d2385f40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679b64e4cff46b6" /><Relationship Type="http://schemas.openxmlformats.org/officeDocument/2006/relationships/notesSlide" Target="/ppt/notesSlides/notesSlide6.xml" Id="Ra6c4d914d2254d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ab90b22213743cc" /><Relationship Type="http://schemas.openxmlformats.org/officeDocument/2006/relationships/notesSlide" Target="/ppt/notesSlides/notesSlide7.xml" Id="R35cf33b8767e45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4997db905384d5d" /><Relationship Type="http://schemas.openxmlformats.org/officeDocument/2006/relationships/notesSlide" Target="/ppt/notesSlides/notesSlide8.xml" Id="R6dec939d0d0245f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bbc83f51fcf43c2" /><Relationship Type="http://schemas.openxmlformats.org/officeDocument/2006/relationships/notesSlide" Target="/ppt/notesSlides/notesSlide9.xml" Id="Rc38a9636f23849f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6a5f5c643e94173" /><Relationship Type="http://schemas.openxmlformats.org/officeDocument/2006/relationships/notesSlide" Target="/ppt/notesSlides/notesSlide10.xml" Id="Rb2454e163674411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2bbba5f17224785" /><Relationship Type="http://schemas.openxmlformats.org/officeDocument/2006/relationships/notesSlide" Target="/ppt/notesSlides/notesSlide11.xml" Id="Re423977c92c445c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1112682fb664ad1" /><Relationship Type="http://schemas.openxmlformats.org/officeDocument/2006/relationships/notesSlide" Target="/ppt/notesSlides/notesSlide12.xml" Id="R1a8fdf7cd0f3432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f55defd46864fac" /><Relationship Type="http://schemas.openxmlformats.org/officeDocument/2006/relationships/notesSlide" Target="/ppt/notesSlides/notesSlide13.xml" Id="Rd25705a658e446b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aa85cfa00684884" /><Relationship Type="http://schemas.openxmlformats.org/officeDocument/2006/relationships/notesSlide" Target="/ppt/notesSlides/notesSlide14.xml" Id="R68bef2859ea24fe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83470b7029e4504" /><Relationship Type="http://schemas.openxmlformats.org/officeDocument/2006/relationships/notesSlide" Target="/ppt/notesSlides/notesSlide15.xml" Id="Reb5a19736127420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efc1e7a17ff41d4" /><Relationship Type="http://schemas.openxmlformats.org/officeDocument/2006/relationships/notesSlide" Target="/ppt/notesSlides/notesSlide16.xml" Id="R99dec2a8846743f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7e77245018e42b0" /><Relationship Type="http://schemas.openxmlformats.org/officeDocument/2006/relationships/notesSlide" Target="/ppt/notesSlides/notesSlide17.xml" Id="R845b336fad0f4b6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7d109b11b134298" /><Relationship Type="http://schemas.openxmlformats.org/officeDocument/2006/relationships/notesSlide" Target="/ppt/notesSlides/notesSlide18.xml" Id="R99d2448387a9437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c045416c1444acc" /><Relationship Type="http://schemas.openxmlformats.org/officeDocument/2006/relationships/image" Target="/ppt/media/image2.png" Id="R37f79bb964de4a29" /><Relationship Type="http://schemas.openxmlformats.org/officeDocument/2006/relationships/notesSlide" Target="/ppt/notesSlides/notesSlide19.xml" Id="Re650939dde644d3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f776ccfc4674c33" /><Relationship Type="http://schemas.openxmlformats.org/officeDocument/2006/relationships/notesSlide" Target="/ppt/notesSlides/notesSlide20.xml" Id="R2993604e7aad45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17d9fc1bff34c06" /><Relationship Type="http://schemas.openxmlformats.org/officeDocument/2006/relationships/notesSlide" Target="/ppt/notesSlides/notesSlide21.xml" Id="R84da8e741a71492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1507e4db3b241d2" /><Relationship Type="http://schemas.openxmlformats.org/officeDocument/2006/relationships/notesSlide" Target="/ppt/notesSlides/notesSlide22.xml" Id="Rcb3c473be833402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d146c97507b4f54" /><Relationship Type="http://schemas.openxmlformats.org/officeDocument/2006/relationships/notesSlide" Target="/ppt/notesSlides/notesSlide23.xml" Id="Rf07c6e356f484bc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582ee96842546e0" /><Relationship Type="http://schemas.openxmlformats.org/officeDocument/2006/relationships/notesSlide" Target="/ppt/notesSlides/notesSlide24.xml" Id="R571219d83b6e44e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8d351644a974892" /><Relationship Type="http://schemas.openxmlformats.org/officeDocument/2006/relationships/notesSlide" Target="/ppt/notesSlides/notesSlide25.xml" Id="R0a605e71245b406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90ba61a73a346a2" /><Relationship Type="http://schemas.openxmlformats.org/officeDocument/2006/relationships/notesSlide" Target="/ppt/notesSlides/notesSlide26.xml" Id="R1928cd5acb32467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78c1b3ff9694ca2" /><Relationship Type="http://schemas.openxmlformats.org/officeDocument/2006/relationships/notesSlide" Target="/ppt/notesSlides/notesSlide27.xml" Id="R87b64ddfcc67471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7357ba85cc64f9b" /><Relationship Type="http://schemas.openxmlformats.org/officeDocument/2006/relationships/notesSlide" Target="/ppt/notesSlides/notesSlide28.xml" Id="R55a745560355470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58588f4976f4d51" /><Relationship Type="http://schemas.openxmlformats.org/officeDocument/2006/relationships/notesSlide" Target="/ppt/notesSlides/notesSlide29.xml" Id="Rb68497a48ae2434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fd41c2c63c44243" /><Relationship Type="http://schemas.openxmlformats.org/officeDocument/2006/relationships/notesSlide" Target="/ppt/notesSlides/notesSlide30.xml" Id="R1753d9ebde0e473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d6e1594936d4dfe" /><Relationship Type="http://schemas.openxmlformats.org/officeDocument/2006/relationships/notesSlide" Target="/ppt/notesSlides/notesSlide31.xml" Id="R43bb83405c41435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3e80fdde5814544" /><Relationship Type="http://schemas.openxmlformats.org/officeDocument/2006/relationships/notesSlide" Target="/ppt/notesSlides/notesSlide32.xml" Id="R7c8ff60bb4874e8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b5724612c42490a" /><Relationship Type="http://schemas.openxmlformats.org/officeDocument/2006/relationships/notesSlide" Target="/ppt/notesSlides/notesSlide33.xml" Id="Rcdfb799b0f2142a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73a14163d5d4326" /><Relationship Type="http://schemas.openxmlformats.org/officeDocument/2006/relationships/notesSlide" Target="/ppt/notesSlides/notesSlide34.xml" Id="R5587f0b092d6424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e16e5b7d9134295" /><Relationship Type="http://schemas.openxmlformats.org/officeDocument/2006/relationships/notesSlide" Target="/ppt/notesSlides/notesSlide35.xml" Id="R5f51b34a64194af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02e28257e5849eb" /><Relationship Type="http://schemas.openxmlformats.org/officeDocument/2006/relationships/notesSlide" Target="/ppt/notesSlides/notesSlide36.xml" Id="Rf68ff2539bda446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baf7820b50d4bbd" /><Relationship Type="http://schemas.openxmlformats.org/officeDocument/2006/relationships/notesSlide" Target="/ppt/notesSlides/notesSlide37.xml" Id="Rc6af3cc69b4844d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5691bdc5fd34200" /><Relationship Type="http://schemas.openxmlformats.org/officeDocument/2006/relationships/notesSlide" Target="/ppt/notesSlides/notesSlide38.xml" Id="R54ee63c6edd4442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c4fec89dc9c464f" /><Relationship Type="http://schemas.openxmlformats.org/officeDocument/2006/relationships/notesSlide" Target="/ppt/notesSlides/notesSlide39.xml" Id="Re7666daeb8a5457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54a5b3da5664e37" /><Relationship Type="http://schemas.openxmlformats.org/officeDocument/2006/relationships/notesSlide" Target="/ppt/notesSlides/notesSlide40.xml" Id="R4f2dfc825a6544c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3856244463f4b39" /><Relationship Type="http://schemas.openxmlformats.org/officeDocument/2006/relationships/notesSlide" Target="/ppt/notesSlides/notesSlide41.xml" Id="R261c4450b3304f7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be3d99e694bb4baf" /><Relationship Type="http://schemas.openxmlformats.org/officeDocument/2006/relationships/notesSlide" Target="/ppt/notesSlides/notesSlide42.xml" Id="R166c9d6ee5e7475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a8e02d291784f94" /><Relationship Type="http://schemas.openxmlformats.org/officeDocument/2006/relationships/notesSlide" Target="/ppt/notesSlides/notesSlide43.xml" Id="Re2828bdb34704df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168063446fe41dc" /><Relationship Type="http://schemas.openxmlformats.org/officeDocument/2006/relationships/notesSlide" Target="/ppt/notesSlides/notesSlide44.xml" Id="R39165f7da4e44b3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f101687b22f4eb7" /><Relationship Type="http://schemas.openxmlformats.org/officeDocument/2006/relationships/notesSlide" Target="/ppt/notesSlides/notesSlide45.xml" Id="R5c44430f4b894f5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51723e2f1b8c4237" /><Relationship Type="http://schemas.openxmlformats.org/officeDocument/2006/relationships/image" Target="/ppt/media/image3.png" Id="R87f03eb2593d49e3" /><Relationship Type="http://schemas.openxmlformats.org/officeDocument/2006/relationships/notesSlide" Target="/ppt/notesSlides/notesSlide46.xml" Id="R349810d969c44c5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2e050da92474345" /><Relationship Type="http://schemas.openxmlformats.org/officeDocument/2006/relationships/notesSlide" Target="/ppt/notesSlides/notesSlide47.xml" Id="R572b5330259f43c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3f504ec223542b5" /><Relationship Type="http://schemas.openxmlformats.org/officeDocument/2006/relationships/notesSlide" Target="/ppt/notesSlides/notesSlide48.xml" Id="R2a478eb6ca1341e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ecaa381f0f44646" /><Relationship Type="http://schemas.openxmlformats.org/officeDocument/2006/relationships/notesSlide" Target="/ppt/notesSlides/notesSlide49.xml" Id="R86be66ec433f407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24a5ed17f044525" /><Relationship Type="http://schemas.openxmlformats.org/officeDocument/2006/relationships/notesSlide" Target="/ppt/notesSlides/notesSlide50.xml" Id="Rf862d8f2a0b049a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b0896c4fada469b" /><Relationship Type="http://schemas.openxmlformats.org/officeDocument/2006/relationships/notesSlide" Target="/ppt/notesSlides/notesSlide51.xml" Id="R9204216eb33b4f7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eafbe54b4c84bcd" /><Relationship Type="http://schemas.openxmlformats.org/officeDocument/2006/relationships/notesSlide" Target="/ppt/notesSlides/notesSlide52.xml" Id="R8d49a264e7cc4a6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66e1b9371484a10" /><Relationship Type="http://schemas.openxmlformats.org/officeDocument/2006/relationships/notesSlide" Target="/ppt/notesSlides/notesSlide53.xml" Id="R0621fccbba1e424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0fc5cc167e24be0" /><Relationship Type="http://schemas.openxmlformats.org/officeDocument/2006/relationships/notesSlide" Target="/ppt/notesSlides/notesSlide54.xml" Id="R15a7d08bd9c74ef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c4219ca25584215" /><Relationship Type="http://schemas.openxmlformats.org/officeDocument/2006/relationships/notesSlide" Target="/ppt/notesSlides/notesSlide55.xml" Id="Rc64d8c7c6aac44d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73c4afddb374b71" /><Relationship Type="http://schemas.openxmlformats.org/officeDocument/2006/relationships/notesSlide" Target="/ppt/notesSlides/notesSlide56.xml" Id="Ra202cd06e1134ac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66b2cb4feb3141c3" /><Relationship Type="http://schemas.openxmlformats.org/officeDocument/2006/relationships/notesSlide" Target="/ppt/notesSlides/notesSlide57.xml" Id="Ra5c74769493a4d0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0c214038dd644133" /><Relationship Type="http://schemas.openxmlformats.org/officeDocument/2006/relationships/notesSlide" Target="/ppt/notesSlides/notesSlide58.xml" Id="Rcca54b2887fd4bd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2c1c65c493d3471f" /><Relationship Type="http://schemas.openxmlformats.org/officeDocument/2006/relationships/notesSlide" Target="/ppt/notesSlides/notesSlide59.xml" Id="R2c305dc2c07845c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4bd81f7035047a0" /><Relationship Type="http://schemas.openxmlformats.org/officeDocument/2006/relationships/notesSlide" Target="/ppt/notesSlides/notesSlide60.xml" Id="R91f202f5b4d542f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22c709b05df54455" /><Relationship Type="http://schemas.openxmlformats.org/officeDocument/2006/relationships/notesSlide" Target="/ppt/notesSlides/notesSlide61.xml" Id="R4d40cc1b5a034dc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636f1f26c8944879" /><Relationship Type="http://schemas.openxmlformats.org/officeDocument/2006/relationships/notesSlide" Target="/ppt/notesSlides/notesSlide62.xml" Id="R47df48151c2d416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5e1b65a0492047b3" /><Relationship Type="http://schemas.openxmlformats.org/officeDocument/2006/relationships/notesSlide" Target="/ppt/notesSlides/notesSlide63.xml" Id="R375212a3bce04303"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88155deb90b849bb" /><Relationship Type="http://schemas.openxmlformats.org/officeDocument/2006/relationships/notesSlide" Target="/ppt/notesSlides/notesSlide64.xml" Id="R5f7eb9920198417b"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79fbb10a1d7a489b" /><Relationship Type="http://schemas.openxmlformats.org/officeDocument/2006/relationships/notesSlide" Target="/ppt/notesSlides/notesSlide65.xml" Id="R7f9428ffe2d2451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3a96205968944a22" /><Relationship Type="http://schemas.openxmlformats.org/officeDocument/2006/relationships/notesSlide" Target="/ppt/notesSlides/notesSlide66.xml" Id="Rf9a952909c9140b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23b2b83f78964119" /><Relationship Type="http://schemas.openxmlformats.org/officeDocument/2006/relationships/notesSlide" Target="/ppt/notesSlides/notesSlide67.xml" Id="Rd36f8ca18f7e426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a5c0c0e068594353" /><Relationship Type="http://schemas.openxmlformats.org/officeDocument/2006/relationships/notesSlide" Target="/ppt/notesSlides/notesSlide68.xml" Id="R40c1631ef48e428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7126e569847c475a" /><Relationship Type="http://schemas.openxmlformats.org/officeDocument/2006/relationships/notesSlide" Target="/ppt/notesSlides/notesSlide69.xml" Id="Rb82303a7c42246dc"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6379939f6704796" /><Relationship Type="http://schemas.openxmlformats.org/officeDocument/2006/relationships/notesSlide" Target="/ppt/notesSlides/notesSlide70.xml" Id="Rb280088e399a4a7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7ebce2d7d09b4efc" /><Relationship Type="http://schemas.openxmlformats.org/officeDocument/2006/relationships/notesSlide" Target="/ppt/notesSlides/notesSlide71.xml" Id="Ra590dc78a9a24e1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027a0986e76347d6" /><Relationship Type="http://schemas.openxmlformats.org/officeDocument/2006/relationships/notesSlide" Target="/ppt/notesSlides/notesSlide72.xml" Id="R5189d90473c6496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2b5033a1c000406e" /><Relationship Type="http://schemas.openxmlformats.org/officeDocument/2006/relationships/notesSlide" Target="/ppt/notesSlides/notesSlide73.xml" Id="Rb6dd18f9ffe74c7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489cf4f896142d1" /><Relationship Type="http://schemas.openxmlformats.org/officeDocument/2006/relationships/notesSlide" Target="/ppt/notesSlides/notesSlide74.xml" Id="R8d9dcadfee7d4ab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8a662c4afaa74d14" /><Relationship Type="http://schemas.openxmlformats.org/officeDocument/2006/relationships/notesSlide" Target="/ppt/notesSlides/notesSlide75.xml" Id="R1bb864ea70ad439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2af607cbb9444a8d" /><Relationship Type="http://schemas.openxmlformats.org/officeDocument/2006/relationships/notesSlide" Target="/ppt/notesSlides/notesSlide76.xml" Id="R99dd94d5ec2b490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dd5981e967b04dad" /><Relationship Type="http://schemas.openxmlformats.org/officeDocument/2006/relationships/notesSlide" Target="/ppt/notesSlides/notesSlide77.xml" Id="Refa0af45a1ba49a0"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38b6efddd0df4595" /><Relationship Type="http://schemas.openxmlformats.org/officeDocument/2006/relationships/notesSlide" Target="/ppt/notesSlides/notesSlide78.xml" Id="Re8ed898f58564d23"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1a5e93ba0f641a8" /><Relationship Type="http://schemas.openxmlformats.org/officeDocument/2006/relationships/notesSlide" Target="/ppt/notesSlides/notesSlide79.xml" Id="R4b70a768fc4449e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74a55f4881ea4e8d" /><Relationship Type="http://schemas.openxmlformats.org/officeDocument/2006/relationships/notesSlide" Target="/ppt/notesSlides/notesSlide80.xml" Id="Rcd296f2a32344fb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561e7a1254424add" /><Relationship Type="http://schemas.openxmlformats.org/officeDocument/2006/relationships/notesSlide" Target="/ppt/notesSlides/notesSlide81.xml" Id="Rf806c9f6d98b47d7"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4e36cf3781ef4a17" /><Relationship Type="http://schemas.openxmlformats.org/officeDocument/2006/relationships/notesSlide" Target="/ppt/notesSlides/notesSlide82.xml" Id="R55961fe8769e478f"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d5ec5d675621421f" /><Relationship Type="http://schemas.openxmlformats.org/officeDocument/2006/relationships/hyperlink" Target="https://docs.google.com/forms/d/e/1FAIpQLSePYYXhI694GpzUBX1qxmt3pml_MGCxvT9R9o-fT0__kqrmNA/viewform" TargetMode="External" Id="Raead8030b0534ef0" /><Relationship Type="http://schemas.openxmlformats.org/officeDocument/2006/relationships/notesSlide" Target="/ppt/notesSlides/notesSlide83.xml" Id="R4d15f2abcaf3477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5c31681dd856405b" /><Relationship Type="http://schemas.openxmlformats.org/officeDocument/2006/relationships/image" Target="/ppt/media/image4.png" Id="R10cf2ea85cf248cd" /><Relationship Type="http://schemas.openxmlformats.org/officeDocument/2006/relationships/hyperlink" Target="https://forms.gle/grjS1HFfSwn9BcYr9" TargetMode="External" Id="Rf36a03f6c885490b" /><Relationship Type="http://schemas.openxmlformats.org/officeDocument/2006/relationships/notesSlide" Target="/ppt/notesSlides/notesSlide84.xml" Id="R8fef0cfaaecb490f"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c8a610d2e37e4276" /><Relationship Type="http://schemas.openxmlformats.org/officeDocument/2006/relationships/notesSlide" Target="/ppt/notesSlides/notesSlide85.xml" Id="Rbe670b46fdb54d2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4213ff6ab44402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FA0A8C4-CCE7-42BD-AA5C-05297BDA35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2DD94D4-349C-4E59-9054-3B9011B094E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4</a:t>
            </a:r>
          </a:p>
        </p:txBody>
      </p:sp>
      <p:sp>
        <p:nvSpPr>
          <p:cNvPr id="4" name="">
            <a:extLst xmlns:a="http://schemas.openxmlformats.org/drawingml/2006/main">
              <a:ext uri="{FF2B5EF4-FFF2-40B4-BE49-F238E27FC236}">
                <a16:creationId xmlns:a16="http://schemas.microsoft.com/office/drawing/2014/main" id="{36B4FDC7-50F9-47D8-8CF0-54878B160D4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4CC6D482-783E-488F-9B0B-F4C41A2266B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6553EA50-4A9D-4EEE-B6E4-F01096679FB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3753684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FCF94DC-94E8-4729-8206-D84FA319EA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5CB7A0-E6EE-4ACC-A71B-BC8FF02B9D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25FC064-8644-4068-8375-3AD6A4DC43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F45780F-1365-4A69-8B5E-3BE021F0ED4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84ABE7-5E99-4650-AEDE-8849A0253055}"/>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1DDA9B4-05A2-4B17-8F34-6F40E8D59BA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390533FE-FB5E-4B2A-B6A9-707667CFC54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4A38F12-5D91-4F37-A801-3DF3FB347F3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A27E12C7-F07B-4A2E-BA21-71880480D2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a:t>
            </a:r>
          </a:p>
        </p:txBody>
      </p:sp>
    </p:spTree>
    <p:extLst>
      <p:ext uri="{BB962C8B-B14F-4D97-AF65-F5344CB8AC3E}">
        <p14:creationId xmlns:p14="http://schemas.microsoft.com/office/powerpoint/2010/main" val="179482168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C3384C-17C0-48AC-A00E-6D86BF7114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EEEEEB-DA88-420D-801D-6A7BDB67F3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AD4729-01B6-4065-8550-2A7F84035C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39ADA5C-1051-47A9-909B-8FEA92A560D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482686-82D1-4C2F-807D-2B737FE33CE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CF16DDCC-BE80-41CC-850E-36885C4E8D3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B4615E38-C434-4C33-9F7F-12D9FD1F0D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a:t>
            </a:r>
          </a:p>
        </p:txBody>
      </p:sp>
    </p:spTree>
    <p:extLst>
      <p:ext uri="{BB962C8B-B14F-4D97-AF65-F5344CB8AC3E}">
        <p14:creationId xmlns:p14="http://schemas.microsoft.com/office/powerpoint/2010/main" val="11452876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41B160-5BDA-400E-9AD4-612B074893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591DDB-9E53-4765-B4E8-3AFAC81364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9AA813-3C81-43A7-B921-FCB24F1001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A90D19FF-1C7C-41A1-92AC-5097FE2C96F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451229-6251-4984-B71D-7AC327DD72F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8AD52A30-524B-4205-BD9A-37AF96E4820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71507485-D1DF-4E10-A8F4-707A0204E0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a:t>
            </a:r>
          </a:p>
        </p:txBody>
      </p:sp>
    </p:spTree>
    <p:extLst>
      <p:ext uri="{BB962C8B-B14F-4D97-AF65-F5344CB8AC3E}">
        <p14:creationId xmlns:p14="http://schemas.microsoft.com/office/powerpoint/2010/main" val="44637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EFBD44-7825-4A99-B456-CC68769881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0C4C70-3EB7-4F84-A61F-8F3B78D1FE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D334DCC-4C60-4CA9-87A4-26130F8C51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7E21738B-CCCE-4735-9F0E-367E2495D7F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BF6A5D-EF30-4A4A-862A-D8C62B13326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F9CFBC11-07E4-4903-9F2D-79EADDC88A8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0ECBB9EE-A582-46A8-A0F5-147226A16C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a:t>
            </a:r>
          </a:p>
        </p:txBody>
      </p:sp>
    </p:spTree>
    <p:extLst>
      <p:ext uri="{BB962C8B-B14F-4D97-AF65-F5344CB8AC3E}">
        <p14:creationId xmlns:p14="http://schemas.microsoft.com/office/powerpoint/2010/main" val="20715449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A8AAAD-4E39-4ED7-88F2-44E803E089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E7C4E0-442A-4661-A5C5-B7582A469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F75645-7D96-435A-BBBA-BB33B5BE6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C8DE01D4-E74D-4F9B-9554-F27CB0F235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B8E198-F290-49DA-BEE0-D3049D9627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1351B4DC-B53C-4170-813E-75EAE129D38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CCA794-A6DF-4520-B528-8E5EFB62C14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4CCBD831-E859-44A5-9580-7E073404AEB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E60A78-BC34-49A1-8BD4-F7ECBC604DB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06E0CE1D-F835-4106-93B6-945C13ECC7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a:t>
            </a:r>
          </a:p>
        </p:txBody>
      </p:sp>
    </p:spTree>
    <p:extLst>
      <p:ext uri="{BB962C8B-B14F-4D97-AF65-F5344CB8AC3E}">
        <p14:creationId xmlns:p14="http://schemas.microsoft.com/office/powerpoint/2010/main" val="557288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E6FAD1-0FD1-4FC1-ADD7-474B754890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F26072-A0A1-4C13-A441-F1DCFB303B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6C7A42D-C58F-401F-A360-DE210A2B48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9C75BB30-8959-4EF6-8832-8A78890AE57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0CA345-AE1A-4DA0-AB4F-46867CBEED1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25941B0A-E4B4-4EDF-99DD-AFBF791CEA7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AD2E850A-1C2D-4C98-8E0C-F2D3C501C2B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206099D-098A-45F3-80C6-BCBE970E7AE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1B0F4F8C-3972-49F0-8460-914B8052AB8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D4B84DF8-26CC-4297-9C07-6B828391F1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a:t>
            </a:r>
          </a:p>
        </p:txBody>
      </p:sp>
    </p:spTree>
    <p:extLst>
      <p:ext uri="{BB962C8B-B14F-4D97-AF65-F5344CB8AC3E}">
        <p14:creationId xmlns:p14="http://schemas.microsoft.com/office/powerpoint/2010/main" val="8159625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E775875-295F-433D-802B-C8FF263943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54603A-96B7-49CE-AA8D-5BC38AC307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A9C6BE9-DF54-48EB-AEF8-4D501513A9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0D52FF9F-491D-4258-BF75-8A8546BA51C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032C8D-1318-47DF-B315-25C865C2F00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A407EEE1-3B1E-4E62-9140-F00E98872BD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CCB96D7-40DF-433D-8695-428BD9470B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2C5E86F-27E9-460D-AD45-4ED67752943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8CBF730F-0A74-4F55-8025-EC275103341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6FC58F35-D0DE-4AC0-9266-6EC96EAA6E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568F6C56-7D25-4024-B755-959F78345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a:t>
            </a:r>
          </a:p>
        </p:txBody>
      </p:sp>
    </p:spTree>
    <p:extLst>
      <p:ext uri="{BB962C8B-B14F-4D97-AF65-F5344CB8AC3E}">
        <p14:creationId xmlns:p14="http://schemas.microsoft.com/office/powerpoint/2010/main" val="211140009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561733-6D5F-46A4-ABAD-5B794A481C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91E7F9-4B84-499F-A74A-98C4DD6D8F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DDB56E6-33F2-4189-BB80-7736493A6E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69D03C5-5117-4970-A263-5865D74492D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6B6490ED-2B3B-4FC7-BE2E-456AB29047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9</a:t>
            </a:r>
          </a:p>
        </p:txBody>
      </p:sp>
    </p:spTree>
    <p:extLst>
      <p:ext uri="{BB962C8B-B14F-4D97-AF65-F5344CB8AC3E}">
        <p14:creationId xmlns:p14="http://schemas.microsoft.com/office/powerpoint/2010/main" val="1765062727"/>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C87E2E42-CF99-4F8A-BD1B-B3AB72C79BD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EA399802-A980-4371-8B21-209EB6B6F6E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A6801203-44D4-417D-9371-CFB226316E2E}"/>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a:ext uri="{FF2B5EF4-FFF2-40B4-BE49-F238E27FC236}">
                <ns2:creationId id="{21DB8010-B16C-431C-BD55-E575E9374569}"/>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8F36A234-F1CD-41AD-AFCD-0AB177816D4C}"/>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a:ext uri="{FF2B5EF4-FFF2-40B4-BE49-F238E27FC236}">
                <ns2:creationId id="{E32B345A-103A-4DA9-BC2D-4856AA05227D}"/>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66C2DAAB-9B3A-486D-840C-65A83052A5D4}"/>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a:ext uri="{FF2B5EF4-FFF2-40B4-BE49-F238E27FC236}">
                <ns2:creationId id="{D0B31655-48FA-40F2-9D6C-555CF75745B1}"/>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2402BD3D-7F00-40E9-A341-53398594F69C}"/>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a:ext uri="{FF2B5EF4-FFF2-40B4-BE49-F238E27FC236}">
                <ns2:creationId id="{97165BA3-4669-4325-A7E9-A31490FCCF0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10</a:t>
            </a:r>
          </a:p>
        </p:txBody>
      </p:sp>
    </p:spTree>
    <p:extLst>
      <p:ext uri="{BB962C8B-B14F-4D97-AF65-F5344CB8AC3E}">
        <ns3:creationId val="91695469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A49799-1664-4DD2-B06C-1B70C2FA30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C8EC9F-A809-464A-842B-10701D2239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6A5836-E689-4281-A25B-EB3CB0158A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FFFA4440-0B02-4E24-B650-125F429ACA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B345BC-9623-44E3-8411-C4FC595FFB7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15A19EC9-2F42-4493-A6C6-B1F25F135F0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70E677-15C0-40E3-96D8-147616AB17E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9677F972-DABF-47B8-A4D8-B56A6C37DE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B0A95A-388B-4BBA-8673-95F7BF2A94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0175AB38-37B3-4A45-957C-74E8929C14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11</a:t>
            </a:r>
          </a:p>
        </p:txBody>
      </p:sp>
    </p:spTree>
    <p:extLst>
      <p:ext uri="{BB962C8B-B14F-4D97-AF65-F5344CB8AC3E}">
        <p14:creationId xmlns:p14="http://schemas.microsoft.com/office/powerpoint/2010/main" val="145950389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03615A-4043-498E-A47B-AFB07C5B50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B2E36D-ECBB-4945-A75E-DE8AA26869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651293-BC3B-46ED-B5DF-507DC4A53D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67A1B48A-8E65-4425-A9A8-6E1006A4B45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C4D6CD-0DB0-47C4-BEBC-14A74801BA9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75D14B6E-CF6D-4D85-8512-0A9E3F3244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51E7A07-507D-4E49-9CC5-051A656C214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DD0BA6A0-C141-476F-B2F5-095AB9169DD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5EE23D09-896A-4B2E-B4E0-7BCB76C2A4D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576905B9-F185-41BD-8B06-3FAEA8CA2C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12</a:t>
            </a:r>
          </a:p>
        </p:txBody>
      </p:sp>
    </p:spTree>
    <p:extLst>
      <p:ext uri="{BB962C8B-B14F-4D97-AF65-F5344CB8AC3E}">
        <p14:creationId xmlns:p14="http://schemas.microsoft.com/office/powerpoint/2010/main" val="35356285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62274C7-DD15-491C-9000-C8F3D9527D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56DCE9-1C58-4981-ADC4-5DEF98F0B4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DA9571C-AAC3-4EB9-9D39-5465EBDC90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3EBD845-F2DB-49E3-9633-FCEC59602DB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392716B5-C720-42CF-9445-AFC64D6F9F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13</a:t>
            </a:r>
          </a:p>
        </p:txBody>
      </p:sp>
    </p:spTree>
    <p:extLst>
      <p:ext uri="{BB962C8B-B14F-4D97-AF65-F5344CB8AC3E}">
        <p14:creationId xmlns:p14="http://schemas.microsoft.com/office/powerpoint/2010/main" val="961965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42670D-22FC-41F7-941C-14969FED49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7B7CA3-DEC9-4745-BFA1-A83B179770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6C51AA-8A81-4FB6-96AC-5DB35E7887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BA4239FE-E5E0-4B50-BE14-1608352781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868960E-398E-40B5-AAC5-5FDC4C0841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3F3ECF63-22F5-4559-8CC7-520F266627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AC3EE0-C288-4E3E-AA9C-FF197F8049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0B4F2474-6448-4E23-BC96-EA806AE4210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CF7DDA-1DC0-4223-B701-B9CE43EB3AD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2972992B-A07F-429C-92DA-124E82F7E0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14</a:t>
            </a:r>
          </a:p>
        </p:txBody>
      </p:sp>
    </p:spTree>
    <p:extLst>
      <p:ext uri="{BB962C8B-B14F-4D97-AF65-F5344CB8AC3E}">
        <p14:creationId xmlns:p14="http://schemas.microsoft.com/office/powerpoint/2010/main" val="191311625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264589-9974-4BEF-AD34-A2103BD385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311DE8-A3F3-4159-9F39-EF9334687D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245436E-A0E2-450C-B7E3-79AFA5D02F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CD962139-D71D-43CB-9F19-78AE5EFD199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879CCA-DD9F-47EC-8D47-9053201BFA9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5E35965A-82F9-4849-8630-F9885AE0F58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150639E-712B-414C-A1B7-C82F550D296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FEA82E72-663D-4C10-ACB7-BFDE78F188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4FA75297-2962-43D2-8247-0DB653318C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15</a:t>
            </a:r>
          </a:p>
        </p:txBody>
      </p:sp>
    </p:spTree>
    <p:extLst>
      <p:ext uri="{BB962C8B-B14F-4D97-AF65-F5344CB8AC3E}">
        <p14:creationId xmlns:p14="http://schemas.microsoft.com/office/powerpoint/2010/main" val="81835431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56D253-B41F-4029-A134-6E0BF00BC6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D34D11-0525-4EDE-8692-2DCF6F06C4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F0653C-2993-43FF-B0FF-AF49E54C9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E0DF638B-3F57-41D5-A8CA-76E1346E0A8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A160F2-97DB-4B09-8520-F31D27D5B7F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86164A25-F91B-4436-8800-8623F64A9A2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3B0417D1-74EC-449A-B1B1-6C910C8CE6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16</a:t>
            </a:r>
          </a:p>
        </p:txBody>
      </p:sp>
    </p:spTree>
    <p:extLst>
      <p:ext uri="{BB962C8B-B14F-4D97-AF65-F5344CB8AC3E}">
        <p14:creationId xmlns:p14="http://schemas.microsoft.com/office/powerpoint/2010/main" val="151692088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0E4D14-6BB0-4AA5-BB48-80077C1B8F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0482F5-775A-44C6-88CB-1EDF10DBFF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5D4192-ECA0-4E2D-B65A-D4164623F5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B545C5E3-8A53-4FF1-B29E-19D4DE3759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BC049C-80A4-4F40-818C-EFC87243DA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76429D06-6D45-46A4-B9AB-DCA503DC624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7CB42F-B138-4F97-819E-6CE2085E677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2ACDA220-CF26-4C3A-9A80-166943CF3DB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86575A-EBCA-4535-9B7E-EE27893DCB3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E5E3F8E5-F7E9-46A7-BB1F-2B6FCEEFB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17</a:t>
            </a:r>
          </a:p>
        </p:txBody>
      </p:sp>
    </p:spTree>
    <p:extLst>
      <p:ext uri="{BB962C8B-B14F-4D97-AF65-F5344CB8AC3E}">
        <p14:creationId xmlns:p14="http://schemas.microsoft.com/office/powerpoint/2010/main" val="126846240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671BF7-5A04-41FE-8CE5-75E4322D75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986FB0-755B-40C1-B361-A13E08A000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C485D6-640E-4D9E-BFF7-F738C18187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0B807A4E-671F-4CEE-B6A5-633F8E28BE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A84868-CA70-44DE-9D70-544AA49E2C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B65913E1-BC07-428F-898B-C3B8BB4471A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C42C49-B27C-4A67-A25A-FE5F25E3FE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67C6B481-5A0F-4ECE-9235-3F83BC6B06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66F152-780D-48D2-89BC-83B854547D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8ED620FF-52B7-4E8E-8440-E353082281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18</a:t>
            </a:r>
          </a:p>
        </p:txBody>
      </p:sp>
    </p:spTree>
    <p:extLst>
      <p:ext uri="{BB962C8B-B14F-4D97-AF65-F5344CB8AC3E}">
        <p14:creationId xmlns:p14="http://schemas.microsoft.com/office/powerpoint/2010/main" val="16028822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2A7DF30-1D10-4ECA-91CC-F40ABCE3D95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5F2CCE-22F5-46E7-A7AD-FA4B0A0FF94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7f79bb964de4a29"/>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EED1E50-683A-4D18-BCAE-6C582B64CE2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B9D485-86E8-45CF-9647-8B50FBF1496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0CCB60F0-DE5C-47D6-8CE4-21691C64A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19</a:t>
            </a:r>
          </a:p>
        </p:txBody>
      </p:sp>
    </p:spTree>
    <p:extLst>
      <p:ext uri="{BB962C8B-B14F-4D97-AF65-F5344CB8AC3E}">
        <p14:creationId xmlns:p14="http://schemas.microsoft.com/office/powerpoint/2010/main" val="10267313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780ACA-D4BF-4582-9208-2642C8FDDD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CB1F7E-923D-4A5D-98CA-19F300A45C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1BBF20F-1291-4D15-B656-A7AB181ED8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8FC366D-1411-4603-8607-B45E2BCFF8E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1BB2FFCC-2111-475E-9B0D-04E2700C02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20</a:t>
            </a:r>
          </a:p>
        </p:txBody>
      </p:sp>
    </p:spTree>
    <p:extLst>
      <p:ext uri="{BB962C8B-B14F-4D97-AF65-F5344CB8AC3E}">
        <p14:creationId xmlns:p14="http://schemas.microsoft.com/office/powerpoint/2010/main" val="771798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C63CF17-6E9C-4B34-A93F-CA76065621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B26756-5EF3-4B01-8894-2B44A33E49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5714CCA-4A4E-4A5D-8C9D-5AFDCF9C16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ED1D77D2-6DA0-4F92-9D45-9756AB52AF2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1458A4-FC0A-4BEE-AC24-64E3958DB47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9CD869CD-6609-4156-B534-68F8429711A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73FB8F5-06C3-4B4B-B6B1-E39AA51B5A9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9255E29A-D9AF-45C1-9839-15D6F0575F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AFDB571C-9BDE-4754-BD06-20088D4ACD2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192B380F-70D7-45D3-8049-ED479B0414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D0F4768-5420-4B4F-B29F-012AF0810C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21</a:t>
            </a:r>
          </a:p>
        </p:txBody>
      </p:sp>
    </p:spTree>
    <p:extLst>
      <p:ext uri="{BB962C8B-B14F-4D97-AF65-F5344CB8AC3E}">
        <p14:creationId xmlns:p14="http://schemas.microsoft.com/office/powerpoint/2010/main" val="3491917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BDDCD1-C286-4076-8D5C-CE6DE51F1B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827893-E050-4469-BDD1-E7D230CF15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F6D25B8-E8E9-490A-A310-D74AE8E891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C782B356-5C39-4047-A92B-9D4142E84B4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93D94A-FE74-4EAD-98EE-B6C02F1637E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BB5AE762-028A-415C-BCDA-07FFF9A5809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8D24F42-74E5-4A10-9BFD-C79E5226C6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22</a:t>
            </a:r>
          </a:p>
        </p:txBody>
      </p:sp>
    </p:spTree>
    <p:extLst>
      <p:ext uri="{BB962C8B-B14F-4D97-AF65-F5344CB8AC3E}">
        <p14:creationId xmlns:p14="http://schemas.microsoft.com/office/powerpoint/2010/main" val="17329968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1ED786-B3D9-47D2-85D1-0E2F82B44F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A5B32C-6DF3-43E6-A8B3-DB0A632B8F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630904C-2032-4CB5-B189-F7FB4FA3F0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3FFE901-7949-4F86-A8A8-E98CE9870BF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0BFA2705-47A4-4F14-97E5-A6C841B0FD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23</a:t>
            </a:r>
          </a:p>
        </p:txBody>
      </p:sp>
    </p:spTree>
    <p:extLst>
      <p:ext uri="{BB962C8B-B14F-4D97-AF65-F5344CB8AC3E}">
        <p14:creationId xmlns:p14="http://schemas.microsoft.com/office/powerpoint/2010/main" val="45303700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8CC7666-28D6-4686-95CF-BCDAB6BD41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0F2179-B20F-42EE-A492-6321C251A4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5E4D20-2737-4C62-B255-12B3CBCC8C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952EA064-5A2A-4AC2-BD1E-ED2CF5021A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D14D63-0158-4D19-9B6E-BE86C1A71FA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23C539BA-C738-4F3C-A3C4-AA64FFE4D58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C078F9-FE4E-40A4-A253-05F147208D2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AA72C0A8-D93B-4B4B-9BF8-5A4DFD912A7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B23AA949-37F7-4351-916A-D5F954D6834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713A366C-A8F7-4D64-89DF-85C8198C50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24</a:t>
            </a:r>
          </a:p>
        </p:txBody>
      </p:sp>
    </p:spTree>
    <p:extLst>
      <p:ext uri="{BB962C8B-B14F-4D97-AF65-F5344CB8AC3E}">
        <p14:creationId xmlns:p14="http://schemas.microsoft.com/office/powerpoint/2010/main" val="102028608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B12CCD-D2DF-4BB8-9A9A-383F80A50F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746FE-AD13-40FC-B7E4-27FE3ACD55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589C39-FFD8-4C40-B434-8A30EB2255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16481A4D-0542-40DD-BAD8-D46922B2BE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B4621A-B400-4595-8ACC-89854D4E93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0A548C08-D6D2-4A8A-B062-B8C4D9BDAC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95B525-E88D-4BFB-BFCE-13A10B918B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5F4ECFE7-AF34-46D2-ACBA-1AD284ACAA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205B90-7545-483C-9D44-ACADAF6EDB6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D59E8943-7140-4768-BEBC-D3279622F6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25</a:t>
            </a:r>
          </a:p>
        </p:txBody>
      </p:sp>
    </p:spTree>
    <p:extLst>
      <p:ext uri="{BB962C8B-B14F-4D97-AF65-F5344CB8AC3E}">
        <p14:creationId xmlns:p14="http://schemas.microsoft.com/office/powerpoint/2010/main" val="128327035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006144-6251-4A74-90D3-F6E2332A2F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3091F0-9B3E-440A-A854-C763204E1F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DE1BEC8-27AF-4CA8-9661-60B173E274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CAC45AB3-2684-4103-8AF9-525939C8F36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32B5C4-C6CA-4F90-8A89-2BDE2475A27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DB31A1AC-B855-4DD1-AB9F-9A9A5F9C3A5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F24F1E9-29A0-4A35-8832-D452AD42219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041F43AA-AB0B-4AE3-84B3-218A135288E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805C7ECB-2A47-4E31-A0C0-6764DEB55C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FC511B5B-B8C6-4982-BF27-8AAEE1DFFF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26</a:t>
            </a:r>
          </a:p>
        </p:txBody>
      </p:sp>
    </p:spTree>
    <p:extLst>
      <p:ext uri="{BB962C8B-B14F-4D97-AF65-F5344CB8AC3E}">
        <p14:creationId xmlns:p14="http://schemas.microsoft.com/office/powerpoint/2010/main" val="27593516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2750E4-428F-48D2-A336-B5F1BA06DA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5E9093-B436-4A7F-85C2-79BB06D7DC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6E605DD-DA1B-4870-906A-2D3107B7F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167F7B5-F0EC-434E-8727-4261D2BB8A1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89412708-BFA9-4CCD-AF47-2DF201C1BD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27</a:t>
            </a:r>
          </a:p>
        </p:txBody>
      </p:sp>
    </p:spTree>
    <p:extLst>
      <p:ext uri="{BB962C8B-B14F-4D97-AF65-F5344CB8AC3E}">
        <p14:creationId xmlns:p14="http://schemas.microsoft.com/office/powerpoint/2010/main" val="152363009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4A443C-702B-43D3-A04A-AB12E18484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4387A8-E402-4DAD-808A-385B9FBC4C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30AD60-3FEA-45F2-8358-DE1732A605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860EB54B-5490-4C12-B479-AC40B3A6C3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72B5CC-5F6A-4354-BF6A-8EF59D4D70F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F93D7990-E0B8-43A2-AC02-4E5B0D9E390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523A74-F573-4B33-B7F3-44E9C169D82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AEEEB784-ACBD-4EB2-A657-60A1B761E2C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7B6AB3-6AF7-4C76-8629-A34DEC6097D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5E9BC7AA-E22D-4E94-95B0-4358DF4BE3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28</a:t>
            </a:r>
          </a:p>
        </p:txBody>
      </p:sp>
    </p:spTree>
    <p:extLst>
      <p:ext uri="{BB962C8B-B14F-4D97-AF65-F5344CB8AC3E}">
        <p14:creationId xmlns:p14="http://schemas.microsoft.com/office/powerpoint/2010/main" val="34823033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EEA420-25D3-4457-AF0C-91B09D324A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3FAA63-D8ED-43A7-A6BB-A2DD773CEB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C7E787E-E245-4A95-9AE3-1EAD3041EE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6C19FF5-6B37-4FA7-B62A-539A3CF01DC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7C076B23-2886-47AF-AD28-F23B9673E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29</a:t>
            </a:r>
          </a:p>
        </p:txBody>
      </p:sp>
    </p:spTree>
    <p:extLst>
      <p:ext uri="{BB962C8B-B14F-4D97-AF65-F5344CB8AC3E}">
        <p14:creationId xmlns:p14="http://schemas.microsoft.com/office/powerpoint/2010/main" val="8429219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0086E6-8A5C-46F0-AA3E-570E08B742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3B0E42-4316-4E20-A576-C71E83B6DE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F0AB38-6DA9-48E8-B225-D64410A31B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F7199A67-CD79-4FB0-A90E-E8D8D58064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3B6AD6-D4AB-4A87-BE56-C9A4F02049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1DCE0024-9D34-42B5-84F4-A4A1386262D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9E2855F-AFBE-4736-80F3-4DA19158A54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09E8D7D7-FDB9-4D62-B7F5-6CF1C95AF85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52CE7E-FE8A-40A9-8CF4-70DDB1E7EC0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7BC56AA3-2A71-4B78-AA23-BECEABDBC2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30</a:t>
            </a:r>
          </a:p>
        </p:txBody>
      </p:sp>
    </p:spTree>
    <p:extLst>
      <p:ext uri="{BB962C8B-B14F-4D97-AF65-F5344CB8AC3E}">
        <p14:creationId xmlns:p14="http://schemas.microsoft.com/office/powerpoint/2010/main" val="105331895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06FB87C-F1CE-465F-8BCC-E10A1F67EE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87993B-C6D7-41EB-B51C-10A9275BA6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C60A9F-D2C5-47EC-9DAE-EB2D2E924C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977FDE76-E2C2-41BC-94BE-B79ACA97681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1AA447-B523-4528-AA6E-04A70B677D2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A4DFF8F1-A4B5-4D92-BE3F-8F19D8DDECA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24D8A4A-4BFC-47E0-8620-904406C1328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8F045D81-BA0A-4D4F-9F57-8C92B669DBF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9A954FAB-9107-497A-B973-3AA8981DCE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31</a:t>
            </a:r>
          </a:p>
        </p:txBody>
      </p:sp>
    </p:spTree>
    <p:extLst>
      <p:ext uri="{BB962C8B-B14F-4D97-AF65-F5344CB8AC3E}">
        <p14:creationId xmlns:p14="http://schemas.microsoft.com/office/powerpoint/2010/main" val="71605486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129AF6-DBC4-4248-87A5-076F388861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D50835-DC45-4B0D-9BAE-4F40798DFF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A37BB9-9FA8-4E18-9096-C62F7858C7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A7006BE8-1973-4B57-A274-8C5E9FC9D2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BC9B5D9-B238-40A3-A263-FFEF44EF252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6291B1C7-E404-449F-99EB-B09A1899477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02C246-6392-46B3-9956-5E56DF02C1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6CBFF320-129B-490F-8B2A-516CDFB67AC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BF5E65-92C2-49FA-A928-F7BF406E0B1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FAC66E04-69ED-487D-B19A-349504FC18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32</a:t>
            </a:r>
          </a:p>
        </p:txBody>
      </p:sp>
    </p:spTree>
    <p:extLst>
      <p:ext uri="{BB962C8B-B14F-4D97-AF65-F5344CB8AC3E}">
        <p14:creationId xmlns:p14="http://schemas.microsoft.com/office/powerpoint/2010/main" val="18794761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757C4E-F45C-4797-BA2C-4087BEE3A8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3A28AE-EA35-41B7-B4D3-DD614F2E76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1C05F7-938F-4CCB-B8AB-E4BB177B20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FB931C01-1FF0-4FE9-AD55-596C968BE43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EC244D-BACB-48A9-9836-89B1EDA6D67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561B3B70-C947-4467-BB33-6A52327A0AB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0C303C0-0A30-44C0-8435-CA7C3E4765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793B31D3-E5DB-4BB6-A581-5C7D6FAAD56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9805C7FB-92B5-41B6-BFC3-ABC20BCB8A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5B1DE235-8395-4FD2-A7FB-430A5341B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33</a:t>
            </a:r>
          </a:p>
        </p:txBody>
      </p:sp>
    </p:spTree>
    <p:extLst>
      <p:ext uri="{BB962C8B-B14F-4D97-AF65-F5344CB8AC3E}">
        <p14:creationId xmlns:p14="http://schemas.microsoft.com/office/powerpoint/2010/main" val="201930861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62D1F51-30B5-4D5D-8978-89D3B0FA6D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44B0BD-4FBC-43B7-AE7E-39C2F47827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4C78D5D-E9A6-42FD-A7B1-5FC04C808F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F61D564A-576F-42B7-BB4C-3B0F783879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F9EE0A-51DB-437E-8FA8-944EED8AB3F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6EBD3059-4C14-4038-A1AB-C51508946FF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63620DB-149F-495B-866E-02604491595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A0124FB5-9FFA-4BE8-820C-3C0F687200A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C4AFED1F-59BD-47DC-9519-73DCDA7363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34</a:t>
            </a:r>
          </a:p>
        </p:txBody>
      </p:sp>
    </p:spTree>
    <p:extLst>
      <p:ext uri="{BB962C8B-B14F-4D97-AF65-F5344CB8AC3E}">
        <p14:creationId xmlns:p14="http://schemas.microsoft.com/office/powerpoint/2010/main" val="157005892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2D3834-A80D-4E88-8D25-22FD32161E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109D44-0735-4A62-ACE2-AA64FF17CE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1CE509F-B014-4F33-A5D8-5318B0720D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D341CD5-704C-45D5-8F4E-84F24A69732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B98B6D4E-35A4-4535-A4F8-385ECD6CED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35</a:t>
            </a:r>
          </a:p>
        </p:txBody>
      </p:sp>
    </p:spTree>
    <p:extLst>
      <p:ext uri="{BB962C8B-B14F-4D97-AF65-F5344CB8AC3E}">
        <p14:creationId xmlns:p14="http://schemas.microsoft.com/office/powerpoint/2010/main" val="208947192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AC54C0-81F6-499C-B9C2-FE59A3F39D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62E457-33A6-4B3D-947C-C6C915238B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C31C38-75C0-46AA-8C39-2F72106565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6A135924-816E-4BBA-86B9-8F320C4AB8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9AFE69-2922-4A58-9526-A2E56D9DEE4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928357FA-8EBC-4C4E-961D-55419D3D96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91F9F8-FFDF-4E07-A04E-C50F567A993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C692AC67-0949-4DA2-A85C-5C6500BB360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3A11F9-35CA-4AF1-9EDC-7E53B8BC0F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727DD619-AFE7-4887-85F0-7505D90439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36</a:t>
            </a:r>
          </a:p>
        </p:txBody>
      </p:sp>
    </p:spTree>
    <p:extLst>
      <p:ext uri="{BB962C8B-B14F-4D97-AF65-F5344CB8AC3E}">
        <p14:creationId xmlns:p14="http://schemas.microsoft.com/office/powerpoint/2010/main" val="205064005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E8B64-5DB0-41B1-9C7B-DD92597219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1C3302-8463-4BE7-A354-14D8DF0ECD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08CC6E-20B6-4457-88FC-AF94E21286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5E1529ED-8560-4C82-9D59-92DCEB24FA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589D77-94C5-48A0-9377-B63D2C3AF5A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BF4F6DFB-BAF0-4195-9A28-CC9AF9752D8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095405-0F13-450D-A7FB-13401AED17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7602DAC0-3704-4A72-B3F9-BFCC2E95A7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9B7A5D-BC0F-4B69-BA92-69D3D7EF060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75DD73DD-09B5-433D-BB9F-2D93645B79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37</a:t>
            </a:r>
          </a:p>
        </p:txBody>
      </p:sp>
    </p:spTree>
    <p:extLst>
      <p:ext uri="{BB962C8B-B14F-4D97-AF65-F5344CB8AC3E}">
        <p14:creationId xmlns:p14="http://schemas.microsoft.com/office/powerpoint/2010/main" val="61349971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4728DA-6212-4CCA-995B-64CAE62E0F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3D9151-59EF-474C-BB37-2E7E0B3D88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00E060-B4F8-454F-94D4-3390442E15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30C36F56-C020-4E25-AE19-4EC95FDF346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F17448-1D73-419D-9087-EFF53DC6C85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C825286D-59FE-409A-A33B-18EA9E9CE7F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914E69A-6007-4301-A953-D93CAF46454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0D3F81C1-7538-4057-9CCA-00AE00012BF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1D37AB27-250E-4FC0-986F-1B01AAF21D2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D871B572-7CA7-49C4-A0E8-B30989A1E4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38</a:t>
            </a:r>
          </a:p>
        </p:txBody>
      </p:sp>
    </p:spTree>
    <p:extLst>
      <p:ext uri="{BB962C8B-B14F-4D97-AF65-F5344CB8AC3E}">
        <p14:creationId xmlns:p14="http://schemas.microsoft.com/office/powerpoint/2010/main" val="198876500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314B3F-5675-42C6-8598-7303434AA5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DE8201-2AAB-4350-AFBA-E434993FB8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BF18FA-CE23-40B9-B213-8C57112488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E5B0A71C-9B7F-4E9A-9753-BC19BC7799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CC5218-C301-4492-BBA6-1548C6A149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79AD170B-0900-4BBA-B6DD-5816C6638E4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CF3423-BAF2-4A3D-84BF-8EF25B67394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3E6BA609-6528-4D7D-8AF2-D6EC223EA77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FF6E2E-839B-4B95-BFC0-79562A41B2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7E2811A3-48EE-4392-9230-BB110AE165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39</a:t>
            </a:r>
          </a:p>
        </p:txBody>
      </p:sp>
    </p:spTree>
    <p:extLst>
      <p:ext uri="{BB962C8B-B14F-4D97-AF65-F5344CB8AC3E}">
        <p14:creationId xmlns:p14="http://schemas.microsoft.com/office/powerpoint/2010/main" val="204383343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9DC99E-A9EC-43AC-992C-E936697704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7AAD49-BB58-4F1D-B3E2-F6F0014957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9C8838-6E2F-4806-BC45-C3A9FED98C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C5195219-E991-4EFA-90B4-2B986B96893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74F3DB-97DD-4270-AAE1-7CD206AB331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5977BE21-7083-42C6-86DF-14FA44148F0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B2B9366-644E-4F24-BCB3-D3EFDA4A633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7CC2CD1D-7288-422B-B0FA-1BD2873438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D820B3EB-ED85-4E33-BE42-18435C9C85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40</a:t>
            </a:r>
          </a:p>
        </p:txBody>
      </p:sp>
    </p:spTree>
    <p:extLst>
      <p:ext uri="{BB962C8B-B14F-4D97-AF65-F5344CB8AC3E}">
        <p14:creationId xmlns:p14="http://schemas.microsoft.com/office/powerpoint/2010/main" val="19821478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86D043-9AEE-48FE-AFF6-F8242DB306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FAAFC4-C176-4853-AB63-0C23E72B55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EF68C2-0134-4340-BE3E-C79027F6C2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495CAF54-7A9F-498C-AE42-42C0AC40E0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54C134-6A05-4E04-ADFF-F8E87F9A144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B1C9020C-C734-4CD1-8130-2EED2C6D747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8F8FCD-2EB3-40B1-A053-E7980BE2B8F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8926E8EC-B422-4085-869D-2A71CC224A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287049-F5FA-4397-B271-4D364B481DF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59479D0E-D781-4C97-980C-863D7A97E5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41</a:t>
            </a:r>
          </a:p>
        </p:txBody>
      </p:sp>
    </p:spTree>
    <p:extLst>
      <p:ext uri="{BB962C8B-B14F-4D97-AF65-F5344CB8AC3E}">
        <p14:creationId xmlns:p14="http://schemas.microsoft.com/office/powerpoint/2010/main" val="5472744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894A90-34C7-4B46-9266-D035211B71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17D249-A5FB-4D96-AA46-3B3765D8AA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A0A92D-872B-489C-9F12-041E89F6D2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CDBC315D-A383-45D5-8B2D-039C993E720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D330D1-1A4A-4B8D-B310-FA88806D312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6427A4F6-591A-435F-97BA-0131A3E3BA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3D031DD-9068-4862-A92F-574E521FD2B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687608CF-5867-4AC4-8CF2-EEB72E80747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B9A7B340-34E8-4C54-A7E0-BCB967DC33D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1ECCDA12-591D-4C87-8495-A51AD1B228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42</a:t>
            </a:r>
          </a:p>
        </p:txBody>
      </p:sp>
    </p:spTree>
    <p:extLst>
      <p:ext uri="{BB962C8B-B14F-4D97-AF65-F5344CB8AC3E}">
        <p14:creationId xmlns:p14="http://schemas.microsoft.com/office/powerpoint/2010/main" val="185347461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4CE2BF-F24A-4E97-9BF8-585C0D7DE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28F747-46B3-47EA-A16B-9DEBD75B0D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2C9AD6A-0032-41B5-9B04-ABD0E0770C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E558828-49F7-4EFD-B61A-80A4D01910A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A439FAE1-7FB5-4EC7-9927-6D4F317A95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43</a:t>
            </a:r>
          </a:p>
        </p:txBody>
      </p:sp>
    </p:spTree>
    <p:extLst>
      <p:ext uri="{BB962C8B-B14F-4D97-AF65-F5344CB8AC3E}">
        <p14:creationId xmlns:p14="http://schemas.microsoft.com/office/powerpoint/2010/main" val="173949083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2F7405-B839-4014-80C6-5A90DCDC45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2F2338-C866-426D-B4A4-BC642B2525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24FB4C-B081-42D9-B765-1A92226B35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BF046C4C-BC01-456A-AE1F-FFED9547FD1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6C7D0F-AFC4-4398-B113-2B97443FEB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62EC7A-CBF5-4EA7-AEC2-ABB25D87742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EA5055F1-C71A-46D3-A6A2-FF42FE384F6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74F3C47A-3441-4249-ADA5-027498058D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44</a:t>
            </a:r>
          </a:p>
        </p:txBody>
      </p:sp>
    </p:spTree>
    <p:extLst>
      <p:ext uri="{BB962C8B-B14F-4D97-AF65-F5344CB8AC3E}">
        <p14:creationId xmlns:p14="http://schemas.microsoft.com/office/powerpoint/2010/main" val="111764469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99B74A-001B-4844-8E6E-4BAEFD855D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D9CAFA-8BA7-4AF2-B3C7-A37B449DAE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87FC13-806E-43E3-85F1-110D5D68B2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F538BF91-2427-40CE-8D89-9B7076BDAEE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4976C5-D037-415B-98C5-EBCC7AC4EA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A2124508-E846-4A95-BE9D-39A5B7B1478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DFFE359-22B9-4343-AE89-5C7E2D86EDB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E33C94B7-A526-4874-A2FC-E398558D195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42E97159-33F1-4635-ACEF-568D876AA78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E99D42A6-C571-4F09-932A-1BD30818CD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45</a:t>
            </a:r>
          </a:p>
        </p:txBody>
      </p:sp>
    </p:spTree>
    <p:extLst>
      <p:ext uri="{BB962C8B-B14F-4D97-AF65-F5344CB8AC3E}">
        <p14:creationId xmlns:p14="http://schemas.microsoft.com/office/powerpoint/2010/main" val="189218295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7CB4D8-DAAD-4B65-B4E5-8DEE80361CC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0511E9-05B7-4DA9-B669-2861A4C2183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7f03eb2593d49e3"/>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3C1A703-6056-4A77-9CFB-484F0C62E8D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60A102-CDC4-4701-B2FE-E513FC4F3E2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06E2FF2C-FC24-48C9-AF5E-5239B6D7FB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46</a:t>
            </a:r>
          </a:p>
        </p:txBody>
      </p:sp>
    </p:spTree>
    <p:extLst>
      <p:ext uri="{BB962C8B-B14F-4D97-AF65-F5344CB8AC3E}">
        <p14:creationId xmlns:p14="http://schemas.microsoft.com/office/powerpoint/2010/main" val="21949657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1FF2F6-9A22-45B4-B30E-C1DAACA2FD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F6E03B-79B7-42E6-99FB-E5CC07C4E4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A988CAC-078E-4864-8D76-A201D5FCDF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1700EEF5-8848-490E-B408-EE2529A76A4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14D8E8-2FA7-488A-9E6B-9F70C6E48F2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0B70E405-727E-4CC2-A756-5006D75664D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17716235-C255-4545-BBFF-3ADAF3E2E5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47</a:t>
            </a:r>
          </a:p>
        </p:txBody>
      </p:sp>
    </p:spTree>
    <p:extLst>
      <p:ext uri="{BB962C8B-B14F-4D97-AF65-F5344CB8AC3E}">
        <p14:creationId xmlns:p14="http://schemas.microsoft.com/office/powerpoint/2010/main" val="45746554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4EBD83-0141-41B6-A748-F25D4DE047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DFC4BF-5279-4AB1-B7E7-27F0091EB1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C03601-E051-4845-9234-F8798D39F6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44D03CCC-06FE-404F-B9CC-E72CD09345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8C7BC3-0113-4BAA-9BBA-AF03F40A80C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CAD819C4-C1AC-4D80-8C55-5A608A96F24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EB319E-29E6-4C2F-B235-07164FA65FD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E4CB3B89-A688-4CE0-BCEE-92EA42FEC79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F5E2BE-2233-4BD6-A497-F295C8F9069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B76FC78E-9805-4AF9-8437-E512F06CE02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9654E46-2928-4217-A44B-C8FE6C049CA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48F574DB-69BF-41EA-B6E7-6A81E7BDCA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48</a:t>
            </a:r>
          </a:p>
        </p:txBody>
      </p:sp>
    </p:spTree>
    <p:extLst>
      <p:ext uri="{BB962C8B-B14F-4D97-AF65-F5344CB8AC3E}">
        <p14:creationId xmlns:p14="http://schemas.microsoft.com/office/powerpoint/2010/main" val="122699974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43916C-B221-46EB-B011-B55EBA30C5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E68233-79C6-4E4C-AC8D-0F0A6F10E0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ECAE496-B270-4D9B-8014-B234EB2E74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6296915-1610-4FAA-B9CF-016F8057DB7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60ED312C-3C38-441E-A6FF-047DFBBC5D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49</a:t>
            </a:r>
          </a:p>
        </p:txBody>
      </p:sp>
    </p:spTree>
    <p:extLst>
      <p:ext uri="{BB962C8B-B14F-4D97-AF65-F5344CB8AC3E}">
        <p14:creationId xmlns:p14="http://schemas.microsoft.com/office/powerpoint/2010/main" val="92483937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304A88-4B80-4311-B313-B80154CD23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05A7D3-D440-4957-A12B-A19D73A5D7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43B2CB-4EC6-4387-A910-C9F82F97A3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DAD979E5-0C2B-4464-9AC0-B5E63704DE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F905ED-46E7-43CD-9C1E-06A7556657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6A06B242-3DC7-45FD-B6EA-A0F572A5504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360FA5-4DB3-45F0-A321-BD24DE01A0B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EA95BC04-E7E0-479A-96C7-925C5CC68A8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C09D2E-D0F2-4064-BBBA-B45CDB6F58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71E90F7A-81ED-44B1-982C-99A09369F4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50</a:t>
            </a:r>
          </a:p>
        </p:txBody>
      </p:sp>
    </p:spTree>
    <p:extLst>
      <p:ext uri="{BB962C8B-B14F-4D97-AF65-F5344CB8AC3E}">
        <p14:creationId xmlns:p14="http://schemas.microsoft.com/office/powerpoint/2010/main" val="59826962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846C44-CE8C-495C-AB3A-F5F6762B23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6F6D1B-7201-49AA-8EBB-391C556DE5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1EB0368-2AF3-49CB-A505-94A59CFE1B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0C6552B4-2969-4477-8ADD-A323B81E7B4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7605E0-516B-4A96-B6D8-8F64B447277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78F805B4-43EF-4C67-A2CC-F75A0446B4D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6FDB99EA-3739-4552-B095-756CF0A958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51</a:t>
            </a:r>
          </a:p>
        </p:txBody>
      </p:sp>
    </p:spTree>
    <p:extLst>
      <p:ext uri="{BB962C8B-B14F-4D97-AF65-F5344CB8AC3E}">
        <p14:creationId xmlns:p14="http://schemas.microsoft.com/office/powerpoint/2010/main" val="42789993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344D4E-DC0A-4BDE-BD69-9D71D1FA8E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30ED81-E180-4403-A782-01A72C10E1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4C69DA-4468-4D00-A29C-EF1F9F5CE9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9B0AC0A9-D017-4DC1-96CD-7425C760C7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27E96C-464B-4857-B680-AE942F98E8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68182225-957A-4336-91B9-9E3D8E73E6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1D0475-0718-4F61-877C-59A7C59258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winding_temp_c (degrees C); group by motor_id.</a:t>
            </a:r>
          </a:p>
        </p:txBody>
      </p:sp>
      <p:sp>
        <p:nvSpPr>
          <p:cNvPr id="8" name="">
            <a:extLst xmlns:a="http://schemas.openxmlformats.org/drawingml/2006/main">
              <a:ext uri="{FF2B5EF4-FFF2-40B4-BE49-F238E27FC236}">
                <a16:creationId xmlns:a16="http://schemas.microsoft.com/office/drawing/2014/main" id="{BC2A73EA-AEBF-4692-87E6-E37468CA18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6FEBAB-4021-4073-9F20-AC9719540C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CC2703A6-D17F-4B5E-B9AB-A919432039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52</a:t>
            </a:r>
          </a:p>
        </p:txBody>
      </p:sp>
    </p:spTree>
    <p:extLst>
      <p:ext uri="{BB962C8B-B14F-4D97-AF65-F5344CB8AC3E}">
        <p14:creationId xmlns:p14="http://schemas.microsoft.com/office/powerpoint/2010/main" val="72525264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EAA56F-8287-4B9B-8F58-5470BEF470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A6B194-7E4B-4875-ADE4-51FACE7DC5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904AFB-AD34-4DC5-8AF4-03F54B01DF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8E7387FE-DD61-4863-AC49-8C182535BF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580CCE-7A91-4F70-AD12-05126887D2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motor_test_bench.csv beside the notebook, or upload it in Colab’s Files panel.</a:t>
            </a:r>
          </a:p>
        </p:txBody>
      </p:sp>
      <p:sp>
        <p:nvSpPr>
          <p:cNvPr id="6" name="">
            <a:extLst xmlns:a="http://schemas.openxmlformats.org/drawingml/2006/main">
              <a:ext uri="{FF2B5EF4-FFF2-40B4-BE49-F238E27FC236}">
                <a16:creationId xmlns:a16="http://schemas.microsoft.com/office/drawing/2014/main" id="{BE9CE7E4-0CF1-4ED7-AED4-506D60E96E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406517B-95B1-4842-8DBA-21AF32F88D9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F5652E0C-C6FB-4D0B-A6FE-0DFDA82CFB4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281AA7-0F5F-490B-9099-EC069131025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56F6F1D6-9641-4FAB-B743-CEA9F30FBE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53</a:t>
            </a:r>
          </a:p>
        </p:txBody>
      </p:sp>
    </p:spTree>
    <p:extLst>
      <p:ext uri="{BB962C8B-B14F-4D97-AF65-F5344CB8AC3E}">
        <p14:creationId xmlns:p14="http://schemas.microsoft.com/office/powerpoint/2010/main" val="38320007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5C5D43-4AC7-48FE-A2FC-61E2081300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CE64BA-1DAF-4F99-B4F2-1CCDE209DD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471B92-AD67-402A-B993-100C9CB29D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4847F92A-C980-4835-9BB0-2F539ED043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A498FD-EBF6-47FC-884A-187853039B8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860D3355-FF54-4FFF-A71E-9D84AB0AEF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710B61-B9D8-4591-9D0F-9D6E0634F1C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53E70944-A6C8-408D-AA5E-58218683DAF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D3271B-628B-4DD6-8C6B-04796287C8D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05232B3A-417E-4C37-A87F-2CDAC39F22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54</a:t>
            </a:r>
          </a:p>
        </p:txBody>
      </p:sp>
    </p:spTree>
    <p:extLst>
      <p:ext uri="{BB962C8B-B14F-4D97-AF65-F5344CB8AC3E}">
        <p14:creationId xmlns:p14="http://schemas.microsoft.com/office/powerpoint/2010/main" val="590101821"/>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1D5C26-EB05-40FF-BE49-B0CA316306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0348FE-C8A5-4658-8C06-90CCCF9657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278F12B-2D68-498C-A917-3B7C3668F5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CB452E78-AAF3-411C-85E3-A0914915C32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6D5B9C-1511-4CA7-A986-698E419B0C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open("motor_test_bench.csv",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3F7C4BE3-8A8A-4623-9E2E-0657CCD085D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331D7E64-F703-44E7-B7DC-A84395DD037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C19F657F-9367-44F7-91C2-3696555E8F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55</a:t>
            </a:r>
          </a:p>
        </p:txBody>
      </p:sp>
    </p:spTree>
    <p:extLst>
      <p:ext uri="{BB962C8B-B14F-4D97-AF65-F5344CB8AC3E}">
        <p14:creationId xmlns:p14="http://schemas.microsoft.com/office/powerpoint/2010/main" val="169542800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80FEFC-81C5-4D8D-AC17-4FB470A8F0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83FAA-CF60-4B1B-872E-9497428949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1F8A85-DBA2-40FC-AB2F-5EF31F5F0F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of dictionaries</a:t>
            </a:r>
          </a:p>
        </p:txBody>
      </p:sp>
      <p:sp>
        <p:nvSpPr>
          <p:cNvPr id="4" name="">
            <a:extLst xmlns:a="http://schemas.openxmlformats.org/drawingml/2006/main">
              <a:ext uri="{FF2B5EF4-FFF2-40B4-BE49-F238E27FC236}">
                <a16:creationId xmlns:a16="http://schemas.microsoft.com/office/drawing/2014/main" id="{FECE271A-3E2D-4F76-8B6C-32DD604500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72D83F-5280-4985-95BC-C18157C966F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record holds named fields for one observation. A list of records holds several observations in order.</a:t>
            </a:r>
          </a:p>
        </p:txBody>
      </p:sp>
      <p:sp>
        <p:nvSpPr>
          <p:cNvPr id="6" name="">
            <a:extLst xmlns:a="http://schemas.openxmlformats.org/drawingml/2006/main">
              <a:ext uri="{FF2B5EF4-FFF2-40B4-BE49-F238E27FC236}">
                <a16:creationId xmlns:a16="http://schemas.microsoft.com/office/drawing/2014/main" id="{94AF71A2-D49A-4608-973C-F2968DF9D6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CF1B8A-1723-476A-9D17-2BD1944B17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records[0] selects the first dictionary. records[0]["reading"] then selects that dictionary’s reading field.</a:t>
            </a:r>
          </a:p>
        </p:txBody>
      </p:sp>
      <p:sp>
        <p:nvSpPr>
          <p:cNvPr id="8" name="">
            <a:extLst xmlns:a="http://schemas.openxmlformats.org/drawingml/2006/main">
              <a:ext uri="{FF2B5EF4-FFF2-40B4-BE49-F238E27FC236}">
                <a16:creationId xmlns:a16="http://schemas.microsoft.com/office/drawing/2014/main" id="{B080108A-6920-48F5-BA24-15014BE2DF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010981C-44C1-4E3F-BCD0-373C078CB2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in records takes one dictionary at a time. row["reading"] retrieves that observation’s field; float converts numeric text when needed.</a:t>
            </a:r>
          </a:p>
        </p:txBody>
      </p:sp>
      <p:sp>
        <p:nvSpPr>
          <p:cNvPr id="10" name="">
            <a:extLst xmlns:a="http://schemas.openxmlformats.org/drawingml/2006/main">
              <a:ext uri="{FF2B5EF4-FFF2-40B4-BE49-F238E27FC236}">
                <a16:creationId xmlns:a16="http://schemas.microsoft.com/office/drawing/2014/main" id="{4F4908C5-A7E4-4148-AA8C-98FD79DF3A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56</a:t>
            </a:r>
          </a:p>
        </p:txBody>
      </p:sp>
    </p:spTree>
    <p:extLst>
      <p:ext uri="{BB962C8B-B14F-4D97-AF65-F5344CB8AC3E}">
        <p14:creationId xmlns:p14="http://schemas.microsoft.com/office/powerpoint/2010/main" val="31353258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8248D9-6001-426E-B692-240ADB4DAA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4D6BF2-DF89-4B5B-8193-FA315719BE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CCB01E-B04C-47A2-8716-D59EA03467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B4F9F25A-19A9-4E32-9C04-50D0797A3B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959576-F2AC-4E06-8AAA-9505044B117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863DEB0-E650-4FE2-A11A-4E329C1F115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0E0A5EEF-5E1D-4BC3-A3AE-AAAA1130A6B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B9B99AA7-CEC2-47BD-9DA4-F0078452A5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57</a:t>
            </a:r>
          </a:p>
        </p:txBody>
      </p:sp>
    </p:spTree>
    <p:extLst>
      <p:ext uri="{BB962C8B-B14F-4D97-AF65-F5344CB8AC3E}">
        <p14:creationId xmlns:p14="http://schemas.microsoft.com/office/powerpoint/2010/main" val="197589094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B31196-24A4-42CB-B49F-55B170CBF5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C205D7-D74F-47D1-8761-1F00268875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8601F8-77EB-47F5-954D-A50D0F154B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CA9D1B71-D4A9-48D7-97D3-0873D272399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C15562-4951-45EA-B3A4-6D4805B4254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7CD2C0E5-7974-4A9B-9859-7055648405D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B76E589F-FC59-449D-8A2F-A872D54A8CB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00A1A84-2D3D-469C-9730-B42E8BE4A0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58</a:t>
            </a:r>
          </a:p>
        </p:txBody>
      </p:sp>
    </p:spTree>
    <p:extLst>
      <p:ext uri="{BB962C8B-B14F-4D97-AF65-F5344CB8AC3E}">
        <p14:creationId xmlns:p14="http://schemas.microsoft.com/office/powerpoint/2010/main" val="42723813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709920-0F68-428B-BC17-B3513AADDE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741615-33F6-4B2F-B7FC-ADA643DF7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F8D2C2-873D-4AF7-8EEE-30ED7A9E35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1E05BAEC-3812-42A5-80E8-36AF7B883ED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4B425B-26AA-4B72-B9DB-1B31D345C3E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DEFF3C8-FD90-4500-94CF-D9C7599A5EA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23EE53E6-D074-4704-9F6E-04B287ADFA0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FB432EAC-BF75-4F45-B6B5-CF7BA63DB9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59</a:t>
            </a:r>
          </a:p>
        </p:txBody>
      </p:sp>
    </p:spTree>
    <p:extLst>
      <p:ext uri="{BB962C8B-B14F-4D97-AF65-F5344CB8AC3E}">
        <p14:creationId xmlns:p14="http://schemas.microsoft.com/office/powerpoint/2010/main" val="213928605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B59DEC4-81FE-4493-9CFD-1A1C884039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840C18-884A-42AE-858D-9EBE5BE109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E9CDD8-DE61-4221-94BB-81CCCEC2B8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D2685969-F892-403F-95C1-2D26982DC0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9F66C5-EA23-4535-9ABC-5CB4266BAEC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CD2C4E57-264E-43C0-A739-297C7AB0E4E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2D85192-C48B-4BEC-90F1-606CB17B74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41E134FD-C3D9-4285-B32D-008CC13B5E2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3151A652-37E1-4B11-862E-3A85420C89B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C0019B42-1253-4B01-918E-ABB25B4545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C59B1846-A2F5-43BE-88AE-67B3010268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60</a:t>
            </a:r>
          </a:p>
        </p:txBody>
      </p:sp>
    </p:spTree>
    <p:extLst>
      <p:ext uri="{BB962C8B-B14F-4D97-AF65-F5344CB8AC3E}">
        <p14:creationId xmlns:p14="http://schemas.microsoft.com/office/powerpoint/2010/main" val="1338312273"/>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534F1EA-E92C-48A5-8D8B-454E6F0E05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4CD30C-E8BD-4B18-B7D7-CAA9E758F2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F69168-322F-4686-B5FE-3CDD23559E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Membership in a dictionary</a:t>
            </a:r>
          </a:p>
        </p:txBody>
      </p:sp>
      <p:sp>
        <p:nvSpPr>
          <p:cNvPr id="4" name="">
            <a:extLst xmlns:a="http://schemas.openxmlformats.org/drawingml/2006/main">
              <a:ext uri="{FF2B5EF4-FFF2-40B4-BE49-F238E27FC236}">
                <a16:creationId xmlns:a16="http://schemas.microsoft.com/office/drawing/2014/main" id="{BFCF5563-2DA3-4512-9A21-21C773692F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104683-27E5-405B-A71D-98EB13D80C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in totals asks whether group is already a dictionary key. group not in totals asks whether that key is absent.</a:t>
            </a:r>
          </a:p>
        </p:txBody>
      </p:sp>
      <p:sp>
        <p:nvSpPr>
          <p:cNvPr id="6" name="">
            <a:extLst xmlns:a="http://schemas.openxmlformats.org/drawingml/2006/main">
              <a:ext uri="{FF2B5EF4-FFF2-40B4-BE49-F238E27FC236}">
                <a16:creationId xmlns:a16="http://schemas.microsoft.com/office/drawing/2014/main" id="{F0430618-8783-422A-B5B0-0E3E81E485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417ECE-08B5-4F62-9EC3-0AFBF27D84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adding to a new group, create its total with totals[group] = 0. Then add the current record’s reading.</a:t>
            </a:r>
          </a:p>
        </p:txBody>
      </p:sp>
      <p:sp>
        <p:nvSpPr>
          <p:cNvPr id="8" name="">
            <a:extLst xmlns:a="http://schemas.openxmlformats.org/drawingml/2006/main">
              <a:ext uri="{FF2B5EF4-FFF2-40B4-BE49-F238E27FC236}">
                <a16:creationId xmlns:a16="http://schemas.microsoft.com/office/drawing/2014/main" id="{CD2D590D-63C5-4C50-84CC-ABAC361D0CE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9D9EFB-AA99-487D-A519-01517B2A26B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for visits records. The inner if runs only for a new group. The addition after the if runs for every record.</a:t>
            </a:r>
          </a:p>
        </p:txBody>
      </p:sp>
      <p:sp>
        <p:nvSpPr>
          <p:cNvPr id="10" name="">
            <a:extLst xmlns:a="http://schemas.openxmlformats.org/drawingml/2006/main">
              <a:ext uri="{FF2B5EF4-FFF2-40B4-BE49-F238E27FC236}">
                <a16:creationId xmlns:a16="http://schemas.microsoft.com/office/drawing/2014/main" id="{0EC45779-B8AA-45F0-ABD5-538210F099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61</a:t>
            </a:r>
          </a:p>
        </p:txBody>
      </p:sp>
    </p:spTree>
    <p:extLst>
      <p:ext uri="{BB962C8B-B14F-4D97-AF65-F5344CB8AC3E}">
        <p14:creationId xmlns:p14="http://schemas.microsoft.com/office/powerpoint/2010/main" val="108044771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E66A4A-4973-4234-9EF0-43510A95CF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32B169-2714-4016-B3CB-CDD315D189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5CEFE78-FC1C-4952-9B10-ADCB2487C1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89356161-AD67-4395-AB43-4049461CAA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C35E0B-86F9-422A-911C-876D0FE5D10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400DB739-352C-4588-BBE6-D8D17DFD362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CFCB6A-1287-4155-A084-ECE1843A77A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3D12B669-FCD7-4A9D-9F6D-F9E2F4E7B43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EE4820-18E4-4422-BA4B-224C5810FBD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217BA46A-1918-41BF-B146-ED76CB01703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F8EFA92-45BC-4F15-92F7-385BB9DD0F3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94FE073C-C35B-4EE8-9FD1-9967E1302E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62</a:t>
            </a:r>
          </a:p>
        </p:txBody>
      </p:sp>
    </p:spTree>
    <p:extLst>
      <p:ext uri="{BB962C8B-B14F-4D97-AF65-F5344CB8AC3E}">
        <p14:creationId xmlns:p14="http://schemas.microsoft.com/office/powerpoint/2010/main" val="131842009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B954DA-1B47-4A4F-851C-C13E8B6525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637594-7729-4D47-A6DC-6353A968F4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201069-56F4-461E-949C-1AB18CFE1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34238DFA-3D23-4FF6-B3F4-18BA43BFAC8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C9E2AE-CDFE-4227-87DA-436F76439B5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DC0C7E97-24B6-4F40-8F33-23DB7A1909F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8217415B-24EA-4076-B536-C628B35F11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AB3CD03E-76CA-40EA-AB53-BA122C1CF7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63</a:t>
            </a:r>
          </a:p>
        </p:txBody>
      </p:sp>
    </p:spTree>
    <p:extLst>
      <p:ext uri="{BB962C8B-B14F-4D97-AF65-F5344CB8AC3E}">
        <p14:creationId xmlns:p14="http://schemas.microsoft.com/office/powerpoint/2010/main" val="127457216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B0B7132-C9D0-4760-A65D-8A722EDF1D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543DD7-7DBC-432C-8008-69DA575BFA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9F00F4-A7C5-4CAC-AF22-4C11DA663F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32C47F1D-2239-48A6-951C-03EBAF297E6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2A1852-B04B-4D58-B46F-14D1AB653B4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311CF612-6441-4B3D-A3C5-C301F40377D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EC254B-6C53-44BE-B5D6-774C5414B08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40C56086-C212-48F5-B7CF-517D9F47185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897F918F-E2ED-46D0-9C41-80C44A0EE2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64</a:t>
            </a:r>
          </a:p>
        </p:txBody>
      </p:sp>
    </p:spTree>
    <p:extLst>
      <p:ext uri="{BB962C8B-B14F-4D97-AF65-F5344CB8AC3E}">
        <p14:creationId xmlns:p14="http://schemas.microsoft.com/office/powerpoint/2010/main" val="867359853"/>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B3A644-C6CF-4606-A179-2F8BEFB51D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4747E5-64C3-4D9A-944D-8288624951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CEC99F-FE01-4110-A744-BE89B7EAE6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F6D0400D-F808-41EC-B2C5-41192B039B5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0031E8-0223-4778-8CBC-045071C3007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2F42A2-8262-4008-ACA7-423AE77CCA5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5AFCD69F-026C-41DF-B043-E0570DDAE6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990BB287-CFF4-47AC-8197-DC5C2D0456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65</a:t>
            </a:r>
          </a:p>
        </p:txBody>
      </p:sp>
    </p:spTree>
    <p:extLst>
      <p:ext uri="{BB962C8B-B14F-4D97-AF65-F5344CB8AC3E}">
        <p14:creationId xmlns:p14="http://schemas.microsoft.com/office/powerpoint/2010/main" val="94197721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FAC8BE8-DA9E-46B1-9B08-3299632F56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DA8EE0-C0CF-4E91-8D54-FB198728C7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647D86-48D8-421D-B8E0-A4E7B8FD98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43E6E310-DBA6-4E55-9E83-4B4144A6919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435667-A59C-4797-81F3-422AEE2E57C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958009E4-ED8E-44F6-B6F7-97C23A5352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3E5ABAB-27E7-44FD-AF91-3657415EF09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E678C5E-DC3F-4632-9724-CFD4E51E0FA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9399973C-C3E6-47EA-9909-872ADB7F077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59E26A99-0C74-4B61-9EB4-782FC8F84D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A47653B2-CF24-4CDF-ADA2-884411F9C4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66</a:t>
            </a:r>
          </a:p>
        </p:txBody>
      </p:sp>
    </p:spTree>
    <p:extLst>
      <p:ext uri="{BB962C8B-B14F-4D97-AF65-F5344CB8AC3E}">
        <p14:creationId xmlns:p14="http://schemas.microsoft.com/office/powerpoint/2010/main" val="640081499"/>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FB9496-9EB4-4214-A40A-9F7677D91D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7977CB-BBCC-4AF7-90A7-1FB925205E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AAA5F1-038B-4C64-8245-5034F43B23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C6A6629A-41F5-4425-92F0-FCBC0645D30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23037B-3999-48E6-B0E4-781E7EA678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3914E02-C0A2-4905-89AE-ABE8D539B90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12AF3F4F-2E0E-45E4-B666-D79E7D907E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86321C8E-9CFB-4DBE-9061-0194697E65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67</a:t>
            </a:r>
          </a:p>
        </p:txBody>
      </p:sp>
    </p:spTree>
    <p:extLst>
      <p:ext uri="{BB962C8B-B14F-4D97-AF65-F5344CB8AC3E}">
        <p14:creationId xmlns:p14="http://schemas.microsoft.com/office/powerpoint/2010/main" val="190730108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2084C0C-B242-46BD-8C3F-2E9E47DD4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462261-BAF9-4BB1-9AC3-FDEA44F81E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CD6A828-34D6-46A5-9B5E-63188D770D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C01ADDB6-D700-4917-8351-FB2AA255803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38561F-6633-473E-8425-1784286C52A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CCC0E898-51D8-4B1C-B0FA-BD361CE75C5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FC37865-1587-4700-8E35-3E446A6FC23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75E2FDF1-B9B0-420E-BBFA-B5680EE04B1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7FD2815A-B563-4297-8737-B2B5CBBA00A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8B0D65A-7A63-4A72-ADCD-2AF49DDE92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BBBF525E-D1AA-4DBC-8D7F-FCFCFCC733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68</a:t>
            </a:r>
          </a:p>
        </p:txBody>
      </p:sp>
    </p:spTree>
    <p:extLst>
      <p:ext uri="{BB962C8B-B14F-4D97-AF65-F5344CB8AC3E}">
        <p14:creationId xmlns:p14="http://schemas.microsoft.com/office/powerpoint/2010/main" val="213704481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28ABB8-A943-49F6-AFB1-F3F4722F42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58E42C-7F7B-48B0-9223-9D087B4CCB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53CD136-505F-4788-90B8-8B58BF1287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conversion success and failure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Text supplied</a:t>
                      </a:r>
                    </a:p>
                  </a:txBody>
                  <a:tcPr marL="91440" marR="91440" marT="45720" marB="45720">
                    <a:solidFill>
                      <a:srgbClr val="2E7D6F"/>
                    </a:solidFill>
                  </a:tcPr>
                </a:tc>
                <a:tc>
                  <a:txBody>
                    <a:bodyPr/>
                    <a:lstStyle/>
                    <a:p>
                      <a:r>
                        <a:rPr sz="2025" b="1">
                          <a:solidFill>
                            <a:srgbClr val="FFFFFF"/>
                          </a:solidFill>
                          <a:latin typeface="Calibri"/>
                          <a:ea typeface="Calibri"/>
                          <a:cs typeface="Calibri"/>
                        </a:rPr>
                        <a:t>try block</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 after except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c>
                  <a:txBody>
                    <a:bodyPr/>
                    <a:lstStyle/>
                    <a:p>
                      <a:r>
                        <a:rPr sz="2025" b="0">
                          <a:solidFill>
                            <a:srgbClr val="1C3144"/>
                          </a:solidFill>
                          <a:latin typeface="Calibri"/>
                          <a:ea typeface="Calibri"/>
                          <a:cs typeface="Calibri"/>
                        </a:rPr>
                        <a:t>float succeeds; skip except</a:t>
                      </a:r>
                    </a:p>
                  </a:txBody>
                  <a:tcPr marL="91440" marR="91440" marT="45720" marB="45720">
                    <a:solidFill>
                      <a:srgbClr val="EEF3F6"/>
                    </a:solidFill>
                  </a:tcPr>
                </a:tc>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"bad"</a:t>
                      </a:r>
                    </a:p>
                  </a:txBody>
                  <a:tcPr marL="91440" marR="91440" marT="45720" marB="45720">
                    <a:solidFill>
                      <a:srgbClr val="FFFFFF"/>
                    </a:solidFill>
                  </a:tcPr>
                </a:tc>
                <a:tc>
                  <a:txBody>
                    <a:bodyPr/>
                    <a:lstStyle/>
                    <a:p>
                      <a:r>
                        <a:rPr sz="2025" b="0">
                          <a:solidFill>
                            <a:srgbClr val="1C3144"/>
                          </a:solidFill>
                          <a:latin typeface="Calibri"/>
                          <a:ea typeface="Calibri"/>
                          <a:cs typeface="Calibri"/>
                        </a:rPr>
                        <a:t>float raises ValueError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assigned by except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3FA87ED-BF57-473E-ACD0-3EE40EAE0A4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named conversion failure is handled. Do not use except: pass to hide unrelated errors.</a:t>
            </a:r>
          </a:p>
        </p:txBody>
      </p:sp>
      <p:sp>
        <p:nvSpPr>
          <p:cNvPr id="6" name="">
            <a:extLst xmlns:a="http://schemas.openxmlformats.org/drawingml/2006/main">
              <a:ext uri="{FF2B5EF4-FFF2-40B4-BE49-F238E27FC236}">
                <a16:creationId xmlns:a16="http://schemas.microsoft.com/office/drawing/2014/main" id="{13215D5A-E757-468D-9020-0AF90F16FE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69</a:t>
            </a:r>
          </a:p>
        </p:txBody>
      </p:sp>
    </p:spTree>
    <p:extLst>
      <p:ext uri="{BB962C8B-B14F-4D97-AF65-F5344CB8AC3E}">
        <p14:creationId xmlns:p14="http://schemas.microsoft.com/office/powerpoint/2010/main" val="135318649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926684-74A2-41D2-B668-4B652A2AFB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1ED154-1E13-4A5A-B3B2-E1AA610E38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A329A0-42FC-444E-8B2A-6840945AAD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579ADA6-58EE-4D1C-AC35-5A0B1A27FE2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CBD54F-0984-4F95-98E0-5FAA830E84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42B56B5-7787-40F5-AFF4-767342E2760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Add 8 to the list. Trace the new total and count before running. What happens if total = 0 is moved inside the loop?</a:t>
            </a:r>
          </a:p>
        </p:txBody>
      </p:sp>
      <p:sp>
        <p:nvSpPr>
          <p:cNvPr id="7" name="">
            <a:extLst xmlns:a="http://schemas.openxmlformats.org/drawingml/2006/main">
              <a:ext uri="{FF2B5EF4-FFF2-40B4-BE49-F238E27FC236}">
                <a16:creationId xmlns:a16="http://schemas.microsoft.com/office/drawing/2014/main" id="{D217E66B-9D61-408C-87BC-0DA00A451F1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Total 20, count 4, mean 5.0. Resetting inside the loop discards previous additions and leaves only the last value in total.</a:t>
            </a:r>
          </a:p>
        </p:txBody>
      </p:sp>
      <p:sp>
        <p:nvSpPr>
          <p:cNvPr id="8" name="">
            <a:extLst xmlns:a="http://schemas.openxmlformats.org/drawingml/2006/main">
              <a:ext uri="{FF2B5EF4-FFF2-40B4-BE49-F238E27FC236}">
                <a16:creationId xmlns:a16="http://schemas.microsoft.com/office/drawing/2014/main" id="{0EC5875C-DE9E-4F34-8D31-3B9F8122BE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70</a:t>
            </a:r>
          </a:p>
        </p:txBody>
      </p:sp>
    </p:spTree>
    <p:extLst>
      <p:ext uri="{BB962C8B-B14F-4D97-AF65-F5344CB8AC3E}">
        <p14:creationId xmlns:p14="http://schemas.microsoft.com/office/powerpoint/2010/main" val="442813291"/>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998C12-803A-4492-BC4D-6FBCC69AE9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7AC82D-6784-4C56-AF96-8AF1EBFA48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D144C7-5F76-4E37-B3FE-FFE30DAC73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DB03AD5-9643-4678-AB0E-4C2A5D1F40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E0F95E-AA87-46D8-BDAD-51D6DBEE546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89E3BC7A-5581-4795-8C55-0DDBCA15581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A736FC-F807-46B2-8751-8CCB9F26D1E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744056A6-6780-478C-925E-BDEACFFC950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05429E-3E14-4F6E-82EA-997F40F30CE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7AA8AA59-39C4-4A74-82EB-31C20DFCC0E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CEB47AD-4A3C-4450-B436-4DD067CDFF9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FDB181BA-AF68-46BB-8821-0CC1276760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71</a:t>
            </a:r>
          </a:p>
        </p:txBody>
      </p:sp>
    </p:spTree>
    <p:extLst>
      <p:ext uri="{BB962C8B-B14F-4D97-AF65-F5344CB8AC3E}">
        <p14:creationId xmlns:p14="http://schemas.microsoft.com/office/powerpoint/2010/main" val="68812154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7F6E9D-DF72-4558-9430-4604B672F1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237E68-952F-4308-A069-2C7060E118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97D6E4D-DC01-453D-B415-BE75029CFE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5ACC3AC8-D265-44DF-A77F-97DC2C5883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C8FAC3-3EB9-4541-B6BA-9B77F33C90FD}"/>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82A055BE-F72B-49C8-AA96-6C81DE106A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72</a:t>
            </a:r>
          </a:p>
        </p:txBody>
      </p:sp>
    </p:spTree>
    <p:extLst>
      <p:ext uri="{BB962C8B-B14F-4D97-AF65-F5344CB8AC3E}">
        <p14:creationId xmlns:p14="http://schemas.microsoft.com/office/powerpoint/2010/main" val="1970663051"/>
      </p:ext>
    </p:extLst>
  </p:cSld>
</p:sld>
</file>

<file path=ppt/slides/slide7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7986B48-4842-4541-9461-54DBEB2EBDB4}"/>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C2592BD-033A-41BE-B4C0-633693E4369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4F7A9388-257E-42E6-A318-B61D6AF6CA6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a:t>
            </a:r>
          </a:p>
        </p:txBody>
      </p:sp>
      <p:sp>
        <p:nvSpPr>
          <p:cNvPr id="4" name="">
            <a:extLst>
              <a:ext uri="{FF2B5EF4-FFF2-40B4-BE49-F238E27FC236}">
                <ns2:creationId id="{6111B77F-6D63-48EB-9DFC-425A4FD4B0BC}"/>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FC211F13-99C0-4D12-9257-6B7DBC21EA61}"/>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a:ext uri="{FF2B5EF4-FFF2-40B4-BE49-F238E27FC236}">
                <ns2:creationId id="{E0491016-5E4D-4630-BB8E-73B530576692}"/>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CA54D8CE-9220-41AC-B7D6-14927D15C110}"/>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a:ext uri="{FF2B5EF4-FFF2-40B4-BE49-F238E27FC236}">
                <ns2:creationId id="{E7D9F3BF-65B0-4726-A50C-B224DC8EC503}"/>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B29BD58-2FB5-4BEB-9748-58D432C119C2}"/>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a:ext uri="{FF2B5EF4-FFF2-40B4-BE49-F238E27FC236}">
                <ns2:creationId id="{1A025DF1-7D0E-4CD1-A331-6D75E454F492}"/>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7D5FA262-6F2D-48D5-B8EE-070C5C4F2C2D}"/>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a:ext uri="{FF2B5EF4-FFF2-40B4-BE49-F238E27FC236}">
                <ns2:creationId id="{13CBD514-7827-4D11-848B-D9A11D388BA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73</a:t>
            </a:r>
          </a:p>
        </p:txBody>
      </p:sp>
    </p:spTree>
    <p:extLst>
      <p:ext uri="{BB962C8B-B14F-4D97-AF65-F5344CB8AC3E}">
        <ns3:creationId val="1209839144"/>
      </p:ext>
    </p:extLst>
  </p:cSld>
</p:sld>
</file>

<file path=ppt/slides/slide7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7" name="">
            <a:extLst>
              <a:ext uri="{FF2B5EF4-FFF2-40B4-BE49-F238E27FC236}">
                <ns2:creationId id="{39ABF17F-675B-41C6-90A5-CF50C1E25EB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FC0EEEA-555B-4143-9C7A-196894CDDA7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7498ED2F-3E0C-4AD6-942B-A6222F81C6A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continued</a:t>
            </a:r>
          </a:p>
        </p:txBody>
      </p:sp>
      <p:sp>
        <p:nvSpPr>
          <p:cNvPr id="4" name="">
            <a:extLst>
              <a:ext uri="{FF2B5EF4-FFF2-40B4-BE49-F238E27FC236}">
                <ns2:creationId id="{C227E6F2-D83B-4B72-B427-17A37A749AA0}"/>
              </a:ext>
            </a:extLst>
          </p:cNvPr>
          <p:cNvSpPr>
            <a:spLocks noGrp="1"/>
          </p:cNvSpPr>
          <p:nvPr/>
        </p:nvSpPr>
        <p:spPr>
          <a:xfrm>
            <a:off x="590550" y="1752600"/>
            <a:ext cx="11010900" cy="4171950"/>
          </a:xfrm>
          <a:prstGeom prst="rect">
            <a:avLst/>
          </a:prstGeom>
          <a:solidFill>
            <a:srgbClr val="EEF3F6"/>
          </a:solidFill>
          <a:ln w="0">
            <a:noFill/>
          </a:ln>
        </p:spPr>
      </p:sp>
      <p:sp>
        <p:nvSpPr>
          <p:cNvPr id="5" name="">
            <a:extLst>
              <a:ext uri="{FF2B5EF4-FFF2-40B4-BE49-F238E27FC236}">
                <ns2:creationId id="{6D0CD666-785C-412E-A0F4-38B2DDA1B260}"/>
              </a:ext>
            </a:extLst>
          </p:cNvPr>
          <p:cNvSpPr>
            <a:spLocks noGrp="1"/>
          </p:cNvSpPr>
          <p:nvPr/>
        </p:nvSpPr>
        <p:spPr>
          <a:xfrm>
            <a:off x="914400" y="2228850"/>
            <a:ext cx="10334625" cy="3095625"/>
          </a:xfrm>
          <a:prstGeom prst="rect">
            <a:avLst/>
          </a:prstGeom>
          <a:noFill/>
          <a:ln w="0">
            <a:noFill/>
          </a:ln>
        </p:spPr>
        <p:txBody>
          <a:bodyPr>
            <a:noAutofit/>
          </a:bodyPr>
          <a:lstStyle/>
          <a:p>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a:ext uri="{FF2B5EF4-FFF2-40B4-BE49-F238E27FC236}">
                <ns2:creationId id="{3639C7E5-A329-469B-B5E9-4101F14D0C3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74</a:t>
            </a:r>
          </a:p>
        </p:txBody>
      </p:sp>
    </p:spTree>
    <p:extLst>
      <p:ext uri="{BB962C8B-B14F-4D97-AF65-F5344CB8AC3E}">
        <ns3:creationId val="2077948300"/>
      </p:ext>
    </p:extLst>
  </p:cSld>
</p:sld>
</file>

<file path=ppt/slides/slide7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4504222-F882-4A7F-9264-F0C4AFDCB98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DA56018-948B-4D8F-9764-0B7C9030A16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83FED474-1642-4B9E-8CE8-FA830614D184}"/>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D70A1388-AF48-4462-BCD4-0C187D0B5762}"/>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B291DB8C-2839-47C8-A74E-3ED1646A2DFD}"/>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a:ext uri="{FF2B5EF4-FFF2-40B4-BE49-F238E27FC236}">
                <ns2:creationId id="{056EBFE8-34CC-42A0-B576-F9AA8AF34B0C}"/>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FC2F192E-9193-4A54-88BF-E0C7C98A6C2F}"/>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CE8CF283-E065-4DC8-97EC-6676E77D5D62}"/>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175F6E4-3AF2-4261-991E-FFF6A593791D}"/>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126D5372-ECD2-4726-A5FD-395F1815E165}"/>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A09A7BD7-9A19-49EB-AD5F-58E1AB44B953}"/>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F4AF66E1-C007-44EF-87DC-C9444785EE8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75</a:t>
            </a:r>
          </a:p>
        </p:txBody>
      </p:sp>
    </p:spTree>
    <p:extLst>
      <p:ext uri="{BB962C8B-B14F-4D97-AF65-F5344CB8AC3E}">
        <ns3:creationId val="1851263162"/>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039F65-7C43-4F98-90CB-4F88EAE2CD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9C04C8-C4E5-4E31-8393-AF1095F8D9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7D2C34-8340-4DA2-9FC5-D67B41A319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C2461F59-377A-493D-AD7B-DDA82978F3D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5373B6-DFAF-4D1D-906C-647FE2695EB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8AB15F-3447-4C26-8B84-352607CD23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winding_temp_c field is nonblank.</a:t>
            </a:r>
          </a:p>
        </p:txBody>
      </p:sp>
      <p:sp>
        <p:nvSpPr>
          <p:cNvPr id="7" name="">
            <a:extLst xmlns:a="http://schemas.openxmlformats.org/drawingml/2006/main">
              <a:ext uri="{FF2B5EF4-FFF2-40B4-BE49-F238E27FC236}">
                <a16:creationId xmlns:a16="http://schemas.microsoft.com/office/drawing/2014/main" id="{2BA78605-9AAF-4BE8-9545-9DA39C53D9B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77073D1B-4BC6-4EA3-9AE8-11982399EF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76</a:t>
            </a:r>
          </a:p>
        </p:txBody>
      </p:sp>
    </p:spTree>
    <p:extLst>
      <p:ext uri="{BB962C8B-B14F-4D97-AF65-F5344CB8AC3E}">
        <p14:creationId xmlns:p14="http://schemas.microsoft.com/office/powerpoint/2010/main" val="1214226619"/>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F6363F-F5A3-4D8B-935A-34D1491EA7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A863FF-2722-45BB-BEFB-0190FB39C5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96124A-563D-41BA-9EFE-B8788F7472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C7529DF9-ADD9-4C8B-B750-873370F261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57A9B6-EA4E-4BC2-9D09-FF0F8C4590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winding_temp_c values as a number.</a:t>
            </a:r>
          </a:p>
        </p:txBody>
      </p:sp>
      <p:sp>
        <p:nvSpPr>
          <p:cNvPr id="6" name="">
            <a:extLst xmlns:a="http://schemas.openxmlformats.org/drawingml/2006/main">
              <a:ext uri="{FF2B5EF4-FFF2-40B4-BE49-F238E27FC236}">
                <a16:creationId xmlns:a16="http://schemas.microsoft.com/office/drawing/2014/main" id="{E7A92628-0E85-4F90-A688-D4E9620092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3DB135-4BC6-4EB5-8541-225666B061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D0EC080E-B0FF-4CEF-8560-DE3D57114C3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75C991-F616-4F61-9C25-9B55882AF2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D21A5E1B-0DAD-4655-BF83-E4AFC05F3B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77</a:t>
            </a:r>
          </a:p>
        </p:txBody>
      </p:sp>
    </p:spTree>
    <p:extLst>
      <p:ext uri="{BB962C8B-B14F-4D97-AF65-F5344CB8AC3E}">
        <p14:creationId xmlns:p14="http://schemas.microsoft.com/office/powerpoint/2010/main" val="70666882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C8DAF2-B997-4D76-A974-3D0F3FFAE6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6349B8-0B5E-4401-BB1D-51098A1703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AF2D6E-F50D-44D7-837C-7B95A3AEAC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66EAC2E5-9AD3-4C1B-AE7E-6DF36EE4B03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13D379-A2CA-425F-B5A9-F96FF3FE807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B3F6C8-BB92-4B44-B682-6B9D7B5504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winding_temp_c readings strictly greater than 130.0.</a:t>
            </a:r>
          </a:p>
        </p:txBody>
      </p:sp>
      <p:sp>
        <p:nvSpPr>
          <p:cNvPr id="7" name="">
            <a:extLst xmlns:a="http://schemas.openxmlformats.org/drawingml/2006/main">
              <a:ext uri="{FF2B5EF4-FFF2-40B4-BE49-F238E27FC236}">
                <a16:creationId xmlns:a16="http://schemas.microsoft.com/office/drawing/2014/main" id="{7CDA6446-8DE2-4BA2-9F87-DD82A431EF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4F016DD6-B585-49D3-B21D-C8A0A1AC6F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78</a:t>
            </a:r>
          </a:p>
        </p:txBody>
      </p:sp>
    </p:spTree>
    <p:extLst>
      <p:ext uri="{BB962C8B-B14F-4D97-AF65-F5344CB8AC3E}">
        <p14:creationId xmlns:p14="http://schemas.microsoft.com/office/powerpoint/2010/main" val="2018896073"/>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9C22FC-43CD-4E40-90E4-E1A4DBFA53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FAAC35-96E3-4E31-9C34-35FC3BC13D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0822C3-8211-40A8-9DAC-6E17FFEA7B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426B5FCB-501D-4842-AEDB-60FF3B2678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647441-F0B9-441D-9250-34039DCAB7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motor_id labels and whose values are the mean valid winding_temp_c readings within each group.</a:t>
            </a:r>
          </a:p>
        </p:txBody>
      </p:sp>
      <p:sp>
        <p:nvSpPr>
          <p:cNvPr id="6" name="">
            <a:extLst xmlns:a="http://schemas.openxmlformats.org/drawingml/2006/main">
              <a:ext uri="{FF2B5EF4-FFF2-40B4-BE49-F238E27FC236}">
                <a16:creationId xmlns:a16="http://schemas.microsoft.com/office/drawing/2014/main" id="{FE035B95-3864-4506-BAFC-54509DAFCE6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44B4B86-AF5C-48CF-AAC1-BDCE65604E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B9F15B56-2779-4249-96AB-B56B85CD2A6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246473-E745-4EF5-937D-7C4847DE67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9BC44D69-A225-4181-BED3-5082074FA0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79</a:t>
            </a:r>
          </a:p>
        </p:txBody>
      </p:sp>
    </p:spTree>
    <p:extLst>
      <p:ext uri="{BB962C8B-B14F-4D97-AF65-F5344CB8AC3E}">
        <p14:creationId xmlns:p14="http://schemas.microsoft.com/office/powerpoint/2010/main" val="2139400538"/>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6E4C6A-1D6D-48F4-B0E9-27E174B1C9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46776A-5F5D-4EB5-BAAD-6ED1B5EDEA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FB67D6-ECE7-4915-AA21-B0A2C24AE3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C9CBB05A-0732-42A2-9413-D8AC8B4C38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3DF4EE-3558-48B4-B243-3E98E5FD8A7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E02B6612-801B-4F35-A378-4EF2E4DAAF0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6872A7-CCCF-454E-B08C-FAB2F9CEC7C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C031BD57-2813-41B6-92C4-6EF9D0553DB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4A913D-E89C-41C7-AD52-8E20A7F8FA9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winding_temp_c values must be skipped in numerical summaries.</a:t>
            </a:r>
          </a:p>
        </p:txBody>
      </p:sp>
      <p:sp>
        <p:nvSpPr>
          <p:cNvPr id="10" name="">
            <a:extLst xmlns:a="http://schemas.openxmlformats.org/drawingml/2006/main">
              <a:ext uri="{FF2B5EF4-FFF2-40B4-BE49-F238E27FC236}">
                <a16:creationId xmlns:a16="http://schemas.microsoft.com/office/drawing/2014/main" id="{9E78B3E9-328C-4F7F-B549-951AE6AB610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FF40266-8324-4B76-9890-FC6A18B351B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130.0 is a teaching assumption.</a:t>
            </a:r>
          </a:p>
        </p:txBody>
      </p:sp>
      <p:sp>
        <p:nvSpPr>
          <p:cNvPr id="12" name="">
            <a:extLst xmlns:a="http://schemas.openxmlformats.org/drawingml/2006/main">
              <a:ext uri="{FF2B5EF4-FFF2-40B4-BE49-F238E27FC236}">
                <a16:creationId xmlns:a16="http://schemas.microsoft.com/office/drawing/2014/main" id="{5B40DCC5-F30E-4460-8F07-546B988804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80</a:t>
            </a:r>
          </a:p>
        </p:txBody>
      </p:sp>
    </p:spTree>
    <p:extLst>
      <p:ext uri="{BB962C8B-B14F-4D97-AF65-F5344CB8AC3E}">
        <p14:creationId xmlns:p14="http://schemas.microsoft.com/office/powerpoint/2010/main" val="343496999"/>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A5A580-3850-4272-A56B-9A83E3A257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F5F5AA-97D6-401F-8DCD-7F37E71241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66511F-E15C-49BB-B1D8-A53926C585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ACF6D50E-1695-4665-86B1-5AD3EE72E0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9C7749-0F11-466B-B32B-428614B07BF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130.0) and group_means keyed by motor_id.</a:t>
            </a:r>
          </a:p>
        </p:txBody>
      </p:sp>
      <p:sp>
        <p:nvSpPr>
          <p:cNvPr id="6" name="">
            <a:extLst xmlns:a="http://schemas.openxmlformats.org/drawingml/2006/main">
              <a:ext uri="{FF2B5EF4-FFF2-40B4-BE49-F238E27FC236}">
                <a16:creationId xmlns:a16="http://schemas.microsoft.com/office/drawing/2014/main" id="{975F913A-7A92-469E-9A82-B7D5A388C31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B7862F-3141-4950-999E-B08F87FBC7B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397D48D0-9110-4DB2-88C1-03726E74B6B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1E7EF3-20AE-454E-B0E0-CE9C2AF8337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D9322AA0-C510-4B62-9E66-9A09C586A6E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E474A3B-BF1F-4149-AEF8-47CF3FEE638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EA9FAFF7-EDCA-497D-87F8-D7905CDFF9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81</a:t>
            </a:r>
          </a:p>
        </p:txBody>
      </p:sp>
    </p:spTree>
    <p:extLst>
      <p:ext uri="{BB962C8B-B14F-4D97-AF65-F5344CB8AC3E}">
        <p14:creationId xmlns:p14="http://schemas.microsoft.com/office/powerpoint/2010/main" val="600610192"/>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94F304-E71D-477F-979A-78FF57C3C8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849257-92E5-4A73-8316-1EED98FB8E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30F664-486D-4E8D-8F14-A14EEEED08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CF4E98A8-DD90-4A3C-A07C-B760D277CC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B8CD77-69A7-45D9-BC04-574D2989BA1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9BE4750E-30CA-48F0-B89B-2EF8CB3B3EB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EF0C03-7AEB-4EC3-B6C1-7C2B24A629E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804B9D2F-8F36-4B96-BC44-EB26FF06D68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6420F8-613C-4393-A5BD-17276606731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617615B1-DEB5-4FD1-B91C-674D33778FF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7772A0C-D47F-4D1D-A846-9DC86BB87A1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086B296B-FE5C-4A19-B34A-478BE0E48D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82</a:t>
            </a:r>
          </a:p>
        </p:txBody>
      </p:sp>
    </p:spTree>
    <p:extLst>
      <p:ext uri="{BB962C8B-B14F-4D97-AF65-F5344CB8AC3E}">
        <p14:creationId xmlns:p14="http://schemas.microsoft.com/office/powerpoint/2010/main" val="1381980107"/>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48C461B-3BE1-4402-B060-459890416C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FB84A1-0678-4271-B9B7-BAE23F4660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292CAA7-86AD-43D7-BE40-5C005EE27F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FD09BD49-CF5A-4C0A-A9BD-2AA2A72FAB4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17EFE9-DD44-4216-8D37-256174B0C31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11:00 Kampala</a:t>
            </a:r>
          </a:p>
        </p:txBody>
      </p:sp>
      <p:sp>
        <p:nvSpPr>
          <p:cNvPr id="6" name="">
            <a:extLst xmlns:a="http://schemas.openxmlformats.org/drawingml/2006/main">
              <a:ext uri="{FF2B5EF4-FFF2-40B4-BE49-F238E27FC236}">
                <a16:creationId xmlns:a16="http://schemas.microsoft.com/office/drawing/2014/main" id="{A3F271A8-630F-4491-853A-C95CCBE01F8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3AAEC3-A92F-466A-9854-ACDA6D8DA20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11:00 Kampala</a:t>
            </a:r>
          </a:p>
        </p:txBody>
      </p:sp>
      <p:sp>
        <p:nvSpPr>
          <p:cNvPr id="8" name="">
            <a:extLst xmlns:a="http://schemas.openxmlformats.org/drawingml/2006/main">
              <a:ext uri="{FF2B5EF4-FFF2-40B4-BE49-F238E27FC236}">
                <a16:creationId xmlns:a16="http://schemas.microsoft.com/office/drawing/2014/main" id="{5A498F6B-790D-4066-A7C5-2CAACC1B943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AC9443-1A9A-4C5F-8627-2624C711D46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7C3E7FB-C314-47EF-8A12-FBAF3AD497D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5B58285-778F-471F-A9B6-5C64402469A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24C0218-9F1F-434B-8CE1-BB7E0406481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13C0AD-38D0-4C11-9E66-24D10D45582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ead8030b0534ef0"/>
              </a:rPr>
              <a:t>Open W04 assignment form</a:t>
            </a:r>
          </a:p>
        </p:txBody>
      </p:sp>
      <p:sp>
        <p:nvSpPr>
          <p:cNvPr id="14" name="">
            <a:extLst xmlns:a="http://schemas.openxmlformats.org/drawingml/2006/main">
              <a:ext uri="{FF2B5EF4-FFF2-40B4-BE49-F238E27FC236}">
                <a16:creationId xmlns:a16="http://schemas.microsoft.com/office/drawing/2014/main" id="{3DA94609-39A4-40D2-B6AA-116C314214E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https://docs.google.com/forms/d/e/1FAIpQLSePYYXhI694GpzUBX1qxmt3pml_MGCxvT9R9o-fT0__kqrmNA/viewform</a:t>
            </a:r>
          </a:p>
        </p:txBody>
      </p:sp>
      <p:sp>
        <p:nvSpPr>
          <p:cNvPr id="15" name="">
            <a:extLst xmlns:a="http://schemas.openxmlformats.org/drawingml/2006/main">
              <a:ext uri="{FF2B5EF4-FFF2-40B4-BE49-F238E27FC236}">
                <a16:creationId xmlns:a16="http://schemas.microsoft.com/office/drawing/2014/main" id="{788049E2-D0AB-4995-A6E3-7692EC2035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83</a:t>
            </a:r>
          </a:p>
        </p:txBody>
      </p:sp>
    </p:spTree>
    <p:extLst>
      <p:ext uri="{BB962C8B-B14F-4D97-AF65-F5344CB8AC3E}">
        <p14:creationId xmlns:p14="http://schemas.microsoft.com/office/powerpoint/2010/main" val="1227997552"/>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338DDA7E-39D8-4315-9925-2825FC70007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DDD128F9-DF59-4D25-BD76-8D16A2045FF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48855293-18BC-4184-8449-44F27655ABA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a:ext uri="{FF2B5EF4-FFF2-40B4-BE49-F238E27FC236}">
                <ns2:creationId id="{BE5A4668-A8AC-4169-A79E-CD3331D59D0F}"/>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24FD3923-AB1C-4067-8F6C-87800EFA1068}"/>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833889D8-6C07-486A-BE7A-4117D0BD0C07}"/>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08CF5DCC-FD7E-40C9-A38A-7330EE6BCE19}"/>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656C53AD-5432-4EE8-AAE8-6FAA67679C6B}"/>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2FD81342-C22C-46B8-8693-E35531F8EC34}"/>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7EBF0D0D-6CFF-4FB1-A704-93625119BACC}"/>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2A78D061-84F7-4622-9554-02813FE6B502}"/>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10cf2ea85cf248cd"/>
          <a:stretch/>
        </p:blipFill>
        <p:spPr>
          <a:xfrm>
            <a:off x="9134475" y="2095500"/>
            <a:ext cx="2190750" cy="2190750"/>
          </a:xfrm>
          <a:prstGeom prst="rect">
            <a:avLst/>
          </a:prstGeom>
        </p:spPr>
      </p:pic>
      <p:sp>
        <p:nvSpPr>
          <p:cNvPr id="13" name="">
            <a:extLst>
              <a:ext uri="{FF2B5EF4-FFF2-40B4-BE49-F238E27FC236}">
                <ns2:creationId id="{462D6A70-A07C-4943-AEC6-ED978DE87248}"/>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FC7FD7B8-9440-4354-9B9A-6F14B532E404}"/>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A5CBDFDE-AE2C-449D-9C9B-70C99B6BA362}"/>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f36a03f6c885490b"/>
              </a:rPr>
              <a:t>Open this week’s quiz</a:t>
            </a:r>
          </a:p>
        </p:txBody>
      </p:sp>
      <p:sp>
        <p:nvSpPr>
          <p:cNvPr id="16" name="">
            <a:extLst>
              <a:ext uri="{FF2B5EF4-FFF2-40B4-BE49-F238E27FC236}">
                <ns2:creationId id="{A5BB4510-1C2D-48C0-A446-89A1EBA04D62}"/>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https://forms.gle/grjS1HFfSwn9BcYr9</a:t>
            </a:r>
          </a:p>
        </p:txBody>
      </p:sp>
      <p:sp>
        <p:nvSpPr>
          <p:cNvPr id="17" name="">
            <a:extLst>
              <a:ext uri="{FF2B5EF4-FFF2-40B4-BE49-F238E27FC236}">
                <ns2:creationId id="{1A87D9A2-62B5-4EEE-9423-35CED5FCC6C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84</a:t>
            </a:r>
          </a:p>
        </p:txBody>
      </p:sp>
    </p:spTree>
    <p:extLst>
      <p:ext uri="{BB962C8B-B14F-4D97-AF65-F5344CB8AC3E}">
        <ns4:creationId val="1561370508"/>
      </p:ext>
    </p:extLst>
  </p:cSld>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7CB60A35-59CB-4B9B-8EBC-01B169009C2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D55B588C-E05C-4F91-9FD9-F1464E1B1B1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D06E5748-A15F-41CE-8F92-8A9E5872DFBA}"/>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41FD1BB4-58A6-41A4-B191-5AB7E6CCC66D}"/>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C710442F-9F53-4229-A1B5-0DD8A58962B3}"/>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56FEC94D-DBA6-438E-ABEC-8E6C288D52A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85</a:t>
            </a:r>
          </a:p>
        </p:txBody>
      </p:sp>
    </p:spTree>
    <p:extLst>
      <p:ext uri="{BB962C8B-B14F-4D97-AF65-F5344CB8AC3E}">
        <ns3:creationId val="17697277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2026-09-28T21:46:20.4900000Z</dcterms:created>
  <dcterms:modified xsi:type="dcterms:W3CDTF">2026-09-28T21:46:20.4900000Z</dcterms:modified>
</coreProperties>
</file>