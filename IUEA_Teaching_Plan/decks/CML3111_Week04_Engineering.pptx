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fd4e67d7f94683" /><Relationship Type="http://schemas.openxmlformats.org/officeDocument/2006/relationships/extended-properties" Target="/docProps/app.xml" Id="R092dc3d3a01f4b39" /><Relationship Type="http://schemas.openxmlformats.org/officeDocument/2006/relationships/officeDocument" Target="/ppt/presentation.xml" Id="R79a9b2102a374ed4" /></Relationships>
</file>

<file path=ppt/presentation.xml><?xml version="1.0" encoding="utf-8"?>
<p:presentation xmlns:p="http://schemas.openxmlformats.org/presentationml/2006/main">
  <p:sldMasterIdLst>
    <p:sldMasterId xmlns:r="http://schemas.openxmlformats.org/officeDocument/2006/relationships" id="2147483648" r:id="R3f8e1ca6de734daf"/>
  </p:sldMasterIdLst>
  <p:notesMasterIdLst>
    <p:notesMasterId xmlns:r="http://schemas.openxmlformats.org/officeDocument/2006/relationships" r:id="Rb872d9c766914c28"/>
  </p:notesMasterIdLst>
  <p:sldIdLst>
    <p:sldId xmlns:r="http://schemas.openxmlformats.org/officeDocument/2006/relationships" id="256" r:id="R9be9169566ba440e"/>
    <p:sldId xmlns:r="http://schemas.openxmlformats.org/officeDocument/2006/relationships" id="257" r:id="R7e05f8de2fcc4280"/>
    <p:sldId xmlns:r="http://schemas.openxmlformats.org/officeDocument/2006/relationships" id="258" r:id="Rade29895a23d4424"/>
    <p:sldId xmlns:r="http://schemas.openxmlformats.org/officeDocument/2006/relationships" id="259" r:id="R607a0ac1bf654e72"/>
    <p:sldId xmlns:r="http://schemas.openxmlformats.org/officeDocument/2006/relationships" id="260" r:id="R1df1e56464a448ac"/>
    <p:sldId xmlns:r="http://schemas.openxmlformats.org/officeDocument/2006/relationships" id="261" r:id="Ra7395c4ecfaf43af"/>
    <p:sldId xmlns:r="http://schemas.openxmlformats.org/officeDocument/2006/relationships" id="262" r:id="R3786a918cc9549ae"/>
    <p:sldId xmlns:r="http://schemas.openxmlformats.org/officeDocument/2006/relationships" id="263" r:id="R62d840f24f224970"/>
    <p:sldId xmlns:r="http://schemas.openxmlformats.org/officeDocument/2006/relationships" id="264" r:id="Rda375fe787ad4a1e"/>
    <p:sldId xmlns:r="http://schemas.openxmlformats.org/officeDocument/2006/relationships" id="265" r:id="R2153a85aa0754f80"/>
    <p:sldId xmlns:r="http://schemas.openxmlformats.org/officeDocument/2006/relationships" id="266" r:id="Rc984d9dc9c274e29"/>
    <p:sldId xmlns:r="http://schemas.openxmlformats.org/officeDocument/2006/relationships" id="267" r:id="R51e27b0ce9fa4556"/>
    <p:sldId xmlns:r="http://schemas.openxmlformats.org/officeDocument/2006/relationships" id="268" r:id="Rc10ee53fc7474dc8"/>
    <p:sldId xmlns:r="http://schemas.openxmlformats.org/officeDocument/2006/relationships" id="269" r:id="R2959fd2f4da14ef5"/>
    <p:sldId xmlns:r="http://schemas.openxmlformats.org/officeDocument/2006/relationships" id="270" r:id="R9bce44a833d8488b"/>
    <p:sldId xmlns:r="http://schemas.openxmlformats.org/officeDocument/2006/relationships" id="271" r:id="Rceaf6ee0798d47f0"/>
    <p:sldId xmlns:r="http://schemas.openxmlformats.org/officeDocument/2006/relationships" id="272" r:id="Rab8082197ad74ac6"/>
    <p:sldId xmlns:r="http://schemas.openxmlformats.org/officeDocument/2006/relationships" id="273" r:id="Rd20b9b6dd2c34ed5"/>
    <p:sldId xmlns:r="http://schemas.openxmlformats.org/officeDocument/2006/relationships" id="274" r:id="Ra74cf30354d142f8"/>
    <p:sldId xmlns:r="http://schemas.openxmlformats.org/officeDocument/2006/relationships" id="275" r:id="R83aa81bba4b349cc"/>
    <p:sldId xmlns:r="http://schemas.openxmlformats.org/officeDocument/2006/relationships" id="276" r:id="Re2512e4219e147fd"/>
    <p:sldId xmlns:r="http://schemas.openxmlformats.org/officeDocument/2006/relationships" id="277" r:id="Rdfbac68f5ea14e2b"/>
    <p:sldId xmlns:r="http://schemas.openxmlformats.org/officeDocument/2006/relationships" id="278" r:id="R07c17350307e4da7"/>
    <p:sldId xmlns:r="http://schemas.openxmlformats.org/officeDocument/2006/relationships" id="279" r:id="R67e84baac7c7488f"/>
    <p:sldId xmlns:r="http://schemas.openxmlformats.org/officeDocument/2006/relationships" id="280" r:id="Re7945013d0eb4cc7"/>
    <p:sldId xmlns:r="http://schemas.openxmlformats.org/officeDocument/2006/relationships" id="281" r:id="R28edd3aa5925472c"/>
    <p:sldId xmlns:r="http://schemas.openxmlformats.org/officeDocument/2006/relationships" id="282" r:id="Re90fea7dfd59441e"/>
    <p:sldId xmlns:r="http://schemas.openxmlformats.org/officeDocument/2006/relationships" id="283" r:id="Ra02d6f67dfc04e86"/>
    <p:sldId xmlns:r="http://schemas.openxmlformats.org/officeDocument/2006/relationships" id="284" r:id="Ra8a76d8143724f66"/>
    <p:sldId xmlns:r="http://schemas.openxmlformats.org/officeDocument/2006/relationships" id="285" r:id="R213889ceda69479a"/>
    <p:sldId xmlns:r="http://schemas.openxmlformats.org/officeDocument/2006/relationships" id="286" r:id="R48e54c2eaddd49bd"/>
    <p:sldId xmlns:r="http://schemas.openxmlformats.org/officeDocument/2006/relationships" id="287" r:id="Ra55dfd01422a4e96"/>
    <p:sldId xmlns:r="http://schemas.openxmlformats.org/officeDocument/2006/relationships" id="288" r:id="R865d33a378de46bd"/>
    <p:sldId xmlns:r="http://schemas.openxmlformats.org/officeDocument/2006/relationships" id="289" r:id="Red3c5f3e135b4b8e"/>
    <p:sldId xmlns:r="http://schemas.openxmlformats.org/officeDocument/2006/relationships" id="290" r:id="R035a06a526e84391"/>
    <p:sldId xmlns:r="http://schemas.openxmlformats.org/officeDocument/2006/relationships" id="291" r:id="R82cc320e43fa4277"/>
    <p:sldId xmlns:r="http://schemas.openxmlformats.org/officeDocument/2006/relationships" id="292" r:id="R3b4f17e9045a4bab"/>
    <p:sldId xmlns:r="http://schemas.openxmlformats.org/officeDocument/2006/relationships" id="293" r:id="Rb8ff63a926494753"/>
    <p:sldId xmlns:r="http://schemas.openxmlformats.org/officeDocument/2006/relationships" id="294" r:id="Rca95e6c96dac4e54"/>
    <p:sldId xmlns:r="http://schemas.openxmlformats.org/officeDocument/2006/relationships" id="295" r:id="Rcbaa26534ee94ecd"/>
    <p:sldId xmlns:r="http://schemas.openxmlformats.org/officeDocument/2006/relationships" id="296" r:id="R0200ea2dfb8546e7"/>
    <p:sldId xmlns:r="http://schemas.openxmlformats.org/officeDocument/2006/relationships" id="297" r:id="R703a2a52f57f4e17"/>
    <p:sldId xmlns:r="http://schemas.openxmlformats.org/officeDocument/2006/relationships" id="298" r:id="R02a13fb985af4c7b"/>
    <p:sldId xmlns:r="http://schemas.openxmlformats.org/officeDocument/2006/relationships" id="299" r:id="R734a9c828fb44f35"/>
    <p:sldId xmlns:r="http://schemas.openxmlformats.org/officeDocument/2006/relationships" id="300" r:id="R5ab68df57b3245dc"/>
    <p:sldId xmlns:r="http://schemas.openxmlformats.org/officeDocument/2006/relationships" id="301" r:id="R8c191f915c914e71"/>
    <p:sldId xmlns:r="http://schemas.openxmlformats.org/officeDocument/2006/relationships" id="302" r:id="R6f20587a77674f5a"/>
    <p:sldId xmlns:r="http://schemas.openxmlformats.org/officeDocument/2006/relationships" id="303" r:id="R3745d51dd3fe440e"/>
    <p:sldId xmlns:r="http://schemas.openxmlformats.org/officeDocument/2006/relationships" id="304" r:id="Reed314a88df44ff1"/>
    <p:sldId xmlns:r="http://schemas.openxmlformats.org/officeDocument/2006/relationships" id="305" r:id="Rbb0df86ebc374829"/>
    <p:sldId xmlns:r="http://schemas.openxmlformats.org/officeDocument/2006/relationships" id="306" r:id="Rc96b4dd7f0184116"/>
    <p:sldId xmlns:r="http://schemas.openxmlformats.org/officeDocument/2006/relationships" id="307" r:id="Rc717fa8d8e24490a"/>
    <p:sldId xmlns:r="http://schemas.openxmlformats.org/officeDocument/2006/relationships" id="308" r:id="R88dd7ca349e24e29"/>
    <p:sldId xmlns:r="http://schemas.openxmlformats.org/officeDocument/2006/relationships" id="309" r:id="R2e1f1559ff7242b0"/>
    <p:sldId xmlns:r="http://schemas.openxmlformats.org/officeDocument/2006/relationships" id="310" r:id="Rd7fc9510f69b4d78"/>
    <p:sldId xmlns:r="http://schemas.openxmlformats.org/officeDocument/2006/relationships" id="311" r:id="Rc33862b8d13b421d"/>
    <p:sldId xmlns:r="http://schemas.openxmlformats.org/officeDocument/2006/relationships" id="312" r:id="R79268acefa9c4c65"/>
    <p:sldId xmlns:r="http://schemas.openxmlformats.org/officeDocument/2006/relationships" id="313" r:id="R47e92c81d7bb49aa"/>
    <p:sldId xmlns:r="http://schemas.openxmlformats.org/officeDocument/2006/relationships" id="314" r:id="Rc71e76804e544977"/>
    <p:sldId xmlns:r="http://schemas.openxmlformats.org/officeDocument/2006/relationships" id="315" r:id="Rb6da52a9b0b34f2a"/>
    <p:sldId xmlns:r="http://schemas.openxmlformats.org/officeDocument/2006/relationships" id="316" r:id="R824a17e517f7491d"/>
    <p:sldId xmlns:r="http://schemas.openxmlformats.org/officeDocument/2006/relationships" id="317" r:id="Ra930b2b6e0704df7"/>
    <p:sldId xmlns:r="http://schemas.openxmlformats.org/officeDocument/2006/relationships" id="318" r:id="R0dac0f9213f14fb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170706f56146fe" /><Relationship Type="http://schemas.openxmlformats.org/officeDocument/2006/relationships/slideMaster" Target="/ppt/slideMasters/slideMaster1.xml" Id="R3f8e1ca6de734daf" /><Relationship Type="http://schemas.openxmlformats.org/officeDocument/2006/relationships/notesMaster" Target="/ppt/notesMasters/notesMaster1.xml" Id="Rb872d9c766914c28" /><Relationship Type="http://schemas.openxmlformats.org/officeDocument/2006/relationships/presProps" Target="/ppt/presProps.xml" Id="R0c783d0159674287" /><Relationship Type="http://schemas.openxmlformats.org/officeDocument/2006/relationships/tableStyles" Target="/ppt/tableStyles.xml" Id="R9f327a5608884e55" /><Relationship Type="http://schemas.openxmlformats.org/officeDocument/2006/relationships/slide" Target="/ppt/slides/slide1.xml" Id="R9be9169566ba440e" /><Relationship Type="http://schemas.openxmlformats.org/officeDocument/2006/relationships/slide" Target="/ppt/slides/slide2.xml" Id="R7e05f8de2fcc4280" /><Relationship Type="http://schemas.openxmlformats.org/officeDocument/2006/relationships/slide" Target="/ppt/slides/slide3.xml" Id="Rade29895a23d4424" /><Relationship Type="http://schemas.openxmlformats.org/officeDocument/2006/relationships/slide" Target="/ppt/slides/slide4.xml" Id="R607a0ac1bf654e72" /><Relationship Type="http://schemas.openxmlformats.org/officeDocument/2006/relationships/slide" Target="/ppt/slides/slide5.xml" Id="R1df1e56464a448ac" /><Relationship Type="http://schemas.openxmlformats.org/officeDocument/2006/relationships/slide" Target="/ppt/slides/slide6.xml" Id="Ra7395c4ecfaf43af" /><Relationship Type="http://schemas.openxmlformats.org/officeDocument/2006/relationships/slide" Target="/ppt/slides/slide7.xml" Id="R3786a918cc9549ae" /><Relationship Type="http://schemas.openxmlformats.org/officeDocument/2006/relationships/slide" Target="/ppt/slides/slide8.xml" Id="R62d840f24f224970" /><Relationship Type="http://schemas.openxmlformats.org/officeDocument/2006/relationships/slide" Target="/ppt/slides/slide9.xml" Id="Rda375fe787ad4a1e" /><Relationship Type="http://schemas.openxmlformats.org/officeDocument/2006/relationships/slide" Target="/ppt/slides/slide10.xml" Id="R2153a85aa0754f80" /><Relationship Type="http://schemas.openxmlformats.org/officeDocument/2006/relationships/slide" Target="/ppt/slides/slide11.xml" Id="Rc984d9dc9c274e29" /><Relationship Type="http://schemas.openxmlformats.org/officeDocument/2006/relationships/slide" Target="/ppt/slides/slide12.xml" Id="R51e27b0ce9fa4556" /><Relationship Type="http://schemas.openxmlformats.org/officeDocument/2006/relationships/slide" Target="/ppt/slides/slide13.xml" Id="Rc10ee53fc7474dc8" /><Relationship Type="http://schemas.openxmlformats.org/officeDocument/2006/relationships/slide" Target="/ppt/slides/slide14.xml" Id="R2959fd2f4da14ef5" /><Relationship Type="http://schemas.openxmlformats.org/officeDocument/2006/relationships/slide" Target="/ppt/slides/slide15.xml" Id="R9bce44a833d8488b" /><Relationship Type="http://schemas.openxmlformats.org/officeDocument/2006/relationships/slide" Target="/ppt/slides/slide16.xml" Id="Rceaf6ee0798d47f0" /><Relationship Type="http://schemas.openxmlformats.org/officeDocument/2006/relationships/slide" Target="/ppt/slides/slide17.xml" Id="Rab8082197ad74ac6" /><Relationship Type="http://schemas.openxmlformats.org/officeDocument/2006/relationships/slide" Target="/ppt/slides/slide18.xml" Id="Rd20b9b6dd2c34ed5" /><Relationship Type="http://schemas.openxmlformats.org/officeDocument/2006/relationships/slide" Target="/ppt/slides/slide19.xml" Id="Ra74cf30354d142f8" /><Relationship Type="http://schemas.openxmlformats.org/officeDocument/2006/relationships/slide" Target="/ppt/slides/slide20.xml" Id="R83aa81bba4b349cc" /><Relationship Type="http://schemas.openxmlformats.org/officeDocument/2006/relationships/slide" Target="/ppt/slides/slide21.xml" Id="Re2512e4219e147fd" /><Relationship Type="http://schemas.openxmlformats.org/officeDocument/2006/relationships/slide" Target="/ppt/slides/slide22.xml" Id="Rdfbac68f5ea14e2b" /><Relationship Type="http://schemas.openxmlformats.org/officeDocument/2006/relationships/slide" Target="/ppt/slides/slide23.xml" Id="R07c17350307e4da7" /><Relationship Type="http://schemas.openxmlformats.org/officeDocument/2006/relationships/slide" Target="/ppt/slides/slide24.xml" Id="R67e84baac7c7488f" /><Relationship Type="http://schemas.openxmlformats.org/officeDocument/2006/relationships/slide" Target="/ppt/slides/slide25.xml" Id="Re7945013d0eb4cc7" /><Relationship Type="http://schemas.openxmlformats.org/officeDocument/2006/relationships/slide" Target="/ppt/slides/slide26.xml" Id="R28edd3aa5925472c" /><Relationship Type="http://schemas.openxmlformats.org/officeDocument/2006/relationships/slide" Target="/ppt/slides/slide27.xml" Id="Re90fea7dfd59441e" /><Relationship Type="http://schemas.openxmlformats.org/officeDocument/2006/relationships/slide" Target="/ppt/slides/slide28.xml" Id="Ra02d6f67dfc04e86" /><Relationship Type="http://schemas.openxmlformats.org/officeDocument/2006/relationships/slide" Target="/ppt/slides/slide29.xml" Id="Ra8a76d8143724f66" /><Relationship Type="http://schemas.openxmlformats.org/officeDocument/2006/relationships/slide" Target="/ppt/slides/slide30.xml" Id="R213889ceda69479a" /><Relationship Type="http://schemas.openxmlformats.org/officeDocument/2006/relationships/slide" Target="/ppt/slides/slide31.xml" Id="R48e54c2eaddd49bd" /><Relationship Type="http://schemas.openxmlformats.org/officeDocument/2006/relationships/slide" Target="/ppt/slides/slide32.xml" Id="Ra55dfd01422a4e96" /><Relationship Type="http://schemas.openxmlformats.org/officeDocument/2006/relationships/slide" Target="/ppt/slides/slide33.xml" Id="R865d33a378de46bd" /><Relationship Type="http://schemas.openxmlformats.org/officeDocument/2006/relationships/slide" Target="/ppt/slides/slide34.xml" Id="Red3c5f3e135b4b8e" /><Relationship Type="http://schemas.openxmlformats.org/officeDocument/2006/relationships/slide" Target="/ppt/slides/slide35.xml" Id="R035a06a526e84391" /><Relationship Type="http://schemas.openxmlformats.org/officeDocument/2006/relationships/slide" Target="/ppt/slides/slide36.xml" Id="R82cc320e43fa4277" /><Relationship Type="http://schemas.openxmlformats.org/officeDocument/2006/relationships/slide" Target="/ppt/slides/slide37.xml" Id="R3b4f17e9045a4bab" /><Relationship Type="http://schemas.openxmlformats.org/officeDocument/2006/relationships/slide" Target="/ppt/slides/slide38.xml" Id="Rb8ff63a926494753" /><Relationship Type="http://schemas.openxmlformats.org/officeDocument/2006/relationships/slide" Target="/ppt/slides/slide39.xml" Id="Rca95e6c96dac4e54" /><Relationship Type="http://schemas.openxmlformats.org/officeDocument/2006/relationships/slide" Target="/ppt/slides/slide40.xml" Id="Rcbaa26534ee94ecd" /><Relationship Type="http://schemas.openxmlformats.org/officeDocument/2006/relationships/slide" Target="/ppt/slides/slide41.xml" Id="R0200ea2dfb8546e7" /><Relationship Type="http://schemas.openxmlformats.org/officeDocument/2006/relationships/slide" Target="/ppt/slides/slide42.xml" Id="R703a2a52f57f4e17" /><Relationship Type="http://schemas.openxmlformats.org/officeDocument/2006/relationships/slide" Target="/ppt/slides/slide43.xml" Id="R02a13fb985af4c7b" /><Relationship Type="http://schemas.openxmlformats.org/officeDocument/2006/relationships/slide" Target="/ppt/slides/slide44.xml" Id="R734a9c828fb44f35" /><Relationship Type="http://schemas.openxmlformats.org/officeDocument/2006/relationships/slide" Target="/ppt/slides/slide45.xml" Id="R5ab68df57b3245dc" /><Relationship Type="http://schemas.openxmlformats.org/officeDocument/2006/relationships/slide" Target="/ppt/slides/slide46.xml" Id="R8c191f915c914e71" /><Relationship Type="http://schemas.openxmlformats.org/officeDocument/2006/relationships/slide" Target="/ppt/slides/slide47.xml" Id="R6f20587a77674f5a" /><Relationship Type="http://schemas.openxmlformats.org/officeDocument/2006/relationships/slide" Target="/ppt/slides/slide48.xml" Id="R3745d51dd3fe440e" /><Relationship Type="http://schemas.openxmlformats.org/officeDocument/2006/relationships/slide" Target="/ppt/slides/slide49.xml" Id="Reed314a88df44ff1" /><Relationship Type="http://schemas.openxmlformats.org/officeDocument/2006/relationships/slide" Target="/ppt/slides/slide50.xml" Id="Rbb0df86ebc374829" /><Relationship Type="http://schemas.openxmlformats.org/officeDocument/2006/relationships/slide" Target="/ppt/slides/slide51.xml" Id="Rc96b4dd7f0184116" /><Relationship Type="http://schemas.openxmlformats.org/officeDocument/2006/relationships/slide" Target="/ppt/slides/slide52.xml" Id="Rc717fa8d8e24490a" /><Relationship Type="http://schemas.openxmlformats.org/officeDocument/2006/relationships/slide" Target="/ppt/slides/slide53.xml" Id="R88dd7ca349e24e29" /><Relationship Type="http://schemas.openxmlformats.org/officeDocument/2006/relationships/slide" Target="/ppt/slides/slide54.xml" Id="R2e1f1559ff7242b0" /><Relationship Type="http://schemas.openxmlformats.org/officeDocument/2006/relationships/slide" Target="/ppt/slides/slide55.xml" Id="Rd7fc9510f69b4d78" /><Relationship Type="http://schemas.openxmlformats.org/officeDocument/2006/relationships/slide" Target="/ppt/slides/slide56.xml" Id="Rc33862b8d13b421d" /><Relationship Type="http://schemas.openxmlformats.org/officeDocument/2006/relationships/slide" Target="/ppt/slides/slide57.xml" Id="R79268acefa9c4c65" /><Relationship Type="http://schemas.openxmlformats.org/officeDocument/2006/relationships/slide" Target="/ppt/slides/slide58.xml" Id="R47e92c81d7bb49aa" /><Relationship Type="http://schemas.openxmlformats.org/officeDocument/2006/relationships/slide" Target="/ppt/slides/slide59.xml" Id="Rc71e76804e544977" /><Relationship Type="http://schemas.openxmlformats.org/officeDocument/2006/relationships/slide" Target="/ppt/slides/slide60.xml" Id="Rb6da52a9b0b34f2a" /><Relationship Type="http://schemas.openxmlformats.org/officeDocument/2006/relationships/slide" Target="/ppt/slides/slide61.xml" Id="R824a17e517f7491d" /><Relationship Type="http://schemas.openxmlformats.org/officeDocument/2006/relationships/slide" Target="/ppt/slides/slide62.xml" Id="Ra930b2b6e0704df7" /><Relationship Type="http://schemas.openxmlformats.org/officeDocument/2006/relationships/slide" Target="/ppt/slides/slide63.xml" Id="R0dac0f9213f14f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741ea32b08e45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a29c0907d5a4b53" /><Relationship Type="http://schemas.openxmlformats.org/officeDocument/2006/relationships/notesMaster" Target="/ppt/notesMasters/notesMaster1.xml" Id="R7e0bce83394f4a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98fac608cd4c18" /><Relationship Type="http://schemas.openxmlformats.org/officeDocument/2006/relationships/notesMaster" Target="/ppt/notesMasters/notesMaster1.xml" Id="R70a20bca51664e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70cdf494095411f" /><Relationship Type="http://schemas.openxmlformats.org/officeDocument/2006/relationships/notesMaster" Target="/ppt/notesMasters/notesMaster1.xml" Id="R14433d16551b4c51"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b8c2a85b594ac8" /><Relationship Type="http://schemas.openxmlformats.org/officeDocument/2006/relationships/notesMaster" Target="/ppt/notesMasters/notesMaster1.xml" Id="Rc6e36f7adfc44d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5dc5df871a34136" /><Relationship Type="http://schemas.openxmlformats.org/officeDocument/2006/relationships/notesMaster" Target="/ppt/notesMasters/notesMaster1.xml" Id="R14bf4fcfdf364dc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f288603421b49ab" /><Relationship Type="http://schemas.openxmlformats.org/officeDocument/2006/relationships/notesMaster" Target="/ppt/notesMasters/notesMaster1.xml" Id="R7cfd6c2dea504ab7"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11c2d08e704a4a" /><Relationship Type="http://schemas.openxmlformats.org/officeDocument/2006/relationships/notesMaster" Target="/ppt/notesMasters/notesMaster1.xml" Id="R4edcfa97b5ab4f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a5baca2628764a6d" /><Relationship Type="http://schemas.openxmlformats.org/officeDocument/2006/relationships/notesMaster" Target="/ppt/notesMasters/notesMaster1.xml" Id="R777285e282f8471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f7e6dd2747d4e97" /><Relationship Type="http://schemas.openxmlformats.org/officeDocument/2006/relationships/notesMaster" Target="/ppt/notesMasters/notesMaster1.xml" Id="Ra95f9b5c2f4d48e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e29dc8199784db6" /><Relationship Type="http://schemas.openxmlformats.org/officeDocument/2006/relationships/notesMaster" Target="/ppt/notesMasters/notesMaster1.xml" Id="R49344d1470bf435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3fe2bc46494982" /><Relationship Type="http://schemas.openxmlformats.org/officeDocument/2006/relationships/notesMaster" Target="/ppt/notesMasters/notesMaster1.xml" Id="R721cf8570fa7448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19bb775dd7c4807" /><Relationship Type="http://schemas.openxmlformats.org/officeDocument/2006/relationships/notesMaster" Target="/ppt/notesMasters/notesMaster1.xml" Id="R30d16967da0f4a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0eb5d4f9f0a4aab" /><Relationship Type="http://schemas.openxmlformats.org/officeDocument/2006/relationships/notesMaster" Target="/ppt/notesMasters/notesMaster1.xml" Id="Rad6095d03d39432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8c9453d395146d5" /><Relationship Type="http://schemas.openxmlformats.org/officeDocument/2006/relationships/notesMaster" Target="/ppt/notesMasters/notesMaster1.xml" Id="R0f058fb4524646f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efc0991bdfd4998" /><Relationship Type="http://schemas.openxmlformats.org/officeDocument/2006/relationships/notesMaster" Target="/ppt/notesMasters/notesMaster1.xml" Id="R656c7a69733c44b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2d045a6073341a3" /><Relationship Type="http://schemas.openxmlformats.org/officeDocument/2006/relationships/notesMaster" Target="/ppt/notesMasters/notesMaster1.xml" Id="Rbefaa09ee10c4a7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346959d8ffe45d6" /><Relationship Type="http://schemas.openxmlformats.org/officeDocument/2006/relationships/notesMaster" Target="/ppt/notesMasters/notesMaster1.xml" Id="R2075a7ad1d67439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e86cec367c44c5b" /><Relationship Type="http://schemas.openxmlformats.org/officeDocument/2006/relationships/notesMaster" Target="/ppt/notesMasters/notesMaster1.xml" Id="R605786d6bb8a430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2e34b2e16364f34" /><Relationship Type="http://schemas.openxmlformats.org/officeDocument/2006/relationships/notesMaster" Target="/ppt/notesMasters/notesMaster1.xml" Id="Rc9c3c26c2eb142a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5b6567389d7441e" /><Relationship Type="http://schemas.openxmlformats.org/officeDocument/2006/relationships/notesMaster" Target="/ppt/notesMasters/notesMaster1.xml" Id="R5580dbe6b093481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fc43b8495cd42fd" /><Relationship Type="http://schemas.openxmlformats.org/officeDocument/2006/relationships/notesMaster" Target="/ppt/notesMasters/notesMaster1.xml" Id="R3f05b9118280402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aff3e0c95ab4803" /><Relationship Type="http://schemas.openxmlformats.org/officeDocument/2006/relationships/notesMaster" Target="/ppt/notesMasters/notesMaster1.xml" Id="Rf3bae3a440c044d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e0e8609b46f49b5" /><Relationship Type="http://schemas.openxmlformats.org/officeDocument/2006/relationships/notesMaster" Target="/ppt/notesMasters/notesMaster1.xml" Id="Recf0e89b3447482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223138c3070498d" /><Relationship Type="http://schemas.openxmlformats.org/officeDocument/2006/relationships/notesMaster" Target="/ppt/notesMasters/notesMaster1.xml" Id="R8508b7e7d4244f7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3e1c7861ca74d95" /><Relationship Type="http://schemas.openxmlformats.org/officeDocument/2006/relationships/notesMaster" Target="/ppt/notesMasters/notesMaster1.xml" Id="Rc74e3af8d5f54a7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8dac30277eb4801" /><Relationship Type="http://schemas.openxmlformats.org/officeDocument/2006/relationships/notesMaster" Target="/ppt/notesMasters/notesMaster1.xml" Id="R95a5567d39b04e6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2f84cb00af94004" /><Relationship Type="http://schemas.openxmlformats.org/officeDocument/2006/relationships/notesMaster" Target="/ppt/notesMasters/notesMaster1.xml" Id="Rcf5e792c8c13476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02db825757b4fa3" /><Relationship Type="http://schemas.openxmlformats.org/officeDocument/2006/relationships/notesMaster" Target="/ppt/notesMasters/notesMaster1.xml" Id="R2acf03f8166b49f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4bcc4a785744571" /><Relationship Type="http://schemas.openxmlformats.org/officeDocument/2006/relationships/notesMaster" Target="/ppt/notesMasters/notesMaster1.xml" Id="Rf1364b9d3f3c46b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a0cedb494e24dd8" /><Relationship Type="http://schemas.openxmlformats.org/officeDocument/2006/relationships/notesMaster" Target="/ppt/notesMasters/notesMaster1.xml" Id="Re9e4be55a9ef407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4a71b7036f74fd3" /><Relationship Type="http://schemas.openxmlformats.org/officeDocument/2006/relationships/notesMaster" Target="/ppt/notesMasters/notesMaster1.xml" Id="R40dc57dca426446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e1ca50f7b374bfb" /><Relationship Type="http://schemas.openxmlformats.org/officeDocument/2006/relationships/notesMaster" Target="/ppt/notesMasters/notesMaster1.xml" Id="R8ed8575be7f345b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9c9558d9a45417c" /><Relationship Type="http://schemas.openxmlformats.org/officeDocument/2006/relationships/notesMaster" Target="/ppt/notesMasters/notesMaster1.xml" Id="R9004d34b05f4480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ce1fe13dd8b47dd" /><Relationship Type="http://schemas.openxmlformats.org/officeDocument/2006/relationships/notesMaster" Target="/ppt/notesMasters/notesMaster1.xml" Id="R6edf40ebd9964f1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5c661c3b19c49b8" /><Relationship Type="http://schemas.openxmlformats.org/officeDocument/2006/relationships/notesMaster" Target="/ppt/notesMasters/notesMaster1.xml" Id="R84dd7df5b81245b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d6724735b004dcd" /><Relationship Type="http://schemas.openxmlformats.org/officeDocument/2006/relationships/notesMaster" Target="/ppt/notesMasters/notesMaster1.xml" Id="R30ddc35d5391420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33df7421a284427" /><Relationship Type="http://schemas.openxmlformats.org/officeDocument/2006/relationships/notesMaster" Target="/ppt/notesMasters/notesMaster1.xml" Id="R29acbcfd6c334f9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acdac4f3f864ecc" /><Relationship Type="http://schemas.openxmlformats.org/officeDocument/2006/relationships/notesMaster" Target="/ppt/notesMasters/notesMaster1.xml" Id="R670c1ba7d25a420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fab287223714b98" /><Relationship Type="http://schemas.openxmlformats.org/officeDocument/2006/relationships/notesMaster" Target="/ppt/notesMasters/notesMaster1.xml" Id="Rb77b92c2f38342e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7ca6b9acd1a4aa3" /><Relationship Type="http://schemas.openxmlformats.org/officeDocument/2006/relationships/notesMaster" Target="/ppt/notesMasters/notesMaster1.xml" Id="R6c129924b2d6424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839054489f644f6" /><Relationship Type="http://schemas.openxmlformats.org/officeDocument/2006/relationships/notesMaster" Target="/ppt/notesMasters/notesMaster1.xml" Id="Rdde261b12377481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519c78f32ff4c09" /><Relationship Type="http://schemas.openxmlformats.org/officeDocument/2006/relationships/notesMaster" Target="/ppt/notesMasters/notesMaster1.xml" Id="R5063c104fc884bc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7c0cb66fa864a7c" /><Relationship Type="http://schemas.openxmlformats.org/officeDocument/2006/relationships/notesMaster" Target="/ppt/notesMasters/notesMaster1.xml" Id="R361be4c64ddf483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d0d16c6f3844489" /><Relationship Type="http://schemas.openxmlformats.org/officeDocument/2006/relationships/notesMaster" Target="/ppt/notesMasters/notesMaster1.xml" Id="R2037a6ffe6b6488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8c6ea6482424458" /><Relationship Type="http://schemas.openxmlformats.org/officeDocument/2006/relationships/notesMaster" Target="/ppt/notesMasters/notesMaster1.xml" Id="Ra04b7a94af63407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d31ffa5ac8a4728" /><Relationship Type="http://schemas.openxmlformats.org/officeDocument/2006/relationships/notesMaster" Target="/ppt/notesMasters/notesMaster1.xml" Id="R92e80c39edd44ac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936debc5d534230" /><Relationship Type="http://schemas.openxmlformats.org/officeDocument/2006/relationships/notesMaster" Target="/ppt/notesMasters/notesMaster1.xml" Id="Rd557d9e1a0564ce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c3c9eb4eff943da" /><Relationship Type="http://schemas.openxmlformats.org/officeDocument/2006/relationships/notesMaster" Target="/ppt/notesMasters/notesMaster1.xml" Id="Rd1292a8458af4d5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bf22f768e1e471b" /><Relationship Type="http://schemas.openxmlformats.org/officeDocument/2006/relationships/notesMaster" Target="/ppt/notesMasters/notesMaster1.xml" Id="R9a51941f08a1493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5d04002b688429f" /><Relationship Type="http://schemas.openxmlformats.org/officeDocument/2006/relationships/notesMaster" Target="/ppt/notesMasters/notesMaster1.xml" Id="R8acb5f7ff964432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44e508163744863" /><Relationship Type="http://schemas.openxmlformats.org/officeDocument/2006/relationships/notesMaster" Target="/ppt/notesMasters/notesMaster1.xml" Id="R556b7af851584f6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1aafae6ee6e494a" /><Relationship Type="http://schemas.openxmlformats.org/officeDocument/2006/relationships/notesMaster" Target="/ppt/notesMasters/notesMaster1.xml" Id="R40c05add028349d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172589bb37a41cd" /><Relationship Type="http://schemas.openxmlformats.org/officeDocument/2006/relationships/notesMaster" Target="/ppt/notesMasters/notesMaster1.xml" Id="Rf05dfe63f89641f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7adb7a45d91456a" /><Relationship Type="http://schemas.openxmlformats.org/officeDocument/2006/relationships/notesMaster" Target="/ppt/notesMasters/notesMaster1.xml" Id="R88ec1fdbd4754d2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60516e7afd84e62" /><Relationship Type="http://schemas.openxmlformats.org/officeDocument/2006/relationships/notesMaster" Target="/ppt/notesMasters/notesMaster1.xml" Id="Re83826caaf40495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4d57f119d1f4d2f" /><Relationship Type="http://schemas.openxmlformats.org/officeDocument/2006/relationships/notesMaster" Target="/ppt/notesMasters/notesMaster1.xml" Id="R4a709942da7644d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b08e0c1ddb94fad" /><Relationship Type="http://schemas.openxmlformats.org/officeDocument/2006/relationships/notesMaster" Target="/ppt/notesMasters/notesMaster1.xml" Id="Rc4b7b28e3a9e4a7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34ec014df7840c3" /><Relationship Type="http://schemas.openxmlformats.org/officeDocument/2006/relationships/notesMaster" Target="/ppt/notesMasters/notesMaster1.xml" Id="R1ece5b9d69bf4d8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21f878ef33f4c30" /><Relationship Type="http://schemas.openxmlformats.org/officeDocument/2006/relationships/notesMaster" Target="/ppt/notesMasters/notesMaster1.xml" Id="Rffd2ee05f4134fe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e886ba2014d477f" /><Relationship Type="http://schemas.openxmlformats.org/officeDocument/2006/relationships/notesMaster" Target="/ppt/notesMasters/notesMaster1.xml" Id="R5e2cbcc6c25e498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72bb696a206a4d3f" /><Relationship Type="http://schemas.openxmlformats.org/officeDocument/2006/relationships/notesMaster" Target="/ppt/notesMasters/notesMaster1.xml" Id="R93c401ba1d234e0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84b1519551a42ca" /><Relationship Type="http://schemas.openxmlformats.org/officeDocument/2006/relationships/notesMaster" Target="/ppt/notesMasters/notesMaster1.xml" Id="R334f80d9c93a437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ca4f959e9a54ce4" /><Relationship Type="http://schemas.openxmlformats.org/officeDocument/2006/relationships/notesMaster" Target="/ppt/notesMasters/notesMaster1.xml" Id="Rde433ab05d7548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reading a table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Lists loops and reading a table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Lists loops and reading a table. Explain why this example is needed before running it.</a:t>
            </a:r>
          </a:p>
          <a:p xmlns:a="http://schemas.openxmlformats.org/drawingml/2006/main">
            <a:r>
              <a:t/>
            </a:r>
          </a:p>
          <a:p xmlns:a="http://schemas.openxmlformats.org/drawingml/2006/main">
            <a:r>
              <a:t>EXPLAIN</a:t>
            </a:r>
          </a:p>
          <a:p xmlns:a="http://schemas.openxmlformats.org/drawingml/2006/main">
            <a:r>
              <a:t>Read lists and dictionary fields.</a:t>
            </a:r>
          </a:p>
          <a:p xmlns:a="http://schemas.openxmlformats.org/drawingml/2006/main">
            <a:r>
              <a:t/>
            </a:r>
          </a:p>
          <a:p xmlns:a="http://schemas.openxmlformats.org/drawingml/2006/main">
            <a:r>
              <a:t>Trace a loop, read CSV rows and calculate summaries.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Lists loops and reading a table.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Nested comprehensions, arbitrary exception handling, a blank-page investigation and data-source hunting are later practice. Never use except: pass to silently erase evidence.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3 introduced values, function inputs and results, conditions and list positions. Now we repeat a calculation across records, then organise those records by keys.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Sensor readings arrive as records in a CSV file. We first learn the Python collections and loops needed to read those records and summarise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List and index.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List and 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 and index</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List and index</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NEXT</a:t>
            </a:r>
          </a:p>
          <a:p xmlns:a="http://schemas.openxmlformats.org/drawingml/2006/main">
            <a:r>
              <a:t>A list position starts at zero.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position starts at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position starts at zero</a:t>
            </a:r>
          </a:p>
          <a:p xmlns:a="http://schemas.openxmlformats.org/drawingml/2006/main">
            <a:r>
              <a:t/>
            </a:r>
          </a:p>
          <a:p xmlns:a="http://schemas.openxmlformats.org/drawingml/2006/main">
            <a:r>
              <a:t>CONNECT</a:t>
            </a:r>
          </a:p>
          <a:p xmlns:a="http://schemas.openxmlformats.org/drawingml/2006/main">
            <a:r>
              <a:t>Build on List and index. Explain why this example is needed before running it.</a:t>
            </a:r>
          </a:p>
          <a:p xmlns:a="http://schemas.openxmlformats.org/drawingml/2006/main">
            <a:r>
              <a:t/>
            </a:r>
          </a:p>
          <a:p xmlns:a="http://schemas.openxmlformats.org/drawingml/2006/main">
            <a:r>
              <a:t>EXPLAIN</a:t>
            </a:r>
          </a:p>
          <a:p xmlns:a="http://schemas.openxmlformats.org/drawingml/2006/main">
            <a:r>
              <a:t>In [2, 4, 6], position 0 holds 2.</a:t>
            </a:r>
          </a:p>
          <a:p xmlns:a="http://schemas.openxmlformats.org/drawingml/2006/main">
            <a:r>
              <a:t/>
            </a:r>
          </a:p>
          <a:p xmlns:a="http://schemas.openxmlformats.org/drawingml/2006/main">
            <a:r>
              <a:t>Position 1 holds 4. Position 2 holds 6.</a:t>
            </a:r>
          </a:p>
          <a:p xmlns:a="http://schemas.openxmlformats.org/drawingml/2006/main">
            <a:r>
              <a:t/>
            </a:r>
          </a:p>
          <a:p xmlns:a="http://schemas.openxmlformats.org/drawingml/2006/main">
            <a:r>
              <a:t>There is no position 3 in this three-item list.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list position starts at zero</a:t>
            </a:r>
          </a:p>
          <a:p xmlns:a="http://schemas.openxmlformats.org/drawingml/2006/main">
            <a:r>
              <a:t/>
            </a:r>
          </a:p>
          <a:p xmlns:a="http://schemas.openxmlformats.org/drawingml/2006/main">
            <a:r>
              <a:t>CONNECT</a:t>
            </a:r>
          </a:p>
          <a:p xmlns:a="http://schemas.openxmlformats.org/drawingml/2006/main">
            <a:r>
              <a:t>Build on the preceding slide: List and index.</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Read list operations.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list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list operations</a:t>
            </a:r>
          </a:p>
          <a:p xmlns:a="http://schemas.openxmlformats.org/drawingml/2006/main">
            <a:r>
              <a:t/>
            </a:r>
          </a:p>
          <a:p xmlns:a="http://schemas.openxmlformats.org/drawingml/2006/main">
            <a:r>
              <a:t>CONNECT</a:t>
            </a:r>
          </a:p>
          <a:p xmlns:a="http://schemas.openxmlformats.org/drawingml/2006/main">
            <a:r>
              <a:t>Build on A list position starts at zero. Explain why this example is needed before running it.</a:t>
            </a:r>
          </a:p>
          <a:p xmlns:a="http://schemas.openxmlformats.org/drawingml/2006/main">
            <a:r>
              <a:t/>
            </a:r>
          </a:p>
          <a:p xmlns:a="http://schemas.openxmlformats.org/drawingml/2006/main">
            <a:r>
              <a:t>EXPLAIN</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list operations</a:t>
            </a:r>
          </a:p>
          <a:p xmlns:a="http://schemas.openxmlformats.org/drawingml/2006/main">
            <a:r>
              <a:t/>
            </a:r>
          </a:p>
          <a:p xmlns:a="http://schemas.openxmlformats.org/drawingml/2006/main">
            <a:r>
              <a:t>CONNECT</a:t>
            </a:r>
          </a:p>
          <a:p xmlns:a="http://schemas.openxmlformats.org/drawingml/2006/main">
            <a:r>
              <a:t>Build on the preceding slide: A list position starts at zero.</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NEXT</a:t>
            </a:r>
          </a:p>
          <a:p xmlns:a="http://schemas.openxmlformats.org/drawingml/2006/main">
            <a:r>
              <a:t>A list stores items in order.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stores items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items in order</a:t>
            </a:r>
          </a:p>
          <a:p xmlns:a="http://schemas.openxmlformats.org/drawingml/2006/main">
            <a:r>
              <a:t/>
            </a:r>
          </a:p>
          <a:p xmlns:a="http://schemas.openxmlformats.org/drawingml/2006/main">
            <a:r>
              <a:t>CONNECT</a:t>
            </a:r>
          </a:p>
          <a:p xmlns:a="http://schemas.openxmlformats.org/drawingml/2006/main">
            <a:r>
              <a:t>Build on Read list operations. Explain why this example is needed before running it.</a:t>
            </a:r>
          </a:p>
          <a:p xmlns:a="http://schemas.openxmlformats.org/drawingml/2006/main">
            <a:r>
              <a:t/>
            </a:r>
          </a:p>
          <a:p xmlns:a="http://schemas.openxmlformats.org/drawingml/2006/main">
            <a:r>
              <a:t>EXPLAIN</a:t>
            </a:r>
          </a:p>
          <a:p xmlns:a="http://schemas.openxmlformats.org/drawingml/2006/main">
            <a:r>
              <a:t>[] builds a list. Positions start at zero. The slice stops before position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list stores items in order</a:t>
            </a:r>
          </a:p>
          <a:p xmlns:a="http://schemas.openxmlformats.org/drawingml/2006/main">
            <a:r>
              <a:t/>
            </a:r>
          </a:p>
          <a:p xmlns:a="http://schemas.openxmlformats.org/drawingml/2006/main">
            <a:r>
              <a:t>CONNECT</a:t>
            </a:r>
          </a:p>
          <a:p xmlns:a="http://schemas.openxmlformats.org/drawingml/2006/main">
            <a:r>
              <a:t>Build on the preceding slide: Read list operations.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2 then 4 then [4, 6]. readings[4] would raise IndexError.</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Loop and iteration.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Loop and iteration.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Loop and iteration</a:t>
            </a:r>
          </a:p>
          <a:p xmlns:a="http://schemas.openxmlformats.org/drawingml/2006/main">
            <a:r>
              <a:t/>
            </a:r>
          </a:p>
          <a:p xmlns:a="http://schemas.openxmlformats.org/drawingml/2006/main">
            <a:r>
              <a:t>CONNECT</a:t>
            </a:r>
          </a:p>
          <a:p xmlns:a="http://schemas.openxmlformats.org/drawingml/2006/main">
            <a:r>
              <a:t>Build on A list stores items in order. Explain why this example is needed before running it.</a:t>
            </a:r>
          </a:p>
          <a:p xmlns:a="http://schemas.openxmlformats.org/drawingml/2006/main">
            <a:r>
              <a:t/>
            </a:r>
          </a:p>
          <a:p xmlns:a="http://schemas.openxmlformats.org/drawingml/2006/main">
            <a:r>
              <a:t>EXPLAIN</a:t>
            </a:r>
          </a:p>
          <a:p xmlns:a="http://schemas.openxmlformats.org/drawingml/2006/main">
            <a:r>
              <a:t>Loop and iteration: A for loop runs its indented body once per item. Each pass is one iteration.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Loop and iteration</a:t>
            </a:r>
          </a:p>
          <a:p xmlns:a="http://schemas.openxmlformats.org/drawingml/2006/main">
            <a:r>
              <a:t/>
            </a:r>
          </a:p>
          <a:p xmlns:a="http://schemas.openxmlformats.org/drawingml/2006/main">
            <a:r>
              <a:t>CONNECT</a:t>
            </a:r>
          </a:p>
          <a:p xmlns:a="http://schemas.openxmlformats.org/drawingml/2006/main">
            <a:r>
              <a:t>Build on the preceding slide: A list stores items in order.</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POINT TO THE DEFINITION</a:t>
            </a:r>
          </a:p>
          <a:p xmlns:a="http://schemas.openxmlformats.org/drawingml/2006/main">
            <a:r>
              <a:t>Loop and iteration: A for loop runs its indented body once per item. Each pass is one iteration.</a:t>
            </a:r>
          </a:p>
          <a:p xmlns:a="http://schemas.openxmlformats.org/drawingml/2006/main">
            <a:r>
              <a:t/>
            </a:r>
          </a:p>
          <a:p xmlns:a="http://schemas.openxmlformats.org/drawingml/2006/main">
            <a:r>
              <a:t>NEXT</a:t>
            </a:r>
          </a:p>
          <a:p xmlns:a="http://schemas.openxmlformats.org/drawingml/2006/main">
            <a:r>
              <a:t>Accumulator.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Accumulator.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Accumulator</a:t>
            </a:r>
          </a:p>
          <a:p xmlns:a="http://schemas.openxmlformats.org/drawingml/2006/main">
            <a:r>
              <a:t/>
            </a:r>
          </a:p>
          <a:p xmlns:a="http://schemas.openxmlformats.org/drawingml/2006/main">
            <a:r>
              <a:t>CONNECT</a:t>
            </a:r>
          </a:p>
          <a:p xmlns:a="http://schemas.openxmlformats.org/drawingml/2006/main">
            <a:r>
              <a:t>Build on Loop and iteration. Explain why this example is needed before running it.</a:t>
            </a:r>
          </a:p>
          <a:p xmlns:a="http://schemas.openxmlformats.org/drawingml/2006/main">
            <a:r>
              <a:t/>
            </a:r>
          </a:p>
          <a:p xmlns:a="http://schemas.openxmlformats.org/drawingml/2006/main">
            <a:r>
              <a:t>EXPLAIN</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Accumulator</a:t>
            </a:r>
          </a:p>
          <a:p xmlns:a="http://schemas.openxmlformats.org/drawingml/2006/main">
            <a:r>
              <a:t/>
            </a:r>
          </a:p>
          <a:p xmlns:a="http://schemas.openxmlformats.org/drawingml/2006/main">
            <a:r>
              <a:t>CONNECT</a:t>
            </a:r>
          </a:p>
          <a:p xmlns:a="http://schemas.openxmlformats.org/drawingml/2006/main">
            <a:r>
              <a:t>Build on the preceding slide: Loop and iteration.</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POINT TO THE DEFINITION</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NEXT</a:t>
            </a:r>
          </a:p>
          <a:p xmlns:a="http://schemas.openxmlformats.org/drawingml/2006/main">
            <a:r>
              <a:t>A loop repeats an indented block.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loop repeats an indented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repeats an indented block</a:t>
            </a:r>
          </a:p>
          <a:p xmlns:a="http://schemas.openxmlformats.org/drawingml/2006/main">
            <a:r>
              <a:t/>
            </a:r>
          </a:p>
          <a:p xmlns:a="http://schemas.openxmlformats.org/drawingml/2006/main">
            <a:r>
              <a:t>CONNECT</a:t>
            </a:r>
          </a:p>
          <a:p xmlns:a="http://schemas.openxmlformats.org/drawingml/2006/main">
            <a:r>
              <a:t>Build on Accumulator. Explain why this example is needed before running it.</a:t>
            </a:r>
          </a:p>
          <a:p xmlns:a="http://schemas.openxmlformats.org/drawingml/2006/main">
            <a:r>
              <a:t/>
            </a:r>
          </a:p>
          <a:p xmlns:a="http://schemas.openxmlformats.org/drawingml/2006/main">
            <a:r>
              <a:t>EXPLAIN</a:t>
            </a:r>
          </a:p>
          <a:p xmlns:a="http://schemas.openxmlformats.org/drawingml/2006/main">
            <a:r>
              <a:t>for reading in readings: takes one item at a time.</a:t>
            </a:r>
          </a:p>
          <a:p xmlns:a="http://schemas.openxmlformats.org/drawingml/2006/main">
            <a:r>
              <a:t/>
            </a:r>
          </a:p>
          <a:p xmlns:a="http://schemas.openxmlformats.org/drawingml/2006/main">
            <a:r>
              <a:t>The colon starts the block. Four spaces show which lines repeat.</a:t>
            </a:r>
          </a:p>
          <a:p xmlns:a="http://schemas.openxmlformats.org/drawingml/2006/main">
            <a:r>
              <a:t/>
            </a:r>
          </a:p>
          <a:p xmlns:a="http://schemas.openxmlformats.org/drawingml/2006/main">
            <a:r>
              <a:t>A running total must start at zero before the loop.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loop repeats an indented block</a:t>
            </a:r>
          </a:p>
          <a:p xmlns:a="http://schemas.openxmlformats.org/drawingml/2006/main">
            <a:r>
              <a:t/>
            </a:r>
          </a:p>
          <a:p xmlns:a="http://schemas.openxmlformats.org/drawingml/2006/main">
            <a:r>
              <a:t>CONNECT</a:t>
            </a:r>
          </a:p>
          <a:p xmlns:a="http://schemas.openxmlformats.org/drawingml/2006/main">
            <a:r>
              <a:t>Build on the preceding slide: Accumulator.</a:t>
            </a:r>
          </a:p>
          <a:p xmlns:a="http://schemas.openxmlformats.org/drawingml/2006/main">
            <a:r>
              <a:t/>
            </a:r>
          </a:p>
          <a:p xmlns:a="http://schemas.openxmlformats.org/drawingml/2006/main">
            <a:r>
              <a:t>LECTURER CUE</a:t>
            </a:r>
          </a:p>
          <a:p xmlns:a="http://schemas.openxmlformats.org/drawingml/2006/main">
            <a:r>
              <a:t>Trace the native loop table that follows. Predict total after each item. An empty list needs a guard before dividing by its length.</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NEXT</a:t>
            </a:r>
          </a:p>
          <a:p xmlns:a="http://schemas.openxmlformats.org/drawingml/2006/main">
            <a:r>
              <a:t>A mean uses a total and a count.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mean uses a total and a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mean uses a total and a count</a:t>
            </a:r>
          </a:p>
          <a:p xmlns:a="http://schemas.openxmlformats.org/drawingml/2006/main">
            <a:r>
              <a:t/>
            </a:r>
          </a:p>
          <a:p xmlns:a="http://schemas.openxmlformats.org/drawingml/2006/main">
            <a:r>
              <a:t>CONNECT</a:t>
            </a:r>
          </a:p>
          <a:p xmlns:a="http://schemas.openxmlformats.org/drawingml/2006/main">
            <a:r>
              <a:t>Build on A loop repeats an indented block. Explain why this example is needed before running it.</a:t>
            </a:r>
          </a:p>
          <a:p xmlns:a="http://schemas.openxmlformats.org/drawingml/2006/main">
            <a:r>
              <a:t/>
            </a:r>
          </a:p>
          <a:p xmlns:a="http://schemas.openxmlformats.org/drawingml/2006/main">
            <a:r>
              <a:t>EXPLAIN</a:t>
            </a:r>
          </a:p>
          <a:p xmlns:a="http://schemas.openxmlformats.org/drawingml/2006/main">
            <a:r>
              <a:t>Start the total at 0. Add 2, then 4, then 6.</a:t>
            </a:r>
          </a:p>
          <a:p xmlns:a="http://schemas.openxmlformats.org/drawingml/2006/main">
            <a:r>
              <a:t/>
            </a:r>
          </a:p>
          <a:p xmlns:a="http://schemas.openxmlformats.org/drawingml/2006/main">
            <a:r>
              <a:t>The final total is 12. The count is 3.</a:t>
            </a:r>
          </a:p>
          <a:p xmlns:a="http://schemas.openxmlformats.org/drawingml/2006/main">
            <a:r>
              <a:t/>
            </a:r>
          </a:p>
          <a:p xmlns:a="http://schemas.openxmlformats.org/drawingml/2006/main">
            <a:r>
              <a:t>12 / 3 gives the mean 4. An empty list needs a separate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mean uses a total and a count</a:t>
            </a:r>
          </a:p>
          <a:p xmlns:a="http://schemas.openxmlformats.org/drawingml/2006/main">
            <a:r>
              <a:t/>
            </a:r>
          </a:p>
          <a:p xmlns:a="http://schemas.openxmlformats.org/drawingml/2006/main">
            <a:r>
              <a:t>CONNECT</a:t>
            </a:r>
          </a:p>
          <a:p xmlns:a="http://schemas.openxmlformats.org/drawingml/2006/main">
            <a:r>
              <a:t>Build on the preceding slide: A loop repeats an indented block.</a:t>
            </a:r>
          </a:p>
          <a:p xmlns:a="http://schemas.openxmlformats.org/drawingml/2006/main">
            <a:r>
              <a:t/>
            </a:r>
          </a:p>
          <a:p xmlns:a="http://schemas.openxmlformats.org/drawingml/2006/main">
            <a:r>
              <a:t>LECTURER CUE</a:t>
            </a:r>
          </a:p>
          <a:p xmlns:a="http://schemas.openxmlformats.org/drawingml/2006/main">
            <a:r>
              <a:t>Make a table with columns reading and total: (2,2), (4,6), (6,12). len(readings) counts three items. 12 / 3 is 4.</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A loop changes the running total.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loop changes the running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loop changes the running total</a:t>
            </a:r>
          </a:p>
          <a:p xmlns:a="http://schemas.openxmlformats.org/drawingml/2006/main">
            <a:r>
              <a:t/>
            </a:r>
          </a:p>
          <a:p xmlns:a="http://schemas.openxmlformats.org/drawingml/2006/main">
            <a:r>
              <a:t>CONNECT</a:t>
            </a:r>
          </a:p>
          <a:p xmlns:a="http://schemas.openxmlformats.org/drawingml/2006/main">
            <a:r>
              <a:t>Build on A mean uses a total and a count. Explain why this example is needed before running it.</a:t>
            </a:r>
          </a:p>
          <a:p xmlns:a="http://schemas.openxmlformats.org/drawingml/2006/main">
            <a:r>
              <a:t/>
            </a:r>
          </a:p>
          <a:p xmlns:a="http://schemas.openxmlformats.org/drawingml/2006/main">
            <a:r>
              <a:t>EXPLAIN</a:t>
            </a:r>
          </a:p>
          <a:p xmlns:a="http://schemas.openxmlformats.org/drawingml/2006/main">
            <a:r>
              <a:t>This illustration uses six separate readings. Next we trace the smaller list [2, 4, 6] using the same running-total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loop changes the running total</a:t>
            </a:r>
          </a:p>
          <a:p xmlns:a="http://schemas.openxmlformats.org/drawingml/2006/main">
            <a:r>
              <a:t/>
            </a:r>
          </a:p>
          <a:p xmlns:a="http://schemas.openxmlformats.org/drawingml/2006/main">
            <a:r>
              <a:t>CONNECT</a:t>
            </a:r>
          </a:p>
          <a:p xmlns:a="http://schemas.openxmlformats.org/drawingml/2006/main">
            <a:r>
              <a:t>Build on the preceding slide: A mean uses a total and a count.</a:t>
            </a:r>
          </a:p>
          <a:p xmlns:a="http://schemas.openxmlformats.org/drawingml/2006/main">
            <a:r>
              <a:t/>
            </a:r>
          </a:p>
          <a:p xmlns:a="http://schemas.openxmlformats.org/drawingml/2006/main">
            <a:r>
              <a:t>LECTURER CUE</a:t>
            </a:r>
          </a:p>
          <a:p xmlns:a="http://schemas.openxmlformats.org/drawingml/2006/main">
            <a:r>
              <a:t>The displayed mean is rounded to two decimals. Keep full precision in calculations. This larger illustration follows the same rule as our smaller 2, 4, 6 example.</a:t>
            </a:r>
          </a:p>
          <a:p xmlns:a="http://schemas.openxmlformats.org/drawingml/2006/main">
            <a:r>
              <a:t>Source: existing course illustration figs/accumulator_trace.png.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NEXT</a:t>
            </a:r>
          </a:p>
          <a:p xmlns:a="http://schemas.openxmlformats.org/drawingml/2006/main">
            <a:r>
              <a:t>Tracing the loop.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Tracing the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the loop</a:t>
            </a:r>
          </a:p>
          <a:p xmlns:a="http://schemas.openxmlformats.org/drawingml/2006/main">
            <a:r>
              <a:t/>
            </a:r>
          </a:p>
          <a:p xmlns:a="http://schemas.openxmlformats.org/drawingml/2006/main">
            <a:r>
              <a:t>CONNECT</a:t>
            </a:r>
          </a:p>
          <a:p xmlns:a="http://schemas.openxmlformats.org/drawingml/2006/main">
            <a:r>
              <a:t>Build on A loop changes the running total. Explain why this example is needed before running it.</a:t>
            </a:r>
          </a:p>
          <a:p xmlns:a="http://schemas.openxmlformats.org/drawingml/2006/main">
            <a:r>
              <a:t/>
            </a:r>
          </a:p>
          <a:p xmlns:a="http://schemas.openxmlformats.org/drawingml/2006/main">
            <a:r>
              <a:t>EXPLAIN</a:t>
            </a:r>
          </a:p>
          <a:p xmlns:a="http://schemas.openxmlformats.org/drawingml/2006/main">
            <a:r>
              <a:t>There are three readings.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Tracing the loop</a:t>
            </a:r>
          </a:p>
          <a:p xmlns:a="http://schemas.openxmlformats.org/drawingml/2006/main">
            <a:r>
              <a:t/>
            </a:r>
          </a:p>
          <a:p xmlns:a="http://schemas.openxmlformats.org/drawingml/2006/main">
            <a:r>
              <a:t>CONNECT</a:t>
            </a:r>
          </a:p>
          <a:p xmlns:a="http://schemas.openxmlformats.org/drawingml/2006/main">
            <a:r>
              <a:t>Build on the preceding slide: A loop changes the running total.</a:t>
            </a:r>
          </a:p>
          <a:p xmlns:a="http://schemas.openxmlformats.org/drawingml/2006/main">
            <a:r>
              <a:t/>
            </a:r>
          </a:p>
          <a:p xmlns:a="http://schemas.openxmlformats.org/drawingml/2006/main">
            <a:r>
              <a:t>LECTURER CUE</a:t>
            </a:r>
          </a:p>
          <a:p xmlns:a="http://schemas.openxmlformats.org/drawingml/2006/main">
            <a:r>
              <a:t>There are three readings. The mean is 12 / 3 = 4. Reset total before repeating the calculation.</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in Python</a:t>
            </a:r>
          </a:p>
          <a:p xmlns:a="http://schemas.openxmlformats.org/drawingml/2006/main">
            <a:r>
              <a:t/>
            </a:r>
          </a:p>
          <a:p xmlns:a="http://schemas.openxmlformats.org/drawingml/2006/main">
            <a:r>
              <a:t>CONNECT</a:t>
            </a:r>
          </a:p>
          <a:p xmlns:a="http://schemas.openxmlformats.org/drawingml/2006/main">
            <a:r>
              <a:t>Build on Tracing the loop.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Tracing the loop.</a:t>
            </a:r>
          </a:p>
          <a:p xmlns:a="http://schemas.openxmlformats.org/drawingml/2006/main">
            <a:r>
              <a:t/>
            </a:r>
          </a:p>
          <a:p xmlns:a="http://schemas.openxmlformats.org/drawingml/2006/main">
            <a:r>
              <a:t>LECTURER CUE</a:t>
            </a:r>
          </a:p>
          <a:p xmlns:a="http://schemas.openxmlformats.org/drawingml/2006/main">
            <a:r>
              <a:t>Draw three boxes labelled 0, 1 and 2 holding 2, 4 and 6. Read the first item aloud, then trace the loop by hand. Make a table with columns reading and total: (2,2), (4,6), (6,12). len(readings) counts three items. 12 / 3 is 4. 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Complete practice code:</a:t>
            </a:r>
          </a:p>
          <a:p xmlns:a="http://schemas.openxmlformats.org/drawingml/2006/main">
            <a:r>
              <a:t>readings = [2, 4, 6]</a:t>
            </a:r>
          </a:p>
          <a:p xmlns:a="http://schemas.openxmlformats.org/drawingml/2006/main">
            <a:r>
              <a:t>total = 0</a:t>
            </a:r>
          </a:p>
          <a:p xmlns:a="http://schemas.openxmlformats.org/drawingml/2006/main">
            <a:r>
              <a:t>for reading in readings:</a:t>
            </a:r>
          </a:p>
          <a:p xmlns:a="http://schemas.openxmlformats.org/drawingml/2006/main">
            <a:r>
              <a:t>    total = total + reading</a:t>
            </a:r>
          </a:p>
          <a:p xmlns:a="http://schemas.openxmlformats.org/drawingml/2006/main">
            <a:r>
              <a:t>mean = total / len(readings)</a:t>
            </a:r>
          </a:p>
          <a:p xmlns:a="http://schemas.openxmlformats.org/drawingml/2006/main">
            <a:r>
              <a:t>print(mean)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loops and records results</a:t>
            </a:r>
          </a:p>
          <a:p xmlns:a="http://schemas.openxmlformats.org/drawingml/2006/main">
            <a:r>
              <a:t/>
            </a:r>
          </a:p>
          <a:p xmlns:a="http://schemas.openxmlformats.org/drawingml/2006/main">
            <a:r>
              <a:t>CONNECT</a:t>
            </a:r>
          </a:p>
          <a:p xmlns:a="http://schemas.openxmlformats.org/drawingml/2006/main">
            <a:r>
              <a:t>Build on Lists loops and records in Python. Explain why this example is needed before running it.</a:t>
            </a:r>
          </a:p>
          <a:p xmlns:a="http://schemas.openxmlformats.org/drawingml/2006/main">
            <a:r>
              <a:t/>
            </a:r>
          </a:p>
          <a:p xmlns:a="http://schemas.openxmlformats.org/drawingml/2006/main">
            <a:r>
              <a:t>EXPLAIN</a:t>
            </a:r>
          </a:p>
          <a:p xmlns:a="http://schemas.openxmlformats.org/drawingml/2006/main">
            <a:r>
              <a:t>4.0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Built-in summaries of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Built-in summaries of a list</a:t>
            </a:r>
          </a:p>
          <a:p xmlns:a="http://schemas.openxmlformats.org/drawingml/2006/main">
            <a:r>
              <a:t/>
            </a:r>
          </a:p>
          <a:p xmlns:a="http://schemas.openxmlformats.org/drawingml/2006/main">
            <a:r>
              <a:t>CONNECT</a:t>
            </a:r>
          </a:p>
          <a:p xmlns:a="http://schemas.openxmlformats.org/drawingml/2006/main">
            <a:r>
              <a:t>Build on Lists loops and records results. Explain why this example is needed before running it.</a:t>
            </a:r>
          </a:p>
          <a:p xmlns:a="http://schemas.openxmlformats.org/drawingml/2006/main">
            <a:r>
              <a:t/>
            </a:r>
          </a:p>
          <a:p xmlns:a="http://schemas.openxmlformats.org/drawingml/2006/main">
            <a:r>
              <a:t>EXPLAIN</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LECTURER DETAIL</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readings = [2, 4, 6]</a:t>
            </a:r>
          </a:p>
          <a:p xmlns:a="http://schemas.openxmlformats.org/drawingml/2006/main">
            <a:r>
              <a:t>print(sum(readings))</a:t>
            </a:r>
          </a:p>
          <a:p xmlns:a="http://schemas.openxmlformats.org/drawingml/2006/main">
            <a:r>
              <a:t>print(len(readings))</a:t>
            </a:r>
          </a:p>
          <a:p xmlns:a="http://schemas.openxmlformats.org/drawingml/2006/main">
            <a:r>
              <a:t>print(min(readings))</a:t>
            </a:r>
          </a:p>
          <a:p xmlns:a="http://schemas.openxmlformats.org/drawingml/2006/main">
            <a:r>
              <a:t>print(max(readings))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dictionary is a record with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dictionary is a record with named fields</a:t>
            </a:r>
          </a:p>
          <a:p xmlns:a="http://schemas.openxmlformats.org/drawingml/2006/main">
            <a:r>
              <a:t/>
            </a:r>
          </a:p>
          <a:p xmlns:a="http://schemas.openxmlformats.org/drawingml/2006/main">
            <a:r>
              <a:t>CONNECT</a:t>
            </a:r>
          </a:p>
          <a:p xmlns:a="http://schemas.openxmlformats.org/drawingml/2006/main">
            <a:r>
              <a:t>Build on Built-in summaries of a list. Explain why this example is needed before running it.</a:t>
            </a:r>
          </a:p>
          <a:p xmlns:a="http://schemas.openxmlformats.org/drawingml/2006/main">
            <a:r>
              <a:t/>
            </a:r>
          </a:p>
          <a:p xmlns:a="http://schemas.openxmlformats.org/drawingml/2006/main">
            <a:r>
              <a:t>EXPLAIN</a:t>
            </a:r>
          </a:p>
          <a:p xmlns:a="http://schemas.openxmlformats.org/drawingml/2006/main">
            <a:r>
              <a:t>record = {"unit": "A", "reading": 4} stores two key–value pairs. Keys name fields; values hold the information.</a:t>
            </a:r>
          </a:p>
          <a:p xmlns:a="http://schemas.openxmlformats.org/drawingml/2006/main">
            <a:r>
              <a:t/>
            </a:r>
          </a:p>
          <a:p xmlns:a="http://schemas.openxmlformats.org/drawingml/2006/main">
            <a:r>
              <a:t>Braces enclose the dictionary. A colon separates each key from its value and a comma separates pairs. Each key is unique.</a:t>
            </a:r>
          </a:p>
          <a:p xmlns:a="http://schemas.openxmlformats.org/drawingml/2006/main">
            <a:r>
              <a:t/>
            </a:r>
          </a:p>
          <a:p xmlns:a="http://schemas.openxmlformats.org/drawingml/2006/main">
            <a:r>
              <a:t>record["reading"] returns 4. Unlike a list position, "reading" names the field we want.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and updating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and updating a dictionary</a:t>
            </a:r>
          </a:p>
          <a:p xmlns:a="http://schemas.openxmlformats.org/drawingml/2006/main">
            <a:r>
              <a:t/>
            </a:r>
          </a:p>
          <a:p xmlns:a="http://schemas.openxmlformats.org/drawingml/2006/main">
            <a:r>
              <a:t>CONNECT</a:t>
            </a:r>
          </a:p>
          <a:p xmlns:a="http://schemas.openxmlformats.org/drawingml/2006/main">
            <a:r>
              <a:t>Build on A dictionary is a record with named fields. Explain why this example is needed before running it.</a:t>
            </a:r>
          </a:p>
          <a:p xmlns:a="http://schemas.openxmlformats.org/drawingml/2006/main">
            <a:r>
              <a:t/>
            </a:r>
          </a:p>
          <a:p xmlns:a="http://schemas.openxmlformats.org/drawingml/2006/main">
            <a:r>
              <a:t>EXPLAIN</a:t>
            </a:r>
          </a:p>
          <a:p xmlns:a="http://schemas.openxmlformats.org/drawingml/2006/main">
            <a:r>
              <a:t>Output: 4, then 6, then 0. get uses the fallback only when that key is absent.</a:t>
            </a:r>
          </a:p>
          <a:p xmlns:a="http://schemas.openxmlformats.org/drawingml/2006/main">
            <a:r>
              <a:t/>
            </a:r>
          </a:p>
          <a:p xmlns:a="http://schemas.openxmlformats.org/drawingml/2006/main">
            <a:r>
              <a:t>LECTURER DETAIL</a:t>
            </a:r>
          </a:p>
          <a:p xmlns:a="http://schemas.openxmlformats.org/drawingml/2006/main">
            <a:r>
              <a:t>Output: 4, then 6, then 0. get uses the fallback only when that key is absent.</a:t>
            </a:r>
          </a:p>
          <a:p xmlns:a="http://schemas.openxmlformats.org/drawingml/2006/main">
            <a:r>
              <a:t/>
            </a:r>
          </a:p>
          <a:p xmlns:a="http://schemas.openxmlformats.org/drawingml/2006/main">
            <a:r>
              <a:t>record = {"unit": "A", "reading": 4}</a:t>
            </a:r>
          </a:p>
          <a:p xmlns:a="http://schemas.openxmlformats.org/drawingml/2006/main">
            <a:r>
              <a:t>print(record["reading"])</a:t>
            </a:r>
          </a:p>
          <a:p xmlns:a="http://schemas.openxmlformats.org/drawingml/2006/main">
            <a:r>
              <a:t>record["reading"] = 6</a:t>
            </a:r>
          </a:p>
          <a:p xmlns:a="http://schemas.openxmlformats.org/drawingml/2006/main">
            <a:r>
              <a:t>print(record["reading"])</a:t>
            </a:r>
          </a:p>
          <a:p xmlns:a="http://schemas.openxmlformats.org/drawingml/2006/main">
            <a:r>
              <a:t>print(record.get("missing", 0))</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Tuples and unpacking.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Tuples and unpacking</a:t>
            </a:r>
          </a:p>
          <a:p xmlns:a="http://schemas.openxmlformats.org/drawingml/2006/main">
            <a:r>
              <a:t/>
            </a:r>
          </a:p>
          <a:p xmlns:a="http://schemas.openxmlformats.org/drawingml/2006/main">
            <a:r>
              <a:t>CONNECT</a:t>
            </a:r>
          </a:p>
          <a:p xmlns:a="http://schemas.openxmlformats.org/drawingml/2006/main">
            <a:r>
              <a:t>Build on Reading and updating a dictionary. Explain why this example is needed before running it.</a:t>
            </a:r>
          </a:p>
          <a:p xmlns:a="http://schemas.openxmlformats.org/drawingml/2006/main">
            <a:r>
              <a:t/>
            </a:r>
          </a:p>
          <a:p xmlns:a="http://schemas.openxmlformats.org/drawingml/2006/main">
            <a:r>
              <a:t>EXPLAIN</a:t>
            </a:r>
          </a:p>
          <a:p xmlns:a="http://schemas.openxmlformats.org/drawingml/2006/main">
            <a:r>
              <a:t>A tuple stores items in order. point = (2, 3) stores two coordinates; point[0] is 2. You cannot reassign point[0].</a:t>
            </a:r>
          </a:p>
          <a:p xmlns:a="http://schemas.openxmlformats.org/drawingml/2006/main">
            <a:r>
              <a:t/>
            </a:r>
          </a:p>
          <a:p xmlns:a="http://schemas.openxmlformats.org/drawingml/2006/main">
            <a:r>
              <a:t>x, y = point gives the first item to x and the second to y. This is unpacking; the number of names must match the number of items.</a:t>
            </a:r>
          </a:p>
          <a:p xmlns:a="http://schemas.openxmlformats.org/drawingml/2006/main">
            <a:r>
              <a:t/>
            </a:r>
          </a:p>
          <a:p xmlns:a="http://schemas.openxmlformats.org/drawingml/2006/main">
            <a:r>
              <a:t>A tuple prevents replacing its positions. It does not freeze the contents of a mutable object stored inside it.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Unpacking a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Unpacking a pair</a:t>
            </a:r>
          </a:p>
          <a:p xmlns:a="http://schemas.openxmlformats.org/drawingml/2006/main">
            <a:r>
              <a:t/>
            </a:r>
          </a:p>
          <a:p xmlns:a="http://schemas.openxmlformats.org/drawingml/2006/main">
            <a:r>
              <a:t>CONNECT</a:t>
            </a:r>
          </a:p>
          <a:p xmlns:a="http://schemas.openxmlformats.org/drawingml/2006/main">
            <a:r>
              <a:t>Build on Tuples and unpacking. Explain why this example is needed before running it.</a:t>
            </a:r>
          </a:p>
          <a:p xmlns:a="http://schemas.openxmlformats.org/drawingml/2006/main">
            <a:r>
              <a:t/>
            </a:r>
          </a:p>
          <a:p xmlns:a="http://schemas.openxmlformats.org/drawingml/2006/main">
            <a:r>
              <a:t>EXPLAIN</a:t>
            </a:r>
          </a:p>
          <a:p xmlns:a="http://schemas.openxmlformats.org/drawingml/2006/main">
            <a:r>
              <a:t>Output: 2, then 3.</a:t>
            </a:r>
          </a:p>
          <a:p xmlns:a="http://schemas.openxmlformats.org/drawingml/2006/main">
            <a:r>
              <a:t/>
            </a:r>
          </a:p>
          <a:p xmlns:a="http://schemas.openxmlformats.org/drawingml/2006/main">
            <a:r>
              <a:t>LECTURER DETAIL</a:t>
            </a:r>
          </a:p>
          <a:p xmlns:a="http://schemas.openxmlformats.org/drawingml/2006/main">
            <a:r>
              <a:t>Output: 2, then 3.</a:t>
            </a:r>
          </a:p>
          <a:p xmlns:a="http://schemas.openxmlformats.org/drawingml/2006/main">
            <a:r>
              <a:t/>
            </a:r>
          </a:p>
          <a:p xmlns:a="http://schemas.openxmlformats.org/drawingml/2006/main">
            <a:r>
              <a:t>point = (2, 3)</a:t>
            </a:r>
          </a:p>
          <a:p xmlns:a="http://schemas.openxmlformats.org/drawingml/2006/main">
            <a:r>
              <a:t>x, y = point</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set remembers distinct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set remembers distinct items</a:t>
            </a:r>
          </a:p>
          <a:p xmlns:a="http://schemas.openxmlformats.org/drawingml/2006/main">
            <a:r>
              <a:t/>
            </a:r>
          </a:p>
          <a:p xmlns:a="http://schemas.openxmlformats.org/drawingml/2006/main">
            <a:r>
              <a:t>CONNECT</a:t>
            </a:r>
          </a:p>
          <a:p xmlns:a="http://schemas.openxmlformats.org/drawingml/2006/main">
            <a:r>
              <a:t>Build on Unpacking a pair. Explain why this example is needed before running it.</a:t>
            </a:r>
          </a:p>
          <a:p xmlns:a="http://schemas.openxmlformats.org/drawingml/2006/main">
            <a:r>
              <a:t/>
            </a:r>
          </a:p>
          <a:p xmlns:a="http://schemas.openxmlformats.org/drawingml/2006/main">
            <a:r>
              <a:t>EXPLAIN</a:t>
            </a:r>
          </a:p>
          <a:p xmlns:a="http://schemas.openxmlformats.org/drawingml/2006/main">
            <a:r>
              <a:t>A set is useful when the question is “Have we seen this ID?” It keeps one instance of each distinct item.</a:t>
            </a:r>
          </a:p>
          <a:p xmlns:a="http://schemas.openxmlformats.org/drawingml/2006/main">
            <a:r>
              <a:t/>
            </a:r>
          </a:p>
          <a:p xmlns:a="http://schemas.openxmlformats.org/drawingml/2006/main">
            <a:r>
              <a:t>seen = set() creates an empty set. seen.add("A") adds an item. "A" in seen asks whether it is present.</a:t>
            </a:r>
          </a:p>
          <a:p xmlns:a="http://schemas.openxmlformats.org/drawingml/2006/main">
            <a:r>
              <a:t/>
            </a:r>
          </a:p>
          <a:p xmlns:a="http://schemas.openxmlformats.org/drawingml/2006/main">
            <a:r>
              <a:t>Do not use a set when position or repeated readings matter. Sets cannot be indexed. {} creates an empty dictionary, not an empty set.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Set membership and repeated 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Set membership and repeated IDs</a:t>
            </a:r>
          </a:p>
          <a:p xmlns:a="http://schemas.openxmlformats.org/drawingml/2006/main">
            <a:r>
              <a:t/>
            </a:r>
          </a:p>
          <a:p xmlns:a="http://schemas.openxmlformats.org/drawingml/2006/main">
            <a:r>
              <a:t>CONNECT</a:t>
            </a:r>
          </a:p>
          <a:p xmlns:a="http://schemas.openxmlformats.org/drawingml/2006/main">
            <a:r>
              <a:t>Build on A set remembers distinct items. Explain why this example is needed before running it.</a:t>
            </a:r>
          </a:p>
          <a:p xmlns:a="http://schemas.openxmlformats.org/drawingml/2006/main">
            <a:r>
              <a:t/>
            </a:r>
          </a:p>
          <a:p xmlns:a="http://schemas.openxmlformats.org/drawingml/2006/main">
            <a:r>
              <a:t>EXPLAIN</a:t>
            </a:r>
          </a:p>
          <a:p xmlns:a="http://schemas.openxmlformats.org/drawingml/2006/main">
            <a:r>
              <a:t>Output: 1, True, False. Adding the same ID twice keeps one distinct ID.</a:t>
            </a:r>
          </a:p>
          <a:p xmlns:a="http://schemas.openxmlformats.org/drawingml/2006/main">
            <a:r>
              <a:t/>
            </a:r>
          </a:p>
          <a:p xmlns:a="http://schemas.openxmlformats.org/drawingml/2006/main">
            <a:r>
              <a:t>LECTURER DETAIL</a:t>
            </a:r>
          </a:p>
          <a:p xmlns:a="http://schemas.openxmlformats.org/drawingml/2006/main">
            <a:r>
              <a:t>Output: 1, True, False. Adding the same ID twice keeps one distinct ID.</a:t>
            </a:r>
          </a:p>
          <a:p xmlns:a="http://schemas.openxmlformats.org/drawingml/2006/main">
            <a:r>
              <a:t/>
            </a:r>
          </a:p>
          <a:p xmlns:a="http://schemas.openxmlformats.org/drawingml/2006/main">
            <a:r>
              <a:t>seen = set()</a:t>
            </a:r>
          </a:p>
          <a:p xmlns:a="http://schemas.openxmlformats.org/drawingml/2006/main">
            <a:r>
              <a:t>seen.add("A")</a:t>
            </a:r>
          </a:p>
          <a:p xmlns:a="http://schemas.openxmlformats.org/drawingml/2006/main">
            <a:r>
              <a:t>seen.add("A")</a:t>
            </a:r>
          </a:p>
          <a:p xmlns:a="http://schemas.openxmlformats.org/drawingml/2006/main">
            <a:r>
              <a:t>print(len(seen))</a:t>
            </a:r>
          </a:p>
          <a:p xmlns:a="http://schemas.openxmlformats.org/drawingml/2006/main">
            <a:r>
              <a:t>print("A" in seen)</a:t>
            </a:r>
          </a:p>
          <a:p xmlns:a="http://schemas.openxmlformats.org/drawingml/2006/main">
            <a:r>
              <a:t>print("B" in seen)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How the four collections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How the four collections differ</a:t>
            </a:r>
          </a:p>
          <a:p xmlns:a="http://schemas.openxmlformats.org/drawingml/2006/main">
            <a:r>
              <a:t/>
            </a:r>
          </a:p>
          <a:p xmlns:a="http://schemas.openxmlformats.org/drawingml/2006/main">
            <a:r>
              <a:t>CONNECT</a:t>
            </a:r>
          </a:p>
          <a:p xmlns:a="http://schemas.openxmlformats.org/drawingml/2006/main">
            <a:r>
              <a:t>Build on Set membership and repeated IDs. Explain why this example is needed before running it.</a:t>
            </a:r>
          </a:p>
          <a:p xmlns:a="http://schemas.openxmlformats.org/drawingml/2006/main">
            <a:r>
              <a:t/>
            </a:r>
          </a:p>
          <a:p xmlns:a="http://schemas.openxmlformats.org/drawingml/2006/main">
            <a:r>
              <a:t>EXPLAIN</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LECTURER DETAIL</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Dictionary items and two loop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Dictionary items and two loop names</a:t>
            </a:r>
          </a:p>
          <a:p xmlns:a="http://schemas.openxmlformats.org/drawingml/2006/main">
            <a:r>
              <a:t/>
            </a:r>
          </a:p>
          <a:p xmlns:a="http://schemas.openxmlformats.org/drawingml/2006/main">
            <a:r>
              <a:t>CONNECT</a:t>
            </a:r>
          </a:p>
          <a:p xmlns:a="http://schemas.openxmlformats.org/drawingml/2006/main">
            <a:r>
              <a:t>Build on How the four collections differ. Explain why this example is needed before running it.</a:t>
            </a:r>
          </a:p>
          <a:p xmlns:a="http://schemas.openxmlformats.org/drawingml/2006/main">
            <a:r>
              <a:t/>
            </a:r>
          </a:p>
          <a:p xmlns:a="http://schemas.openxmlformats.org/drawingml/2006/main">
            <a:r>
              <a:t>EXPLAIN</a:t>
            </a:r>
          </a:p>
          <a:p xmlns:a="http://schemas.openxmlformats.org/drawingml/2006/main">
            <a:r>
              <a:t>record.items() provides each key with its value as a pair. The loop unpacks each pair into the names key and value.</a:t>
            </a:r>
          </a:p>
          <a:p xmlns:a="http://schemas.openxmlformats.org/drawingml/2006/main">
            <a:r>
              <a:t/>
            </a:r>
          </a:p>
          <a:p xmlns:a="http://schemas.openxmlformats.org/drawingml/2006/main">
            <a:r>
              <a:t>for key, value in record.items(): repeats the indented body for each field. Use .items() when both the label and its value are needed.</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Looping through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Looping through named fields</a:t>
            </a:r>
          </a:p>
          <a:p xmlns:a="http://schemas.openxmlformats.org/drawingml/2006/main">
            <a:r>
              <a:t/>
            </a:r>
          </a:p>
          <a:p xmlns:a="http://schemas.openxmlformats.org/drawingml/2006/main">
            <a:r>
              <a:t>CONNECT</a:t>
            </a:r>
          </a:p>
          <a:p xmlns:a="http://schemas.openxmlformats.org/drawingml/2006/main">
            <a:r>
              <a:t>Build on Dictionary items and two loop names. Explain why this example is needed before running it.</a:t>
            </a:r>
          </a:p>
          <a:p xmlns:a="http://schemas.openxmlformats.org/drawingml/2006/main">
            <a:r>
              <a:t/>
            </a:r>
          </a:p>
          <a:p xmlns:a="http://schemas.openxmlformats.org/drawingml/2006/main">
            <a:r>
              <a:t>EXPLAIN</a:t>
            </a:r>
          </a:p>
          <a:p xmlns:a="http://schemas.openxmlformats.org/drawingml/2006/main">
            <a:r>
              <a:t>Output: unit A, then reading 6. The dictionary preserves insertion order.</a:t>
            </a:r>
          </a:p>
          <a:p xmlns:a="http://schemas.openxmlformats.org/drawingml/2006/main">
            <a:r>
              <a:t/>
            </a:r>
          </a:p>
          <a:p xmlns:a="http://schemas.openxmlformats.org/drawingml/2006/main">
            <a:r>
              <a:t>LECTURER DETAIL</a:t>
            </a:r>
          </a:p>
          <a:p xmlns:a="http://schemas.openxmlformats.org/drawingml/2006/main">
            <a:r>
              <a:t>Output: unit A, then reading 6. The dictionary preserves insertion order.</a:t>
            </a:r>
          </a:p>
          <a:p xmlns:a="http://schemas.openxmlformats.org/drawingml/2006/main">
            <a:r>
              <a:t/>
            </a:r>
          </a:p>
          <a:p xmlns:a="http://schemas.openxmlformats.org/drawingml/2006/main">
            <a:r>
              <a:t>record = {"unit": "A", "reading": 6}</a:t>
            </a:r>
          </a:p>
          <a:p xmlns:a="http://schemas.openxmlformats.org/drawingml/2006/main">
            <a:r>
              <a:t>for key, value in record.items():</a:t>
            </a:r>
          </a:p>
          <a:p xmlns:a="http://schemas.openxmlformats.org/drawingml/2006/main">
            <a:r>
              <a:t>    print(key, value)</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position and a key find different things.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position and a key find different things</a:t>
            </a:r>
          </a:p>
          <a:p xmlns:a="http://schemas.openxmlformats.org/drawingml/2006/main">
            <a:r>
              <a:t/>
            </a:r>
          </a:p>
          <a:p xmlns:a="http://schemas.openxmlformats.org/drawingml/2006/main">
            <a:r>
              <a:t>CONNECT</a:t>
            </a:r>
          </a:p>
          <a:p xmlns:a="http://schemas.openxmlformats.org/drawingml/2006/main">
            <a:r>
              <a:t>Build on Looping through named fields. Explain why this example is needed before running it.</a:t>
            </a:r>
          </a:p>
          <a:p xmlns:a="http://schemas.openxmlformats.org/drawingml/2006/main">
            <a:r>
              <a:t/>
            </a:r>
          </a:p>
          <a:p xmlns:a="http://schemas.openxmlformats.org/drawingml/2006/main">
            <a:r>
              <a:t>EXPLAIN</a:t>
            </a:r>
          </a:p>
          <a:p xmlns:a="http://schemas.openxmlformats.org/drawingml/2006/main">
            <a:r>
              <a:t>Both examples return 4. Explain how each lookup finds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position and a key find different things</a:t>
            </a:r>
          </a:p>
          <a:p xmlns:a="http://schemas.openxmlformats.org/drawingml/2006/main">
            <a:r>
              <a:t/>
            </a:r>
          </a:p>
          <a:p xmlns:a="http://schemas.openxmlformats.org/drawingml/2006/main">
            <a:r>
              <a:t>CONNECT</a:t>
            </a:r>
          </a:p>
          <a:p xmlns:a="http://schemas.openxmlformats.org/drawingml/2006/main">
            <a:r>
              <a:t>Build on the preceding slide: Dictionary lookups and list slices.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NEXT</a:t>
            </a:r>
          </a:p>
          <a:p xmlns:a="http://schemas.openxmlformats.org/drawingml/2006/main">
            <a:r>
              <a:t>A dictionary gives each value a key.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CSV and header.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CSV and header</a:t>
            </a:r>
          </a:p>
          <a:p xmlns:a="http://schemas.openxmlformats.org/drawingml/2006/main">
            <a:r>
              <a:t/>
            </a:r>
          </a:p>
          <a:p xmlns:a="http://schemas.openxmlformats.org/drawingml/2006/main">
            <a:r>
              <a:t>CONNECT</a:t>
            </a:r>
          </a:p>
          <a:p xmlns:a="http://schemas.openxmlformats.org/drawingml/2006/main">
            <a:r>
              <a:t>Build on A position and a key find different things. Explain why this example is needed before running it.</a:t>
            </a:r>
          </a:p>
          <a:p xmlns:a="http://schemas.openxmlformats.org/drawingml/2006/main">
            <a:r>
              <a:t/>
            </a:r>
          </a:p>
          <a:p xmlns:a="http://schemas.openxmlformats.org/drawingml/2006/main">
            <a:r>
              <a:t>EXPLAIN</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CSV and header</a:t>
            </a:r>
          </a:p>
          <a:p xmlns:a="http://schemas.openxmlformats.org/drawingml/2006/main">
            <a:r>
              <a:t/>
            </a:r>
          </a:p>
          <a:p xmlns:a="http://schemas.openxmlformats.org/drawingml/2006/main">
            <a:r>
              <a:t>CONNECT</a:t>
            </a:r>
          </a:p>
          <a:p xmlns:a="http://schemas.openxmlformats.org/drawingml/2006/main">
            <a:r>
              <a:t>Build on the preceding slide: Three ways to collect values.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POINT TO THE DEFINITION</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NEXT</a:t>
            </a:r>
          </a:p>
          <a:p xmlns:a="http://schemas.openxmlformats.org/drawingml/2006/main">
            <a:r>
              <a:t>One record at a time.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record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record at a time</a:t>
            </a:r>
          </a:p>
          <a:p xmlns:a="http://schemas.openxmlformats.org/drawingml/2006/main">
            <a:r>
              <a:t/>
            </a:r>
          </a:p>
          <a:p xmlns:a="http://schemas.openxmlformats.org/drawingml/2006/main">
            <a:r>
              <a:t>CONNECT</a:t>
            </a:r>
          </a:p>
          <a:p xmlns:a="http://schemas.openxmlformats.org/drawingml/2006/main">
            <a:r>
              <a:t>Build on CSV and header. Explain why this example is needed before running it.</a:t>
            </a:r>
          </a:p>
          <a:p xmlns:a="http://schemas.openxmlformats.org/drawingml/2006/main">
            <a:r>
              <a:t/>
            </a:r>
          </a:p>
          <a:p xmlns:a="http://schemas.openxmlformats.org/drawingml/2006/main">
            <a:r>
              <a:t>EXPLAIN</a:t>
            </a:r>
          </a:p>
          <a:p xmlns:a="http://schemas.openxmlformats.org/drawingml/2006/main">
            <a:r>
              <a:t>A CSV is a text table with a header row.</a:t>
            </a:r>
          </a:p>
          <a:p xmlns:a="http://schemas.openxmlformats.org/drawingml/2006/main">
            <a:r>
              <a:t/>
            </a:r>
          </a:p>
          <a:p xmlns:a="http://schemas.openxmlformats.org/drawingml/2006/main">
            <a:r>
              <a:t>DictReader uses that header for dictionary keys.</a:t>
            </a:r>
          </a:p>
          <a:p xmlns:a="http://schemas.openxmlformats.org/drawingml/2006/main">
            <a:r>
              <a:t/>
            </a:r>
          </a:p>
          <a:p xmlns:a="http://schemas.openxmlformats.org/drawingml/2006/main">
            <a:r>
              <a:t>CSV cells begin as text, even when they look numeric.</a:t>
            </a:r>
          </a:p>
          <a:p xmlns:a="http://schemas.openxmlformats.org/drawingml/2006/main">
            <a:r>
              <a:t/>
            </a:r>
          </a:p>
          <a:p xmlns:a="http://schemas.openxmlformats.org/drawingml/2006/main">
            <a:r>
              <a:t>float("2.5") converts text into the number 2.5.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One record at a time</a:t>
            </a:r>
          </a:p>
          <a:p xmlns:a="http://schemas.openxmlformats.org/drawingml/2006/main">
            <a:r>
              <a:t/>
            </a:r>
          </a:p>
          <a:p xmlns:a="http://schemas.openxmlformats.org/drawingml/2006/main">
            <a:r>
              <a:t>CONNECT</a:t>
            </a:r>
          </a:p>
          <a:p xmlns:a="http://schemas.openxmlformats.org/drawingml/2006/main">
            <a:r>
              <a:t>Build on the preceding slide: CSV and header.</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A CSV file has a header and text values.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CSV file has a header and text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file has a header and text values</a:t>
            </a:r>
          </a:p>
          <a:p xmlns:a="http://schemas.openxmlformats.org/drawingml/2006/main">
            <a:r>
              <a:t/>
            </a:r>
          </a:p>
          <a:p xmlns:a="http://schemas.openxmlformats.org/drawingml/2006/main">
            <a:r>
              <a:t>CONNECT</a:t>
            </a:r>
          </a:p>
          <a:p xmlns:a="http://schemas.openxmlformats.org/drawingml/2006/main">
            <a:r>
              <a:t>Build on One record at a time. Explain why this example is needed before running it.</a:t>
            </a:r>
          </a:p>
          <a:p xmlns:a="http://schemas.openxmlformats.org/drawingml/2006/main">
            <a:r>
              <a:t/>
            </a:r>
          </a:p>
          <a:p xmlns:a="http://schemas.openxmlformats.org/drawingml/2006/main">
            <a:r>
              <a:t>EXPLAIN</a:t>
            </a:r>
          </a:p>
          <a:p xmlns:a="http://schemas.openxmlformats.org/drawingml/2006/main">
            <a:r>
              <a:t>An empty field is empty text. Check the task’s rule before converting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CSV file has a header and text values</a:t>
            </a:r>
          </a:p>
          <a:p xmlns:a="http://schemas.openxmlformats.org/drawingml/2006/main">
            <a:r>
              <a:t/>
            </a:r>
          </a:p>
          <a:p xmlns:a="http://schemas.openxmlformats.org/drawingml/2006/main">
            <a:r>
              <a:t>CONNECT</a:t>
            </a:r>
          </a:p>
          <a:p xmlns:a="http://schemas.openxmlformats.org/drawingml/2006/main">
            <a:r>
              <a:t>Build on the preceding slide: One record at a time.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CSV row becomes a 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CSV row becomes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CSV row becomes a dictionary</a:t>
            </a:r>
          </a:p>
          <a:p xmlns:a="http://schemas.openxmlformats.org/drawingml/2006/main">
            <a:r>
              <a:t/>
            </a:r>
          </a:p>
          <a:p xmlns:a="http://schemas.openxmlformats.org/drawingml/2006/main">
            <a:r>
              <a:t>CONNECT</a:t>
            </a:r>
          </a:p>
          <a:p xmlns:a="http://schemas.openxmlformats.org/drawingml/2006/main">
            <a:r>
              <a:t>Build on A CSV file has a header and text values. Explain why this example is needed before running it.</a:t>
            </a:r>
          </a:p>
          <a:p xmlns:a="http://schemas.openxmlformats.org/drawingml/2006/main">
            <a:r>
              <a:t/>
            </a:r>
          </a:p>
          <a:p xmlns:a="http://schemas.openxmlformats.org/drawingml/2006/main">
            <a:r>
              <a:t>EXPLAIN</a:t>
            </a:r>
          </a:p>
          <a:p xmlns:a="http://schemas.openxmlformats.org/drawingml/2006/main">
            <a:r>
              <a:t>The header gives field names, such as unit and reading.</a:t>
            </a:r>
          </a:p>
          <a:p xmlns:a="http://schemas.openxmlformats.org/drawingml/2006/main">
            <a:r>
              <a:t/>
            </a:r>
          </a:p>
          <a:p xmlns:a="http://schemas.openxmlformats.org/drawingml/2006/main">
            <a:r>
              <a:t>csv.DictReader returns one dictionary for each data row.</a:t>
            </a:r>
          </a:p>
          <a:p xmlns:a="http://schemas.openxmlformats.org/drawingml/2006/main">
            <a:r>
              <a:t/>
            </a:r>
          </a:p>
          <a:p xmlns:a="http://schemas.openxmlformats.org/drawingml/2006/main">
            <a:r>
              <a:t>The value "2.5" starts as text. float("2.5") makes the number 2.5.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CSV row becomes a dictionary</a:t>
            </a:r>
          </a:p>
          <a:p xmlns:a="http://schemas.openxmlformats.org/drawingml/2006/main">
            <a:r>
              <a:t/>
            </a:r>
          </a:p>
          <a:p xmlns:a="http://schemas.openxmlformats.org/drawingml/2006/main">
            <a:r>
              <a:t>CONNECT</a:t>
            </a:r>
          </a:p>
          <a:p xmlns:a="http://schemas.openxmlformats.org/drawingml/2006/main">
            <a:r>
              <a:t>Build on the preceding slide: A CSV file has a header and text values.</a:t>
            </a:r>
          </a:p>
          <a:p xmlns:a="http://schemas.openxmlformats.org/drawingml/2006/main">
            <a:r>
              <a:t/>
            </a:r>
          </a:p>
          <a:p xmlns:a="http://schemas.openxmlformats.org/drawingml/2006/main">
            <a:r>
              <a:t>LECTURER CUE</a:t>
            </a:r>
          </a:p>
          <a:p xmlns:a="http://schemas.openxmlformats.org/drawingml/2006/main">
            <a:r>
              <a:t>Before a real CSV, show a two-line text extract and name its header. Open the issued CSV together. Explain csv.DictReader as one dictionary per row. Convert only the numeric column and state what should happen to an invalid value.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with and import.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with and import.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with and import</a:t>
            </a:r>
          </a:p>
          <a:p xmlns:a="http://schemas.openxmlformats.org/drawingml/2006/main">
            <a:r>
              <a:t/>
            </a:r>
          </a:p>
          <a:p xmlns:a="http://schemas.openxmlformats.org/drawingml/2006/main">
            <a:r>
              <a:t>CONNECT</a:t>
            </a:r>
          </a:p>
          <a:p xmlns:a="http://schemas.openxmlformats.org/drawingml/2006/main">
            <a:r>
              <a:t>Build on A CSV row becomes a dictionary. Explain why this example is needed before running it.</a:t>
            </a:r>
          </a:p>
          <a:p xmlns:a="http://schemas.openxmlformats.org/drawingml/2006/main">
            <a:r>
              <a:t/>
            </a:r>
          </a:p>
          <a:p xmlns:a="http://schemas.openxmlformats.org/drawingml/2006/main">
            <a:r>
              <a:t>EXPLAIN</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with and import</a:t>
            </a:r>
          </a:p>
          <a:p xmlns:a="http://schemas.openxmlformats.org/drawingml/2006/main">
            <a:r>
              <a:t/>
            </a:r>
          </a:p>
          <a:p xmlns:a="http://schemas.openxmlformats.org/drawingml/2006/main">
            <a:r>
              <a:t>CONNECT</a:t>
            </a:r>
          </a:p>
          <a:p xmlns:a="http://schemas.openxmlformats.org/drawingml/2006/main">
            <a:r>
              <a:t>Build on the preceding slide: A CSV row becomes a dictionary.</a:t>
            </a:r>
          </a:p>
          <a:p xmlns:a="http://schemas.openxmlformats.org/drawingml/2006/main">
            <a:r>
              <a:t/>
            </a:r>
          </a:p>
          <a:p xmlns:a="http://schemas.openxmlformats.org/drawingml/2006/main">
            <a:r>
              <a:t>POINT TO THE DEFINITION</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NEXT</a:t>
            </a:r>
          </a:p>
          <a:p xmlns:a="http://schemas.openxmlformats.org/drawingml/2006/main">
            <a:r>
              <a:t>Your cohort data.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cohort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cohort data</a:t>
            </a:r>
          </a:p>
          <a:p xmlns:a="http://schemas.openxmlformats.org/drawingml/2006/main">
            <a:r>
              <a:t/>
            </a:r>
          </a:p>
          <a:p xmlns:a="http://schemas.openxmlformats.org/drawingml/2006/main">
            <a:r>
              <a:t>CONNECT</a:t>
            </a:r>
          </a:p>
          <a:p xmlns:a="http://schemas.openxmlformats.org/drawingml/2006/main">
            <a:r>
              <a:t>Build on with and import. Explain why this example is needed before running it.</a:t>
            </a:r>
          </a:p>
          <a:p xmlns:a="http://schemas.openxmlformats.org/drawingml/2006/main">
            <a:r>
              <a:t/>
            </a:r>
          </a:p>
          <a:p xmlns:a="http://schemas.openxmlformats.org/drawingml/2006/main">
            <a:r>
              <a:t>EXPLAIN</a:t>
            </a:r>
          </a:p>
          <a:p xmlns:a="http://schemas.openxmlformats.org/drawingml/2006/main">
            <a:r>
              <a:t>motor_test_bench.csv</a:t>
            </a:r>
          </a:p>
          <a:p xmlns:a="http://schemas.openxmlformats.org/drawingml/2006/main">
            <a:r>
              <a:t/>
            </a:r>
          </a:p>
          <a:p xmlns:a="http://schemas.openxmlformats.org/drawingml/2006/main">
            <a:r>
              <a:t>Summarise winding_temp_c (degrees C); group by motor_id.</a:t>
            </a:r>
          </a:p>
          <a:p xmlns:a="http://schemas.openxmlformats.org/drawingml/2006/main">
            <a:r>
              <a:t/>
            </a:r>
          </a:p>
          <a:p xmlns:a="http://schemas.openxmlformats.org/drawingml/2006/main">
            <a:r>
              <a:t>Read the issued task’s blank-value and threshold rules before calculating.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cohort data</a:t>
            </a:r>
          </a:p>
          <a:p xmlns:a="http://schemas.openxmlformats.org/drawingml/2006/main">
            <a:r>
              <a:t/>
            </a:r>
          </a:p>
          <a:p xmlns:a="http://schemas.openxmlformats.org/drawingml/2006/main">
            <a:r>
              <a:t>CONNECT</a:t>
            </a:r>
          </a:p>
          <a:p xmlns:a="http://schemas.openxmlformats.org/drawingml/2006/main">
            <a:r>
              <a:t>Build on the preceding slide: with and import.</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Read the supplied CSV in four steps.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supplied CSV in four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supplied CSV in four steps</a:t>
            </a:r>
          </a:p>
          <a:p xmlns:a="http://schemas.openxmlformats.org/drawingml/2006/main">
            <a:r>
              <a:t/>
            </a:r>
          </a:p>
          <a:p xmlns:a="http://schemas.openxmlformats.org/drawingml/2006/main">
            <a:r>
              <a:t>CONNECT</a:t>
            </a:r>
          </a:p>
          <a:p xmlns:a="http://schemas.openxmlformats.org/drawingml/2006/main">
            <a:r>
              <a:t>Build on Your cohort data. Explain why this example is needed before running it.</a:t>
            </a:r>
          </a:p>
          <a:p xmlns:a="http://schemas.openxmlformats.org/drawingml/2006/main">
            <a:r>
              <a:t/>
            </a:r>
          </a:p>
          <a:p xmlns:a="http://schemas.openxmlformats.org/drawingml/2006/main">
            <a:r>
              <a:t>EXPLAIN</a:t>
            </a:r>
          </a:p>
          <a:p xmlns:a="http://schemas.openxmlformats.org/drawingml/2006/main">
            <a:r>
              <a:t>Place motor_test_bench.csv beside the notebook, or upload it in Colab’s Files panel.</a:t>
            </a:r>
          </a:p>
          <a:p xmlns:a="http://schemas.openxmlformats.org/drawingml/2006/main">
            <a:r>
              <a:t/>
            </a:r>
          </a:p>
          <a:p xmlns:a="http://schemas.openxmlformats.org/drawingml/2006/main">
            <a:r>
              <a:t>import csv loads the CSV tools. newline="" lets the reader handle line endings. DictReader uses the header as dictionary keys.</a:t>
            </a:r>
          </a:p>
          <a:p xmlns:a="http://schemas.openxmlformats.org/drawingml/2006/main">
            <a:r>
              <a:t/>
            </a:r>
          </a:p>
          <a:p xmlns:a="http://schemas.openxmlformats.org/drawingml/2006/main">
            <a:r>
              <a:t>list(...) collects the rows while the file is open. We inspect the first row and the count; the later assignment calculations are your work.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supplied CSV in four steps</a:t>
            </a:r>
          </a:p>
          <a:p xmlns:a="http://schemas.openxmlformats.org/drawingml/2006/main">
            <a:r>
              <a:t/>
            </a:r>
          </a:p>
          <a:p xmlns:a="http://schemas.openxmlformats.org/drawingml/2006/main">
            <a:r>
              <a:t>CONNECT</a:t>
            </a:r>
          </a:p>
          <a:p xmlns:a="http://schemas.openxmlformats.org/drawingml/2006/main">
            <a:r>
              <a:t>Build on the preceding slide: Your cohort data.</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Open a real CSV and inspect its first row.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Open a real CSV and inspect its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Open a real CSV and inspect its first row</a:t>
            </a:r>
          </a:p>
          <a:p xmlns:a="http://schemas.openxmlformats.org/drawingml/2006/main">
            <a:r>
              <a:t/>
            </a:r>
          </a:p>
          <a:p xmlns:a="http://schemas.openxmlformats.org/drawingml/2006/main">
            <a:r>
              <a:t>CONNECT</a:t>
            </a:r>
          </a:p>
          <a:p xmlns:a="http://schemas.openxmlformats.org/drawingml/2006/main">
            <a:r>
              <a:t>Build on Read the supplied CSV in four steps. Explain why this example is needed before running it.</a:t>
            </a:r>
          </a:p>
          <a:p xmlns:a="http://schemas.openxmlformats.org/drawingml/2006/main">
            <a:r>
              <a:t/>
            </a:r>
          </a:p>
          <a:p xmlns:a="http://schemas.openxmlformats.org/drawingml/2006/main">
            <a:r>
              <a:t>EXPLAIN</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Open a real CSV and inspect its first row</a:t>
            </a:r>
          </a:p>
          <a:p xmlns:a="http://schemas.openxmlformats.org/drawingml/2006/main">
            <a:r>
              <a:t/>
            </a:r>
          </a:p>
          <a:p xmlns:a="http://schemas.openxmlformats.org/drawingml/2006/main">
            <a:r>
              <a:t>CONNECT</a:t>
            </a:r>
          </a:p>
          <a:p xmlns:a="http://schemas.openxmlformats.org/drawingml/2006/main">
            <a:r>
              <a:t>Build on the preceding slide: Read the supplied CSV in four steps.</a:t>
            </a:r>
          </a:p>
          <a:p xmlns:a="http://schemas.openxmlformats.org/drawingml/2006/main">
            <a:r>
              <a:t/>
            </a:r>
          </a:p>
          <a:p xmlns:a="http://schemas.openxmlformats.org/drawingml/2006/main">
            <a:r>
              <a:t>LECTURER CUE</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Complete practice code:</a:t>
            </a:r>
          </a:p>
          <a:p xmlns:a="http://schemas.openxmlformats.org/drawingml/2006/main">
            <a:r>
              <a:t>import csv</a:t>
            </a:r>
          </a:p>
          <a:p xmlns:a="http://schemas.openxmlformats.org/drawingml/2006/main">
            <a:r>
              <a:t>with open("motor_test_bench.csv", newline="") as source:</a:t>
            </a:r>
          </a:p>
          <a:p xmlns:a="http://schemas.openxmlformats.org/drawingml/2006/main">
            <a:r>
              <a:t>    rows = list(csv.DictReader(source))</a:t>
            </a:r>
          </a:p>
          <a:p xmlns:a="http://schemas.openxmlformats.org/drawingml/2006/main">
            <a:r>
              <a:t>print(rows[0])</a:t>
            </a:r>
          </a:p>
          <a:p xmlns:a="http://schemas.openxmlformats.org/drawingml/2006/main">
            <a:r>
              <a:t>print(len(rows))</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record and a growing list.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list of dictionaries.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of dictionaries</a:t>
            </a:r>
          </a:p>
          <a:p xmlns:a="http://schemas.openxmlformats.org/drawingml/2006/main">
            <a:r>
              <a:t/>
            </a:r>
          </a:p>
          <a:p xmlns:a="http://schemas.openxmlformats.org/drawingml/2006/main">
            <a:r>
              <a:t>CONNECT</a:t>
            </a:r>
          </a:p>
          <a:p xmlns:a="http://schemas.openxmlformats.org/drawingml/2006/main">
            <a:r>
              <a:t>Build on Open a real CSV and inspect its first row. Explain why this example is needed before running it.</a:t>
            </a:r>
          </a:p>
          <a:p xmlns:a="http://schemas.openxmlformats.org/drawingml/2006/main">
            <a:r>
              <a:t/>
            </a:r>
          </a:p>
          <a:p xmlns:a="http://schemas.openxmlformats.org/drawingml/2006/main">
            <a:r>
              <a:t>EXPLAIN</a:t>
            </a:r>
          </a:p>
          <a:p xmlns:a="http://schemas.openxmlformats.org/drawingml/2006/main">
            <a:r>
              <a:t>A record holds named fields for one observation. A list of records holds several observations in order.</a:t>
            </a:r>
          </a:p>
          <a:p xmlns:a="http://schemas.openxmlformats.org/drawingml/2006/main">
            <a:r>
              <a:t/>
            </a:r>
          </a:p>
          <a:p xmlns:a="http://schemas.openxmlformats.org/drawingml/2006/main">
            <a:r>
              <a:t>records[0] selects the first dictionary. records[0]["reading"] then selects that dictionary’s reading field.</a:t>
            </a:r>
          </a:p>
          <a:p xmlns:a="http://schemas.openxmlformats.org/drawingml/2006/main">
            <a:r>
              <a:t/>
            </a:r>
          </a:p>
          <a:p xmlns:a="http://schemas.openxmlformats.org/drawingml/2006/main">
            <a:r>
              <a:t>for row in records takes one dictionary at a time. row["reading"] retrieves that observation’s field; float converts numeric text when needed.</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record and a growing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a:t>
            </a:r>
          </a:p>
          <a:p xmlns:a="http://schemas.openxmlformats.org/drawingml/2006/main">
            <a:r>
              <a:t/>
            </a:r>
          </a:p>
          <a:p xmlns:a="http://schemas.openxmlformats.org/drawingml/2006/main">
            <a:r>
              <a:t>CONNECT</a:t>
            </a:r>
          </a:p>
          <a:p xmlns:a="http://schemas.openxmlformats.org/drawingml/2006/main">
            <a:r>
              <a:t>Build on A list of dictionaries. Explain why this example is needed before running it.</a:t>
            </a:r>
          </a:p>
          <a:p xmlns:a="http://schemas.openxmlformats.org/drawingml/2006/main">
            <a:r>
              <a:t/>
            </a:r>
          </a:p>
          <a:p xmlns:a="http://schemas.openxmlformats.org/drawingml/2006/main">
            <a:r>
              <a:t>EXPLAIN</a:t>
            </a:r>
          </a:p>
          <a:p xmlns:a="http://schemas.openxmlformats.org/drawingml/2006/main">
            <a:r>
              <a:t>Braces pair a key with its value. append adds one value to the end of a list.</a:t>
            </a:r>
          </a:p>
          <a:p xmlns:a="http://schemas.openxmlformats.org/drawingml/2006/main">
            <a:r>
              <a:t/>
            </a:r>
          </a:p>
          <a:p xmlns:a="http://schemas.openxmlformats.org/drawingml/2006/main">
            <a:r>
              <a:t>The same pattern works after reading a CSV row.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record and a growing list</a:t>
            </a:r>
          </a:p>
          <a:p xmlns:a="http://schemas.openxmlformats.org/drawingml/2006/main">
            <a:r>
              <a:t/>
            </a:r>
          </a:p>
          <a:p xmlns:a="http://schemas.openxmlformats.org/drawingml/2006/main">
            <a:r>
              <a:t>CONNECT</a:t>
            </a:r>
          </a:p>
          <a:p xmlns:a="http://schemas.openxmlformats.org/drawingml/2006/main">
            <a:r>
              <a:t>Build on the preceding slide: Open a real CSV and inspect its first row.</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A record and a growing list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record and a growing list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record and a growing list in Python</a:t>
            </a:r>
          </a:p>
          <a:p xmlns:a="http://schemas.openxmlformats.org/drawingml/2006/main">
            <a:r>
              <a:t/>
            </a:r>
          </a:p>
          <a:p xmlns:a="http://schemas.openxmlformats.org/drawingml/2006/main">
            <a:r>
              <a:t>CONNECT</a:t>
            </a:r>
          </a:p>
          <a:p xmlns:a="http://schemas.openxmlformats.org/drawingml/2006/main">
            <a:r>
              <a:t>Build on A record and a growing list.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record and a growing list in Python</a:t>
            </a:r>
          </a:p>
          <a:p xmlns:a="http://schemas.openxmlformats.org/drawingml/2006/main">
            <a:r>
              <a:t/>
            </a:r>
          </a:p>
          <a:p xmlns:a="http://schemas.openxmlformats.org/drawingml/2006/main">
            <a:r>
              <a:t>CONNECT</a:t>
            </a:r>
          </a:p>
          <a:p xmlns:a="http://schemas.openxmlformats.org/drawingml/2006/main">
            <a:r>
              <a:t>Build on the preceding slide: A record and a growing list.</a:t>
            </a:r>
          </a:p>
          <a:p xmlns:a="http://schemas.openxmlformats.org/drawingml/2006/main">
            <a:r>
              <a:t/>
            </a:r>
          </a:p>
          <a:p xmlns:a="http://schemas.openxmlformats.org/drawingml/2006/main">
            <a:r>
              <a:t>LECTURER CUE</a:t>
            </a:r>
          </a:p>
          <a:p xmlns:a="http://schemas.openxmlformats.org/drawingml/2006/main">
            <a:r>
              <a:t>Braces pair a key with its value. append adds one value to the end of a list. The same pattern works after reading a CSV row.</a:t>
            </a:r>
          </a:p>
          <a:p xmlns:a="http://schemas.openxmlformats.org/drawingml/2006/main">
            <a:r>
              <a:t/>
            </a:r>
          </a:p>
          <a:p xmlns:a="http://schemas.openxmlformats.org/drawingml/2006/main">
            <a:r>
              <a:t>Complete practice code:</a:t>
            </a:r>
          </a:p>
          <a:p xmlns:a="http://schemas.openxmlformats.org/drawingml/2006/main">
            <a:r>
              <a:t>records = [{"sensor": "A", "reading": "2.5"},</a:t>
            </a:r>
          </a:p>
          <a:p xmlns:a="http://schemas.openxmlformats.org/drawingml/2006/main">
            <a:r>
              <a:t>           {"sensor": "B", "reading": "3.5"}]</a:t>
            </a:r>
          </a:p>
          <a:p xmlns:a="http://schemas.openxmlformats.org/drawingml/2006/main">
            <a:r>
              <a:t>values = []</a:t>
            </a:r>
          </a:p>
          <a:p xmlns:a="http://schemas.openxmlformats.org/drawingml/2006/main">
            <a:r>
              <a:t>for row in records:</a:t>
            </a:r>
          </a:p>
          <a:p xmlns:a="http://schemas.openxmlformats.org/drawingml/2006/main">
            <a:r>
              <a:t>    values.append(float(row["reading"]))</a:t>
            </a:r>
          </a:p>
          <a:p xmlns:a="http://schemas.openxmlformats.org/drawingml/2006/main">
            <a:r>
              <a:t>print(values)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float converts numeric text into a decimal number.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Skip a blank before converting 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Skip a blank before converting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Skip a blank before converting text</a:t>
            </a:r>
          </a:p>
          <a:p xmlns:a="http://schemas.openxmlformats.org/drawingml/2006/main">
            <a:r>
              <a:t/>
            </a:r>
          </a:p>
          <a:p xmlns:a="http://schemas.openxmlformats.org/drawingml/2006/main">
            <a:r>
              <a:t>CONNECT</a:t>
            </a:r>
          </a:p>
          <a:p xmlns:a="http://schemas.openxmlformats.org/drawingml/2006/main">
            <a:r>
              <a:t>Build on A record and a growing list in Python. Explain why this example is needed before running it.</a:t>
            </a:r>
          </a:p>
          <a:p xmlns:a="http://schemas.openxmlformats.org/drawingml/2006/main">
            <a:r>
              <a:t/>
            </a:r>
          </a:p>
          <a:p xmlns:a="http://schemas.openxmlformats.org/drawingml/2006/main">
            <a:r>
              <a:t>EXPLAIN</a:t>
            </a:r>
          </a:p>
          <a:p xmlns:a="http://schemas.openxmlformats.org/drawingml/2006/main">
            <a:r>
              <a:t>An empty text field is "". The comparison != means “not equal to”. Only convert a value after the blank check passes.</a:t>
            </a:r>
          </a:p>
          <a:p xmlns:a="http://schemas.openxmlformats.org/drawingml/2006/main">
            <a:r>
              <a:t/>
            </a:r>
          </a:p>
          <a:p xmlns:a="http://schemas.openxmlformats.org/drawingml/2006/main">
            <a:r>
              <a:t>In this example, values records valid numbers only. Its length is the valid count; the group summaries must use the same valid-record policy.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Skip a blank before converting text</a:t>
            </a:r>
          </a:p>
          <a:p xmlns:a="http://schemas.openxmlformats.org/drawingml/2006/main">
            <a:r>
              <a:t/>
            </a:r>
          </a:p>
          <a:p xmlns:a="http://schemas.openxmlformats.org/drawingml/2006/main">
            <a:r>
              <a:t>CONNECT</a:t>
            </a:r>
          </a:p>
          <a:p xmlns:a="http://schemas.openxmlformats.org/drawingml/2006/main">
            <a:r>
              <a:t>Build on the preceding slide: A record and a growing list in Python.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Collect only the recorded numbers.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Collect only the recorded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Collect only the recorded numbers</a:t>
            </a:r>
          </a:p>
          <a:p xmlns:a="http://schemas.openxmlformats.org/drawingml/2006/main">
            <a:r>
              <a:t/>
            </a:r>
          </a:p>
          <a:p xmlns:a="http://schemas.openxmlformats.org/drawingml/2006/main">
            <a:r>
              <a:t>CONNECT</a:t>
            </a:r>
          </a:p>
          <a:p xmlns:a="http://schemas.openxmlformats.org/drawingml/2006/main">
            <a:r>
              <a:t>Build on Skip a blank before converting text. Explain why this example is needed before running it.</a:t>
            </a:r>
          </a:p>
          <a:p xmlns:a="http://schemas.openxmlformats.org/drawingml/2006/main">
            <a:r>
              <a:t/>
            </a:r>
          </a:p>
          <a:p xmlns:a="http://schemas.openxmlformats.org/drawingml/2006/main">
            <a:r>
              <a:t>EXPLAIN</a:t>
            </a:r>
          </a:p>
          <a:p xmlns:a="http://schemas.openxmlformats.org/drawingml/2006/main">
            <a:r>
              <a:t>Expected: 2 [2.5, 3.5]. A blank is missing, not a recorded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Collect only the recorded numbers</a:t>
            </a:r>
          </a:p>
          <a:p xmlns:a="http://schemas.openxmlformats.org/drawingml/2006/main">
            <a:r>
              <a:t/>
            </a:r>
          </a:p>
          <a:p xmlns:a="http://schemas.openxmlformats.org/drawingml/2006/main">
            <a:r>
              <a:t>CONNECT</a:t>
            </a:r>
          </a:p>
          <a:p xmlns:a="http://schemas.openxmlformats.org/drawingml/2006/main">
            <a:r>
              <a:t>Build on the preceding slide: Skip a blank before converting text.</a:t>
            </a:r>
          </a:p>
          <a:p xmlns:a="http://schemas.openxmlformats.org/drawingml/2006/main">
            <a:r>
              <a:t/>
            </a:r>
          </a:p>
          <a:p xmlns:a="http://schemas.openxmlformats.org/drawingml/2006/main">
            <a:r>
              <a:t>LECTURER CUE</a:t>
            </a:r>
          </a:p>
          <a:p xmlns:a="http://schemas.openxmlformats.org/drawingml/2006/main">
            <a:r>
              <a:t>Expected: 2 [2.5, 3.5]. A blank is missing, not a recorded zero.</a:t>
            </a:r>
          </a:p>
          <a:p xmlns:a="http://schemas.openxmlformats.org/drawingml/2006/main">
            <a:r>
              <a:t/>
            </a:r>
          </a:p>
          <a:p xmlns:a="http://schemas.openxmlformats.org/drawingml/2006/main">
            <a:r>
              <a:t>Complete practice code:</a:t>
            </a:r>
          </a:p>
          <a:p xmlns:a="http://schemas.openxmlformats.org/drawingml/2006/main">
            <a:r>
              <a:t>text_values = ["2.5", "", "3.5"]</a:t>
            </a:r>
          </a:p>
          <a:p xmlns:a="http://schemas.openxmlformats.org/drawingml/2006/main">
            <a:r>
              <a:t>values = []</a:t>
            </a:r>
          </a:p>
          <a:p xmlns:a="http://schemas.openxmlformats.org/drawingml/2006/main">
            <a:r>
              <a:t>for text in text_values:</a:t>
            </a:r>
          </a:p>
          <a:p xmlns:a="http://schemas.openxmlformats.org/drawingml/2006/main">
            <a:r>
              <a:t>    if text != "":</a:t>
            </a:r>
          </a:p>
          <a:p xmlns:a="http://schemas.openxmlformats.org/drawingml/2006/main">
            <a:r>
              <a:t>        values.append(float(text))</a:t>
            </a:r>
          </a:p>
          <a:p xmlns:a="http://schemas.openxmlformats.org/drawingml/2006/main">
            <a:r>
              <a:t>print(len(values), values)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float converts numeric text into a decimal number.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for separate groups.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a:t>
            </a:r>
          </a:p>
          <a:p xmlns:a="http://schemas.openxmlformats.org/drawingml/2006/main">
            <a:r>
              <a:t/>
            </a:r>
          </a:p>
          <a:p xmlns:a="http://schemas.openxmlformats.org/drawingml/2006/main">
            <a:r>
              <a:t>CONNECT</a:t>
            </a:r>
          </a:p>
          <a:p xmlns:a="http://schemas.openxmlformats.org/drawingml/2006/main">
            <a:r>
              <a:t>Build on Collect only the recorded numbers. Explain why this example is needed before running it.</a:t>
            </a:r>
          </a:p>
          <a:p xmlns:a="http://schemas.openxmlformats.org/drawingml/2006/main">
            <a:r>
              <a:t/>
            </a:r>
          </a:p>
          <a:p xmlns:a="http://schemas.openxmlformats.org/drawingml/2006/main">
            <a:r>
              <a:t>EXPLAIN</a:t>
            </a:r>
          </a:p>
          <a:p xmlns:a="http://schemas.openxmlformats.org/drawingml/2006/main">
            <a:r>
              <a:t>A dictionary can hold one running total for each group.</a:t>
            </a:r>
          </a:p>
          <a:p xmlns:a="http://schemas.openxmlformats.org/drawingml/2006/main">
            <a:r>
              <a:t/>
            </a:r>
          </a:p>
          <a:p xmlns:a="http://schemas.openxmlformats.org/drawingml/2006/main">
            <a:r>
              <a:t>An absent key needs an initial zero.</a:t>
            </a:r>
          </a:p>
          <a:p xmlns:a="http://schemas.openxmlformats.org/drawingml/2006/main">
            <a:r>
              <a:t/>
            </a:r>
          </a:p>
          <a:p xmlns:a="http://schemas.openxmlformats.org/drawingml/2006/main">
            <a:r>
              <a:t>Then add the reading to that group.</a:t>
            </a:r>
          </a:p>
          <a:p xmlns:a="http://schemas.openxmlformats.org/drawingml/2006/main">
            <a:r>
              <a:t/>
            </a:r>
          </a:p>
          <a:p xmlns:a="http://schemas.openxmlformats.org/drawingml/2006/main">
            <a:r>
              <a:t>To calculate group means, keep a matching count and divide each group total by its own count.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a:t>
            </a:r>
          </a:p>
          <a:p xmlns:a="http://schemas.openxmlformats.org/drawingml/2006/main">
            <a:r>
              <a:t/>
            </a:r>
          </a:p>
          <a:p xmlns:a="http://schemas.openxmlformats.org/drawingml/2006/main">
            <a:r>
              <a:t>CONNECT</a:t>
            </a:r>
          </a:p>
          <a:p xmlns:a="http://schemas.openxmlformats.org/drawingml/2006/main">
            <a:r>
              <a:t>Build on the preceding slide: Collect only the recorded numbers.</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Summaries for separate groups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(1/2)</a:t>
            </a:r>
          </a:p>
          <a:p xmlns:a="http://schemas.openxmlformats.org/drawingml/2006/main">
            <a:r>
              <a:t/>
            </a:r>
          </a:p>
          <a:p xmlns:a="http://schemas.openxmlformats.org/drawingml/2006/main">
            <a:r>
              <a:t>CONNECT</a:t>
            </a:r>
          </a:p>
          <a:p xmlns:a="http://schemas.openxmlformats.org/drawingml/2006/main">
            <a:r>
              <a:t>Build on Summaries for separate groups.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 in Python (1/2)</a:t>
            </a:r>
          </a:p>
          <a:p xmlns:a="http://schemas.openxmlformats.org/drawingml/2006/main">
            <a:r>
              <a:t/>
            </a:r>
          </a:p>
          <a:p xmlns:a="http://schemas.openxmlformats.org/drawingml/2006/main">
            <a:r>
              <a:t>CONNECT</a:t>
            </a:r>
          </a:p>
          <a:p xmlns:a="http://schemas.openxmlformats.org/drawingml/2006/main">
            <a:r>
              <a:t>Build on the preceding slide: Summaries for separate groups.</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for separate groups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for separate groups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for separate groups in Python (2/2)</a:t>
            </a:r>
          </a:p>
          <a:p xmlns:a="http://schemas.openxmlformats.org/drawingml/2006/main">
            <a:r>
              <a:t/>
            </a:r>
          </a:p>
          <a:p xmlns:a="http://schemas.openxmlformats.org/drawingml/2006/main">
            <a:r>
              <a:t>CONNECT</a:t>
            </a:r>
          </a:p>
          <a:p xmlns:a="http://schemas.openxmlformats.org/drawingml/2006/main">
            <a:r>
              <a:t>Build on Summaries for separate groups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for separate groups in Python (2/2)</a:t>
            </a:r>
          </a:p>
          <a:p xmlns:a="http://schemas.openxmlformats.org/drawingml/2006/main">
            <a:r>
              <a:t/>
            </a:r>
          </a:p>
          <a:p xmlns:a="http://schemas.openxmlformats.org/drawingml/2006/main">
            <a:r>
              <a:t>CONNECT</a:t>
            </a:r>
          </a:p>
          <a:p xmlns:a="http://schemas.openxmlformats.org/drawingml/2006/main">
            <a:r>
              <a:t>Build on the preceding slide: Summaries for separate groups in Python (1/2).</a:t>
            </a:r>
          </a:p>
          <a:p xmlns:a="http://schemas.openxmlformats.org/drawingml/2006/main">
            <a:r>
              <a:t/>
            </a:r>
          </a:p>
          <a:p xmlns:a="http://schemas.openxmlformats.org/drawingml/2006/main">
            <a:r>
              <a:t>LECTURER CUE</a:t>
            </a:r>
          </a:p>
          <a:p xmlns:a="http://schemas.openxmlformats.org/drawingml/2006/main">
            <a:r>
              <a:t>A dictionary can hold one running total for each group. An absent key needs an initial zero. Then add the reading to that group. To calculate group means, keep a matching count and divide each group total by its own count.</a:t>
            </a:r>
          </a:p>
          <a:p xmlns:a="http://schemas.openxmlformats.org/drawingml/2006/main">
            <a:r>
              <a:t/>
            </a:r>
          </a:p>
          <a:p xmlns:a="http://schemas.openxmlformats.org/drawingml/2006/main">
            <a:r>
              <a:t>Complete practice code:</a:t>
            </a:r>
          </a:p>
          <a:p xmlns:a="http://schemas.openxmlformats.org/drawingml/2006/main">
            <a:r>
              <a:t>records = [{"group": "A", "reading": 2},</a:t>
            </a:r>
          </a:p>
          <a:p xmlns:a="http://schemas.openxmlformats.org/drawingml/2006/main">
            <a:r>
              <a:t>           {"group": "A", "reading": 4},</a:t>
            </a:r>
          </a:p>
          <a:p xmlns:a="http://schemas.openxmlformats.org/drawingml/2006/main">
            <a:r>
              <a:t>           {"group": "B", "reading": 9}]</a:t>
            </a:r>
          </a:p>
          <a:p xmlns:a="http://schemas.openxmlformats.org/drawingml/2006/main">
            <a:r>
              <a:t>totals = {}</a:t>
            </a:r>
          </a:p>
          <a:p xmlns:a="http://schemas.openxmlformats.org/drawingml/2006/main">
            <a:r>
              <a:t>for row in records:</a:t>
            </a:r>
          </a:p>
          <a:p xmlns:a="http://schemas.openxmlformats.org/drawingml/2006/main">
            <a:r>
              <a:t>    group = row["group"]</a:t>
            </a:r>
          </a:p>
          <a:p xmlns:a="http://schemas.openxmlformats.org/drawingml/2006/main">
            <a:r>
              <a:t>    if group not in totals:</a:t>
            </a:r>
          </a:p>
          <a:p xmlns:a="http://schemas.openxmlformats.org/drawingml/2006/main">
            <a:r>
              <a:t>        totals[group] = 0</a:t>
            </a:r>
          </a:p>
          <a:p xmlns:a="http://schemas.openxmlformats.org/drawingml/2006/main">
            <a:r>
              <a:t>    totals[group] = totals[group] + row["reading"]</a:t>
            </a:r>
          </a:p>
          <a:p xmlns:a="http://schemas.openxmlformats.org/drawingml/2006/main">
            <a:r>
              <a:t>print(totals)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group mean needs its own count.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group mean needs its own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group mean needs its own count</a:t>
            </a:r>
          </a:p>
          <a:p xmlns:a="http://schemas.openxmlformats.org/drawingml/2006/main">
            <a:r>
              <a:t/>
            </a:r>
          </a:p>
          <a:p xmlns:a="http://schemas.openxmlformats.org/drawingml/2006/main">
            <a:r>
              <a:t>CONNECT</a:t>
            </a:r>
          </a:p>
          <a:p xmlns:a="http://schemas.openxmlformats.org/drawingml/2006/main">
            <a:r>
              <a:t>Build on Summaries for separate groups in Python (2/2). Explain why this example is needed before running it.</a:t>
            </a:r>
          </a:p>
          <a:p xmlns:a="http://schemas.openxmlformats.org/drawingml/2006/main">
            <a:r>
              <a:t/>
            </a:r>
          </a:p>
          <a:p xmlns:a="http://schemas.openxmlformats.org/drawingml/2006/main">
            <a:r>
              <a:t>EXPLAIN</a:t>
            </a:r>
          </a:p>
          <a:p xmlns:a="http://schemas.openxmlformats.org/drawingml/2006/main">
            <a:r>
              <a:t>The preceding loop calculated a total for each group. Count records in those same groups, then divide each group total by its own count.</a:t>
            </a:r>
          </a:p>
          <a:p xmlns:a="http://schemas.openxmlformats.org/drawingml/2006/main">
            <a:r>
              <a:t/>
            </a:r>
          </a:p>
          <a:p xmlns:a="http://schemas.openxmlformats.org/drawingml/2006/main">
            <a:r>
              <a:t>items() supplies the group name and its total together. We use small invented records, not the assignment’s answers.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group mean needs its own count</a:t>
            </a:r>
          </a:p>
          <a:p xmlns:a="http://schemas.openxmlformats.org/drawingml/2006/main">
            <a:r>
              <a:t/>
            </a:r>
          </a:p>
          <a:p xmlns:a="http://schemas.openxmlformats.org/drawingml/2006/main">
            <a:r>
              <a:t>CONNECT</a:t>
            </a:r>
          </a:p>
          <a:p xmlns:a="http://schemas.openxmlformats.org/drawingml/2006/main">
            <a:r>
              <a:t>Build on the preceding slide: Summaries for separate groups in Python (2/2).</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NEXT</a:t>
            </a:r>
          </a:p>
          <a:p xmlns:a="http://schemas.openxmlformats.org/drawingml/2006/main">
            <a:r>
              <a:t>From group totals to group means.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From group totals to group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From group totals to group means</a:t>
            </a:r>
          </a:p>
          <a:p xmlns:a="http://schemas.openxmlformats.org/drawingml/2006/main">
            <a:r>
              <a:t/>
            </a:r>
          </a:p>
          <a:p xmlns:a="http://schemas.openxmlformats.org/drawingml/2006/main">
            <a:r>
              <a:t>CONNECT</a:t>
            </a:r>
          </a:p>
          <a:p xmlns:a="http://schemas.openxmlformats.org/drawingml/2006/main">
            <a:r>
              <a:t>Build on A group mean needs its own count. Explain why this example is needed before running it.</a:t>
            </a:r>
          </a:p>
          <a:p xmlns:a="http://schemas.openxmlformats.org/drawingml/2006/main">
            <a:r>
              <a:t/>
            </a:r>
          </a:p>
          <a:p xmlns:a="http://schemas.openxmlformats.org/drawingml/2006/main">
            <a:r>
              <a:t>EXPLAIN</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From group totals to group means</a:t>
            </a:r>
          </a:p>
          <a:p xmlns:a="http://schemas.openxmlformats.org/drawingml/2006/main">
            <a:r>
              <a:t/>
            </a:r>
          </a:p>
          <a:p xmlns:a="http://schemas.openxmlformats.org/drawingml/2006/main">
            <a:r>
              <a:t>CONNECT</a:t>
            </a:r>
          </a:p>
          <a:p xmlns:a="http://schemas.openxmlformats.org/drawingml/2006/main">
            <a:r>
              <a:t>Build on the preceding slide: A group mean needs its own count.</a:t>
            </a:r>
          </a:p>
          <a:p xmlns:a="http://schemas.openxmlformats.org/drawingml/2006/main">
            <a:r>
              <a:t/>
            </a:r>
          </a:p>
          <a:p xmlns:a="http://schemas.openxmlformats.org/drawingml/2006/main">
            <a:r>
              <a:t>LECTURER CUE</a:t>
            </a:r>
          </a:p>
          <a:p xmlns:a="http://schemas.openxmlformats.org/drawingml/2006/main">
            <a:r>
              <a:t>Expected: A has mean 3.0 and B has mean 9.0. Each group uses its own denominator.</a:t>
            </a:r>
          </a:p>
          <a:p xmlns:a="http://schemas.openxmlformats.org/drawingml/2006/main">
            <a:r>
              <a:t/>
            </a:r>
          </a:p>
          <a:p xmlns:a="http://schemas.openxmlformats.org/drawingml/2006/main">
            <a:r>
              <a:t>Complete practice code:</a:t>
            </a:r>
          </a:p>
          <a:p xmlns:a="http://schemas.openxmlformats.org/drawingml/2006/main">
            <a:r>
              <a:t>counts = {}</a:t>
            </a:r>
          </a:p>
          <a:p xmlns:a="http://schemas.openxmlformats.org/drawingml/2006/main">
            <a:r>
              <a:t>for row in records:</a:t>
            </a:r>
          </a:p>
          <a:p xmlns:a="http://schemas.openxmlformats.org/drawingml/2006/main">
            <a:r>
              <a:t>    group = row["group"]</a:t>
            </a:r>
          </a:p>
          <a:p xmlns:a="http://schemas.openxmlformats.org/drawingml/2006/main">
            <a:r>
              <a:t>    counts[group] = counts.get(group, 0) + 1</a:t>
            </a:r>
          </a:p>
          <a:p xmlns:a="http://schemas.openxmlformats.org/drawingml/2006/main">
            <a:r>
              <a:t>means = {}</a:t>
            </a:r>
          </a:p>
          <a:p xmlns:a="http://schemas.openxmlformats.org/drawingml/2006/main">
            <a:r>
              <a:t>for group, total in totals.items():</a:t>
            </a:r>
          </a:p>
          <a:p xmlns:a="http://schemas.openxmlformats.org/drawingml/2006/main">
            <a:r>
              <a:t>    means[group] = total / counts[group]</a:t>
            </a:r>
          </a:p>
          <a:p xmlns:a="http://schemas.openxmlformats.org/drawingml/2006/main">
            <a:r>
              <a:t>print(means)</a:t>
            </a:r>
          </a:p>
          <a:p xmlns:a="http://schemas.openxmlformats.org/drawingml/2006/main">
            <a:r>
              <a:t/>
            </a:r>
          </a:p>
          <a:p xmlns:a="http://schemas.openxmlformats.org/drawingml/2006/main">
            <a:r>
              <a:t>EXPLAIN IN ORDINARY WORDS</a:t>
            </a:r>
          </a:p>
          <a:p xmlns:a="http://schemas.openxmlformats.org/drawingml/2006/main">
            <a:r>
              <a:t>A combined mean is the combined total divided by the combined count. Averaging group means equally gives each group equal influence regardless of size.</a:t>
            </a:r>
          </a:p>
          <a:p xmlns:a="http://schemas.openxmlformats.org/drawingml/2006/main">
            <a:r>
              <a:t/>
            </a:r>
          </a:p>
          <a:p xmlns:a="http://schemas.openxmlformats.org/drawingml/2006/main">
            <a:r>
              <a:t>CHECK AND EXPECTED ANSWER</a:t>
            </a:r>
          </a:p>
          <a:p xmlns:a="http://schemas.openxmlformats.org/drawingml/2006/main">
            <a:r>
              <a:t>Group A: one value 10; group B: three values 2. Overall mean is 16/4=4, not (10+2)/2=6.</a:t>
            </a:r>
          </a:p>
          <a:p xmlns:a="http://schemas.openxmlformats.org/drawingml/2006/main">
            <a:r>
              <a:t/>
            </a:r>
          </a:p>
          <a:p xmlns:a="http://schemas.openxmlformats.org/drawingml/2006/main">
            <a:r>
              <a:t>IF LEARNERS ARE STUCK</a:t>
            </a:r>
          </a:p>
          <a:p xmlns:a="http://schemas.openxmlformats.org/drawingml/2006/main">
            <a:r>
              <a:t>Recover each group total as mean times count, add totals, then divide by all observations.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When numeric text cannot be converted.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When numeric text cannot be converted.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When numeric text cannot be converted</a:t>
            </a:r>
          </a:p>
          <a:p xmlns:a="http://schemas.openxmlformats.org/drawingml/2006/main">
            <a:r>
              <a:t/>
            </a:r>
          </a:p>
          <a:p xmlns:a="http://schemas.openxmlformats.org/drawingml/2006/main">
            <a:r>
              <a:t>CONNECT</a:t>
            </a:r>
          </a:p>
          <a:p xmlns:a="http://schemas.openxmlformats.org/drawingml/2006/main">
            <a:r>
              <a:t>Build on From group totals to group means. Explain why this example is needed before running it.</a:t>
            </a:r>
          </a:p>
          <a:p xmlns:a="http://schemas.openxmlformats.org/drawingml/2006/main">
            <a:r>
              <a:t/>
            </a:r>
          </a:p>
          <a:p xmlns:a="http://schemas.openxmlformats.org/drawingml/2006/main">
            <a:r>
              <a:t>EXPLAIN</a:t>
            </a:r>
          </a:p>
          <a:p xmlns:a="http://schemas.openxmlformats.org/drawingml/2006/main">
            <a:r>
              <a:t>float("bad") raises ValueError: the text does not represent a number. An exception interrupts ordinary execution.</a:t>
            </a:r>
          </a:p>
          <a:p xmlns:a="http://schemas.openxmlformats.org/drawingml/2006/main">
            <a:r>
              <a:t/>
            </a:r>
          </a:p>
          <a:p xmlns:a="http://schemas.openxmlformats.org/drawingml/2006/main">
            <a:r>
              <a:t>try contains the operation that might fail. except ValueError runs only for that named failure. Indentation shows the two blocks.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When numeric text cannot be converted</a:t>
            </a:r>
          </a:p>
          <a:p xmlns:a="http://schemas.openxmlformats.org/drawingml/2006/main">
            <a:r>
              <a:t/>
            </a:r>
          </a:p>
          <a:p xmlns:a="http://schemas.openxmlformats.org/drawingml/2006/main">
            <a:r>
              <a:t>CONNECT</a:t>
            </a:r>
          </a:p>
          <a:p xmlns:a="http://schemas.openxmlformats.org/drawingml/2006/main">
            <a:r>
              <a:t>Build on the preceding slide: From group totals to group means.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Catch one expected conversion failure.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Catch one expected conversion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Catch one expected conversion failure</a:t>
            </a:r>
          </a:p>
          <a:p xmlns:a="http://schemas.openxmlformats.org/drawingml/2006/main">
            <a:r>
              <a:t/>
            </a:r>
          </a:p>
          <a:p xmlns:a="http://schemas.openxmlformats.org/drawingml/2006/main">
            <a:r>
              <a:t>CONNECT</a:t>
            </a:r>
          </a:p>
          <a:p xmlns:a="http://schemas.openxmlformats.org/drawingml/2006/main">
            <a:r>
              <a:t>Build on When numeric text cannot be converted. Explain why this example is needed before running it.</a:t>
            </a:r>
          </a:p>
          <a:p xmlns:a="http://schemas.openxmlformats.org/drawingml/2006/main">
            <a:r>
              <a:t/>
            </a:r>
          </a:p>
          <a:p xmlns:a="http://schemas.openxmlformats.org/drawingml/2006/main">
            <a:r>
              <a:t>EXPLAIN</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Catch one expected conversion failure</a:t>
            </a:r>
          </a:p>
          <a:p xmlns:a="http://schemas.openxmlformats.org/drawingml/2006/main">
            <a:r>
              <a:t/>
            </a:r>
          </a:p>
          <a:p xmlns:a="http://schemas.openxmlformats.org/drawingml/2006/main">
            <a:r>
              <a:t>CONNECT</a:t>
            </a:r>
          </a:p>
          <a:p xmlns:a="http://schemas.openxmlformats.org/drawingml/2006/main">
            <a:r>
              <a:t>Build on the preceding slide: When numeric text cannot be converted.</a:t>
            </a:r>
          </a:p>
          <a:p xmlns:a="http://schemas.openxmlformats.org/drawingml/2006/main">
            <a:r>
              <a:t/>
            </a:r>
          </a:p>
          <a:p xmlns:a="http://schemas.openxmlformats.org/drawingml/2006/main">
            <a:r>
              <a:t>LECTURER CUE</a:t>
            </a:r>
          </a:p>
          <a:p xmlns:a="http://schemas.openxmlformats.org/drawingml/2006/main">
            <a:r>
              <a:t>Expected: None. The assignment specifies which invalid records to skip; do not invent a replacement number.</a:t>
            </a:r>
          </a:p>
          <a:p xmlns:a="http://schemas.openxmlformats.org/drawingml/2006/main">
            <a:r>
              <a:t/>
            </a:r>
          </a:p>
          <a:p xmlns:a="http://schemas.openxmlformats.org/drawingml/2006/main">
            <a:r>
              <a:t>Complete practice code:</a:t>
            </a:r>
          </a:p>
          <a:p xmlns:a="http://schemas.openxmlformats.org/drawingml/2006/main">
            <a:r>
              <a:t>text = "bad"</a:t>
            </a:r>
          </a:p>
          <a:p xmlns:a="http://schemas.openxmlformats.org/drawingml/2006/main">
            <a:r>
              <a:t>try:</a:t>
            </a:r>
          </a:p>
          <a:p xmlns:a="http://schemas.openxmlformats.org/drawingml/2006/main">
            <a:r>
              <a:t>    reading = float(text)</a:t>
            </a:r>
          </a:p>
          <a:p xmlns:a="http://schemas.openxmlformats.org/drawingml/2006/main">
            <a:r>
              <a:t>except ValueError:</a:t>
            </a:r>
          </a:p>
          <a:p xmlns:a="http://schemas.openxmlformats.org/drawingml/2006/main">
            <a:r>
              <a:t>    reading = None</a:t>
            </a:r>
          </a:p>
          <a:p xmlns:a="http://schemas.openxmlformats.org/drawingml/2006/main">
            <a:r>
              <a:t>print(reading)</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WALK THROUGH THIS CODE</a:t>
            </a:r>
          </a:p>
          <a:p xmlns:a="http://schemas.openxmlformats.org/drawingml/2006/main">
            <a:r>
              <a:t>float converts numeric text into a decimal number.</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loop.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Catch one expected conversion failure. Explain why this example is needed before running it.</a:t>
            </a:r>
          </a:p>
          <a:p xmlns:a="http://schemas.openxmlformats.org/drawingml/2006/main">
            <a:r>
              <a:t/>
            </a:r>
          </a:p>
          <a:p xmlns:a="http://schemas.openxmlformats.org/drawingml/2006/main">
            <a:r>
              <a:t>EXPLAIN</a:t>
            </a:r>
          </a:p>
          <a:p xmlns:a="http://schemas.openxmlformats.org/drawingml/2006/main">
            <a:r>
              <a:t>Example: Add 8 to the list. Trace the new total and count before running. What happens if total = 0 is moved inside the loop?</a:t>
            </a:r>
          </a:p>
          <a:p xmlns:a="http://schemas.openxmlformats.org/drawingml/2006/main">
            <a:r>
              <a:t/>
            </a:r>
          </a:p>
          <a:p xmlns:a="http://schemas.openxmlformats.org/drawingml/2006/main">
            <a:r>
              <a:t>Answer: Total 20, count 4, mean 5.0. Resetting inside the loop discards previous additions and leaves only the last value in total.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Total 20, count 4, mean 5.0. Resetting inside the loop discards previous additions and leaves only the last value in total.</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Total 20, count 4, mean 5.0. Resetting inside the loop discards previous additions and leaves only the last value in total.</a:t>
            </a:r>
          </a:p>
          <a:p xmlns:a="http://schemas.openxmlformats.org/drawingml/2006/main">
            <a:r>
              <a:t>Which step produced this result? What changes if one input changes?</a:t>
            </a:r>
          </a:p>
          <a:p xmlns:a="http://schemas.openxmlformats.org/drawingml/2006/main">
            <a:r>
              <a:t>CML3111   Week 4   45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Open the issued W04 notebook and its cohort CSV.</a:t>
            </a:r>
          </a:p>
          <a:p xmlns:a="http://schemas.openxmlformats.org/drawingml/2006/main">
            <a:r>
              <a:t/>
            </a:r>
          </a:p>
          <a:p xmlns:a="http://schemas.openxmlformats.org/drawingml/2006/main">
            <a:r>
              <a:t>Compute the requested valid_count, mean_reading, above_limit and group_means using the exact names in the notebook.</a:t>
            </a:r>
          </a:p>
          <a:p xmlns:a="http://schemas.openxmlformats.org/drawingml/2006/main">
            <a:r>
              <a:t/>
            </a:r>
          </a:p>
          <a:p xmlns:a="http://schemas.openxmlformats.org/drawingml/2006/main">
            <a:r>
              <a:t>First identify the correct field and its unit.</a:t>
            </a:r>
          </a:p>
          <a:p xmlns:a="http://schemas.openxmlformats.org/drawingml/2006/main">
            <a:r>
              <a:t/>
            </a:r>
          </a:p>
          <a:p xmlns:a="http://schemas.openxmlformats.org/drawingml/2006/main">
            <a:r>
              <a:t>Keep the CSV beside the notebook locally or upload it into the Colab runtime.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The written interpretation is practice.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Counting every record honestly.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every record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DictReader already consumes the header; skipping its first yielded row skips real data.</a:t>
            </a:r>
          </a:p>
          <a:p xmlns:a="http://schemas.openxmlformats.org/drawingml/2006/main">
            <a:r>
              <a:t/>
            </a:r>
          </a:p>
          <a:p xmlns:a="http://schemas.openxmlformats.org/drawingml/2006/main">
            <a:r>
              <a:t>A string such as "unknown" cannot be converted to float.</a:t>
            </a:r>
          </a:p>
          <a:p xmlns:a="http://schemas.openxmlformats.org/drawingml/2006/main">
            <a:r>
              <a:t/>
            </a:r>
          </a:p>
          <a:p xmlns:a="http://schemas.openxmlformats.org/drawingml/2006/main">
            <a:r>
              <a:t>Catch the expected conversion error, count and record it, then continue under a stated policy.</a:t>
            </a:r>
          </a:p>
          <a:p xmlns:a="http://schemas.openxmlformats.org/drawingml/2006/main">
            <a:r>
              <a:t/>
            </a:r>
          </a:p>
          <a:p xmlns:a="http://schemas.openxmlformats.org/drawingml/2006/main">
            <a:r>
              <a:t>Inspect whether skipped rows share a source before reporting a mean.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every record honestly</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Counting every record honestly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every record honestly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every record honestly continued</a:t>
            </a:r>
          </a:p>
          <a:p xmlns:a="http://schemas.openxmlformats.org/drawingml/2006/main">
            <a:r>
              <a:t/>
            </a:r>
          </a:p>
          <a:p xmlns:a="http://schemas.openxmlformats.org/drawingml/2006/main">
            <a:r>
              <a:t>CONNECT</a:t>
            </a:r>
          </a:p>
          <a:p xmlns:a="http://schemas.openxmlformats.org/drawingml/2006/main">
            <a:r>
              <a:t>Build on Counting every record honestly. Explain why this example is needed before running it.</a:t>
            </a:r>
          </a:p>
          <a:p xmlns:a="http://schemas.openxmlformats.org/drawingml/2006/main">
            <a:r>
              <a:t/>
            </a:r>
          </a:p>
          <a:p xmlns:a="http://schemas.openxmlformats.org/drawingml/2006/main">
            <a:r>
              <a:t>EXPLAIN</a:t>
            </a:r>
          </a:p>
          <a:p xmlns:a="http://schemas.openxmlformats.org/drawingml/2006/main">
            <a:r>
              <a:t>A sample summary describes observed records, not every possible operating condition.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every record honestly continued</a:t>
            </a:r>
          </a:p>
          <a:p xmlns:a="http://schemas.openxmlformats.org/drawingml/2006/main">
            <a:r>
              <a:t/>
            </a:r>
          </a:p>
          <a:p xmlns:a="http://schemas.openxmlformats.org/drawingml/2006/main">
            <a:r>
              <a:t>CONNECT</a:t>
            </a:r>
          </a:p>
          <a:p xmlns:a="http://schemas.openxmlformats.org/drawingml/2006/main">
            <a:r>
              <a:t>Build on the preceding slide: Counting every record honestly.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Your issued assignment.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Counting every record honestly continued. Explain why this example is needed before running it.</a:t>
            </a:r>
          </a:p>
          <a:p xmlns:a="http://schemas.openxmlformats.org/drawingml/2006/main">
            <a:r>
              <a:t/>
            </a:r>
          </a:p>
          <a:p xmlns:a="http://schemas.openxmlformats.org/drawingml/2006/main">
            <a:r>
              <a:t>EXPLAIN</a:t>
            </a:r>
          </a:p>
          <a:p xmlns:a="http://schemas.openxmlformats.org/drawingml/2006/main">
            <a:r>
              <a:t>Open W04_student.ipynb.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Build on the preceding slide: Counting every record honestly continued.</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winding_temp_c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winding_temp_c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winding_temp_c readings strictly greater than 130.0.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motor_id labels and whose values are the mean valid winding_temp_c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valid_count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valid_count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valid_count (5 marks)</a:t>
            </a:r>
          </a:p>
          <a:p xmlns:a="http://schemas.openxmlformats.org/drawingml/2006/main">
            <a:r>
              <a:t/>
            </a:r>
          </a:p>
          <a:p xmlns:a="http://schemas.openxmlformats.org/drawingml/2006/main">
            <a:r>
              <a:t>CONNECT</a:t>
            </a:r>
          </a:p>
          <a:p xmlns:a="http://schemas.openxmlformats.org/drawingml/2006/main">
            <a:r>
              <a:t>Build on Your issued assignment. Explain why this example is needed before running it.</a:t>
            </a:r>
          </a:p>
          <a:p xmlns:a="http://schemas.openxmlformats.org/drawingml/2006/main">
            <a:r>
              <a:t/>
            </a:r>
          </a:p>
          <a:p xmlns:a="http://schemas.openxmlformats.org/drawingml/2006/main">
            <a:r>
              <a:t>EXPLAIN</a:t>
            </a:r>
          </a:p>
          <a:p xmlns:a="http://schemas.openxmlformats.org/drawingml/2006/main">
            <a:r>
              <a:t>Store an integer count of rows whose winding_temp_c field is nonblank.</a:t>
            </a:r>
          </a:p>
          <a:p xmlns:a="http://schemas.openxmlformats.org/drawingml/2006/main">
            <a:r>
              <a:t/>
            </a:r>
          </a:p>
          <a:p xmlns:a="http://schemas.openxmlformats.org/drawingml/2006/main">
            <a:r>
              <a:t>Skip blank readings before numeric conversion.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valid_count (5 marks)</a:t>
            </a:r>
          </a:p>
          <a:p xmlns:a="http://schemas.openxmlformats.org/drawingml/2006/main">
            <a:r>
              <a:t/>
            </a:r>
          </a:p>
          <a:p xmlns:a="http://schemas.openxmlformats.org/drawingml/2006/main">
            <a:r>
              <a:t>CONNECT</a:t>
            </a:r>
          </a:p>
          <a:p xmlns:a="http://schemas.openxmlformats.org/drawingml/2006/main">
            <a:r>
              <a:t>Build on the preceding slide: Your issued assignment.</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winding_temp_c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winding_temp_c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winding_temp_c readings strictly greater than 130.0.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motor_id labels and whose values are the mean valid winding_temp_c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mean_reading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mean_reading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mean_reading (5 marks)</a:t>
            </a:r>
          </a:p>
          <a:p xmlns:a="http://schemas.openxmlformats.org/drawingml/2006/main">
            <a:r>
              <a:t/>
            </a:r>
          </a:p>
          <a:p xmlns:a="http://schemas.openxmlformats.org/drawingml/2006/main">
            <a:r>
              <a:t>CONNECT</a:t>
            </a:r>
          </a:p>
          <a:p xmlns:a="http://schemas.openxmlformats.org/drawingml/2006/main">
            <a:r>
              <a:t>Build on valid_count (5 marks). Explain why this example is needed before running it.</a:t>
            </a:r>
          </a:p>
          <a:p xmlns:a="http://schemas.openxmlformats.org/drawingml/2006/main">
            <a:r>
              <a:t/>
            </a:r>
          </a:p>
          <a:p xmlns:a="http://schemas.openxmlformats.org/drawingml/2006/main">
            <a:r>
              <a:t>EXPLAIN</a:t>
            </a:r>
          </a:p>
          <a:p xmlns:a="http://schemas.openxmlformats.org/drawingml/2006/main">
            <a:r>
              <a:t>Store the arithmetic mean of the nonblank winding_temp_c values as a number.</a:t>
            </a:r>
          </a:p>
          <a:p xmlns:a="http://schemas.openxmlformats.org/drawingml/2006/main">
            <a:r>
              <a:t/>
            </a:r>
          </a:p>
          <a:p xmlns:a="http://schemas.openxmlformats.org/drawingml/2006/main">
            <a:r>
              <a:t>Add the valid readings and divide by their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mean_reading (5 marks)</a:t>
            </a:r>
          </a:p>
          <a:p xmlns:a="http://schemas.openxmlformats.org/drawingml/2006/main">
            <a:r>
              <a:t/>
            </a:r>
          </a:p>
          <a:p xmlns:a="http://schemas.openxmlformats.org/drawingml/2006/main">
            <a:r>
              <a:t>CONNECT</a:t>
            </a:r>
          </a:p>
          <a:p xmlns:a="http://schemas.openxmlformats.org/drawingml/2006/main">
            <a:r>
              <a:t>Build on the preceding slide: valid_count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winding_temp_c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winding_temp_c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winding_temp_c readings strictly greater than 130.0.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motor_id labels and whose values are the mean valid winding_temp_c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above_limit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above_limit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above_limit (5 marks)</a:t>
            </a:r>
          </a:p>
          <a:p xmlns:a="http://schemas.openxmlformats.org/drawingml/2006/main">
            <a:r>
              <a:t/>
            </a:r>
          </a:p>
          <a:p xmlns:a="http://schemas.openxmlformats.org/drawingml/2006/main">
            <a:r>
              <a:t>CONNECT</a:t>
            </a:r>
          </a:p>
          <a:p xmlns:a="http://schemas.openxmlformats.org/drawingml/2006/main">
            <a:r>
              <a:t>Build on mean_reading (5 marks). Explain why this example is needed before running it.</a:t>
            </a:r>
          </a:p>
          <a:p xmlns:a="http://schemas.openxmlformats.org/drawingml/2006/main">
            <a:r>
              <a:t/>
            </a:r>
          </a:p>
          <a:p xmlns:a="http://schemas.openxmlformats.org/drawingml/2006/main">
            <a:r>
              <a:t>EXPLAIN</a:t>
            </a:r>
          </a:p>
          <a:p xmlns:a="http://schemas.openxmlformats.org/drawingml/2006/main">
            <a:r>
              <a:t>Store an integer count of valid winding_temp_c readings strictly greater than 130.0.</a:t>
            </a:r>
          </a:p>
          <a:p xmlns:a="http://schemas.openxmlformats.org/drawingml/2006/main">
            <a:r>
              <a:t/>
            </a:r>
          </a:p>
          <a:p xmlns:a="http://schemas.openxmlformats.org/drawingml/2006/main">
            <a:r>
              <a:t>A reading equal to the threshold is not counted.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above_limit (5 marks)</a:t>
            </a:r>
          </a:p>
          <a:p xmlns:a="http://schemas.openxmlformats.org/drawingml/2006/main">
            <a:r>
              <a:t/>
            </a:r>
          </a:p>
          <a:p xmlns:a="http://schemas.openxmlformats.org/drawingml/2006/main">
            <a:r>
              <a:t>CONNECT</a:t>
            </a:r>
          </a:p>
          <a:p xmlns:a="http://schemas.openxmlformats.org/drawingml/2006/main">
            <a:r>
              <a:t>Build on the preceding slide: mean_reading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winding_temp_c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winding_temp_c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winding_temp_c readings strictly greater than 130.0.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motor_id labels and whose values are the mean valid winding_temp_c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group_means (5 marks).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group_means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group_means (5 marks)</a:t>
            </a:r>
          </a:p>
          <a:p xmlns:a="http://schemas.openxmlformats.org/drawingml/2006/main">
            <a:r>
              <a:t/>
            </a:r>
          </a:p>
          <a:p xmlns:a="http://schemas.openxmlformats.org/drawingml/2006/main">
            <a:r>
              <a:t>CONNECT</a:t>
            </a:r>
          </a:p>
          <a:p xmlns:a="http://schemas.openxmlformats.org/drawingml/2006/main">
            <a:r>
              <a:t>Build on above_limit (5 marks). Explain why this example is needed before running it.</a:t>
            </a:r>
          </a:p>
          <a:p xmlns:a="http://schemas.openxmlformats.org/drawingml/2006/main">
            <a:r>
              <a:t/>
            </a:r>
          </a:p>
          <a:p xmlns:a="http://schemas.openxmlformats.org/drawingml/2006/main">
            <a:r>
              <a:t>EXPLAIN</a:t>
            </a:r>
          </a:p>
          <a:p xmlns:a="http://schemas.openxmlformats.org/drawingml/2006/main">
            <a:r>
              <a:t>Store a dictionary whose keys are the motor_id labels and whose values are the mean valid winding_temp_c readings within each group.</a:t>
            </a:r>
          </a:p>
          <a:p xmlns:a="http://schemas.openxmlformats.org/drawingml/2006/main">
            <a:r>
              <a:t/>
            </a:r>
          </a:p>
          <a:p xmlns:a="http://schemas.openxmlformats.org/drawingml/2006/main">
            <a:r>
              <a:t>Divide each group total by its own valid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group_means (5 marks)</a:t>
            </a:r>
          </a:p>
          <a:p xmlns:a="http://schemas.openxmlformats.org/drawingml/2006/main">
            <a:r>
              <a:t/>
            </a:r>
          </a:p>
          <a:p xmlns:a="http://schemas.openxmlformats.org/drawingml/2006/main">
            <a:r>
              <a:t>CONNECT</a:t>
            </a:r>
          </a:p>
          <a:p xmlns:a="http://schemas.openxmlformats.org/drawingml/2006/main">
            <a:r>
              <a:t>Build on the preceding slide: above_limit (5 marks).</a:t>
            </a:r>
          </a:p>
          <a:p xmlns:a="http://schemas.openxmlformats.org/drawingml/2006/main">
            <a:r>
              <a:t/>
            </a:r>
          </a:p>
          <a:p xmlns:a="http://schemas.openxmlformats.org/drawingml/2006/main">
            <a:r>
              <a:t>LECTURER CUE</a:t>
            </a:r>
          </a:p>
          <a:p xmlns:a="http://schemas.openxmlformats.org/drawingml/2006/main">
            <a:r>
              <a:t># Week 4 reading report</a:t>
            </a:r>
          </a:p>
          <a:p xmlns:a="http://schemas.openxmlformats.org/drawingml/2006/main">
            <a:r>
              <a:t>Read README.md. Keep units in your explanation.</a:t>
            </a:r>
          </a:p>
          <a:p xmlns:a="http://schemas.openxmlformats.org/drawingml/2006/main">
            <a:r>
              <a:t/>
            </a:r>
          </a:p>
          <a:p xmlns:a="http://schemas.openxmlformats.org/drawingml/2006/main">
            <a:r>
              <a:t>## valid_count (5 marks)</a:t>
            </a:r>
          </a:p>
          <a:p xmlns:a="http://schemas.openxmlformats.org/drawingml/2006/main">
            <a:r>
              <a:t>Store an integer count of rows whose winding_temp_c field is nonblank. Skip blank readings before numeric conversion.</a:t>
            </a:r>
          </a:p>
          <a:p xmlns:a="http://schemas.openxmlformats.org/drawingml/2006/main">
            <a:r>
              <a:t/>
            </a:r>
          </a:p>
          <a:p xmlns:a="http://schemas.openxmlformats.org/drawingml/2006/main">
            <a:r>
              <a:t>## mean_reading (5 marks)</a:t>
            </a:r>
          </a:p>
          <a:p xmlns:a="http://schemas.openxmlformats.org/drawingml/2006/main">
            <a:r>
              <a:t>Store the arithmetic mean of the nonblank winding_temp_c values as a number. Add the valid readings and divide by their count. Keep full precision.</a:t>
            </a:r>
          </a:p>
          <a:p xmlns:a="http://schemas.openxmlformats.org/drawingml/2006/main">
            <a:r>
              <a:t/>
            </a:r>
          </a:p>
          <a:p xmlns:a="http://schemas.openxmlformats.org/drawingml/2006/main">
            <a:r>
              <a:t>## above_limit (5 marks)</a:t>
            </a:r>
          </a:p>
          <a:p xmlns:a="http://schemas.openxmlformats.org/drawingml/2006/main">
            <a:r>
              <a:t>Store an integer count of valid winding_temp_c readings strictly greater than 130.0. A reading equal to the threshold is not counted.</a:t>
            </a:r>
          </a:p>
          <a:p xmlns:a="http://schemas.openxmlformats.org/drawingml/2006/main">
            <a:r>
              <a:t/>
            </a:r>
          </a:p>
          <a:p xmlns:a="http://schemas.openxmlformats.org/drawingml/2006/main">
            <a:r>
              <a:t>## group_means (5 marks)</a:t>
            </a:r>
          </a:p>
          <a:p xmlns:a="http://schemas.openxmlformats.org/drawingml/2006/main">
            <a:r>
              <a:t>Store a dictionary whose keys are the motor_id labels and whose values are the mean valid winding_temp_c readings within each group. Divide each group total by its own valid count. Keep full precision.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Week 4 rules.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a:t>
            </a:r>
          </a:p>
          <a:p xmlns:a="http://schemas.openxmlformats.org/drawingml/2006/main">
            <a:r>
              <a:t/>
            </a:r>
          </a:p>
          <a:p xmlns:a="http://schemas.openxmlformats.org/drawingml/2006/main">
            <a:r>
              <a:t>CONNECT</a:t>
            </a:r>
          </a:p>
          <a:p xmlns:a="http://schemas.openxmlformats.org/drawingml/2006/main">
            <a:r>
              <a:t>Build on group_means (5 marks). Explain why this example is needed before running it.</a:t>
            </a:r>
          </a:p>
          <a:p xmlns:a="http://schemas.openxmlformats.org/drawingml/2006/main">
            <a:r>
              <a:t/>
            </a:r>
          </a:p>
          <a:p xmlns:a="http://schemas.openxmlformats.org/drawingml/2006/main">
            <a:r>
              <a:t>EXPLAIN</a:t>
            </a:r>
          </a:p>
          <a:p xmlns:a="http://schemas.openxmlformats.org/drawingml/2006/main">
            <a:r>
              <a:t>Fictional teaching data.</a:t>
            </a:r>
          </a:p>
          <a:p xmlns:a="http://schemas.openxmlformats.org/drawingml/2006/main">
            <a:r>
              <a:t/>
            </a:r>
          </a:p>
          <a:p xmlns:a="http://schemas.openxmlformats.org/drawingml/2006/main">
            <a:r>
              <a:t>300 records.</a:t>
            </a:r>
          </a:p>
          <a:p xmlns:a="http://schemas.openxmlformats.org/drawingml/2006/main">
            <a:r>
              <a:t/>
            </a:r>
          </a:p>
          <a:p xmlns:a="http://schemas.openxmlformats.org/drawingml/2006/main">
            <a:r>
              <a:t>Three blank winding_temp_c values must be skipped in numerical summaries.</a:t>
            </a:r>
          </a:p>
          <a:p xmlns:a="http://schemas.openxmlformats.org/drawingml/2006/main">
            <a:r>
              <a:t/>
            </a:r>
          </a:p>
          <a:p xmlns:a="http://schemas.openxmlformats.org/drawingml/2006/main">
            <a:r>
              <a:t>Threshold 130.0 is a teaching assumption.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a:t>
            </a:r>
          </a:p>
          <a:p xmlns:a="http://schemas.openxmlformats.org/drawingml/2006/main">
            <a:r>
              <a:t/>
            </a:r>
          </a:p>
          <a:p xmlns:a="http://schemas.openxmlformats.org/drawingml/2006/main">
            <a:r>
              <a:t>CONNECT</a:t>
            </a:r>
          </a:p>
          <a:p xmlns:a="http://schemas.openxmlformats.org/drawingml/2006/main">
            <a:r>
              <a:t>Build on the preceding slide: group_means (5 marks).</a:t>
            </a:r>
          </a:p>
          <a:p xmlns:a="http://schemas.openxmlformats.org/drawingml/2006/main">
            <a:r>
              <a:t/>
            </a:r>
          </a:p>
          <a:p xmlns:a="http://schemas.openxmlformats.org/drawingml/2006/main">
            <a:r>
              <a:t>LECTURER CUE</a:t>
            </a:r>
          </a:p>
          <a:p xmlns:a="http://schemas.openxmlformats.org/drawingml/2006/main">
            <a:r>
              <a:t>Fictional teaching data. 300 records. Three blank winding_temp_c values must be skipped in numerical summaries. Threshold 130.0 is a teaching assumption.</a:t>
            </a:r>
          </a:p>
          <a:p xmlns:a="http://schemas.openxmlformats.org/drawingml/2006/main">
            <a:r>
              <a:t/>
            </a:r>
          </a:p>
          <a:p xmlns:a="http://schemas.openxmlformats.org/drawingml/2006/main">
            <a:r>
              <a:t>Compute valid_count, mean_reading, above_limit (strictly greater than 130.0) and group_means keyed by motor_id.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Week 4 rules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Week 4 rules. Explain why this example is needed before running it.</a:t>
            </a:r>
          </a:p>
          <a:p xmlns:a="http://schemas.openxmlformats.org/drawingml/2006/main">
            <a:r>
              <a:t/>
            </a:r>
          </a:p>
          <a:p xmlns:a="http://schemas.openxmlformats.org/drawingml/2006/main">
            <a:r>
              <a:t>EXPLAIN</a:t>
            </a:r>
          </a:p>
          <a:p xmlns:a="http://schemas.openxmlformats.org/drawingml/2006/main">
            <a:r>
              <a:t>Compute valid_count, mean_reading, above_limit (strictly greater than 130.0) and group_means keyed by motor_id.</a:t>
            </a:r>
          </a:p>
          <a:p xmlns:a="http://schemas.openxmlformats.org/drawingml/2006/main">
            <a:r>
              <a:t/>
            </a:r>
          </a:p>
          <a:p xmlns:a="http://schemas.openxmlformats.org/drawingml/2006/main">
            <a:r>
              <a:t>Use standard-library csv and collections.</a:t>
            </a:r>
          </a:p>
          <a:p xmlns:a="http://schemas.openxmlformats.org/drawingml/2006/main">
            <a:r>
              <a:t/>
            </a:r>
          </a:p>
          <a:p xmlns:a="http://schemas.openxmlformats.org/drawingml/2006/main">
            <a:r>
              <a:t>Save a copy using your Student Registration Number with / replaced by _, followed by _W04.ipynb.</a:t>
            </a:r>
          </a:p>
          <a:p xmlns:a="http://schemas.openxmlformats.org/drawingml/2006/main">
            <a:r>
              <a:t/>
            </a:r>
          </a:p>
          <a:p xmlns:a="http://schemas.openxmlformats.org/drawingml/2006/main">
            <a:r>
              <a:t>STUDENT_ID in the starter code means Student Registration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the preceding slide: Week 4 rules.</a:t>
            </a:r>
          </a:p>
          <a:p xmlns:a="http://schemas.openxmlformats.org/drawingml/2006/main">
            <a:r>
              <a:t/>
            </a:r>
          </a:p>
          <a:p xmlns:a="http://schemas.openxmlformats.org/drawingml/2006/main">
            <a:r>
              <a:t>LECTURER CUE</a:t>
            </a:r>
          </a:p>
          <a:p xmlns:a="http://schemas.openxmlformats.org/drawingml/2006/main">
            <a:r>
              <a:t>Fictional teaching data. 300 records. Three blank winding_temp_c values must be skipped in numerical summaries. Threshold 130.0 is a teaching assumption.</a:t>
            </a:r>
          </a:p>
          <a:p xmlns:a="http://schemas.openxmlformats.org/drawingml/2006/main">
            <a:r>
              <a:t/>
            </a:r>
          </a:p>
          <a:p xmlns:a="http://schemas.openxmlformats.org/drawingml/2006/main">
            <a:r>
              <a:t>Compute valid_count, mean_reading, above_limit (strictly greater than 130.0) and group_means keyed by motor_id.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EXPLAIN IN ORDINARY WORDS</a:t>
            </a:r>
          </a:p>
          <a:p xmlns:a="http://schemas.openxmlformats.org/drawingml/2006/main">
            <a:r>
              <a:t>A CSV is a text table. The header supplies column names. With csv.DictReader, values start as text, even if they look like numbers. A path tells Python where the file is.</a:t>
            </a:r>
          </a:p>
          <a:p xmlns:a="http://schemas.openxmlformats.org/drawingml/2006/main">
            <a:r>
              <a:t/>
            </a:r>
          </a:p>
          <a:p xmlns:a="http://schemas.openxmlformats.org/drawingml/2006/main">
            <a:r>
              <a:t>CHECK AND EXPECTED ANSWER</a:t>
            </a:r>
          </a:p>
          <a:p xmlns:a="http://schemas.openxmlformats.org/drawingml/2006/main">
            <a:r>
              <a:t>Can "2.5" from csv.DictReader be added as a number without conversion? No; convert valid numeric text first.</a:t>
            </a:r>
          </a:p>
          <a:p xmlns:a="http://schemas.openxmlformats.org/drawingml/2006/main">
            <a:r>
              <a:t/>
            </a:r>
          </a:p>
          <a:p xmlns:a="http://schemas.openxmlformats.org/drawingml/2006/main">
            <a:r>
              <a:t>IF LEARNERS ARE STUCK</a:t>
            </a:r>
          </a:p>
          <a:p xmlns:a="http://schemas.openxmlformats.org/drawingml/2006/main">
            <a:r>
              <a:t>Show the file in the runtime folder and compare its exact filename, case and column headers. Upload data again after a fresh Colab runtime.</a:t>
            </a:r>
          </a:p>
          <a:p xmlns:a="http://schemas.openxmlformats.org/drawingml/2006/main">
            <a:r>
              <a:t/>
            </a:r>
          </a:p>
          <a:p xmlns:a="http://schemas.openxmlformats.org/drawingml/2006/main">
            <a:r>
              <a:t>NEXT</a:t>
            </a:r>
          </a:p>
          <a:p xmlns:a="http://schemas.openxmlformats.org/drawingml/2006/main">
            <a:r>
              <a:t>Week 4 rules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Week 4 rules continued. Explain why this example is needed before running it.</a:t>
            </a:r>
          </a:p>
          <a:p xmlns:a="http://schemas.openxmlformats.org/drawingml/2006/main">
            <a:r>
              <a:t/>
            </a:r>
          </a:p>
          <a:p xmlns:a="http://schemas.openxmlformats.org/drawingml/2006/main">
            <a:r>
              <a:t>EXPLAIN</a:t>
            </a:r>
          </a:p>
          <a:p xmlns:a="http://schemas.openxmlformats.org/drawingml/2006/main">
            <a:r>
              <a:t>Four checks carry five marks each.</a:t>
            </a:r>
          </a:p>
          <a:p xmlns:a="http://schemas.openxmlformats.org/drawingml/2006/main">
            <a:r>
              <a:t/>
            </a:r>
          </a:p>
          <a:p xmlns:a="http://schemas.openxmlformats.org/drawingml/2006/main">
            <a:r>
              <a:t>Explain the interesting pattern separately as formative practice.</a:t>
            </a:r>
          </a:p>
          <a:p xmlns:a="http://schemas.openxmlformats.org/drawingml/2006/main">
            <a:r>
              <a:t/>
            </a:r>
          </a:p>
          <a:p xmlns:a="http://schemas.openxmlformats.org/drawingml/2006/main">
            <a:r>
              <a:t>For beginner step-by-step help, open ASSIGNMENT_INSTRUCTIONS.txt and STUDENT_HOW_TO.md in this folder.</a:t>
            </a:r>
          </a:p>
          <a:p xmlns:a="http://schemas.openxmlformats.org/drawingml/2006/main">
            <a:r>
              <a:t/>
            </a:r>
          </a:p>
          <a:p xmlns:a="http://schemas.openxmlformats.org/drawingml/2006/main">
            <a:r>
              <a:t>The first names your required files and hand-in checklist; the second explains accounts, Colab, saving and uploads.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rules continued</a:t>
            </a:r>
          </a:p>
          <a:p xmlns:a="http://schemas.openxmlformats.org/drawingml/2006/main">
            <a:r>
              <a:t/>
            </a:r>
          </a:p>
          <a:p xmlns:a="http://schemas.openxmlformats.org/drawingml/2006/main">
            <a:r>
              <a:t>CONNECT</a:t>
            </a:r>
          </a:p>
          <a:p xmlns:a="http://schemas.openxmlformats.org/drawingml/2006/main">
            <a:r>
              <a:t>Build on the preceding slide: Week 4 rules continued.</a:t>
            </a:r>
          </a:p>
          <a:p xmlns:a="http://schemas.openxmlformats.org/drawingml/2006/main">
            <a:r>
              <a:t/>
            </a:r>
          </a:p>
          <a:p xmlns:a="http://schemas.openxmlformats.org/drawingml/2006/main">
            <a:r>
              <a:t>LECTURER CUE</a:t>
            </a:r>
          </a:p>
          <a:p xmlns:a="http://schemas.openxmlformats.org/drawingml/2006/main">
            <a:r>
              <a:t>Fictional teaching data. 300 records. Three blank winding_temp_c values must be skipped in numerical summaries. Threshold 130.0 is a teaching assumption.</a:t>
            </a:r>
          </a:p>
          <a:p xmlns:a="http://schemas.openxmlformats.org/drawingml/2006/main">
            <a:r>
              <a:t/>
            </a:r>
          </a:p>
          <a:p xmlns:a="http://schemas.openxmlformats.org/drawingml/2006/main">
            <a:r>
              <a:t>Compute valid_count, mean_reading, above_limit (strictly greater than 130.0) and group_means keyed by motor_id.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xmlns:a="http://schemas.openxmlformats.org/drawingml/2006/main">
            <a:r>
              <a:t/>
            </a:r>
          </a:p>
          <a:p xmlns:a="http://schemas.openxmlformats.org/drawingml/2006/main">
            <a:r>
              <a:t>NEXT</a:t>
            </a:r>
          </a:p>
          <a:p xmlns:a="http://schemas.openxmlformats.org/drawingml/2006/main">
            <a:r>
              <a:t>Reading report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report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report submission</a:t>
            </a:r>
          </a:p>
          <a:p xmlns:a="http://schemas.openxmlformats.org/drawingml/2006/main">
            <a:r>
              <a:t/>
            </a:r>
          </a:p>
          <a:p xmlns:a="http://schemas.openxmlformats.org/drawingml/2006/main">
            <a:r>
              <a:t>CONNECT</a:t>
            </a:r>
          </a:p>
          <a:p xmlns:a="http://schemas.openxmlformats.org/drawingml/2006/main">
            <a:r>
              <a:t>Build on Week 4 rules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02 Oct 2026, 11:00 Kampala</a:t>
            </a:r>
          </a:p>
          <a:p xmlns:a="http://schemas.openxmlformats.org/drawingml/2006/main">
            <a:r>
              <a:t/>
            </a:r>
          </a:p>
          <a:p xmlns:a="http://schemas.openxmlformats.org/drawingml/2006/main">
            <a:r>
              <a:t>Deadline: 09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report submission</a:t>
            </a:r>
          </a:p>
          <a:p xmlns:a="http://schemas.openxmlformats.org/drawingml/2006/main">
            <a:r>
              <a:t/>
            </a:r>
          </a:p>
          <a:p xmlns:a="http://schemas.openxmlformats.org/drawingml/2006/main">
            <a:r>
              <a:t>CONNECT</a:t>
            </a:r>
          </a:p>
          <a:p xmlns:a="http://schemas.openxmlformats.org/drawingml/2006/main">
            <a:r>
              <a:t>Build on the preceding slide: Week 4 rules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4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4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4 quiz</a:t>
            </a:r>
          </a:p>
          <a:p xmlns:a="http://schemas.openxmlformats.org/drawingml/2006/main">
            <a:r>
              <a:t/>
            </a:r>
          </a:p>
          <a:p xmlns:a="http://schemas.openxmlformats.org/drawingml/2006/main">
            <a:r>
              <a:t>CONNECT</a:t>
            </a:r>
          </a:p>
          <a:p xmlns:a="http://schemas.openxmlformats.org/drawingml/2006/main">
            <a:r>
              <a:t>Build on Reading report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4 quiz</a:t>
            </a:r>
          </a:p>
          <a:p xmlns:a="http://schemas.openxmlformats.org/drawingml/2006/main">
            <a:r>
              <a:t/>
            </a:r>
          </a:p>
          <a:p xmlns:a="http://schemas.openxmlformats.org/drawingml/2006/main">
            <a:r>
              <a:t>CONNECT</a:t>
            </a:r>
          </a:p>
          <a:p xmlns:a="http://schemas.openxmlformats.org/drawingml/2006/main">
            <a:r>
              <a:t>Build on the preceding slide: Reading report submission.</a:t>
            </a:r>
          </a:p>
          <a:p xmlns:a="http://schemas.openxmlformats.org/drawingml/2006/main">
            <a:r>
              <a:t/>
            </a:r>
          </a:p>
          <a:p xmlns:a="http://schemas.openxmlformats.org/drawingml/2006/main">
            <a:r>
              <a:t>LECTURER CUE</a:t>
            </a:r>
          </a:p>
          <a:p xmlns:a="http://schemas.openxmlformats.org/drawingml/2006/main">
            <a:r>
              <a:t>Activate the matching open_W4_CML3111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4 quiz. Explain why this example is needed before running it.</a:t>
            </a:r>
          </a:p>
          <a:p xmlns:a="http://schemas.openxmlformats.org/drawingml/2006/main">
            <a:r>
              <a:t/>
            </a:r>
          </a:p>
          <a:p xmlns:a="http://schemas.openxmlformats.org/drawingml/2006/main">
            <a:r>
              <a:t>EXPLAIN</a:t>
            </a:r>
          </a:p>
          <a:p xmlns:a="http://schemas.openxmlformats.org/drawingml/2006/main">
            <a:r>
              <a:t>You can show how the total and count change for each record.</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4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e45e9c136b40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b1a9f3b3bb9407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405356aa8b0483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a35bf30561540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31740e2da2461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37e41b79a4436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E8AFB56-4E79-4732-BB1E-6B3BCDBFCCB5}"/>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37BA7CF-AD81-462F-B594-88127920F81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527CEFF-F49A-42DF-BF27-F3E2E52B167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EAFF4CE-982B-4656-AF48-9A6104338589}"/>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FBBEEA2-20A9-4D86-A30C-35BCE9BD844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1509624-0C3D-4879-B9C9-4277266736C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A093177-050E-499C-A25C-EF820BED2CE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5FEC610-5F60-4A90-9F6B-75EFFA6BB1A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E8B7D89-B564-41DA-941C-5E57BEAC25F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81A1088-A65A-4C70-B68E-D3E701F7847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4A314FF-AAB3-41EC-A680-AC3E1536B8C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ED120C06-02B4-4963-894D-38025224A5F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CBC16D9-E879-4C63-918E-F13C15ACD44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BCF464F-7AFE-4285-A5E3-5AA4FF69D2D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68E047A-8B9F-47E7-A151-D7140E7FCD1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ac25162d6b4ceb" /><Relationship Type="http://schemas.openxmlformats.org/officeDocument/2006/relationships/slideLayout" Target="/ppt/slideLayouts/slideLayout1.xml" Id="R90850878109b42e3" /><Relationship Type="http://schemas.openxmlformats.org/officeDocument/2006/relationships/slideLayout" Target="/ppt/slideLayouts/slideLayout2.xml" Id="Ra85e48e504ef4cdd" /><Relationship Type="http://schemas.openxmlformats.org/officeDocument/2006/relationships/slideLayout" Target="/ppt/slideLayouts/slideLayout3.xml" Id="R214fbce81b0847b4" /><Relationship Type="http://schemas.openxmlformats.org/officeDocument/2006/relationships/slideLayout" Target="/ppt/slideLayouts/slideLayout4.xml" Id="Re841cdd4b7ed4056" /><Relationship Type="http://schemas.openxmlformats.org/officeDocument/2006/relationships/slideLayout" Target="/ppt/slideLayouts/slideLayout5.xml" Id="R8fec07697e77487d" /><Relationship Type="http://schemas.openxmlformats.org/officeDocument/2006/relationships/slideLayout" Target="/ppt/slideLayouts/slideLayout6.xml" Id="R51417bafe1e94ee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0850878109b42e3"/>
    <p:sldLayoutId xmlns:r="http://schemas.openxmlformats.org/officeDocument/2006/relationships" id="2147483650" r:id="Ra85e48e504ef4cdd"/>
    <p:sldLayoutId xmlns:r="http://schemas.openxmlformats.org/officeDocument/2006/relationships" id="2147483651" r:id="R214fbce81b0847b4"/>
    <p:sldLayoutId xmlns:r="http://schemas.openxmlformats.org/officeDocument/2006/relationships" id="2147483652" r:id="Re841cdd4b7ed4056"/>
    <p:sldLayoutId xmlns:r="http://schemas.openxmlformats.org/officeDocument/2006/relationships" id="2147483653" r:id="R8fec07697e77487d"/>
    <p:sldLayoutId xmlns:r="http://schemas.openxmlformats.org/officeDocument/2006/relationships" id="2147483654" r:id="R51417bafe1e94ee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d577f2ab0464236" /><Relationship Type="http://schemas.openxmlformats.org/officeDocument/2006/relationships/image" Target="/ppt/media/image.png" Id="Rb19b08d4b6194783" /><Relationship Type="http://schemas.openxmlformats.org/officeDocument/2006/relationships/notesSlide" Target="/ppt/notesSlides/notesSlide1.xml" Id="Rc6576d44115a46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d33628b7a7a4a54" /><Relationship Type="http://schemas.openxmlformats.org/officeDocument/2006/relationships/notesSlide" Target="/ppt/notesSlides/notesSlide2.xml" Id="R23bfd38b415d40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d5cb0e2fc26466b" /><Relationship Type="http://schemas.openxmlformats.org/officeDocument/2006/relationships/notesSlide" Target="/ppt/notesSlides/notesSlide3.xml" Id="Ra1ae0b8c565a49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aa4bf36e0f44416" /><Relationship Type="http://schemas.openxmlformats.org/officeDocument/2006/relationships/notesSlide" Target="/ppt/notesSlides/notesSlide4.xml" Id="Rff570ef0bc8848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e8681a170b4493c" /><Relationship Type="http://schemas.openxmlformats.org/officeDocument/2006/relationships/notesSlide" Target="/ppt/notesSlides/notesSlide5.xml" Id="R0dd125585c494c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48d72dabfb1413e" /><Relationship Type="http://schemas.openxmlformats.org/officeDocument/2006/relationships/notesSlide" Target="/ppt/notesSlides/notesSlide6.xml" Id="R51d31ab553544b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3aa5278f71845af" /><Relationship Type="http://schemas.openxmlformats.org/officeDocument/2006/relationships/notesSlide" Target="/ppt/notesSlides/notesSlide7.xml" Id="R0bd0debebf8540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b6f3d362e67459e" /><Relationship Type="http://schemas.openxmlformats.org/officeDocument/2006/relationships/notesSlide" Target="/ppt/notesSlides/notesSlide8.xml" Id="Ra45eb29a11e546b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1adad76199444c7" /><Relationship Type="http://schemas.openxmlformats.org/officeDocument/2006/relationships/notesSlide" Target="/ppt/notesSlides/notesSlide9.xml" Id="R7627f18000494b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83138098f414044" /><Relationship Type="http://schemas.openxmlformats.org/officeDocument/2006/relationships/notesSlide" Target="/ppt/notesSlides/notesSlide10.xml" Id="Rfe653a546a3c495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d15d13e26b44588" /><Relationship Type="http://schemas.openxmlformats.org/officeDocument/2006/relationships/notesSlide" Target="/ppt/notesSlides/notesSlide11.xml" Id="R077c84f6e21e497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087a10fa14d488d" /><Relationship Type="http://schemas.openxmlformats.org/officeDocument/2006/relationships/notesSlide" Target="/ppt/notesSlides/notesSlide12.xml" Id="Rba91fc6e3676468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45976594ae64b75" /><Relationship Type="http://schemas.openxmlformats.org/officeDocument/2006/relationships/image" Target="/ppt/media/image2.png" Id="Rb483c1e32d4d4cd2" /><Relationship Type="http://schemas.openxmlformats.org/officeDocument/2006/relationships/notesSlide" Target="/ppt/notesSlides/notesSlide13.xml" Id="R05d68868f300426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90d46b8689942f1" /><Relationship Type="http://schemas.openxmlformats.org/officeDocument/2006/relationships/notesSlide" Target="/ppt/notesSlides/notesSlide14.xml" Id="R29faa57d327c499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c2cfe410db8429d" /><Relationship Type="http://schemas.openxmlformats.org/officeDocument/2006/relationships/notesSlide" Target="/ppt/notesSlides/notesSlide15.xml" Id="R9972d8683ffb4c7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0248f0fedff4963" /><Relationship Type="http://schemas.openxmlformats.org/officeDocument/2006/relationships/notesSlide" Target="/ppt/notesSlides/notesSlide16.xml" Id="R7db34e23b72b4b4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443ebbc08aa42d9" /><Relationship Type="http://schemas.openxmlformats.org/officeDocument/2006/relationships/notesSlide" Target="/ppt/notesSlides/notesSlide17.xml" Id="R6e70caea1800460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960da5b06b14513" /><Relationship Type="http://schemas.openxmlformats.org/officeDocument/2006/relationships/notesSlide" Target="/ppt/notesSlides/notesSlide18.xml" Id="R1350e129f3734e5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c3df40ae454411d" /><Relationship Type="http://schemas.openxmlformats.org/officeDocument/2006/relationships/notesSlide" Target="/ppt/notesSlides/notesSlide19.xml" Id="Rb794b2886c30460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a29741d80f74c9e" /><Relationship Type="http://schemas.openxmlformats.org/officeDocument/2006/relationships/notesSlide" Target="/ppt/notesSlides/notesSlide20.xml" Id="R6e3102ecc12f47b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aceed4a5a2a4811" /><Relationship Type="http://schemas.openxmlformats.org/officeDocument/2006/relationships/notesSlide" Target="/ppt/notesSlides/notesSlide21.xml" Id="Rc4bcbe098f69456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c5ce78607934099" /><Relationship Type="http://schemas.openxmlformats.org/officeDocument/2006/relationships/notesSlide" Target="/ppt/notesSlides/notesSlide22.xml" Id="R05b704f654d5452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2c96eba163224259" /><Relationship Type="http://schemas.openxmlformats.org/officeDocument/2006/relationships/notesSlide" Target="/ppt/notesSlides/notesSlide23.xml" Id="R42dcd174862643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23198253d124165" /><Relationship Type="http://schemas.openxmlformats.org/officeDocument/2006/relationships/notesSlide" Target="/ppt/notesSlides/notesSlide24.xml" Id="R3e20a70f7d5e4d8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d146bacfac34429" /><Relationship Type="http://schemas.openxmlformats.org/officeDocument/2006/relationships/notesSlide" Target="/ppt/notesSlides/notesSlide25.xml" Id="Rd26df1e662e648d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e079b75bb494403" /><Relationship Type="http://schemas.openxmlformats.org/officeDocument/2006/relationships/notesSlide" Target="/ppt/notesSlides/notesSlide26.xml" Id="Rce66b81119524c1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bc3342269d24009" /><Relationship Type="http://schemas.openxmlformats.org/officeDocument/2006/relationships/image" Target="/ppt/media/image3.png" Id="Rf58ef96fa9a6458e" /><Relationship Type="http://schemas.openxmlformats.org/officeDocument/2006/relationships/notesSlide" Target="/ppt/notesSlides/notesSlide27.xml" Id="R79d8c40b6de541e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1b739c166794789" /><Relationship Type="http://schemas.openxmlformats.org/officeDocument/2006/relationships/notesSlide" Target="/ppt/notesSlides/notesSlide28.xml" Id="Rd231cb25e3be43c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1ef22ea8c2e4d2a" /><Relationship Type="http://schemas.openxmlformats.org/officeDocument/2006/relationships/notesSlide" Target="/ppt/notesSlides/notesSlide29.xml" Id="Rc29688c524204f1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eb793ade36e4830" /><Relationship Type="http://schemas.openxmlformats.org/officeDocument/2006/relationships/notesSlide" Target="/ppt/notesSlides/notesSlide30.xml" Id="Rbd4b2afc2d8a4be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78a5abed0134fe9" /><Relationship Type="http://schemas.openxmlformats.org/officeDocument/2006/relationships/notesSlide" Target="/ppt/notesSlides/notesSlide31.xml" Id="Raf7f7f2811c6430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5871f9f49ea43e1" /><Relationship Type="http://schemas.openxmlformats.org/officeDocument/2006/relationships/notesSlide" Target="/ppt/notesSlides/notesSlide32.xml" Id="Rfd55ffcc96be420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aace471701041ae" /><Relationship Type="http://schemas.openxmlformats.org/officeDocument/2006/relationships/notesSlide" Target="/ppt/notesSlides/notesSlide33.xml" Id="R4fae51d8bb634ad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5a8bf7a59b04445" /><Relationship Type="http://schemas.openxmlformats.org/officeDocument/2006/relationships/notesSlide" Target="/ppt/notesSlides/notesSlide34.xml" Id="Rfe045ae1f7a6406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6fd99c813e94232" /><Relationship Type="http://schemas.openxmlformats.org/officeDocument/2006/relationships/notesSlide" Target="/ppt/notesSlides/notesSlide35.xml" Id="R569d28b60db4454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fcd39b136f149c0" /><Relationship Type="http://schemas.openxmlformats.org/officeDocument/2006/relationships/notesSlide" Target="/ppt/notesSlides/notesSlide36.xml" Id="R9f0f6c1b41ac428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4179ca1c140648a7" /><Relationship Type="http://schemas.openxmlformats.org/officeDocument/2006/relationships/notesSlide" Target="/ppt/notesSlides/notesSlide37.xml" Id="Rbbaf1ca2208d494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b4457f1174944c67" /><Relationship Type="http://schemas.openxmlformats.org/officeDocument/2006/relationships/notesSlide" Target="/ppt/notesSlides/notesSlide38.xml" Id="Rf04b04e649a44e1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478d6cda6e544fea" /><Relationship Type="http://schemas.openxmlformats.org/officeDocument/2006/relationships/notesSlide" Target="/ppt/notesSlides/notesSlide39.xml" Id="R39a1f20011634c3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79ff8b0fa2b4fab" /><Relationship Type="http://schemas.openxmlformats.org/officeDocument/2006/relationships/notesSlide" Target="/ppt/notesSlides/notesSlide40.xml" Id="Rb97088e24ad9469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7dabc04cdb641ee" /><Relationship Type="http://schemas.openxmlformats.org/officeDocument/2006/relationships/notesSlide" Target="/ppt/notesSlides/notesSlide41.xml" Id="R3f8ea788346d48f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3d2b527b69d4840" /><Relationship Type="http://schemas.openxmlformats.org/officeDocument/2006/relationships/notesSlide" Target="/ppt/notesSlides/notesSlide42.xml" Id="Rd9e9fded29fe4d6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9a1d032f37c41e1" /><Relationship Type="http://schemas.openxmlformats.org/officeDocument/2006/relationships/notesSlide" Target="/ppt/notesSlides/notesSlide43.xml" Id="R43054cedea9d4d6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f7a72d0bb024055" /><Relationship Type="http://schemas.openxmlformats.org/officeDocument/2006/relationships/notesSlide" Target="/ppt/notesSlides/notesSlide44.xml" Id="Rb38bb9f1b3e1453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b25f2c6cce0481d" /><Relationship Type="http://schemas.openxmlformats.org/officeDocument/2006/relationships/notesSlide" Target="/ppt/notesSlides/notesSlide45.xml" Id="R04ebadfde81c438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5369b268b494727" /><Relationship Type="http://schemas.openxmlformats.org/officeDocument/2006/relationships/notesSlide" Target="/ppt/notesSlides/notesSlide46.xml" Id="R01a44b775c76462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d114a35a50f4388" /><Relationship Type="http://schemas.openxmlformats.org/officeDocument/2006/relationships/notesSlide" Target="/ppt/notesSlides/notesSlide47.xml" Id="R08e605b8eaa1466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8bbbd412f19423e" /><Relationship Type="http://schemas.openxmlformats.org/officeDocument/2006/relationships/notesSlide" Target="/ppt/notesSlides/notesSlide48.xml" Id="R000f72ac85f54b8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1b5679a638349f1" /><Relationship Type="http://schemas.openxmlformats.org/officeDocument/2006/relationships/notesSlide" Target="/ppt/notesSlides/notesSlide49.xml" Id="R05ab454d21cd4d6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3f8f96c59acd481e" /><Relationship Type="http://schemas.openxmlformats.org/officeDocument/2006/relationships/notesSlide" Target="/ppt/notesSlides/notesSlide50.xml" Id="R96729548654746d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f025240a6024394" /><Relationship Type="http://schemas.openxmlformats.org/officeDocument/2006/relationships/notesSlide" Target="/ppt/notesSlides/notesSlide51.xml" Id="R7b58765f02be421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0cda1ba0f974b99" /><Relationship Type="http://schemas.openxmlformats.org/officeDocument/2006/relationships/notesSlide" Target="/ppt/notesSlides/notesSlide52.xml" Id="Recc54f6a8ac64ee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16f45564dfff4f20" /><Relationship Type="http://schemas.openxmlformats.org/officeDocument/2006/relationships/notesSlide" Target="/ppt/notesSlides/notesSlide53.xml" Id="R63fe1404da08420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f9c3568f53f24fdb" /><Relationship Type="http://schemas.openxmlformats.org/officeDocument/2006/relationships/notesSlide" Target="/ppt/notesSlides/notesSlide54.xml" Id="R78b0822e9b164f1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071567723d14021" /><Relationship Type="http://schemas.openxmlformats.org/officeDocument/2006/relationships/notesSlide" Target="/ppt/notesSlides/notesSlide55.xml" Id="R1c981ae4c1f740d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5a88b12ae918488c" /><Relationship Type="http://schemas.openxmlformats.org/officeDocument/2006/relationships/notesSlide" Target="/ppt/notesSlides/notesSlide56.xml" Id="Rde2636b0c14e45f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a091c4ee2254acc" /><Relationship Type="http://schemas.openxmlformats.org/officeDocument/2006/relationships/notesSlide" Target="/ppt/notesSlides/notesSlide57.xml" Id="R5e22d5cca7a9478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fd52816eb0044128" /><Relationship Type="http://schemas.openxmlformats.org/officeDocument/2006/relationships/notesSlide" Target="/ppt/notesSlides/notesSlide58.xml" Id="R4c97eeb060d0411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7c6aa0b437545ed" /><Relationship Type="http://schemas.openxmlformats.org/officeDocument/2006/relationships/notesSlide" Target="/ppt/notesSlides/notesSlide59.xml" Id="R031f3184203a4e9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f0398ed946c14968" /><Relationship Type="http://schemas.openxmlformats.org/officeDocument/2006/relationships/notesSlide" Target="/ppt/notesSlides/notesSlide60.xml" Id="Rdf5ed716561e49d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a8a1811f69b440d9" /><Relationship Type="http://schemas.openxmlformats.org/officeDocument/2006/relationships/hyperlink" Target="https://docs.google.com/forms/d/e/1FAIpQLSePYYXhI694GpzUBX1qxmt3pml_MGCxvT9R9o-fT0__kqrmNA/viewform" TargetMode="External" Id="R9675b759ceb048bb" /><Relationship Type="http://schemas.openxmlformats.org/officeDocument/2006/relationships/notesSlide" Target="/ppt/notesSlides/notesSlide61.xml" Id="R3b0b1645c81a4bb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526ab0a4b3b4701" /><Relationship Type="http://schemas.openxmlformats.org/officeDocument/2006/relationships/image" Target="/ppt/media/image4.png" Id="R2a0ed7ceb87f42f5" /><Relationship Type="http://schemas.openxmlformats.org/officeDocument/2006/relationships/hyperlink" Target="https://forms.gle/grjS1HFfSwn9BcYr9" TargetMode="External" Id="R3268a18ebfec4894" /><Relationship Type="http://schemas.openxmlformats.org/officeDocument/2006/relationships/notesSlide" Target="/ppt/notesSlides/notesSlide62.xml" Id="Rf8c1667d923b4cc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3dc9c9322384116" /><Relationship Type="http://schemas.openxmlformats.org/officeDocument/2006/relationships/notesSlide" Target="/ppt/notesSlides/notesSlide63.xml" Id="Rc46b3ac0c2174be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19b08d4b619478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195B37E-268F-4608-B402-BFBC7867FDB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2E45BCF-9198-4ED5-BB02-55FC1F37965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4</a:t>
            </a:r>
          </a:p>
        </p:txBody>
      </p:sp>
      <p:sp>
        <p:nvSpPr>
          <p:cNvPr id="4" name="">
            <a:extLst xmlns:a="http://schemas.openxmlformats.org/drawingml/2006/main">
              <a:ext uri="{FF2B5EF4-FFF2-40B4-BE49-F238E27FC236}">
                <a16:creationId xmlns:a16="http://schemas.microsoft.com/office/drawing/2014/main" id="{B66C5E03-717B-4CF4-BA7C-DA8897CCF3A2}"/>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A3013C75-CE1E-4F44-84C3-7D929D125D2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69B2A694-B83E-499C-80AB-9C729D0DD5D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55460700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46174C6-E8B4-4E25-86E5-DC97EBF83A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C1B9D0-0EB1-4C9B-965F-4FD6EBD64C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56DF63A-07C1-4D2A-A723-517ED878AB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C170F4B-F9AD-44C1-8816-96C331AC83B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2768BF-5B2A-478A-B309-8B62CD7212C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7F98C0C-E761-47D5-A930-E2DBECFDC8A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779D076C-06E4-4508-84F1-8123A3864E3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DD3B8241-102B-4ECB-876B-CBF76EEFA4F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89625E58-46BA-4D9E-9170-1847BFB3A2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a:t>
            </a:r>
          </a:p>
        </p:txBody>
      </p:sp>
    </p:spTree>
    <p:extLst>
      <p:ext uri="{BB962C8B-B14F-4D97-AF65-F5344CB8AC3E}">
        <p14:creationId xmlns:p14="http://schemas.microsoft.com/office/powerpoint/2010/main" val="132104613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9B55FC-A553-47F2-8C0F-6DDCB5208A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7017AF-9FCC-4DB8-BE62-2F9FB9889E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CA61F8-9B85-4974-8F33-702F7741E9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23AD233C-8993-4CC7-A2A8-58DFDFEA0B1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4E764F-E45E-40B8-AED0-61AD9DA6AA1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EB73BBD3-F984-40A6-BE58-E713C44EF15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7014638E-D3A1-4367-AED3-34F9CC985E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a:t>
            </a:r>
          </a:p>
        </p:txBody>
      </p:sp>
    </p:spTree>
    <p:extLst>
      <p:ext uri="{BB962C8B-B14F-4D97-AF65-F5344CB8AC3E}">
        <p14:creationId xmlns:p14="http://schemas.microsoft.com/office/powerpoint/2010/main" val="70276082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C17BF5-632F-49E6-A088-FF499B055F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607E0C-F777-4C77-9C70-8E8C077E52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53E32E-42A2-4B4B-B055-DEB6E17E61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B96073DA-1B64-4853-B9F6-5FA899C38CC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C7B921-257B-4667-ACEC-4142C071829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A36FCBFD-5933-4561-AC9E-D6E2E56AA31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AADC2CA8-E113-4301-A932-3C5540BD45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a:t>
            </a:r>
          </a:p>
        </p:txBody>
      </p:sp>
    </p:spTree>
    <p:extLst>
      <p:ext uri="{BB962C8B-B14F-4D97-AF65-F5344CB8AC3E}">
        <p14:creationId xmlns:p14="http://schemas.microsoft.com/office/powerpoint/2010/main" val="12345693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5B7863-AAB9-40A0-95EA-2EC1313760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A7D2B2-DF3E-46AE-A805-57A69E4ABA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62E370D-C6BA-453C-8A67-F742412546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505C7F0F-375E-4FC2-9A51-C413629CED5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65822C-54ED-4A4B-ADD4-72F0994449B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96E1AAA8-839D-4A23-A5F5-BC7E406C4CF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DC09D05D-45F2-4225-A7A4-825E7ECDEC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a:t>
            </a:r>
          </a:p>
        </p:txBody>
      </p:sp>
    </p:spTree>
    <p:extLst>
      <p:ext uri="{BB962C8B-B14F-4D97-AF65-F5344CB8AC3E}">
        <p14:creationId xmlns:p14="http://schemas.microsoft.com/office/powerpoint/2010/main" val="20568674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17F8DF-6314-436D-A234-FAAC6CEDD6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546893-982B-4B61-A855-C226201DCA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2503EA4-0B96-427E-AED6-02EBC3F91F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76930F63-6C78-44F1-9E1F-7DFC433CE2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E520F7-E41A-4D1F-ACAB-6ED676C04D4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2059A9E0-C3D6-4367-9430-067082DDC0F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57D7A4-23D5-48AF-84B8-06EA28E3B5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D124F139-BA05-46B0-908D-39A2D5DFF5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9A78D0D-A437-4258-A31B-2B8606CF8A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08C004BC-C147-4195-971F-F602311511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a:t>
            </a:r>
          </a:p>
        </p:txBody>
      </p:sp>
    </p:spTree>
    <p:extLst>
      <p:ext uri="{BB962C8B-B14F-4D97-AF65-F5344CB8AC3E}">
        <p14:creationId xmlns:p14="http://schemas.microsoft.com/office/powerpoint/2010/main" val="2596501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E4EA15-BC50-442A-B2B8-D4D76A8B81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389528-6B19-4D72-8791-B68D1945FC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9596F2D-2EFE-4B0F-AF34-4E6085A466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2EEDE280-53FC-4BC7-89C9-FFC2878AAD5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3CD623-4764-44D9-B7B9-DD92CC31D66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AC38E517-315F-4477-8DA5-93103B10384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1A4C5D39-F537-4069-8524-C2BB4D4CA25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FD1ED0-719D-4B38-A2FC-9E9EC81D4BB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D5783B94-75C8-4DD8-82DA-2B60D554C5D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0BB13613-607D-4CC8-80C0-AECF2A1C14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a:t>
            </a:r>
          </a:p>
        </p:txBody>
      </p:sp>
    </p:spTree>
    <p:extLst>
      <p:ext uri="{BB962C8B-B14F-4D97-AF65-F5344CB8AC3E}">
        <p14:creationId xmlns:p14="http://schemas.microsoft.com/office/powerpoint/2010/main" val="9475178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1137F0A-6FE8-4246-996B-F542AACF3B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E3F2CF-FDFB-458E-8991-F84B7C2983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B32144-0D5C-441D-B3FB-96A89549C8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9F725AAA-E432-4F37-9AB4-E7140D5F7C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E62631-D044-403C-8576-0BC8A50E769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F14BF055-5BF6-4553-8BDD-D9398786DA9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559E66D-420F-4B9C-A66A-C3CE77F7BA7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B5197090-4C1C-4D71-B65A-12907C7590C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33C00518-0456-4718-8280-4FA6346F12A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68865295-40B5-45CB-84D5-B987CB40DB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BEF72692-B235-474D-9F62-F80706127B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a:t>
            </a:r>
          </a:p>
        </p:txBody>
      </p:sp>
    </p:spTree>
    <p:extLst>
      <p:ext uri="{BB962C8B-B14F-4D97-AF65-F5344CB8AC3E}">
        <p14:creationId xmlns:p14="http://schemas.microsoft.com/office/powerpoint/2010/main" val="279363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7AD835-CE6C-4861-AA7D-7B13AB3535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FF1D80-9DFF-4F14-98A7-193D973B2B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CFE8BC2-F6EA-4B6E-B33F-BF5E48D4E6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 and iteration</a:t>
            </a:r>
          </a:p>
        </p:txBody>
      </p:sp>
      <p:sp>
        <p:nvSpPr>
          <p:cNvPr id="4" name="">
            <a:extLst xmlns:a="http://schemas.openxmlformats.org/drawingml/2006/main">
              <a:ext uri="{FF2B5EF4-FFF2-40B4-BE49-F238E27FC236}">
                <a16:creationId xmlns:a16="http://schemas.microsoft.com/office/drawing/2014/main" id="{66A0D5C0-068E-4683-81D6-39168954ADE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2ED992-104C-46D9-851B-F77A2989EED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Loop and iteration</a:t>
            </a:r>
          </a:p>
        </p:txBody>
      </p:sp>
      <p:sp>
        <p:nvSpPr>
          <p:cNvPr id="6" name="">
            <a:extLst xmlns:a="http://schemas.openxmlformats.org/drawingml/2006/main">
              <a:ext uri="{FF2B5EF4-FFF2-40B4-BE49-F238E27FC236}">
                <a16:creationId xmlns:a16="http://schemas.microsoft.com/office/drawing/2014/main" id="{CEB06158-11CC-4496-8427-B6C80C51AD6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for loop runs its indented body once per item. Each pass is one iteration.</a:t>
            </a:r>
          </a:p>
        </p:txBody>
      </p:sp>
      <p:sp>
        <p:nvSpPr>
          <p:cNvPr id="7" name="">
            <a:extLst xmlns:a="http://schemas.openxmlformats.org/drawingml/2006/main">
              <a:ext uri="{FF2B5EF4-FFF2-40B4-BE49-F238E27FC236}">
                <a16:creationId xmlns:a16="http://schemas.microsoft.com/office/drawing/2014/main" id="{BC2350A4-2671-407A-B8DC-49988292B1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9</a:t>
            </a:r>
          </a:p>
        </p:txBody>
      </p:sp>
    </p:spTree>
    <p:extLst>
      <p:ext uri="{BB962C8B-B14F-4D97-AF65-F5344CB8AC3E}">
        <p14:creationId xmlns:p14="http://schemas.microsoft.com/office/powerpoint/2010/main" val="9697310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F187F6-9210-4CFC-B78E-0B02DBC18F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502938-1248-4F67-9AD7-E50A58AA4B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9F5CA63-B398-4E7B-8300-B434F0593A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58C1C0DE-4B30-43AD-A540-A25B484FEB6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B05F8B-1B85-48E0-A6CC-6B5883951DF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3648E764-E230-40D6-AF0D-71F58266718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DDBEDD36-395F-4085-B4EB-6CCD74B48B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10</a:t>
            </a:r>
          </a:p>
        </p:txBody>
      </p:sp>
    </p:spTree>
    <p:extLst>
      <p:ext uri="{BB962C8B-B14F-4D97-AF65-F5344CB8AC3E}">
        <p14:creationId xmlns:p14="http://schemas.microsoft.com/office/powerpoint/2010/main" val="5602524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AD58BB-8177-480B-8349-EA2D9A82AD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6F7023-06D2-4122-AB27-5D3F75260E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DA5D5F-92B6-41E6-BF92-D87D9EC402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24827DB6-8745-4DB8-9E99-5F9AF91F5A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4029AD-D391-4D48-9E9E-34B65F24487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0E1616C1-0261-43E5-85FB-00C9487AE3C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6461C8-BCC0-40AC-80B7-35F7024D828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44A37E93-D8B1-49FB-8B34-FE49894F85C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CCFB4D-87CC-4AFC-AB2C-25C545A5AB8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E41CB7CD-C77A-4B43-8987-607B95735A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11</a:t>
            </a:r>
          </a:p>
        </p:txBody>
      </p:sp>
    </p:spTree>
    <p:extLst>
      <p:ext uri="{BB962C8B-B14F-4D97-AF65-F5344CB8AC3E}">
        <p14:creationId xmlns:p14="http://schemas.microsoft.com/office/powerpoint/2010/main" val="125345654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F5C15D-53AE-4B73-B598-30DC49B53A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0C3E5C-0BFC-484E-A4D1-DFD95A061D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63E24C-5B60-4DE6-9E11-8545AE803E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92804784-FDC3-4BFA-BEAA-F5176D45EA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14A4A89-09C8-4649-BFBC-AC695A21E9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14226BEF-7F77-4F9E-8CAB-1979A202EF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945D47-2A51-4DE6-A27E-6CE147D91CA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8CAC2685-1554-404D-A293-53150B9820C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F165A0-EACD-42E0-8241-2963570400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66C34EDA-1AC5-4B00-9C43-BCD62A713A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12</a:t>
            </a:r>
          </a:p>
        </p:txBody>
      </p:sp>
    </p:spTree>
    <p:extLst>
      <p:ext uri="{BB962C8B-B14F-4D97-AF65-F5344CB8AC3E}">
        <p14:creationId xmlns:p14="http://schemas.microsoft.com/office/powerpoint/2010/main" val="49182154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39E92D-2A5C-4BDD-B01B-05DAB9B9D05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CC3F61-980C-43DD-A830-E31DC5E738C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483c1e32d4d4cd2"/>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3758CC1-F1D1-444C-9B60-2BD78FE7C9C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2F8898-9D12-4EAB-BD1D-1F582411FD2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CD3B5788-F174-4B45-83BE-12A6FFC8F4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13</a:t>
            </a:r>
          </a:p>
        </p:txBody>
      </p:sp>
    </p:spTree>
    <p:extLst>
      <p:ext uri="{BB962C8B-B14F-4D97-AF65-F5344CB8AC3E}">
        <p14:creationId xmlns:p14="http://schemas.microsoft.com/office/powerpoint/2010/main" val="40070156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E8E95E0-0097-4E55-958A-2527E5E605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782FCA-FB25-496F-9AFC-4B5338D104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A8A9740-E691-4C19-84F6-421F1077B9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FB2ACE8-8F37-4055-BD80-B0EA078E3EC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D965AC8C-4D39-4E62-B319-FE11015A75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14</a:t>
            </a:r>
          </a:p>
        </p:txBody>
      </p:sp>
    </p:spTree>
    <p:extLst>
      <p:ext uri="{BB962C8B-B14F-4D97-AF65-F5344CB8AC3E}">
        <p14:creationId xmlns:p14="http://schemas.microsoft.com/office/powerpoint/2010/main" val="188540926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CF61DA0-CF3F-49AB-826D-88CE195084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35D5A5-B9A9-49E6-ABD7-6DFD7304F9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4CBEDD-63AE-4AC4-9F86-9C4E13DAFA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287532A2-58D4-41EC-91E3-73BF1AA5CE3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005BC8-BBD6-4ECD-A3A3-EBD1E48CAD6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E8CB4020-6B14-42CD-BDA4-CCC6345706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8E1B39E-B21D-4672-8663-4FF8EE6EAAE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1286856-1989-4933-AE49-BDFFF3DB51D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D5399994-1F6F-4558-AB41-BEEA0D992C1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1626F1A8-17BF-49D3-A1B2-BB96EF6DA1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8581E1B2-6D8D-486F-806F-9AAC29B516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15</a:t>
            </a:r>
          </a:p>
        </p:txBody>
      </p:sp>
    </p:spTree>
    <p:extLst>
      <p:ext uri="{BB962C8B-B14F-4D97-AF65-F5344CB8AC3E}">
        <p14:creationId xmlns:p14="http://schemas.microsoft.com/office/powerpoint/2010/main" val="92010614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53F74A-FFB5-4002-BEE3-975F52B0EF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A9B3AA-5260-4A03-9F9D-F30DE80FA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A62671E-EF64-4AA8-BA90-2B332C46BC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FADF4C8B-1C72-4F78-BAE0-A2CC8EA88EB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F301DF-97E3-415E-94B8-6118D6D117A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B92C332D-9F02-4C1D-85DD-BEF55549ED6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D86AC09-DEA1-4A40-9551-B2A3482599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16</a:t>
            </a:r>
          </a:p>
        </p:txBody>
      </p:sp>
    </p:spTree>
    <p:extLst>
      <p:ext uri="{BB962C8B-B14F-4D97-AF65-F5344CB8AC3E}">
        <p14:creationId xmlns:p14="http://schemas.microsoft.com/office/powerpoint/2010/main" val="143983133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A307A4-4AEB-4DD4-ADB9-63D7300F10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68A99C-3426-4CAD-82C8-A03DD39EEE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6C45762-4879-447A-AA11-DBAFDCE567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E7F29D93-149D-49D4-BB98-F8532E4A82D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55F818-E896-403B-BCB5-680BAFCAB97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BDE08B08-8A3B-4AA5-9FE6-05A4FD0EAA4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98406CF-9CE3-46DC-9AEA-12D3BFC3C65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00748B42-FC1F-44DD-8C49-AFF3676CA56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4B42C721-6FBB-4F82-BCA8-4A32850697D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15905EB4-67DE-4ED4-8792-A5CF11DD92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17</a:t>
            </a:r>
          </a:p>
        </p:txBody>
      </p:sp>
    </p:spTree>
    <p:extLst>
      <p:ext uri="{BB962C8B-B14F-4D97-AF65-F5344CB8AC3E}">
        <p14:creationId xmlns:p14="http://schemas.microsoft.com/office/powerpoint/2010/main" val="143919806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8468A0-F620-4A97-9CAC-924B429FED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0B513B-FC65-41D2-B1F4-9892F1AF92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40EEAB-64A9-4E09-89A2-BA7E5B2835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031BCCFD-4AA2-4C1A-AD42-278FCE2E984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AFBF6A-053C-4606-AA0C-49E3EF9701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95FD71C0-5EFC-4376-B139-B4AD9DF77FA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B36F60-5858-4C72-97D6-E5C1085270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1BF2C572-B483-4333-A8A5-775ECA1D42C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C48431-63E4-42BE-9FD8-73627225EA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43B56E7A-77AD-4009-BB67-B37B90ECE3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18</a:t>
            </a:r>
          </a:p>
        </p:txBody>
      </p:sp>
    </p:spTree>
    <p:extLst>
      <p:ext uri="{BB962C8B-B14F-4D97-AF65-F5344CB8AC3E}">
        <p14:creationId xmlns:p14="http://schemas.microsoft.com/office/powerpoint/2010/main" val="134291087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B46A0F-CFCE-4D11-B914-4FC09D247A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3C70DE-9E27-4654-8BAD-D1C8DABCDE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EC151D-7FEA-4DA8-A04D-472632DD70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DE60A1AD-A9BB-440C-9BBD-6120A071B9E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B4FD79-FD68-4392-981D-C0948F66D79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D2E920C4-A52F-4AB6-A9E9-0B5A1CBDEE4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B584665-DDB4-4F70-AADE-1FC3B8ECCDC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A8EC8C75-F2A1-41D7-B580-FD9F97198D5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19B483EF-65EF-43D5-A9D7-07188CBE82B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2FF2D087-899D-4B63-A9E4-85EE9DA04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19</a:t>
            </a:r>
          </a:p>
        </p:txBody>
      </p:sp>
    </p:spTree>
    <p:extLst>
      <p:ext uri="{BB962C8B-B14F-4D97-AF65-F5344CB8AC3E}">
        <p14:creationId xmlns:p14="http://schemas.microsoft.com/office/powerpoint/2010/main" val="119961305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F3C081-A770-4C80-AC36-59AC23366A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DBBD29-0E30-40CC-82F2-E9C6E15B66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44FDCD-7F87-4821-9C00-06B9111BBD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7D90043F-BAB5-4A9D-9984-94E3AB52AF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6FD40CF-913E-47DB-8370-CE5400A0E00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2A029F3E-4A32-4382-9DB1-6CF903B629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0E8119-80B6-43D8-A2A4-D9AEFA441B3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5A1E020A-5ED8-4935-BFD2-8DFB2104B4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C3A9CE-0F28-47BE-87F1-A15E7100C82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29896008-DAA1-45F4-9C46-F613820C0E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20</a:t>
            </a:r>
          </a:p>
        </p:txBody>
      </p:sp>
    </p:spTree>
    <p:extLst>
      <p:ext uri="{BB962C8B-B14F-4D97-AF65-F5344CB8AC3E}">
        <p14:creationId xmlns:p14="http://schemas.microsoft.com/office/powerpoint/2010/main" val="28668852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76EC307-9968-4118-B0B3-9350334760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C41832-976C-4096-A81A-5A5F9F0C6D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DD252B-3745-4899-B414-F988EE1736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035F6E18-AC88-4873-B1CB-CEF86746BD5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96BA4F-13C0-4C74-A299-7D426C466E9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1F3B7ACC-2F9F-40E1-ACBA-F6F6015E7DF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BF21514-673F-4B7F-9242-48BF753C8F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766355E8-6F93-4D68-BD7F-2019965177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B3F3E509-EF0A-4632-A6E9-ABBBA9F789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21</a:t>
            </a:r>
          </a:p>
        </p:txBody>
      </p:sp>
    </p:spTree>
    <p:extLst>
      <p:ext uri="{BB962C8B-B14F-4D97-AF65-F5344CB8AC3E}">
        <p14:creationId xmlns:p14="http://schemas.microsoft.com/office/powerpoint/2010/main" val="43689896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9FF995-DBCA-4E72-B82F-BAFFF57074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7EE9B9-5E4E-4207-88BD-3E102CC9F8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E678AC-2B00-4FBF-A658-DE78DBB71F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8ECE4324-E760-4877-A1FD-AD10167054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57EC14-03AE-43F6-A479-8C61A3E3831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6A3D8379-1EB1-4B19-A65F-AA83A2F58F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63E8D6-1C6B-4253-B1EA-EA8BB1A094F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8D9FED3B-07B6-43B8-B1B9-9A80489C2F8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07E776-0D5D-45F4-A5A1-52D4A2CE576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F7AB90B3-82E2-4D46-A600-B0240CA5A1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22</a:t>
            </a:r>
          </a:p>
        </p:txBody>
      </p:sp>
    </p:spTree>
    <p:extLst>
      <p:ext uri="{BB962C8B-B14F-4D97-AF65-F5344CB8AC3E}">
        <p14:creationId xmlns:p14="http://schemas.microsoft.com/office/powerpoint/2010/main" val="21840052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E73493-620B-41B3-950E-31921D60EF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A5C621-0DEB-403E-9315-E647D4D8AF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62E822F-B254-4509-AD5E-282752C742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96A34FC7-6A8A-42D6-85A9-0853229FE74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2B7666-53C4-4748-9090-8FDA5E87EC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45334137-24E1-422C-8D8E-2B6EB900806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28E3CE6-5D3F-41E1-8895-76453DDDC03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6A25A43B-098C-4984-8B78-D4F895B74F2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95EF1162-B76C-4E0D-8938-CC8B872DECD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5B7D9EC2-E061-4BA4-971B-B55AAE1EC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23</a:t>
            </a:r>
          </a:p>
        </p:txBody>
      </p:sp>
    </p:spTree>
    <p:extLst>
      <p:ext uri="{BB962C8B-B14F-4D97-AF65-F5344CB8AC3E}">
        <p14:creationId xmlns:p14="http://schemas.microsoft.com/office/powerpoint/2010/main" val="93598450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80577F-550F-4E0A-B995-BB94D39AF1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C002CF-34FB-4984-A108-A2DA4375E6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8AD7A2D-120F-4F03-B037-8B1EA3A22B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7C31DB4-A7A7-401C-9600-6B61C27A58A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C0CD5BAC-4F97-46D7-895C-D006FA8B79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24</a:t>
            </a:r>
          </a:p>
        </p:txBody>
      </p:sp>
    </p:spTree>
    <p:extLst>
      <p:ext uri="{BB962C8B-B14F-4D97-AF65-F5344CB8AC3E}">
        <p14:creationId xmlns:p14="http://schemas.microsoft.com/office/powerpoint/2010/main" val="119845206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BFF067-A137-4DDA-A051-0A75FD9E41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1F8AC7-8273-4627-8FB4-718AA19525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34790E-F017-49D0-BB9C-654B6D21E7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2318F5C2-ED25-4DC7-A569-C47973E552D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A1993D-BC1C-419A-8D4E-5CE6E7000E6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58B292A-BF81-442E-AA42-CB316972DFA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70C34DC5-19C9-46FE-967E-0F6065F4C89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EE0C3103-AB11-4E64-933A-86ADEEF0B6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25</a:t>
            </a:r>
          </a:p>
        </p:txBody>
      </p:sp>
    </p:spTree>
    <p:extLst>
      <p:ext uri="{BB962C8B-B14F-4D97-AF65-F5344CB8AC3E}">
        <p14:creationId xmlns:p14="http://schemas.microsoft.com/office/powerpoint/2010/main" val="79630892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D485EC-685D-4365-8ABB-CBFE4BB451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EA906E-3DF9-42AE-88AA-020E18018F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605524-F918-4AC2-B475-7D9F1674D9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13FAC2E7-3976-45A7-B0FF-E65AAC2269A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721CED-734D-47A9-A966-75952919B4F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7A2F6DD7-4B4A-4FB9-974F-87D0056E539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CF8B242-9DEE-4097-89C8-BD07DB6C9BF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24342461-8458-489A-87A6-2F1CD7B4A7C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CB5F949C-8CB3-47B6-BEA9-1B471F62384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37D10100-0C38-4730-8247-685ABE2586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26</a:t>
            </a:r>
          </a:p>
        </p:txBody>
      </p:sp>
    </p:spTree>
    <p:extLst>
      <p:ext uri="{BB962C8B-B14F-4D97-AF65-F5344CB8AC3E}">
        <p14:creationId xmlns:p14="http://schemas.microsoft.com/office/powerpoint/2010/main" val="152982614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169915-8781-46BB-83C9-538C10F0690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38015E-FEB5-4F1A-AF1E-EC5526E5C2C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58ef96fa9a6458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5164772-F4B1-4B37-B5B6-277454E4049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7E5DED-63EA-4FE1-B465-04838F4FE91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0C9A7FEF-C509-40CA-B407-C62AFD96F0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27</a:t>
            </a:r>
          </a:p>
        </p:txBody>
      </p:sp>
    </p:spTree>
    <p:extLst>
      <p:ext uri="{BB962C8B-B14F-4D97-AF65-F5344CB8AC3E}">
        <p14:creationId xmlns:p14="http://schemas.microsoft.com/office/powerpoint/2010/main" val="165922794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381375-7262-49C0-9827-409293A020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22C23C-6A2C-48AC-9EC7-89EC894DE5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C9D96F3-F9FE-4C0F-95EC-3A8F0753A3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22AD1D5E-2EDB-4099-A852-72DBE6A0F82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69962F-E46C-44B4-B95D-53E64027AD7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BEAEFD0B-8EA2-4981-A99B-B37183C557A2}"/>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76E52C7D-E98C-4FDE-BC3C-61C054604D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28</a:t>
            </a:r>
          </a:p>
        </p:txBody>
      </p:sp>
    </p:spTree>
    <p:extLst>
      <p:ext uri="{BB962C8B-B14F-4D97-AF65-F5344CB8AC3E}">
        <p14:creationId xmlns:p14="http://schemas.microsoft.com/office/powerpoint/2010/main" val="199362985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EDDDF2-266E-4DFA-A35A-92FFEDD9DE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A8444B-ED9D-491D-819E-54B442D662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C883D0-4624-4F2A-AAFD-5992C6D9B3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FB5AC734-24A0-4831-BE75-C33916F850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69C971-7A11-4675-A3E6-9337D931944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392D5FCF-64CF-4FC5-A5C7-5E05713A3CF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6DE4A8-7A08-48DE-A035-1184941D261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20B2B96F-939F-43D7-8F92-BFB7E70EF13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A502B9-5A9D-46E7-BAAB-787C754932F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FAB3B46F-29F1-4D8D-AF46-7B7B063201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322E89-CF50-4E9D-A4F3-EC96A4557C5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F22DA9CD-40D3-46F7-83DC-0F30F7192C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29</a:t>
            </a:r>
          </a:p>
        </p:txBody>
      </p:sp>
    </p:spTree>
    <p:extLst>
      <p:ext uri="{BB962C8B-B14F-4D97-AF65-F5344CB8AC3E}">
        <p14:creationId xmlns:p14="http://schemas.microsoft.com/office/powerpoint/2010/main" val="19067596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C1AF6C-9DEA-48F0-BD19-6A3614687F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A9C0CC-1FE9-4FBE-9D19-C567EBD5B4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15DCBB0-3E09-4B72-8DF8-3DCAE2402B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DDFB13D5-9ADF-410C-AC7E-13D6E793AFC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3FF84610-07CD-4FB4-A90E-C1614107B3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30</a:t>
            </a:r>
          </a:p>
        </p:txBody>
      </p:sp>
    </p:spTree>
    <p:extLst>
      <p:ext uri="{BB962C8B-B14F-4D97-AF65-F5344CB8AC3E}">
        <p14:creationId xmlns:p14="http://schemas.microsoft.com/office/powerpoint/2010/main" val="75721736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10139F-4BA9-4282-8DFD-272ECD97EB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9DD450-93E5-407E-9E03-CDDC95C248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B9DED0-E9A0-47DB-8409-470654F92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78B8E428-0472-4BE1-9BB1-6B26C3D8EA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1F1A2C-F2A3-41A8-A41C-FC722FAEDC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D88DBE1A-0C46-41FE-BC7A-56AAD8698A9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8CD56D-45EC-4964-AA88-23A41E8FAAD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EACA1B2A-7C89-433A-A0A7-1EE34A0D88E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4CD5DF-F69D-4500-971A-0C25A818765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0D6633BC-B567-485B-ABA6-D2FEBD208C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31</a:t>
            </a:r>
          </a:p>
        </p:txBody>
      </p:sp>
    </p:spTree>
    <p:extLst>
      <p:ext uri="{BB962C8B-B14F-4D97-AF65-F5344CB8AC3E}">
        <p14:creationId xmlns:p14="http://schemas.microsoft.com/office/powerpoint/2010/main" val="17881847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9AF140-A259-4888-84B0-FA141F4134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8BD0AC-9111-4806-B219-42E808B8C2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E0E14F8-34F5-4096-922F-5B97E0D6DC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D723CABA-BA19-4FBA-8898-9BBAAC342D3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B5667C-5B75-4DC4-A2E2-4082ACDEF1B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477709B2-4AA7-41F5-AF22-B6B0F9DD1BB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4BFE3CE9-FF75-4474-897C-D737514623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32</a:t>
            </a:r>
          </a:p>
        </p:txBody>
      </p:sp>
    </p:spTree>
    <p:extLst>
      <p:ext uri="{BB962C8B-B14F-4D97-AF65-F5344CB8AC3E}">
        <p14:creationId xmlns:p14="http://schemas.microsoft.com/office/powerpoint/2010/main" val="184390261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2E41B4-419E-4D26-9171-C083137BB4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45733B-24DC-409B-8D5B-484FF53723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D5B33F-FE49-4C73-B7D5-B9F3959B01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4B82A57D-E493-4116-8DE6-712E456C92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2F7682-D038-45AA-B15A-3070D7B3D79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67277C24-6505-4BE9-B928-AF537BEB17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1AC1C0-E826-48F2-B1C3-4E7B39D2CD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winding_temp_c (degrees C); group by motor_id.</a:t>
            </a:r>
          </a:p>
        </p:txBody>
      </p:sp>
      <p:sp>
        <p:nvSpPr>
          <p:cNvPr id="8" name="">
            <a:extLst xmlns:a="http://schemas.openxmlformats.org/drawingml/2006/main">
              <a:ext uri="{FF2B5EF4-FFF2-40B4-BE49-F238E27FC236}">
                <a16:creationId xmlns:a16="http://schemas.microsoft.com/office/drawing/2014/main" id="{F7A0C206-B9DC-4138-9D10-282AFCF525E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F0D6B8-51BF-48A3-9BC5-83716708525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4FFF34EF-3D79-4500-9286-DFFF290A0F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33</a:t>
            </a:r>
          </a:p>
        </p:txBody>
      </p:sp>
    </p:spTree>
    <p:extLst>
      <p:ext uri="{BB962C8B-B14F-4D97-AF65-F5344CB8AC3E}">
        <p14:creationId xmlns:p14="http://schemas.microsoft.com/office/powerpoint/2010/main" val="126964591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577971-4308-428A-9E2A-FFFE1768DC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6CB2D0-AE81-4F44-A8F6-4E90A3C787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587C4DC-00DD-402E-8879-FF4CC29B2F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0DE681E8-1D57-4B7B-BB49-FEA06666B4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503808C-F18A-4123-88E8-28B49E981C7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motor_test_bench.csv beside the notebook, or upload it in Colab’s Files panel.</a:t>
            </a:r>
          </a:p>
        </p:txBody>
      </p:sp>
      <p:sp>
        <p:nvSpPr>
          <p:cNvPr id="6" name="">
            <a:extLst xmlns:a="http://schemas.openxmlformats.org/drawingml/2006/main">
              <a:ext uri="{FF2B5EF4-FFF2-40B4-BE49-F238E27FC236}">
                <a16:creationId xmlns:a16="http://schemas.microsoft.com/office/drawing/2014/main" id="{D1731BEF-2416-4938-8F30-B8DD59536A1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E9052D-642B-430B-BC6A-4511D8F15E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0BE12DE1-709A-4CA6-B707-8A5056CA4AF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500609-F707-4D04-B5AE-70D16238B14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B5159D85-F57B-431D-8443-901BCBF7F6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34</a:t>
            </a:r>
          </a:p>
        </p:txBody>
      </p:sp>
    </p:spTree>
    <p:extLst>
      <p:ext uri="{BB962C8B-B14F-4D97-AF65-F5344CB8AC3E}">
        <p14:creationId xmlns:p14="http://schemas.microsoft.com/office/powerpoint/2010/main" val="36110474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A541FE-6EE5-41E7-8A12-FB6F82F19D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C41845-790A-46A7-B670-2070C1ABAB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8891A2-9CFF-40CA-82AE-E600F3DEB1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52F7C888-345E-454E-968B-6170DC9CCB8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ECF6FA-55C5-4354-B3D4-BB8FA98C4C8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open("motor_test_bench.csv",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C88BE839-050F-4B2E-B642-3AA14859AED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6D7F9192-9C2C-4A0C-97F5-C0F37A2170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BD3B7713-3892-466F-9B08-12876BED05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35</a:t>
            </a:r>
          </a:p>
        </p:txBody>
      </p:sp>
    </p:spTree>
    <p:extLst>
      <p:ext uri="{BB962C8B-B14F-4D97-AF65-F5344CB8AC3E}">
        <p14:creationId xmlns:p14="http://schemas.microsoft.com/office/powerpoint/2010/main" val="185155056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A8091F-77D5-4E53-ADE3-6C791AAE6E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AC2535-79DB-490A-A282-6EA4059DF4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878E59-355A-4512-B5FF-C05D80BD69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of dictionaries</a:t>
            </a:r>
          </a:p>
        </p:txBody>
      </p:sp>
      <p:sp>
        <p:nvSpPr>
          <p:cNvPr id="4" name="">
            <a:extLst xmlns:a="http://schemas.openxmlformats.org/drawingml/2006/main">
              <a:ext uri="{FF2B5EF4-FFF2-40B4-BE49-F238E27FC236}">
                <a16:creationId xmlns:a16="http://schemas.microsoft.com/office/drawing/2014/main" id="{63A0E68C-8DEC-415D-B97D-0BC9361C50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9B5404-21B3-4181-B7BB-D369C059B7E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record holds named fields for one observation. A list of records holds several observations in order.</a:t>
            </a:r>
          </a:p>
        </p:txBody>
      </p:sp>
      <p:sp>
        <p:nvSpPr>
          <p:cNvPr id="6" name="">
            <a:extLst xmlns:a="http://schemas.openxmlformats.org/drawingml/2006/main">
              <a:ext uri="{FF2B5EF4-FFF2-40B4-BE49-F238E27FC236}">
                <a16:creationId xmlns:a16="http://schemas.microsoft.com/office/drawing/2014/main" id="{81FDCE00-7F9D-4FF5-90A7-AB756A14BD9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2781A5-881C-4892-B007-C7AB638F514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records[0] selects the first dictionary. records[0]["reading"] then selects that dictionary’s reading field.</a:t>
            </a:r>
          </a:p>
        </p:txBody>
      </p:sp>
      <p:sp>
        <p:nvSpPr>
          <p:cNvPr id="8" name="">
            <a:extLst xmlns:a="http://schemas.openxmlformats.org/drawingml/2006/main">
              <a:ext uri="{FF2B5EF4-FFF2-40B4-BE49-F238E27FC236}">
                <a16:creationId xmlns:a16="http://schemas.microsoft.com/office/drawing/2014/main" id="{84C9D274-F318-4506-B033-28C0BA673D0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2E791E-E47C-4F71-BE0E-D56AD4B77DB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in records takes one dictionary at a time. row["reading"] retrieves that observation’s field; float converts numeric text when needed.</a:t>
            </a:r>
          </a:p>
        </p:txBody>
      </p:sp>
      <p:sp>
        <p:nvSpPr>
          <p:cNvPr id="10" name="">
            <a:extLst xmlns:a="http://schemas.openxmlformats.org/drawingml/2006/main">
              <a:ext uri="{FF2B5EF4-FFF2-40B4-BE49-F238E27FC236}">
                <a16:creationId xmlns:a16="http://schemas.microsoft.com/office/drawing/2014/main" id="{FB98C9DA-02DC-4670-B55B-1205FAB4F0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36</a:t>
            </a:r>
          </a:p>
        </p:txBody>
      </p:sp>
    </p:spTree>
    <p:extLst>
      <p:ext uri="{BB962C8B-B14F-4D97-AF65-F5344CB8AC3E}">
        <p14:creationId xmlns:p14="http://schemas.microsoft.com/office/powerpoint/2010/main" val="170554502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25F081-7DDE-4817-99DC-3C52F2D404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42D2E2-170A-42A3-BADE-53BAAB9312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319A3F-B955-4E97-97B0-05FBE5A7C6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530BDA9D-7922-46B4-9F54-4069DEC3CC4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9C4DD0-19A9-4BFB-9B15-9A922795D89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23B0EA-9CCB-4497-BCF9-C6A672DE1E9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4E41E2B1-46D4-4AEA-A27D-417468FD966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A1A904A1-6115-4612-B05A-8A57D86854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37</a:t>
            </a:r>
          </a:p>
        </p:txBody>
      </p:sp>
    </p:spTree>
    <p:extLst>
      <p:ext uri="{BB962C8B-B14F-4D97-AF65-F5344CB8AC3E}">
        <p14:creationId xmlns:p14="http://schemas.microsoft.com/office/powerpoint/2010/main" val="60602787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E5BDE8-B290-419E-B53A-D67C922FBB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9B26EE-1433-40D2-BA43-23407279AD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A321BF-62B1-49EC-954E-9601DB20A9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4B4CD5D0-0E7A-4055-937A-A084D22534E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933C6D-32C2-483A-82F5-6F3BDB168D8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1C8BD59A-6FC0-4D75-A9DA-358BBA07666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A2685433-83F2-40F1-AD0F-05F20DE4F9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65A6B06-C839-4FCD-B7A9-5FB5233DC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38</a:t>
            </a:r>
          </a:p>
        </p:txBody>
      </p:sp>
    </p:spTree>
    <p:extLst>
      <p:ext uri="{BB962C8B-B14F-4D97-AF65-F5344CB8AC3E}">
        <p14:creationId xmlns:p14="http://schemas.microsoft.com/office/powerpoint/2010/main" val="84102064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F7B240-1196-4C12-BAE4-523D3DFE58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5B76BA-B855-4C94-A486-127AC86506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CC62D1-0424-4193-A68A-FDF505795B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97294800-F475-419C-A579-3DD9B52C271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D418A3-B68C-4EB1-8776-BFF0191D8CE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697EE20-2C7B-4FC5-B58E-CFA6984C74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E413ECB9-187F-41F3-85F2-8CC969E87CA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C77BD17F-26D0-476A-9FD8-804C222E2B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39</a:t>
            </a:r>
          </a:p>
        </p:txBody>
      </p:sp>
    </p:spTree>
    <p:extLst>
      <p:ext uri="{BB962C8B-B14F-4D97-AF65-F5344CB8AC3E}">
        <p14:creationId xmlns:p14="http://schemas.microsoft.com/office/powerpoint/2010/main" val="59328548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43E356C-5406-44A2-95B7-1BCA0ECCC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EC7E81-5F27-4CF3-B0A1-4735C4B537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ABA241-26CC-4CA3-A9D5-06A877AA31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EC47DAE2-D488-41D1-9914-526DB894033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4E5F04-981F-4100-951E-7222CD210D1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43E43F5C-FA7B-4A2A-B2C9-EDBB8274017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B24246E-7529-4EAF-BB52-646DF0A4B6B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169C2A2E-E9FA-4437-A890-59CAE69C4A5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676D9C5A-8DE5-4A8E-AE9F-FD8B3F067E8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D9CDD895-C85B-41B4-8C40-F423FA0E337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3AD67CC6-D5D6-4447-9042-A3CBE778F9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40</a:t>
            </a:r>
          </a:p>
        </p:txBody>
      </p:sp>
    </p:spTree>
    <p:extLst>
      <p:ext uri="{BB962C8B-B14F-4D97-AF65-F5344CB8AC3E}">
        <p14:creationId xmlns:p14="http://schemas.microsoft.com/office/powerpoint/2010/main" val="88387949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C604F6F-564A-4FBF-B8A3-ABB7D87594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6F7AA8-C6AE-4755-9D24-1C9A487281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5B0298-0BEE-40E4-9AD0-B09E8A0A8C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22E797D6-E3F4-4A6C-BAED-839F8DB3A6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895468-31DC-4E58-8E23-C15B8F1BAF8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770399EA-ABB2-42F4-B5F4-84CF32CC32D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3A0BA2-91E8-47AF-9986-0ABE864040C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D2946131-EBF2-4ADD-BAC7-A53B002F533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9D9896-9CD7-41E0-AD4E-BA0CFE892DC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710C1DD8-9602-4603-B45B-6143EBEA406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E87C25-D19C-462C-8DA4-9BF64F7476F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A48B7884-3036-4979-8F3C-291670C8F4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41</a:t>
            </a:r>
          </a:p>
        </p:txBody>
      </p:sp>
    </p:spTree>
    <p:extLst>
      <p:ext uri="{BB962C8B-B14F-4D97-AF65-F5344CB8AC3E}">
        <p14:creationId xmlns:p14="http://schemas.microsoft.com/office/powerpoint/2010/main" val="179950028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68866E-0E07-49ED-A2BD-28D90F72AE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1B88FE-4C46-410F-8BA3-47C932CB14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C410C42-DD69-407F-AF10-715954B373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A12E008D-10C7-4643-AECF-8EDEBB0DB73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D9CF9B-13B9-46B1-A496-92205B96236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3D0FE3D6-12A7-4F1F-8326-0538FF66CF3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728F53BB-4549-4081-8394-21024CDE81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9AA73EF8-CAD3-4AAF-86F8-5B92F3F560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42</a:t>
            </a:r>
          </a:p>
        </p:txBody>
      </p:sp>
    </p:spTree>
    <p:extLst>
      <p:ext uri="{BB962C8B-B14F-4D97-AF65-F5344CB8AC3E}">
        <p14:creationId xmlns:p14="http://schemas.microsoft.com/office/powerpoint/2010/main" val="21329706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BE6BFF2-C628-4856-9A2F-C6ED2AAD90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C8C8E2-92EF-49CD-BFC8-E3CDA82A0F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0C918C2-3F52-4B1B-93F7-EB367EDCC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36EE13A8-6347-41BA-9F4B-FC1656C6079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ADD7E6-CFDB-43E1-AF16-69AF955718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8BEB9F05-8AC9-472B-BC9C-5B31CA21989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D352ADF-C0E7-4BD3-9A8E-39CB28FCF81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C15E8E3-16BC-424D-9B16-C31ACAF6851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AEA69F4C-56CD-471E-B50D-FD4381827D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43</a:t>
            </a:r>
          </a:p>
        </p:txBody>
      </p:sp>
    </p:spTree>
    <p:extLst>
      <p:ext uri="{BB962C8B-B14F-4D97-AF65-F5344CB8AC3E}">
        <p14:creationId xmlns:p14="http://schemas.microsoft.com/office/powerpoint/2010/main" val="190869764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FCB1BB-8700-421B-BF0B-743C9D6FB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377DDA-AA9F-40AC-8EA0-9F9DA5EF18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7CEC7D-F300-496C-9530-4C06E76315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669972BE-D0D1-4C18-A80E-591783B4AAA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8077C0-AD40-4E84-BA07-4170E71B10D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4654AE-67C2-4AE1-BAD5-D9910DB43ED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92EABB84-36EA-49C5-8857-3EB17048502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5F749936-8CDC-4437-88F7-494B5BCBC8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44</a:t>
            </a:r>
          </a:p>
        </p:txBody>
      </p:sp>
    </p:spTree>
    <p:extLst>
      <p:ext uri="{BB962C8B-B14F-4D97-AF65-F5344CB8AC3E}">
        <p14:creationId xmlns:p14="http://schemas.microsoft.com/office/powerpoint/2010/main" val="18274251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778A0C9-9421-4C03-9757-4E69F5F4D5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CA7C6F-7BC9-472D-AD4B-C21D7A33CF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EE1DCD-B870-48FC-84EB-D264F555DF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16B6A51F-6A74-4F92-A5B2-BF525EB6916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3C835B-B70B-48C8-96BD-076F1E5D48F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06ACD8E6-AE86-4397-A102-B4019D3086A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725DEBA-36FA-4DAD-96A5-9BC5AFBAD33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DBCBB852-E7CC-479B-A874-603DBC3DBA3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C73BD353-06FF-4B2C-8AEB-B90DA319CEC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CCFB2E49-1EF4-4C6F-AF7F-FE6229E3E15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6AC6174C-0645-4ED2-BCA6-951295F780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45</a:t>
            </a:r>
          </a:p>
        </p:txBody>
      </p:sp>
    </p:spTree>
    <p:extLst>
      <p:ext uri="{BB962C8B-B14F-4D97-AF65-F5344CB8AC3E}">
        <p14:creationId xmlns:p14="http://schemas.microsoft.com/office/powerpoint/2010/main" val="35507068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4E7B5B-E6D4-4B98-AF7C-48801FDDE3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119724-5B0F-4280-81C2-6D5B8D00B8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87EE98-E79C-4BD1-93F6-5E320B4CF3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17194AAF-FA22-4892-8EB8-2297BD1BCF8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89923C-3866-44AC-8D6A-2EC4A05DF75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28BBE7-7BD4-4D08-9816-4DDC92534A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7E7C115C-D4E2-4B3B-9BA1-244E421135F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32903E04-18F6-4D91-B3C9-CAED7CF1B2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46</a:t>
            </a:r>
          </a:p>
        </p:txBody>
      </p:sp>
    </p:spTree>
    <p:extLst>
      <p:ext uri="{BB962C8B-B14F-4D97-AF65-F5344CB8AC3E}">
        <p14:creationId xmlns:p14="http://schemas.microsoft.com/office/powerpoint/2010/main" val="179936791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DCD43B9-B9FC-40D4-8888-DDC9871485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6259C7-3C8C-407F-989B-D28B9C488C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E5E674F-FEB1-453B-AB7D-AB9C63DC72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C643106D-9B35-470B-891A-F71890E4AD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801708-DFC6-40FA-AEFA-D3C24AD7A2E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34B481C2-4BAC-4019-97ED-93D5AAFE3BF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66BA03B-1169-4AD1-967D-6B5B0589A02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2FE4AE29-FCE1-4616-8798-28F6A08C05A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5DBD4199-5F1A-48E1-BF2E-78227377584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EED8B1F-BDFA-4A62-AB6C-F6CC4C96AC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BBB66492-1832-4592-A31D-F608C69944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47</a:t>
            </a:r>
          </a:p>
        </p:txBody>
      </p:sp>
    </p:spTree>
    <p:extLst>
      <p:ext uri="{BB962C8B-B14F-4D97-AF65-F5344CB8AC3E}">
        <p14:creationId xmlns:p14="http://schemas.microsoft.com/office/powerpoint/2010/main" val="387950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734C6F-8823-4636-8F1A-17798CC6B9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CE2BC9-C69B-41B2-AF96-4ED75C81F2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0CDB1C-42D7-4737-9874-63DB8C96D7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63D61587-D591-42B5-BFA4-03FCF2E2F58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0E0810-7220-4E96-B00F-AF65918A25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38D3975-4F5E-4CCE-8FB5-9C598170EF7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Add 8 to the list. Trace the new total and count before running. What happens if total = 0 is moved inside the loop?</a:t>
            </a:r>
          </a:p>
        </p:txBody>
      </p:sp>
      <p:sp>
        <p:nvSpPr>
          <p:cNvPr id="7" name="">
            <a:extLst xmlns:a="http://schemas.openxmlformats.org/drawingml/2006/main">
              <a:ext uri="{FF2B5EF4-FFF2-40B4-BE49-F238E27FC236}">
                <a16:creationId xmlns:a16="http://schemas.microsoft.com/office/drawing/2014/main" id="{B5F077BD-7652-4849-88D6-A425EAE0A6E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Total 20, count 4, mean 5.0. Resetting inside the loop discards previous additions and leaves only the last value in total.</a:t>
            </a:r>
          </a:p>
        </p:txBody>
      </p:sp>
      <p:sp>
        <p:nvSpPr>
          <p:cNvPr id="8" name="">
            <a:extLst xmlns:a="http://schemas.openxmlformats.org/drawingml/2006/main">
              <a:ext uri="{FF2B5EF4-FFF2-40B4-BE49-F238E27FC236}">
                <a16:creationId xmlns:a16="http://schemas.microsoft.com/office/drawing/2014/main" id="{4E9EC829-D881-48B9-A16C-9C7C4EB01A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48</a:t>
            </a:r>
          </a:p>
        </p:txBody>
      </p:sp>
    </p:spTree>
    <p:extLst>
      <p:ext uri="{BB962C8B-B14F-4D97-AF65-F5344CB8AC3E}">
        <p14:creationId xmlns:p14="http://schemas.microsoft.com/office/powerpoint/2010/main" val="172066358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F56CD9-9307-42B3-9F0C-110B41391C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B7ABF0-CBF1-464D-9C24-9BF06126FE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877DDB9-FDD4-4A4D-8D20-7F2EB4BCDC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04F7784C-27D5-4B43-A886-0AC28141A0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F5F81D-895B-4423-81F3-76C5BB0BD2D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B36A9EA1-D034-40A8-A6C3-C77B248831F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BA99A0-E8C5-4E6A-947F-14E06AC3960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FEAFB325-C4F6-4CAF-A617-77EA86F4B11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CDB176-229E-45B5-84CC-25ABB2B2DDB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220A0584-D9C5-4891-9970-4794EDF6309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2CC91F4-0041-4431-A6AA-BE92B8FEE0E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90EDAF8F-0DE1-4BC9-86BF-F4B30CA59E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49</a:t>
            </a:r>
          </a:p>
        </p:txBody>
      </p:sp>
    </p:spTree>
    <p:extLst>
      <p:ext uri="{BB962C8B-B14F-4D97-AF65-F5344CB8AC3E}">
        <p14:creationId xmlns:p14="http://schemas.microsoft.com/office/powerpoint/2010/main" val="75836558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F7791B-C2C9-4FE8-B140-33FADAD21B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473135-AF71-4B84-ADCB-176B233561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DFDB1D-CE41-4CAA-B927-934E94FC43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888E65D-0FDC-4569-9160-167193E4EF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10D27D-8D70-4A8F-88FF-037EB9E2B749}"/>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964D4800-A4F1-40EE-B005-1B1E4D96E3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50</a:t>
            </a:r>
          </a:p>
        </p:txBody>
      </p:sp>
    </p:spTree>
    <p:extLst>
      <p:ext uri="{BB962C8B-B14F-4D97-AF65-F5344CB8AC3E}">
        <p14:creationId xmlns:p14="http://schemas.microsoft.com/office/powerpoint/2010/main" val="11283210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B8A5472-C94A-41C8-80EB-389A7B3E06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9818D9-9937-475B-8F42-5AD644F886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EED1A4-3816-48C1-8E3E-1304F47734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a:t>
            </a:r>
          </a:p>
        </p:txBody>
      </p:sp>
      <p:sp>
        <p:nvSpPr>
          <p:cNvPr id="4" name="">
            <a:extLst xmlns:a="http://schemas.openxmlformats.org/drawingml/2006/main">
              <a:ext uri="{FF2B5EF4-FFF2-40B4-BE49-F238E27FC236}">
                <a16:creationId xmlns:a16="http://schemas.microsoft.com/office/drawing/2014/main" id="{3383A09B-7CF0-488D-9AB6-EC7A6F445AF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015B60-9F38-4B8A-B0AE-5C715C74289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xmlns:a="http://schemas.openxmlformats.org/drawingml/2006/main">
              <a:ext uri="{FF2B5EF4-FFF2-40B4-BE49-F238E27FC236}">
                <a16:creationId xmlns:a16="http://schemas.microsoft.com/office/drawing/2014/main" id="{182AEA4B-DBE1-4510-87AF-D0A465DA1B5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4284C3-871D-4CBC-BE25-791CA5A4CC9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xmlns:a="http://schemas.openxmlformats.org/drawingml/2006/main">
              <a:ext uri="{FF2B5EF4-FFF2-40B4-BE49-F238E27FC236}">
                <a16:creationId xmlns:a16="http://schemas.microsoft.com/office/drawing/2014/main" id="{93F30BCD-92DE-4ABB-9ECB-40591C7E027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6AAA3E-908B-4652-ACD6-828ED9864DC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xmlns:a="http://schemas.openxmlformats.org/drawingml/2006/main">
              <a:ext uri="{FF2B5EF4-FFF2-40B4-BE49-F238E27FC236}">
                <a16:creationId xmlns:a16="http://schemas.microsoft.com/office/drawing/2014/main" id="{BC794D09-E0B7-4867-AF33-188FBA950A1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B3A8060-7EEF-4E7F-A7F0-7FC09CB7C6F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xmlns:a="http://schemas.openxmlformats.org/drawingml/2006/main">
              <a:ext uri="{FF2B5EF4-FFF2-40B4-BE49-F238E27FC236}">
                <a16:creationId xmlns:a16="http://schemas.microsoft.com/office/drawing/2014/main" id="{0D03EAD4-FBAD-4794-A73A-A16C924599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51</a:t>
            </a:r>
          </a:p>
        </p:txBody>
      </p:sp>
    </p:spTree>
    <p:extLst>
      <p:ext uri="{BB962C8B-B14F-4D97-AF65-F5344CB8AC3E}">
        <p14:creationId xmlns:p14="http://schemas.microsoft.com/office/powerpoint/2010/main" val="194668011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FBBF21-2CD5-410B-AEB5-AE6EEA9E67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F78010-C2BA-4C7B-A87F-7BD5827AA3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93E543-67BB-4201-A32A-316764A147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 continued</a:t>
            </a:r>
          </a:p>
        </p:txBody>
      </p:sp>
      <p:sp>
        <p:nvSpPr>
          <p:cNvPr id="4" name="">
            <a:extLst xmlns:a="http://schemas.openxmlformats.org/drawingml/2006/main">
              <a:ext uri="{FF2B5EF4-FFF2-40B4-BE49-F238E27FC236}">
                <a16:creationId xmlns:a16="http://schemas.microsoft.com/office/drawing/2014/main" id="{01043938-CF17-490C-8231-111B37F19E3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F68068-0839-44DA-93E4-3D8CACE3BFE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xmlns:a="http://schemas.openxmlformats.org/drawingml/2006/main">
              <a:ext uri="{FF2B5EF4-FFF2-40B4-BE49-F238E27FC236}">
                <a16:creationId xmlns:a16="http://schemas.microsoft.com/office/drawing/2014/main" id="{40F7DA71-EE10-4539-974B-82A8DA7454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52</a:t>
            </a:r>
          </a:p>
        </p:txBody>
      </p:sp>
    </p:spTree>
    <p:extLst>
      <p:ext uri="{BB962C8B-B14F-4D97-AF65-F5344CB8AC3E}">
        <p14:creationId xmlns:p14="http://schemas.microsoft.com/office/powerpoint/2010/main" val="139323770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98B092C-B7CE-4A59-8935-A5E541F902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F305D5-CD1F-4EB5-90E1-E1C94F88ED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997C0F0-7603-4170-B310-66B3296BF7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FFEDFC1D-5535-4A7E-817A-E507D77088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D0766C-6546-4521-80BA-601613DA42D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E0CE9379-3AA8-4107-8DE4-88780434F23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CADD17-A73D-4A9A-B3D6-10540D8FA25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3665030C-05A1-4D1C-95CF-A44440F57AD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27C6EC-EC16-40E5-A880-691A3A1F0F1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EC8C35D-F6CF-4700-8F41-2A3B77A7036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E1420CA-E380-42D0-9637-655B0948459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C919D79B-8A7E-466D-8C7D-57848030F9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53</a:t>
            </a:r>
          </a:p>
        </p:txBody>
      </p:sp>
    </p:spTree>
    <p:extLst>
      <p:ext uri="{BB962C8B-B14F-4D97-AF65-F5344CB8AC3E}">
        <p14:creationId xmlns:p14="http://schemas.microsoft.com/office/powerpoint/2010/main" val="1135731144"/>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E12F3C-4E24-4B97-9653-7B3DF1D9A6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FD826F-7BA4-44C3-9B3C-0984A19545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B650D3-39FB-421F-8864-24744D25C6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B65BD07A-5771-4C66-A197-13DA819D12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342EA5-3FB8-454F-8FA9-C8A09EE6162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A4D050-7F32-441E-8A0A-DBF1D5854E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winding_temp_c field is nonblank.</a:t>
            </a:r>
          </a:p>
        </p:txBody>
      </p:sp>
      <p:sp>
        <p:nvSpPr>
          <p:cNvPr id="7" name="">
            <a:extLst xmlns:a="http://schemas.openxmlformats.org/drawingml/2006/main">
              <a:ext uri="{FF2B5EF4-FFF2-40B4-BE49-F238E27FC236}">
                <a16:creationId xmlns:a16="http://schemas.microsoft.com/office/drawing/2014/main" id="{19145BF0-3E35-4EA3-8A30-BABD2E9015F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7AEF8E0D-6738-49B4-8D22-AC88173812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54</a:t>
            </a:r>
          </a:p>
        </p:txBody>
      </p:sp>
    </p:spTree>
    <p:extLst>
      <p:ext uri="{BB962C8B-B14F-4D97-AF65-F5344CB8AC3E}">
        <p14:creationId xmlns:p14="http://schemas.microsoft.com/office/powerpoint/2010/main" val="159300853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129FC7-00F2-4DB3-B25D-2A883F0477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5C9D0E-325C-45FC-B5EE-CAB7337D2C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2ECEE2A-648C-4F9E-BBD9-0EBCBD34ED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5A3A07B8-3E42-45B2-9B2B-E08D262BDF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9A9995-97E2-40EF-A4D0-41E43CCED99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winding_temp_c values as a number.</a:t>
            </a:r>
          </a:p>
        </p:txBody>
      </p:sp>
      <p:sp>
        <p:nvSpPr>
          <p:cNvPr id="6" name="">
            <a:extLst xmlns:a="http://schemas.openxmlformats.org/drawingml/2006/main">
              <a:ext uri="{FF2B5EF4-FFF2-40B4-BE49-F238E27FC236}">
                <a16:creationId xmlns:a16="http://schemas.microsoft.com/office/drawing/2014/main" id="{974256BE-CB13-48E3-94EB-C405D17A0AD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13FCAE6-B1B5-4009-8DA6-9622FE15369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2599F8E1-9EDB-4782-A032-A73404CE27F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FA3E16-ADC2-4E12-95CB-E549B4F68EF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7125F667-289E-4F92-9D51-E8346B62B5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55</a:t>
            </a:r>
          </a:p>
        </p:txBody>
      </p:sp>
    </p:spTree>
    <p:extLst>
      <p:ext uri="{BB962C8B-B14F-4D97-AF65-F5344CB8AC3E}">
        <p14:creationId xmlns:p14="http://schemas.microsoft.com/office/powerpoint/2010/main" val="75482608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84E82E-556C-4B23-8600-A92AC8F026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BB3F4D-C4B6-4B81-974B-5904C5D210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1180D4-1E8E-4181-A64D-07C39DBE1E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85D985BE-8B16-492D-9944-1E080977744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1BFF19-6361-495A-A7FE-58AB601CEF5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7CAB24C-AFDD-4170-AD4F-42CD8B1EB08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winding_temp_c readings strictly greater than 130.0.</a:t>
            </a:r>
          </a:p>
        </p:txBody>
      </p:sp>
      <p:sp>
        <p:nvSpPr>
          <p:cNvPr id="7" name="">
            <a:extLst xmlns:a="http://schemas.openxmlformats.org/drawingml/2006/main">
              <a:ext uri="{FF2B5EF4-FFF2-40B4-BE49-F238E27FC236}">
                <a16:creationId xmlns:a16="http://schemas.microsoft.com/office/drawing/2014/main" id="{43340030-AE1E-4C3B-8E98-6E9D3219781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ADCB69D5-AA80-4F9B-849D-CCEAE2AE09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56</a:t>
            </a:r>
          </a:p>
        </p:txBody>
      </p:sp>
    </p:spTree>
    <p:extLst>
      <p:ext uri="{BB962C8B-B14F-4D97-AF65-F5344CB8AC3E}">
        <p14:creationId xmlns:p14="http://schemas.microsoft.com/office/powerpoint/2010/main" val="164154039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BD49C1-F705-41E9-84CF-CE952850EA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AEA8D3-8F21-4CC4-AE87-D135C93F75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99A446-4BD0-48A7-B918-4733DB82A8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03F2F034-B04A-4A16-917E-3393F82C9E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D82947-4CA2-485F-A778-49AD35D6C3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motor_id labels and whose values are the mean valid winding_temp_c readings within each group.</a:t>
            </a:r>
          </a:p>
        </p:txBody>
      </p:sp>
      <p:sp>
        <p:nvSpPr>
          <p:cNvPr id="6" name="">
            <a:extLst xmlns:a="http://schemas.openxmlformats.org/drawingml/2006/main">
              <a:ext uri="{FF2B5EF4-FFF2-40B4-BE49-F238E27FC236}">
                <a16:creationId xmlns:a16="http://schemas.microsoft.com/office/drawing/2014/main" id="{DC85B95B-E2F1-4A84-983E-22634968298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8F10DE-7520-4008-BE8A-10962704524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A93CC952-03BE-46C7-B633-A8D0864A77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81E6B8-A2E9-470E-90D3-24F7608E2F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C8ED2724-B58A-4BA6-8E20-300433AF1E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57</a:t>
            </a:r>
          </a:p>
        </p:txBody>
      </p:sp>
    </p:spTree>
    <p:extLst>
      <p:ext uri="{BB962C8B-B14F-4D97-AF65-F5344CB8AC3E}">
        <p14:creationId xmlns:p14="http://schemas.microsoft.com/office/powerpoint/2010/main" val="3264629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6C0D6A-0D72-494C-815D-E47F7B49EC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51D677-B039-4742-B1A9-7423BFC382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954D99-53C7-4A3E-91E3-B8BDAE026B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66A4562D-8CEF-40A1-887C-F6BE5AC22D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CAE1C9-ABC0-42FA-BC60-E0085D31607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C57B4AAF-8574-4598-BC81-C082E1E6563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6510E9-C7F6-4C8D-A942-7815EFA2FCB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BCB4B0B9-F567-41DC-8A83-30C25245604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58EA4B-005A-4348-8337-82DC3FD5373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winding_temp_c values must be skipped in numerical summaries.</a:t>
            </a:r>
          </a:p>
        </p:txBody>
      </p:sp>
      <p:sp>
        <p:nvSpPr>
          <p:cNvPr id="10" name="">
            <a:extLst xmlns:a="http://schemas.openxmlformats.org/drawingml/2006/main">
              <a:ext uri="{FF2B5EF4-FFF2-40B4-BE49-F238E27FC236}">
                <a16:creationId xmlns:a16="http://schemas.microsoft.com/office/drawing/2014/main" id="{06463BA0-54B4-4C8D-9DB5-26A573C2AD7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6E292B-1A98-4565-812D-0A58BDDF42A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130.0 is a teaching assumption.</a:t>
            </a:r>
          </a:p>
        </p:txBody>
      </p:sp>
      <p:sp>
        <p:nvSpPr>
          <p:cNvPr id="12" name="">
            <a:extLst xmlns:a="http://schemas.openxmlformats.org/drawingml/2006/main">
              <a:ext uri="{FF2B5EF4-FFF2-40B4-BE49-F238E27FC236}">
                <a16:creationId xmlns:a16="http://schemas.microsoft.com/office/drawing/2014/main" id="{0CC5DF80-9858-4CD6-843D-E350F3CB79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58</a:t>
            </a:r>
          </a:p>
        </p:txBody>
      </p:sp>
    </p:spTree>
    <p:extLst>
      <p:ext uri="{BB962C8B-B14F-4D97-AF65-F5344CB8AC3E}">
        <p14:creationId xmlns:p14="http://schemas.microsoft.com/office/powerpoint/2010/main" val="76877276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6A67CE-20B2-468C-85F8-64B67D4A5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A3201F-A288-428B-82D9-B11DF98610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78F86D-C1D9-4266-89B0-7E284236D2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81695E4E-C0D8-4401-8585-940E709F87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8FAA242-BF95-4CF9-81F9-077222EF68F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130.0) and group_means keyed by motor_id.</a:t>
            </a:r>
          </a:p>
        </p:txBody>
      </p:sp>
      <p:sp>
        <p:nvSpPr>
          <p:cNvPr id="6" name="">
            <a:extLst xmlns:a="http://schemas.openxmlformats.org/drawingml/2006/main">
              <a:ext uri="{FF2B5EF4-FFF2-40B4-BE49-F238E27FC236}">
                <a16:creationId xmlns:a16="http://schemas.microsoft.com/office/drawing/2014/main" id="{A0D116CA-311E-4405-990E-6D881459354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64B7BA-0826-4890-BBE6-083239A4615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244EBC85-E5AA-4CBC-8AED-5143B3DBADF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1219B5-2FF1-4C51-8D60-FA70E905585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4F90C2D0-38B0-4715-94A5-4A2990E27F0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68541F-53A1-4740-9115-B0DE8B509F5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81020526-5DEF-4BDE-B5F2-D763EFE5A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59</a:t>
            </a:r>
          </a:p>
        </p:txBody>
      </p:sp>
    </p:spTree>
    <p:extLst>
      <p:ext uri="{BB962C8B-B14F-4D97-AF65-F5344CB8AC3E}">
        <p14:creationId xmlns:p14="http://schemas.microsoft.com/office/powerpoint/2010/main" val="34128088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711999B-1DCA-4009-84B7-E45BA9D8B2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866ED2-0DEA-4265-8D66-895628095A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F97C0F-5DD2-4A47-8EBD-45C52D8E62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1FFB18CB-B0A7-4CFA-A894-D8F24C7609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D281F7-0801-42B8-8DD1-236D246E80D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406EFAC4-1CF2-4DCF-8DAB-79C78CC89CA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DDB9D63-0483-457A-99F8-E9402DAEF43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700AA134-B78A-4FA3-8301-1CA4BE91D5D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310166-432A-4CA0-BAAE-CEC7F99D9BB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7A2991FD-D05E-4CC0-9821-185EE760CFA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3BA2736-CE1D-48D7-B0A4-C349AA981E1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E5F54F5A-FC1F-4C54-9F77-D2CFA64BF2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60</a:t>
            </a:r>
          </a:p>
        </p:txBody>
      </p:sp>
    </p:spTree>
    <p:extLst>
      <p:ext uri="{BB962C8B-B14F-4D97-AF65-F5344CB8AC3E}">
        <p14:creationId xmlns:p14="http://schemas.microsoft.com/office/powerpoint/2010/main" val="35145353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7CE8851-F9BC-4F14-AEC6-656B9968D4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D71069-5B77-4EA1-9E69-C4A2B3A637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62747A6-F450-4CFE-B9A3-E16EFB7DF0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BAEEB3D9-3A19-47BC-B9A0-6CF936910BF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4A74C9-AAF9-4E16-B58B-FC80CE9B535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11:00 Kampala</a:t>
            </a:r>
          </a:p>
        </p:txBody>
      </p:sp>
      <p:sp>
        <p:nvSpPr>
          <p:cNvPr id="6" name="">
            <a:extLst xmlns:a="http://schemas.openxmlformats.org/drawingml/2006/main">
              <a:ext uri="{FF2B5EF4-FFF2-40B4-BE49-F238E27FC236}">
                <a16:creationId xmlns:a16="http://schemas.microsoft.com/office/drawing/2014/main" id="{293D5EC5-838D-4BFE-A67F-B3278908417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FAB92B-9D2A-4E72-AFFE-BD93543B53B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11:00 Kampala</a:t>
            </a:r>
          </a:p>
        </p:txBody>
      </p:sp>
      <p:sp>
        <p:nvSpPr>
          <p:cNvPr id="8" name="">
            <a:extLst xmlns:a="http://schemas.openxmlformats.org/drawingml/2006/main">
              <a:ext uri="{FF2B5EF4-FFF2-40B4-BE49-F238E27FC236}">
                <a16:creationId xmlns:a16="http://schemas.microsoft.com/office/drawing/2014/main" id="{8B11106C-1328-44FC-9A2E-56A3021FA02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6E6742-1DAA-493C-BD68-9D9C46C4D25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0BCB5DF-B26F-4B7B-B578-5FE5CBC9855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48A4ADE-3D3B-4E57-B2FD-0BE069EEE92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7668B34-FB78-4064-B537-33E320C1AA7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A644D7-3D85-4133-8EB7-2F367869F65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675b759ceb048bb"/>
              </a:rPr>
              <a:t>Open W04 assignment form</a:t>
            </a:r>
          </a:p>
        </p:txBody>
      </p:sp>
      <p:sp>
        <p:nvSpPr>
          <p:cNvPr id="14" name="">
            <a:extLst xmlns:a="http://schemas.openxmlformats.org/drawingml/2006/main">
              <a:ext uri="{FF2B5EF4-FFF2-40B4-BE49-F238E27FC236}">
                <a16:creationId xmlns:a16="http://schemas.microsoft.com/office/drawing/2014/main" id="{1A7E153A-5C0E-4177-A7BC-59B46E058C3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https://docs.google.com/forms/d/e/1FAIpQLSePYYXhI694GpzUBX1qxmt3pml_MGCxvT9R9o-fT0__kqrmNA/viewform</a:t>
            </a:r>
          </a:p>
        </p:txBody>
      </p:sp>
      <p:sp>
        <p:nvSpPr>
          <p:cNvPr id="15" name="">
            <a:extLst xmlns:a="http://schemas.openxmlformats.org/drawingml/2006/main">
              <a:ext uri="{FF2B5EF4-FFF2-40B4-BE49-F238E27FC236}">
                <a16:creationId xmlns:a16="http://schemas.microsoft.com/office/drawing/2014/main" id="{99E73EED-0C19-400A-8625-21F0E702EF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61</a:t>
            </a:r>
          </a:p>
        </p:txBody>
      </p:sp>
    </p:spTree>
    <p:extLst>
      <p:ext uri="{BB962C8B-B14F-4D97-AF65-F5344CB8AC3E}">
        <p14:creationId xmlns:p14="http://schemas.microsoft.com/office/powerpoint/2010/main" val="38665451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D3A7E23-29C4-4D9B-B640-742FF81527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A088B4-291A-4CB8-A839-E886696879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3E77C07-6F29-4635-85B1-9BA7CB47E5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E0AF912D-880B-4D8E-82E0-1C42B06F74A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93024A-2673-42FC-88AC-9FD909DEE1B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53199F6-9CA3-497D-9755-335BFFF02CE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4E5BAF-9ADA-4B7C-8654-9BB97804063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DE3013A-BCA1-4756-B01B-E0056F8C041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BA741A-2AA2-4AE2-84C5-C62C13E0F625}"/>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B07161B-C7D5-4DEE-8DE4-3325E9B22DA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5F90C43-178B-4E54-85A7-8E640FCCCC6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a0ed7ceb87f42f5"/>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7D4CC29-0E7D-4838-BC57-A2818738761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AC1EE68B-1BBE-45D7-8153-58737331FE5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B4892E6-E77E-4348-B629-5E89DA578D7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268a18ebfec4894"/>
              </a:rPr>
              <a:t>Open this week’s quiz</a:t>
            </a:r>
          </a:p>
        </p:txBody>
      </p:sp>
      <p:sp>
        <p:nvSpPr>
          <p:cNvPr id="16" name="">
            <a:extLst xmlns:a="http://schemas.openxmlformats.org/drawingml/2006/main">
              <a:ext uri="{FF2B5EF4-FFF2-40B4-BE49-F238E27FC236}">
                <a16:creationId xmlns:a16="http://schemas.microsoft.com/office/drawing/2014/main" id="{F30E18B7-A9ED-4E37-B7E4-9A09650F885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https://forms.gle/grjS1HFfSwn9BcYr9</a:t>
            </a:r>
          </a:p>
        </p:txBody>
      </p:sp>
      <p:sp>
        <p:nvSpPr>
          <p:cNvPr id="17" name="">
            <a:extLst xmlns:a="http://schemas.openxmlformats.org/drawingml/2006/main">
              <a:ext uri="{FF2B5EF4-FFF2-40B4-BE49-F238E27FC236}">
                <a16:creationId xmlns:a16="http://schemas.microsoft.com/office/drawing/2014/main" id="{68BE8046-0C4C-45C0-8257-E109D4D2BB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62</a:t>
            </a:r>
          </a:p>
        </p:txBody>
      </p:sp>
    </p:spTree>
    <p:extLst>
      <p:ext uri="{BB962C8B-B14F-4D97-AF65-F5344CB8AC3E}">
        <p14:creationId xmlns:p14="http://schemas.microsoft.com/office/powerpoint/2010/main" val="1497246132"/>
      </p:ext>
    </p:extLst>
  </p:cSld>
</p:sld>
</file>

<file path=ppt/slides/slide6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05306D-7E25-452D-B0C4-20B9BC4DAA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83A4D80-9229-4AC6-A6BB-6DC3278CBB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1EB85AD-B2E5-4C8C-BCEB-5E3512E5092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F0EC9892-3313-42C6-90F8-2DE4895E304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15F5958-67D2-4977-8A48-24D652204A3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880A65B-1ACB-44E7-BC1E-E4B7D66C3D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63</a:t>
            </a:r>
          </a:p>
        </p:txBody>
      </p:sp>
    </p:spTree>
    <p:extLst>
      <p:ext uri="{BB962C8B-B14F-4D97-AF65-F5344CB8AC3E}">
        <p14:creationId xmlns:p14="http://schemas.microsoft.com/office/powerpoint/2010/main" val="17268447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2026-09-28T21:23:48.5100000Z</dcterms:created>
  <dcterms:modified xsi:type="dcterms:W3CDTF">2026-09-28T21:23:48.5100000Z</dcterms:modified>
</coreProperties>
</file>