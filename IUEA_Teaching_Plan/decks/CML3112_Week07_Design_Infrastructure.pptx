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fb5259c89be4bda" Type="http://schemas.openxmlformats.org/package/2006/relationships/metadata/core-properties" Target="docProps/core.xml"/><Relationship Id="R64341f9cc3674386" Type="http://schemas.openxmlformats.org/officeDocument/2006/relationships/officeDocument" Target="ppt/presentation.xml"/><Relationship Id="Rb473c8c7faa148f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555a510d635d4cbd"/>
  </p:sldMasterIdLst>
  <p:notesMasterIdLst>
    <p:notesMasterId xmlns:r="http://schemas.openxmlformats.org/officeDocument/2006/relationships" r:id="R849f95d18e464371"/>
  </p:notesMasterIdLst>
  <p:sldIdLst>
    <p:sldId xmlns:r="http://schemas.openxmlformats.org/officeDocument/2006/relationships" id="256" r:id="R409122c14e5243d0"/>
    <p:sldId xmlns:r="http://schemas.openxmlformats.org/officeDocument/2006/relationships" id="257" r:id="Ra1b92779c50e4109"/>
    <p:sldId xmlns:r="http://schemas.openxmlformats.org/officeDocument/2006/relationships" id="258" r:id="R849f837ee45348e1"/>
    <p:sldId xmlns:r="http://schemas.openxmlformats.org/officeDocument/2006/relationships" id="259" r:id="R7dbf750311ec422b"/>
    <p:sldId xmlns:r="http://schemas.openxmlformats.org/officeDocument/2006/relationships" id="260" r:id="Rf848fe4d4818442d"/>
    <p:sldId xmlns:r="http://schemas.openxmlformats.org/officeDocument/2006/relationships" id="261" r:id="R1b6f58ffd9354c0f"/>
    <p:sldId xmlns:r="http://schemas.openxmlformats.org/officeDocument/2006/relationships" id="262" r:id="R6c27a9bb4553440e"/>
    <p:sldId xmlns:r="http://schemas.openxmlformats.org/officeDocument/2006/relationships" id="263" r:id="R71c1a08460d94bbe"/>
    <p:sldId xmlns:r="http://schemas.openxmlformats.org/officeDocument/2006/relationships" id="264" r:id="R3f46cf08bb674517"/>
    <p:sldId xmlns:r="http://schemas.openxmlformats.org/officeDocument/2006/relationships" id="265" r:id="R411d78fd086249ee"/>
    <p:sldId xmlns:r="http://schemas.openxmlformats.org/officeDocument/2006/relationships" id="266" r:id="Rb588c97aba5f4cc2"/>
    <p:sldId xmlns:r="http://schemas.openxmlformats.org/officeDocument/2006/relationships" id="267" r:id="R381deab1ed81460a"/>
    <p:sldId xmlns:r="http://schemas.openxmlformats.org/officeDocument/2006/relationships" id="268" r:id="R9186fa86d33e4e22"/>
    <p:sldId xmlns:r="http://schemas.openxmlformats.org/officeDocument/2006/relationships" id="269" r:id="R2d537d0cbb734912"/>
    <p:sldId xmlns:r="http://schemas.openxmlformats.org/officeDocument/2006/relationships" id="270" r:id="Ra09494f559e64cd4"/>
    <p:sldId xmlns:r="http://schemas.openxmlformats.org/officeDocument/2006/relationships" id="271" r:id="R8e4a00a0ff124e30"/>
    <p:sldId xmlns:r="http://schemas.openxmlformats.org/officeDocument/2006/relationships" id="272" r:id="R725ae2f469704ecc"/>
    <p:sldId xmlns:r="http://schemas.openxmlformats.org/officeDocument/2006/relationships" id="273" r:id="Re8c1295630664348"/>
    <p:sldId xmlns:r="http://schemas.openxmlformats.org/officeDocument/2006/relationships" id="274" r:id="R538c17202e854111"/>
    <p:sldId xmlns:r="http://schemas.openxmlformats.org/officeDocument/2006/relationships" id="275" r:id="Rdeabd4877c4a4901"/>
    <p:sldId xmlns:r="http://schemas.openxmlformats.org/officeDocument/2006/relationships" id="276" r:id="Raf207ec1a3c446b0"/>
    <p:sldId xmlns:r="http://schemas.openxmlformats.org/officeDocument/2006/relationships" id="277" r:id="Rce2c64fef56f486e"/>
    <p:sldId xmlns:r="http://schemas.openxmlformats.org/officeDocument/2006/relationships" id="278" r:id="R3676e44ef8664c64"/>
    <p:sldId xmlns:r="http://schemas.openxmlformats.org/officeDocument/2006/relationships" id="279" r:id="R5ac91c7c6bd94ec9"/>
    <p:sldId xmlns:r="http://schemas.openxmlformats.org/officeDocument/2006/relationships" id="280" r:id="R897dc9f667114d14"/>
    <p:sldId xmlns:r="http://schemas.openxmlformats.org/officeDocument/2006/relationships" id="281" r:id="R3d7f0e0367e548aa"/>
    <p:sldId xmlns:r="http://schemas.openxmlformats.org/officeDocument/2006/relationships" id="282" r:id="Rb23d006e8ad04d69"/>
    <p:sldId xmlns:r="http://schemas.openxmlformats.org/officeDocument/2006/relationships" id="283" r:id="R12f35801d81741f8"/>
    <p:sldId xmlns:r="http://schemas.openxmlformats.org/officeDocument/2006/relationships" id="284" r:id="R85330c1d10684d10"/>
    <p:sldId xmlns:r="http://schemas.openxmlformats.org/officeDocument/2006/relationships" id="285" r:id="Rbb8227687e38495c"/>
    <p:sldId xmlns:r="http://schemas.openxmlformats.org/officeDocument/2006/relationships" id="286" r:id="Rb99d1e69978d42c4"/>
    <p:sldId xmlns:r="http://schemas.openxmlformats.org/officeDocument/2006/relationships" id="287" r:id="R9bd36a53848c4a5b"/>
    <p:sldId xmlns:r="http://schemas.openxmlformats.org/officeDocument/2006/relationships" id="288" r:id="Rdf444fc2d89e4a54"/>
    <p:sldId xmlns:r="http://schemas.openxmlformats.org/officeDocument/2006/relationships" id="289" r:id="Rf4a736c0046c42b3"/>
    <p:sldId xmlns:r="http://schemas.openxmlformats.org/officeDocument/2006/relationships" id="290" r:id="R0717fc0852994e2f"/>
    <p:sldId xmlns:r="http://schemas.openxmlformats.org/officeDocument/2006/relationships" id="291" r:id="Rf2df15818ad947f5"/>
    <p:sldId xmlns:r="http://schemas.openxmlformats.org/officeDocument/2006/relationships" id="292" r:id="Rb4f9341343f84673"/>
    <p:sldId xmlns:r="http://schemas.openxmlformats.org/officeDocument/2006/relationships" id="293" r:id="R86eed0c562354a9e"/>
    <p:sldId xmlns:r="http://schemas.openxmlformats.org/officeDocument/2006/relationships" id="294" r:id="Rca82c22de2084116"/>
    <p:sldId xmlns:r="http://schemas.openxmlformats.org/officeDocument/2006/relationships" id="295" r:id="R3abaebdfb62848e1"/>
    <p:sldId xmlns:r="http://schemas.openxmlformats.org/officeDocument/2006/relationships" id="296" r:id="Re30a6e3e208f47dc"/>
    <p:sldId xmlns:r="http://schemas.openxmlformats.org/officeDocument/2006/relationships" id="297" r:id="R65b4c05e861c4e7c"/>
    <p:sldId xmlns:r="http://schemas.openxmlformats.org/officeDocument/2006/relationships" id="298" r:id="R032a5c6be4d44503"/>
    <p:sldId xmlns:r="http://schemas.openxmlformats.org/officeDocument/2006/relationships" id="299" r:id="R54b23306c5644b1f"/>
    <p:sldId xmlns:r="http://schemas.openxmlformats.org/officeDocument/2006/relationships" id="300" r:id="R507bb11707fd4ea3"/>
    <p:sldId xmlns:r="http://schemas.openxmlformats.org/officeDocument/2006/relationships" id="301" r:id="R9a48a22d97124722"/>
    <p:sldId xmlns:r="http://schemas.openxmlformats.org/officeDocument/2006/relationships" id="302" r:id="R3247b5329f7c4994"/>
    <p:sldId xmlns:r="http://schemas.openxmlformats.org/officeDocument/2006/relationships" id="303" r:id="R52d76744549f4738"/>
    <p:sldId xmlns:r="http://schemas.openxmlformats.org/officeDocument/2006/relationships" id="304" r:id="R857d5cdc3fd24d9c"/>
    <p:sldId xmlns:r="http://schemas.openxmlformats.org/officeDocument/2006/relationships" id="305" r:id="R7c66fdd8fcdf4cd9"/>
    <p:sldId xmlns:r="http://schemas.openxmlformats.org/officeDocument/2006/relationships" id="306" r:id="R4768b3e447224372"/>
    <p:sldId xmlns:r="http://schemas.openxmlformats.org/officeDocument/2006/relationships" id="307" r:id="R641b817e2944445d"/>
    <p:sldId xmlns:r="http://schemas.openxmlformats.org/officeDocument/2006/relationships" id="308" r:id="R9cf967c23b1a4fc4"/>
    <p:sldId xmlns:r="http://schemas.openxmlformats.org/officeDocument/2006/relationships" id="309" r:id="Rdab26c8435c64f47"/>
    <p:sldId xmlns:r="http://schemas.openxmlformats.org/officeDocument/2006/relationships" id="310" r:id="R713fa781a4a445a8"/>
    <p:sldId xmlns:r="http://schemas.openxmlformats.org/officeDocument/2006/relationships" id="311" r:id="R7defe8d1c8d94d5a"/>
    <p:sldId xmlns:r="http://schemas.openxmlformats.org/officeDocument/2006/relationships" id="312" r:id="R91fa3243aebd4813"/>
    <p:sldId xmlns:r="http://schemas.openxmlformats.org/officeDocument/2006/relationships" id="313" r:id="R54b86969b4d14365"/>
    <p:sldId xmlns:r="http://schemas.openxmlformats.org/officeDocument/2006/relationships" id="314" r:id="Rf45c2299e1a34105"/>
    <p:sldId xmlns:r="http://schemas.openxmlformats.org/officeDocument/2006/relationships" id="315" r:id="R35dd8f58894a4e16"/>
    <p:sldId xmlns:r="http://schemas.openxmlformats.org/officeDocument/2006/relationships" id="316" r:id="R360fb13301cb4566"/>
    <p:sldId xmlns:r="http://schemas.openxmlformats.org/officeDocument/2006/relationships" id="317" r:id="R1875836b97a84816"/>
    <p:sldId xmlns:r="http://schemas.openxmlformats.org/officeDocument/2006/relationships" id="318" r:id="R9af52df6156b49ab"/>
    <p:sldId xmlns:r="http://schemas.openxmlformats.org/officeDocument/2006/relationships" id="319" r:id="Rb14a8dcc278440e2"/>
    <p:sldId xmlns:r="http://schemas.openxmlformats.org/officeDocument/2006/relationships" id="320" r:id="R2610044b7e144e1f"/>
    <p:sldId xmlns:r="http://schemas.openxmlformats.org/officeDocument/2006/relationships" id="321" r:id="R5e32a872ac5d44c4"/>
    <p:sldId xmlns:r="http://schemas.openxmlformats.org/officeDocument/2006/relationships" id="322" r:id="Rb4932c59f84643a2"/>
    <p:sldId xmlns:r="http://schemas.openxmlformats.org/officeDocument/2006/relationships" id="323" r:id="R551dc0533806420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2a5c6be4d44503" Type="http://schemas.openxmlformats.org/officeDocument/2006/relationships/slide" Target="slides/slide43.xml"/><Relationship Id="R0717fc0852994e2f" Type="http://schemas.openxmlformats.org/officeDocument/2006/relationships/slide" Target="slides/slide35.xml"/><Relationship Id="R12f35801d81741f8" Type="http://schemas.openxmlformats.org/officeDocument/2006/relationships/slide" Target="slides/slide28.xml"/><Relationship Id="R1875836b97a84816" Type="http://schemas.openxmlformats.org/officeDocument/2006/relationships/slide" Target="slides/slide62.xml"/><Relationship Id="R1b6f58ffd9354c0f" Type="http://schemas.openxmlformats.org/officeDocument/2006/relationships/slide" Target="slides/slide6.xml"/><Relationship Id="R2610044b7e144e1f" Type="http://schemas.openxmlformats.org/officeDocument/2006/relationships/slide" Target="slides/slide65.xml"/><Relationship Id="R2d537d0cbb734912" Type="http://schemas.openxmlformats.org/officeDocument/2006/relationships/slide" Target="slides/slide14.xml"/><Relationship Id="R2f9208e56ab946f1" Type="http://schemas.openxmlformats.org/officeDocument/2006/relationships/presProps" Target="presProps.xml"/><Relationship Id="R3247b5329f7c4994" Type="http://schemas.openxmlformats.org/officeDocument/2006/relationships/slide" Target="slides/slide47.xml"/><Relationship Id="R35dd8f58894a4e16" Type="http://schemas.openxmlformats.org/officeDocument/2006/relationships/slide" Target="slides/slide60.xml"/><Relationship Id="R360fb13301cb4566" Type="http://schemas.openxmlformats.org/officeDocument/2006/relationships/slide" Target="slides/slide61.xml"/><Relationship Id="R3676e44ef8664c64" Type="http://schemas.openxmlformats.org/officeDocument/2006/relationships/slide" Target="slides/slide23.xml"/><Relationship Id="R381deab1ed81460a" Type="http://schemas.openxmlformats.org/officeDocument/2006/relationships/slide" Target="slides/slide12.xml"/><Relationship Id="R3abaebdfb62848e1" Type="http://schemas.openxmlformats.org/officeDocument/2006/relationships/slide" Target="slides/slide40.xml"/><Relationship Id="R3ad4cad968e941b1" Type="http://schemas.openxmlformats.org/officeDocument/2006/relationships/tableStyles" Target="tableStyles.xml"/><Relationship Id="R3d7f0e0367e548aa" Type="http://schemas.openxmlformats.org/officeDocument/2006/relationships/slide" Target="slides/slide26.xml"/><Relationship Id="R3f46cf08bb674517" Type="http://schemas.openxmlformats.org/officeDocument/2006/relationships/slide" Target="slides/slide9.xml"/><Relationship Id="R409122c14e5243d0" Type="http://schemas.openxmlformats.org/officeDocument/2006/relationships/slide" Target="slides/slide1.xml"/><Relationship Id="R411d78fd086249ee" Type="http://schemas.openxmlformats.org/officeDocument/2006/relationships/slide" Target="slides/slide10.xml"/><Relationship Id="R4768b3e447224372" Type="http://schemas.openxmlformats.org/officeDocument/2006/relationships/slide" Target="slides/slide51.xml"/><Relationship Id="R507bb11707fd4ea3" Type="http://schemas.openxmlformats.org/officeDocument/2006/relationships/slide" Target="slides/slide45.xml"/><Relationship Id="R52d76744549f4738" Type="http://schemas.openxmlformats.org/officeDocument/2006/relationships/slide" Target="slides/slide48.xml"/><Relationship Id="R538c17202e854111" Type="http://schemas.openxmlformats.org/officeDocument/2006/relationships/slide" Target="slides/slide19.xml"/><Relationship Id="R54b23306c5644b1f" Type="http://schemas.openxmlformats.org/officeDocument/2006/relationships/slide" Target="slides/slide44.xml"/><Relationship Id="R54b86969b4d14365" Type="http://schemas.openxmlformats.org/officeDocument/2006/relationships/slide" Target="slides/slide58.xml"/><Relationship Id="R551dc05338064207" Type="http://schemas.openxmlformats.org/officeDocument/2006/relationships/slide" Target="slides/slide68.xml"/><Relationship Id="R555a510d635d4cbd" Type="http://schemas.openxmlformats.org/officeDocument/2006/relationships/slideMaster" Target="slideMasters/slideMaster1.xml"/><Relationship Id="R5ac91c7c6bd94ec9" Type="http://schemas.openxmlformats.org/officeDocument/2006/relationships/slide" Target="slides/slide24.xml"/><Relationship Id="R5e32a872ac5d44c4" Type="http://schemas.openxmlformats.org/officeDocument/2006/relationships/slide" Target="slides/slide66.xml"/><Relationship Id="R641b817e2944445d" Type="http://schemas.openxmlformats.org/officeDocument/2006/relationships/slide" Target="slides/slide52.xml"/><Relationship Id="R65b4c05e861c4e7c" Type="http://schemas.openxmlformats.org/officeDocument/2006/relationships/slide" Target="slides/slide42.xml"/><Relationship Id="R6c27a9bb4553440e" Type="http://schemas.openxmlformats.org/officeDocument/2006/relationships/slide" Target="slides/slide7.xml"/><Relationship Id="R713fa781a4a445a8" Type="http://schemas.openxmlformats.org/officeDocument/2006/relationships/slide" Target="slides/slide55.xml"/><Relationship Id="R71c1a08460d94bbe" Type="http://schemas.openxmlformats.org/officeDocument/2006/relationships/slide" Target="slides/slide8.xml"/><Relationship Id="R725ae2f469704ecc" Type="http://schemas.openxmlformats.org/officeDocument/2006/relationships/slide" Target="slides/slide17.xml"/><Relationship Id="R7c66fdd8fcdf4cd9" Type="http://schemas.openxmlformats.org/officeDocument/2006/relationships/slide" Target="slides/slide50.xml"/><Relationship Id="R7dbf750311ec422b" Type="http://schemas.openxmlformats.org/officeDocument/2006/relationships/slide" Target="slides/slide4.xml"/><Relationship Id="R7defe8d1c8d94d5a" Type="http://schemas.openxmlformats.org/officeDocument/2006/relationships/slide" Target="slides/slide56.xml"/><Relationship Id="R849f837ee45348e1" Type="http://schemas.openxmlformats.org/officeDocument/2006/relationships/slide" Target="slides/slide3.xml"/><Relationship Id="R849f95d18e464371" Type="http://schemas.openxmlformats.org/officeDocument/2006/relationships/notesMaster" Target="notesMasters/notesMaster1.xml"/><Relationship Id="R85330c1d10684d10" Type="http://schemas.openxmlformats.org/officeDocument/2006/relationships/slide" Target="slides/slide29.xml"/><Relationship Id="R857d5cdc3fd24d9c" Type="http://schemas.openxmlformats.org/officeDocument/2006/relationships/slide" Target="slides/slide49.xml"/><Relationship Id="R86eed0c562354a9e" Type="http://schemas.openxmlformats.org/officeDocument/2006/relationships/slide" Target="slides/slide38.xml"/><Relationship Id="R897dc9f667114d14" Type="http://schemas.openxmlformats.org/officeDocument/2006/relationships/slide" Target="slides/slide25.xml"/><Relationship Id="R8e4a00a0ff124e30" Type="http://schemas.openxmlformats.org/officeDocument/2006/relationships/slide" Target="slides/slide16.xml"/><Relationship Id="R9186fa86d33e4e22" Type="http://schemas.openxmlformats.org/officeDocument/2006/relationships/slide" Target="slides/slide13.xml"/><Relationship Id="R91fa3243aebd4813" Type="http://schemas.openxmlformats.org/officeDocument/2006/relationships/slide" Target="slides/slide57.xml"/><Relationship Id="R9a48a22d97124722" Type="http://schemas.openxmlformats.org/officeDocument/2006/relationships/slide" Target="slides/slide46.xml"/><Relationship Id="R9af52df6156b49ab" Type="http://schemas.openxmlformats.org/officeDocument/2006/relationships/slide" Target="slides/slide63.xml"/><Relationship Id="R9bd36a53848c4a5b" Type="http://schemas.openxmlformats.org/officeDocument/2006/relationships/slide" Target="slides/slide32.xml"/><Relationship Id="R9cf967c23b1a4fc4" Type="http://schemas.openxmlformats.org/officeDocument/2006/relationships/slide" Target="slides/slide53.xml"/><Relationship Id="Ra09494f559e64cd4" Type="http://schemas.openxmlformats.org/officeDocument/2006/relationships/slide" Target="slides/slide15.xml"/><Relationship Id="Ra1b92779c50e4109" Type="http://schemas.openxmlformats.org/officeDocument/2006/relationships/slide" Target="slides/slide2.xml"/><Relationship Id="Rad74a4785d824457" Type="http://schemas.openxmlformats.org/officeDocument/2006/relationships/theme" Target="theme/theme1.xml"/><Relationship Id="Raf207ec1a3c446b0" Type="http://schemas.openxmlformats.org/officeDocument/2006/relationships/slide" Target="slides/slide21.xml"/><Relationship Id="Rb14a8dcc278440e2" Type="http://schemas.openxmlformats.org/officeDocument/2006/relationships/slide" Target="slides/slide64.xml"/><Relationship Id="Rb23d006e8ad04d69" Type="http://schemas.openxmlformats.org/officeDocument/2006/relationships/slide" Target="slides/slide27.xml"/><Relationship Id="Rb4932c59f84643a2" Type="http://schemas.openxmlformats.org/officeDocument/2006/relationships/slide" Target="slides/slide67.xml"/><Relationship Id="Rb4f9341343f84673" Type="http://schemas.openxmlformats.org/officeDocument/2006/relationships/slide" Target="slides/slide37.xml"/><Relationship Id="Rb588c97aba5f4cc2" Type="http://schemas.openxmlformats.org/officeDocument/2006/relationships/slide" Target="slides/slide11.xml"/><Relationship Id="Rb99d1e69978d42c4" Type="http://schemas.openxmlformats.org/officeDocument/2006/relationships/slide" Target="slides/slide31.xml"/><Relationship Id="Rbb8227687e38495c" Type="http://schemas.openxmlformats.org/officeDocument/2006/relationships/slide" Target="slides/slide30.xml"/><Relationship Id="Rca82c22de2084116" Type="http://schemas.openxmlformats.org/officeDocument/2006/relationships/slide" Target="slides/slide39.xml"/><Relationship Id="Rce2c64fef56f486e" Type="http://schemas.openxmlformats.org/officeDocument/2006/relationships/slide" Target="slides/slide22.xml"/><Relationship Id="Rdab26c8435c64f47" Type="http://schemas.openxmlformats.org/officeDocument/2006/relationships/slide" Target="slides/slide54.xml"/><Relationship Id="Rdeabd4877c4a4901" Type="http://schemas.openxmlformats.org/officeDocument/2006/relationships/slide" Target="slides/slide20.xml"/><Relationship Id="Rdf444fc2d89e4a54" Type="http://schemas.openxmlformats.org/officeDocument/2006/relationships/slide" Target="slides/slide33.xml"/><Relationship Id="Re30a6e3e208f47dc" Type="http://schemas.openxmlformats.org/officeDocument/2006/relationships/slide" Target="slides/slide41.xml"/><Relationship Id="Re8c1295630664348" Type="http://schemas.openxmlformats.org/officeDocument/2006/relationships/slide" Target="slides/slide18.xml"/><Relationship Id="Rf2df15818ad947f5" Type="http://schemas.openxmlformats.org/officeDocument/2006/relationships/slide" Target="slides/slide36.xml"/><Relationship Id="Rf45c2299e1a34105" Type="http://schemas.openxmlformats.org/officeDocument/2006/relationships/slide" Target="slides/slide59.xml"/><Relationship Id="Rf4a736c0046c42b3" Type="http://schemas.openxmlformats.org/officeDocument/2006/relationships/slide" Target="slides/slide34.xml"/><Relationship Id="Rf848fe4d4818442d"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caf708323cf84d4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a3c9c47f0cc84656" Type="http://schemas.openxmlformats.org/officeDocument/2006/relationships/slide" Target="../slides/slide1.xml"/><Relationship Id="Rd394f99de3144b5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24753ab1dd44d3f" Type="http://schemas.openxmlformats.org/officeDocument/2006/relationships/slide" Target="../slides/slide2.xml"/><Relationship Id="R5e9d05a62c8f45e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d1ea78411b143e1" Type="http://schemas.openxmlformats.org/officeDocument/2006/relationships/notesMaster" Target="../notesMasters/notesMaster1.xml"/><Relationship Id="Rfe8e7ec38b384747"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1055df8423f410a" Type="http://schemas.openxmlformats.org/officeDocument/2006/relationships/slide" Target="../slides/slide4.xml"/><Relationship Id="R52564105f3524aa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031d3e116f44932" Type="http://schemas.openxmlformats.org/officeDocument/2006/relationships/slide" Target="../slides/slide5.xml"/><Relationship Id="Rd17b3a7c2e844f3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be3df0bfe38433b" Type="http://schemas.openxmlformats.org/officeDocument/2006/relationships/slide" Target="../slides/slide6.xml"/><Relationship Id="R6728a71ebcae450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3fce509942a41d2" Type="http://schemas.openxmlformats.org/officeDocument/2006/relationships/notesMaster" Target="../notesMasters/notesMaster1.xml"/><Relationship Id="R7592ad6e09dc4dc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e104683e9d0f48c9" Type="http://schemas.openxmlformats.org/officeDocument/2006/relationships/notesMaster" Target="../notesMasters/notesMaster1.xml"/><Relationship Id="Rebe818572c3647a7"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7614109a6304f59" Type="http://schemas.openxmlformats.org/officeDocument/2006/relationships/notesMaster" Target="../notesMasters/notesMaster1.xml"/><Relationship Id="Rde512629b6d74427"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1f73d267fec499d" Type="http://schemas.openxmlformats.org/officeDocument/2006/relationships/slide" Target="../slides/slide10.xml"/><Relationship Id="Re5164d7ea25d425c"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f62bb1b4ff04155" Type="http://schemas.openxmlformats.org/officeDocument/2006/relationships/slide" Target="../slides/slide11.xml"/><Relationship Id="Rcdf07bd74821430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6e39807dd87464d" Type="http://schemas.openxmlformats.org/officeDocument/2006/relationships/slide" Target="../slides/slide12.xml"/><Relationship Id="Reef1ccc2820d481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a320b93aef5d42ed" Type="http://schemas.openxmlformats.org/officeDocument/2006/relationships/notesMaster" Target="../notesMasters/notesMaster1.xml"/><Relationship Id="Rdb7a200ebb8e4f4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b147ba49fca47e6" Type="http://schemas.openxmlformats.org/officeDocument/2006/relationships/notesMaster" Target="../notesMasters/notesMaster1.xml"/><Relationship Id="Rae5cb0d687164588"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06a544d3f324da1" Type="http://schemas.openxmlformats.org/officeDocument/2006/relationships/notesMaster" Target="../notesMasters/notesMaster1.xml"/><Relationship Id="R7da197ab01d5470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61e525eeac843b4" Type="http://schemas.openxmlformats.org/officeDocument/2006/relationships/slide" Target="../slides/slide16.xml"/><Relationship Id="Rd3e6f073afa6414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3294685fdaa54177" Type="http://schemas.openxmlformats.org/officeDocument/2006/relationships/slide" Target="../slides/slide17.xml"/><Relationship Id="Re986ed6311a2423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060d1cf652e24f7c" Type="http://schemas.openxmlformats.org/officeDocument/2006/relationships/slide" Target="../slides/slide18.xml"/><Relationship Id="R68bdcb2ae71442e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41ecbefe1e8b4d81" Type="http://schemas.openxmlformats.org/officeDocument/2006/relationships/slide" Target="../slides/slide19.xml"/><Relationship Id="R7d89068b28ef421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1e99bc14b2e4b0b" Type="http://schemas.openxmlformats.org/officeDocument/2006/relationships/notesMaster" Target="../notesMasters/notesMaster1.xml"/><Relationship Id="Rb0cb1f0da00840c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0a9f4e59e034750" Type="http://schemas.openxmlformats.org/officeDocument/2006/relationships/notesMaster" Target="../notesMasters/notesMaster1.xml"/><Relationship Id="R9cc9a5b8981643a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8d96594dc3844b9" Type="http://schemas.openxmlformats.org/officeDocument/2006/relationships/slide" Target="../slides/slide22.xml"/><Relationship Id="Rcc08d9a06fd44a2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2c4f0a5a2634cc1" Type="http://schemas.openxmlformats.org/officeDocument/2006/relationships/notesMaster" Target="../notesMasters/notesMaster1.xml"/><Relationship Id="R502c96366e204f7e"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3f3907c67a0a425a" Type="http://schemas.openxmlformats.org/officeDocument/2006/relationships/slide" Target="../slides/slide24.xml"/><Relationship Id="R6219bbe2921141ac"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5e1637bad584321" Type="http://schemas.openxmlformats.org/officeDocument/2006/relationships/slide" Target="../slides/slide25.xml"/><Relationship Id="Rd3d39db2e2684218"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bc21ff22d3a24f84" Type="http://schemas.openxmlformats.org/officeDocument/2006/relationships/notesMaster" Target="../notesMasters/notesMaster1.xml"/><Relationship Id="Reded9a88b5ad43ce"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e9462892afed41aa" Type="http://schemas.openxmlformats.org/officeDocument/2006/relationships/slide" Target="../slides/slide27.xml"/><Relationship Id="Rf6fce0c8e7704705"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2fbd112e519642b9" Type="http://schemas.openxmlformats.org/officeDocument/2006/relationships/slide" Target="../slides/slide28.xml"/><Relationship Id="Rd185903959aa4cf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ca0030a40e8479f" Type="http://schemas.openxmlformats.org/officeDocument/2006/relationships/notesMaster" Target="../notesMasters/notesMaster1.xml"/><Relationship Id="Re7462cfcb3cf4e1c"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7efc8b36d3f043b1" Type="http://schemas.openxmlformats.org/officeDocument/2006/relationships/slide" Target="../slides/slide30.xml"/><Relationship Id="Rda32e578af3d4413"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29c8569ece3c49ec" Type="http://schemas.openxmlformats.org/officeDocument/2006/relationships/slide" Target="../slides/slide31.xml"/><Relationship Id="R79d21f66cd554b9b"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557905147d37437f" Type="http://schemas.openxmlformats.org/officeDocument/2006/relationships/notesMaster" Target="../notesMasters/notesMaster1.xml"/><Relationship Id="R65954a58c05b418d"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6bd1115e24524d8c" Type="http://schemas.openxmlformats.org/officeDocument/2006/relationships/slide" Target="../slides/slide33.xml"/><Relationship Id="R89d2cfaaf1dc4158"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240537e94164260" Type="http://schemas.openxmlformats.org/officeDocument/2006/relationships/notesMaster" Target="../notesMasters/notesMaster1.xml"/><Relationship Id="R9bd270ccf49a4883"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736db3e0047843c0" Type="http://schemas.openxmlformats.org/officeDocument/2006/relationships/notesMaster" Target="../notesMasters/notesMaster1.xml"/><Relationship Id="Rdc38a26149244030"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60bfc6df0184686" Type="http://schemas.openxmlformats.org/officeDocument/2006/relationships/notesMaster" Target="../notesMasters/notesMaster1.xml"/><Relationship Id="Rc8850ea0b49144f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747e345935e4f8c" Type="http://schemas.openxmlformats.org/officeDocument/2006/relationships/slide" Target="../slides/slide37.xml"/><Relationship Id="Rdc529aa4277b440d"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5f70af9935e641f3" Type="http://schemas.openxmlformats.org/officeDocument/2006/relationships/notesMaster" Target="../notesMasters/notesMaster1.xml"/><Relationship Id="R877922b562364274"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17f355427044392" Type="http://schemas.openxmlformats.org/officeDocument/2006/relationships/slide" Target="../slides/slide39.xml"/><Relationship Id="Rcc8aa89751b646c6"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abcab48e6c4427d" Type="http://schemas.openxmlformats.org/officeDocument/2006/relationships/slide" Target="../slides/slide40.xml"/><Relationship Id="R888ebe5573534d86"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e109451a4a654b44" Type="http://schemas.openxmlformats.org/officeDocument/2006/relationships/notesMaster" Target="../notesMasters/notesMaster1.xml"/><Relationship Id="Rfd5da301fbfe44ae"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ad7c0347dc00431d" Type="http://schemas.openxmlformats.org/officeDocument/2006/relationships/notesMaster" Target="../notesMasters/notesMaster1.xml"/><Relationship Id="Rb88e1e8475e74d5c"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c5e23801d9834d78" Type="http://schemas.openxmlformats.org/officeDocument/2006/relationships/notesMaster" Target="../notesMasters/notesMaster1.xml"/><Relationship Id="Reb667bad438a40bc"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9f02b489a754f62" Type="http://schemas.openxmlformats.org/officeDocument/2006/relationships/notesMaster" Target="../notesMasters/notesMaster1.xml"/><Relationship Id="Rb4376e91a2a14d2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113447e713be4ce6" Type="http://schemas.openxmlformats.org/officeDocument/2006/relationships/notesMaster" Target="../notesMasters/notesMaster1.xml"/><Relationship Id="Rcaf53c965668486b"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955915d1d7f747d7" Type="http://schemas.openxmlformats.org/officeDocument/2006/relationships/slide" Target="../slides/slide46.xml"/><Relationship Id="Ra0270724961740de"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884055a6ee474c82" Type="http://schemas.openxmlformats.org/officeDocument/2006/relationships/notesMaster" Target="../notesMasters/notesMaster1.xml"/><Relationship Id="R95265a1549a24698"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db0e281b62743c8" Type="http://schemas.openxmlformats.org/officeDocument/2006/relationships/notesMaster" Target="../notesMasters/notesMaster1.xml"/><Relationship Id="Rc56733019992462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24674c5d63534d41" Type="http://schemas.openxmlformats.org/officeDocument/2006/relationships/notesMaster" Target="../notesMasters/notesMaster1.xml"/><Relationship Id="Rf269c0c723a6454e"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584d8cddc40d41a6" Type="http://schemas.openxmlformats.org/officeDocument/2006/relationships/notesMaster" Target="../notesMasters/notesMaster1.xml"/><Relationship Id="Rbdfb306da11d47cf"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77683fd169b34645" Type="http://schemas.openxmlformats.org/officeDocument/2006/relationships/slide" Target="../slides/slide51.xml"/><Relationship Id="Radc5639448d94a1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5a55a144e3444ee2" Type="http://schemas.openxmlformats.org/officeDocument/2006/relationships/slide" Target="../slides/slide52.xml"/><Relationship Id="Rfe727933306f4659"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612167831d22420c" Type="http://schemas.openxmlformats.org/officeDocument/2006/relationships/slide" Target="../slides/slide53.xml"/><Relationship Id="R73d2eff4b227427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0a3d4ab464f74a75" Type="http://schemas.openxmlformats.org/officeDocument/2006/relationships/slide" Target="../slides/slide54.xml"/><Relationship Id="R78dce217006c4d8d"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2fbcde5ff1764c68" Type="http://schemas.openxmlformats.org/officeDocument/2006/relationships/slide" Target="../slides/slide55.xml"/><Relationship Id="Rf77858aaeb284816"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ba0b3b39d8384b6b" Type="http://schemas.openxmlformats.org/officeDocument/2006/relationships/notesMaster" Target="../notesMasters/notesMaster1.xml"/><Relationship Id="Rbcd82fbba1b64dad"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a20c9e5feecc42e0" Type="http://schemas.openxmlformats.org/officeDocument/2006/relationships/slide" Target="../slides/slide57.xml"/><Relationship Id="Ra75c021cb03c4d05"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1299e87b98dc4089" Type="http://schemas.openxmlformats.org/officeDocument/2006/relationships/notesMaster" Target="../notesMasters/notesMaster1.xml"/><Relationship Id="Rf9e2975713154437"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26d5adc82a424b19" Type="http://schemas.openxmlformats.org/officeDocument/2006/relationships/slide" Target="../slides/slide59.xml"/><Relationship Id="Re0d4c4e327da4737"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2c7d772d8a4040cf" Type="http://schemas.openxmlformats.org/officeDocument/2006/relationships/notesMaster" Target="../notesMasters/notesMaster1.xml"/><Relationship Id="Rcd4b0804a6234a58"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aef19203e17e4675" Type="http://schemas.openxmlformats.org/officeDocument/2006/relationships/slide" Target="../slides/slide61.xml"/><Relationship Id="Re3aa7a52dab146e7"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89289ef9a2f4e07" Type="http://schemas.openxmlformats.org/officeDocument/2006/relationships/slide" Target="../slides/slide62.xml"/><Relationship Id="R912bf447faec42bc"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11a8e8f3f69549b6" Type="http://schemas.openxmlformats.org/officeDocument/2006/relationships/notesMaster" Target="../notesMasters/notesMaster1.xml"/><Relationship Id="R68d52e4a54f043c8"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04bd8ed0cdbc4fbb" Type="http://schemas.openxmlformats.org/officeDocument/2006/relationships/notesMaster" Target="../notesMasters/notesMaster1.xml"/><Relationship Id="Rb9f7ce0958774e26"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b2970ee26251455b" Type="http://schemas.openxmlformats.org/officeDocument/2006/relationships/slide" Target="../slides/slide65.xml"/><Relationship Id="Re60167152c7a4a86"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04d7ae30470b4ffb" Type="http://schemas.openxmlformats.org/officeDocument/2006/relationships/notesMaster" Target="../notesMasters/notesMaster1.xml"/><Relationship Id="Rb01be6cb8c4f40b1"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2bc71a87e79e4541" Type="http://schemas.openxmlformats.org/officeDocument/2006/relationships/notesMaster" Target="../notesMasters/notesMaster1.xml"/><Relationship Id="R7db0a2e48be94040"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01dc5f8bad7e42f5" Type="http://schemas.openxmlformats.org/officeDocument/2006/relationships/slide" Target="../slides/slide68.xml"/><Relationship Id="Rb9e4d9815e4646d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practical revision for civil engineering and architecture.</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power demand, measured in kilowatts.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kilowatts.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kilowatts.</a:t>
            </a:r>
          </a:p>
          <a:p xmlns:a="http://schemas.openxmlformats.org/drawingml/2006/main"/>
          <a:p xmlns:a="http://schemas.openxmlformats.org/drawingml/2006/main">
            <a:r>
              <a:t>For machine M1, nothing changed, so its mean stays fifteen kilowatts. For M2, we average thirty and sixty. That gives forty five kilowatts.</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kilowatts.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kilowatts.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kilowatts.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kilowatts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kilowatts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kilowatts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kilowatts,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kilowatts.</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kilowatts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kilowatts,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kilowatts.</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kilowatts,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kilowatts.</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73f66b499794e4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80d2df660254f7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ba8569dbf5c47b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fda1b73fd1d74cf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f6903f2f5b541f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91731864b50465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BB1C31-676E-483A-A836-02FEC81B1F0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692922-AEAA-4237-9470-E908CBD66C8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6F1D0F1-32F4-4930-8C12-F93146707A6C}"/>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B0939-84D1-4426-92F3-237B97D700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DB18AC2-317A-434B-9769-AAFE3958F3A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F41A9FA-A4C2-477D-B771-FEFEE93ED88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5F5CBB-41C2-425B-ACAB-F9B34DF1E8A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FD06F-7F98-4EF3-976D-BA012DAECE7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D6BFAD-EFFF-4B6B-B52E-53F1CF11227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7A569D-1474-4325-8014-C36714FABB5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1d864d1cf054b1e" Type="http://schemas.openxmlformats.org/officeDocument/2006/relationships/slideLayout" Target="../slideLayouts/slideLayout6.xml"/><Relationship Id="R5398a7d366524fb9" Type="http://schemas.openxmlformats.org/officeDocument/2006/relationships/slideLayout" Target="../slideLayouts/slideLayout1.xml"/><Relationship Id="R614b58e4c58a4eaf" Type="http://schemas.openxmlformats.org/officeDocument/2006/relationships/slideLayout" Target="../slideLayouts/slideLayout5.xml"/><Relationship Id="R6416271e54a448fa" Type="http://schemas.openxmlformats.org/officeDocument/2006/relationships/slideLayout" Target="../slideLayouts/slideLayout4.xml"/><Relationship Id="R7cb3f3eb9b994e8a" Type="http://schemas.openxmlformats.org/officeDocument/2006/relationships/slideLayout" Target="../slideLayouts/slideLayout3.xml"/><Relationship Id="R94fdb1dd75664728" Type="http://schemas.openxmlformats.org/officeDocument/2006/relationships/slideLayout" Target="../slideLayouts/slideLayout2.xml"/><Relationship Id="Rff7615852af54554"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98a7d366524fb9"/>
    <p:sldLayoutId xmlns:r="http://schemas.openxmlformats.org/officeDocument/2006/relationships" id="2147483650" r:id="R94fdb1dd75664728"/>
    <p:sldLayoutId xmlns:r="http://schemas.openxmlformats.org/officeDocument/2006/relationships" id="2147483651" r:id="R7cb3f3eb9b994e8a"/>
    <p:sldLayoutId xmlns:r="http://schemas.openxmlformats.org/officeDocument/2006/relationships" id="2147483652" r:id="R6416271e54a448fa"/>
    <p:sldLayoutId xmlns:r="http://schemas.openxmlformats.org/officeDocument/2006/relationships" id="2147483653" r:id="R614b58e4c58a4eaf"/>
    <p:sldLayoutId xmlns:r="http://schemas.openxmlformats.org/officeDocument/2006/relationships" id="2147483654" r:id="R51d864d1cf054b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d102002aec54eec" Type="http://schemas.openxmlformats.org/officeDocument/2006/relationships/slideLayout" Target="../slideLayouts/slideLayout6.xml"/><Relationship Id="R9f8090ec1c1d46e1" Type="http://schemas.openxmlformats.org/officeDocument/2006/relationships/notesSlide" Target="../notesSlides/notesSlide1.xml"/><Relationship Id="Rdf01a0d643374bcd" Type="http://schemas.openxmlformats.org/officeDocument/2006/relationships/image" Target="../media/image.png"/></Relationships>
</file>

<file path=ppt/slides/_rels/slide2.xml.rels><?xml version='1.0' encoding='UTF-8' standalone='yes'?>
<Relationships xmlns="http://schemas.openxmlformats.org/package/2006/relationships"><Relationship Id="R0ba890d7e6af460a" Type="http://schemas.openxmlformats.org/officeDocument/2006/relationships/notesSlide" Target="../notesSlides/notesSlide2.xml"/><Relationship Id="R105c8c2879a0436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87be73a15654ef2" Type="http://schemas.openxmlformats.org/officeDocument/2006/relationships/notesSlide" Target="../notesSlides/notesSlide3.xml"/><Relationship Id="R378f88ec6c1641a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c7a1039de9334780" Type="http://schemas.openxmlformats.org/officeDocument/2006/relationships/slideLayout" Target="../slideLayouts/slideLayout6.xml"/><Relationship Id="Rec64a8be789c4be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61e65161e6f74583" Type="http://schemas.openxmlformats.org/officeDocument/2006/relationships/notesSlide" Target="../notesSlides/notesSlide5.xml"/><Relationship Id="R9db97fa3d3d9442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d8f8beda6774157" Type="http://schemas.openxmlformats.org/officeDocument/2006/relationships/notesSlide" Target="../notesSlides/notesSlide6.xml"/><Relationship Id="R4b09ff16459f4f0c"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67772f45af64fea" Type="http://schemas.openxmlformats.org/officeDocument/2006/relationships/notesSlide" Target="../notesSlides/notesSlide7.xml"/><Relationship Id="R7a3519178c764df2"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91dd50b5192a41a8" Type="http://schemas.openxmlformats.org/officeDocument/2006/relationships/slideLayout" Target="../slideLayouts/slideLayout6.xml"/><Relationship Id="R9bd87061566949f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0d1fed9d4924063" Type="http://schemas.openxmlformats.org/officeDocument/2006/relationships/slideLayout" Target="../slideLayouts/slideLayout6.xml"/><Relationship Id="Rbb4205fed73d4bf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dd91eaedc9f4143" Type="http://schemas.openxmlformats.org/officeDocument/2006/relationships/notesSlide" Target="../notesSlides/notesSlide10.xml"/><Relationship Id="Rc554ba7163fe43c9"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05e9cc2f94545f6" Type="http://schemas.openxmlformats.org/officeDocument/2006/relationships/slideLayout" Target="../slideLayouts/slideLayout6.xml"/><Relationship Id="Rfcbda3652f0e42b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f6228d9312e4c92" Type="http://schemas.openxmlformats.org/officeDocument/2006/relationships/slideLayout" Target="../slideLayouts/slideLayout6.xml"/><Relationship Id="R22f4d055875b435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df9beb200641eb" Type="http://schemas.openxmlformats.org/officeDocument/2006/relationships/slideLayout" Target="../slideLayouts/slideLayout6.xml"/><Relationship Id="R9d436b2e5a9c44c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3e91bc53c49426c" Type="http://schemas.openxmlformats.org/officeDocument/2006/relationships/notesSlide" Target="../notesSlides/notesSlide14.xml"/><Relationship Id="R8d1eb36a1cb24902"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6e9cbb1a0bf64747" Type="http://schemas.openxmlformats.org/officeDocument/2006/relationships/slideLayout" Target="../slideLayouts/slideLayout6.xml"/><Relationship Id="Rf54f240446514ee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6f55f16a49b4261" Type="http://schemas.openxmlformats.org/officeDocument/2006/relationships/notesSlide" Target="../notesSlides/notesSlide16.xml"/><Relationship Id="Rc88d93feb64a419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43f26bd4bd594936" Type="http://schemas.openxmlformats.org/officeDocument/2006/relationships/notesSlide" Target="../notesSlides/notesSlide17.xml"/><Relationship Id="R78fd59d1f76145e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47ffb7d1d604ddc" Type="http://schemas.openxmlformats.org/officeDocument/2006/relationships/notesSlide" Target="../notesSlides/notesSlide18.xml"/><Relationship Id="R3c8d6699dda24d68"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7afa91448e4d46d4" Type="http://schemas.openxmlformats.org/officeDocument/2006/relationships/slideLayout" Target="../slideLayouts/slideLayout6.xml"/><Relationship Id="Rfa41a09d4e584e6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6342be600a545d4" Type="http://schemas.openxmlformats.org/officeDocument/2006/relationships/notesSlide" Target="../notesSlides/notesSlide20.xml"/><Relationship Id="Rfd49dba5460a4ec4"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e6513f315f84021" Type="http://schemas.openxmlformats.org/officeDocument/2006/relationships/slideLayout" Target="../slideLayouts/slideLayout6.xml"/><Relationship Id="Rf7bf0afde57646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cc85492b9d4465c" Type="http://schemas.openxmlformats.org/officeDocument/2006/relationships/notesSlide" Target="../notesSlides/notesSlide22.xml"/><Relationship Id="R490c46d727834e0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bc16013d06574aee" Type="http://schemas.openxmlformats.org/officeDocument/2006/relationships/notesSlide" Target="../notesSlides/notesSlide23.xml"/><Relationship Id="Re5ef5fe120414f08"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02d55587fea848bc" Type="http://schemas.openxmlformats.org/officeDocument/2006/relationships/notesSlide" Target="../notesSlides/notesSlide24.xml"/><Relationship Id="R84a7f5ae170240f6"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a7610f35af945e4" Type="http://schemas.openxmlformats.org/officeDocument/2006/relationships/notesSlide" Target="../notesSlides/notesSlide25.xml"/><Relationship Id="R860c520f8b68459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7cf113193614f39" Type="http://schemas.openxmlformats.org/officeDocument/2006/relationships/notesSlide" Target="../notesSlides/notesSlide26.xml"/><Relationship Id="R7b63103b5b20486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ddf747f1690a4dde" Type="http://schemas.openxmlformats.org/officeDocument/2006/relationships/slideLayout" Target="../slideLayouts/slideLayout6.xml"/><Relationship Id="Re6e7d7d847354f0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df37a0c4946418e" Type="http://schemas.openxmlformats.org/officeDocument/2006/relationships/slideLayout" Target="../slideLayouts/slideLayout6.xml"/><Relationship Id="Re43a7eaf34fc41a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c55895da125344d3" Type="http://schemas.openxmlformats.org/officeDocument/2006/relationships/notesSlide" Target="../notesSlides/notesSlide29.xml"/><Relationship Id="Rf37e1633d73148b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ca4cebd0d9a482d" Type="http://schemas.openxmlformats.org/officeDocument/2006/relationships/notesSlide" Target="../notesSlides/notesSlide30.xml"/><Relationship Id="Rb416bf8aab2f4ed2"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253d9abe74c8489f" Type="http://schemas.openxmlformats.org/officeDocument/2006/relationships/notesSlide" Target="../notesSlides/notesSlide31.xml"/><Relationship Id="R55e36aab2d9444cd"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009cc603c6ac4bad" Type="http://schemas.openxmlformats.org/officeDocument/2006/relationships/notesSlide" Target="../notesSlides/notesSlide32.xml"/><Relationship Id="R17defa177f82411d"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9ff4f48de32c4a91" Type="http://schemas.openxmlformats.org/officeDocument/2006/relationships/slideLayout" Target="../slideLayouts/slideLayout6.xml"/><Relationship Id="Rcc9f81fc107f4fea"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373a4499840432d" Type="http://schemas.openxmlformats.org/officeDocument/2006/relationships/slideLayout" Target="../slideLayouts/slideLayout6.xml"/><Relationship Id="R8855889ece31499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a7313fadcf8d41ca" Type="http://schemas.openxmlformats.org/officeDocument/2006/relationships/notesSlide" Target="../notesSlides/notesSlide35.xml"/><Relationship Id="Rb288727d612a4b24"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0fcc49a4fe6544d8" Type="http://schemas.openxmlformats.org/officeDocument/2006/relationships/slideLayout" Target="../slideLayouts/slideLayout6.xml"/><Relationship Id="R562d6b62fc6348a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4d704ac181744469" Type="http://schemas.openxmlformats.org/officeDocument/2006/relationships/slideLayout" Target="../slideLayouts/slideLayout6.xml"/><Relationship Id="Rc0cf967f0d50497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dcf80b02ba594bce" Type="http://schemas.openxmlformats.org/officeDocument/2006/relationships/notesSlide" Target="../notesSlides/notesSlide38.xml"/><Relationship Id="Rde8110ac298c4eeb"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b702dabbfa254f54" Type="http://schemas.openxmlformats.org/officeDocument/2006/relationships/notesSlide" Target="../notesSlides/notesSlide39.xml"/><Relationship Id="Rdd95fbe9ef724e9d"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c73de3b86c704f41" Type="http://schemas.openxmlformats.org/officeDocument/2006/relationships/notesSlide" Target="../notesSlides/notesSlide40.xml"/><Relationship Id="Rf8fe90e211d54a7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13f574b77ef64d22" Type="http://schemas.openxmlformats.org/officeDocument/2006/relationships/notesSlide" Target="../notesSlides/notesSlide41.xml"/><Relationship Id="R354ba7316a6f4226"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6528d98b48d14e7b" Type="http://schemas.openxmlformats.org/officeDocument/2006/relationships/notesSlide" Target="../notesSlides/notesSlide42.xml"/><Relationship Id="Rf2dde56644d641fa"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b16c4c8041a9461b" Type="http://schemas.openxmlformats.org/officeDocument/2006/relationships/slideLayout" Target="../slideLayouts/slideLayout6.xml"/><Relationship Id="Reff5bbb4b16b4dca"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377c4887652c4287" Type="http://schemas.openxmlformats.org/officeDocument/2006/relationships/slideLayout" Target="../slideLayouts/slideLayout6.xml"/><Relationship Id="Rcae9b38be06e446c"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890b0883d82f4dbd" Type="http://schemas.openxmlformats.org/officeDocument/2006/relationships/slideLayout" Target="../slideLayouts/slideLayout6.xml"/><Relationship Id="Ra613b48b1b57407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40e92d541a17441b" Type="http://schemas.openxmlformats.org/officeDocument/2006/relationships/notesSlide" Target="../notesSlides/notesSlide46.xml"/><Relationship Id="R763b95f5d80c4de5"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012df8bd957b4229" Type="http://schemas.openxmlformats.org/officeDocument/2006/relationships/notesSlide" Target="../notesSlides/notesSlide47.xml"/><Relationship Id="R4d60065b579a49f4"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22710d3092a241e5" Type="http://schemas.openxmlformats.org/officeDocument/2006/relationships/notesSlide" Target="../notesSlides/notesSlide48.xml"/><Relationship Id="Re2a8aa9ea54a4616"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4ecbe5e32df147f8" Type="http://schemas.openxmlformats.org/officeDocument/2006/relationships/slideLayout" Target="../slideLayouts/slideLayout6.xml"/><Relationship Id="R87aaa9ac0f8746d0"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8fd7dddb9bdc4e04" Type="http://schemas.openxmlformats.org/officeDocument/2006/relationships/slideLayout" Target="../slideLayouts/slideLayout6.xml"/><Relationship Id="Rbce873f1b0a741f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5da6a88563eb4aa8" Type="http://schemas.openxmlformats.org/officeDocument/2006/relationships/slideLayout" Target="../slideLayouts/slideLayout6.xml"/><Relationship Id="R92c9b4c0298c4ca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38d6224ca8b146d0" Type="http://schemas.openxmlformats.org/officeDocument/2006/relationships/slideLayout" Target="../slideLayouts/slideLayout6.xml"/><Relationship Id="R93dec28a8b604ffd"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3e24b92aa52f4d78" Type="http://schemas.openxmlformats.org/officeDocument/2006/relationships/slideLayout" Target="../slideLayouts/slideLayout6.xml"/><Relationship Id="Rf56f77df0ff147fc"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07b0690bc4c04c92" Type="http://schemas.openxmlformats.org/officeDocument/2006/relationships/slideLayout" Target="../slideLayouts/slideLayout6.xml"/><Relationship Id="R9bc997d0515147e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0f46b4c098694e31" Type="http://schemas.openxmlformats.org/officeDocument/2006/relationships/notesSlide" Target="../notesSlides/notesSlide55.xml"/><Relationship Id="R11560c05e8374f8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540eef716dcc4bbf" Type="http://schemas.openxmlformats.org/officeDocument/2006/relationships/slideLayout" Target="../slideLayouts/slideLayout6.xml"/><Relationship Id="R5dd5a8ef298f433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97fa6acaf583463b" Type="http://schemas.openxmlformats.org/officeDocument/2006/relationships/notesSlide" Target="../notesSlides/notesSlide57.xml"/><Relationship Id="Rb289dd5ef1d049dc"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02ee050038c84087" Type="http://schemas.openxmlformats.org/officeDocument/2006/relationships/notesSlide" Target="../notesSlides/notesSlide58.xml"/><Relationship Id="R0bdf861b4994454f"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771589d53f84460c" Type="http://schemas.openxmlformats.org/officeDocument/2006/relationships/slideLayout" Target="../slideLayouts/slideLayout6.xml"/><Relationship Id="R828409590baf4d1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0a0eda3357514d00" Type="http://schemas.openxmlformats.org/officeDocument/2006/relationships/notesSlide" Target="../notesSlides/notesSlide60.xml"/><Relationship Id="R46f23451cb114d9e" Type="http://schemas.openxmlformats.org/officeDocument/2006/relationships/hyperlink" Target="https://iuea-test-entry.jothammartin-wambi.workers.dev/?test=CML3112%7CTEST1" TargetMode="External"/><Relationship Id="R6e4f3cddd57a436b" Type="http://schemas.openxmlformats.org/officeDocument/2006/relationships/slideLayout" Target="../slideLayouts/slideLayout6.xml"/><Relationship Id="Rd5c77c1618da4e23" Type="http://schemas.openxmlformats.org/officeDocument/2006/relationships/image" Target="../media/image2.png"/><Relationship Id="Re71e2b1691294681" Type="http://schemas.openxmlformats.org/officeDocument/2006/relationships/hyperlink" Target="https://iuea-test-entry.jothammartin-wambi.workers.dev/?test=CML3112%7CTEST1" TargetMode="External"/></Relationships>
</file>

<file path=ppt/slides/_rels/slide61.xml.rels><?xml version='1.0' encoding='UTF-8' standalone='yes'?>
<Relationships xmlns="http://schemas.openxmlformats.org/package/2006/relationships"><Relationship Id="R1eeed17e7e314c0a" Type="http://schemas.openxmlformats.org/officeDocument/2006/relationships/notesSlide" Target="../notesSlides/notesSlide61.xml"/><Relationship Id="Rb8d9dbf61d3c488c"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22c924c1bb49408a" Type="http://schemas.openxmlformats.org/officeDocument/2006/relationships/slideLayout" Target="../slideLayouts/slideLayout6.xml"/><Relationship Id="R340914a87318444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bdac8fc31514304" Type="http://schemas.openxmlformats.org/officeDocument/2006/relationships/notesSlide" Target="../notesSlides/notesSlide63.xml"/><Relationship Id="R9ea529db13904113"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4a140c0a8ecb4d8b" Type="http://schemas.openxmlformats.org/officeDocument/2006/relationships/slideLayout" Target="../slideLayouts/slideLayout6.xml"/><Relationship Id="R92a135182a554b0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899d92bcdb024789" Type="http://schemas.openxmlformats.org/officeDocument/2006/relationships/notesSlide" Target="../notesSlides/notesSlide65.xml"/><Relationship Id="Rd7d36fcc29d045a8"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55690ece011d46bb" Type="http://schemas.openxmlformats.org/officeDocument/2006/relationships/slideLayout" Target="../slideLayouts/slideLayout6.xml"/><Relationship Id="Rff460f9481f5456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cd8b2d1be4ad4f8e" Type="http://schemas.openxmlformats.org/officeDocument/2006/relationships/slideLayout" Target="../slideLayouts/slideLayout6.xml"/><Relationship Id="Rf973181d9b58490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1a4b73f714f84ace" Type="http://schemas.openxmlformats.org/officeDocument/2006/relationships/notesSlide" Target="../notesSlides/notesSlide68.xml"/><Relationship Id="R6036ea72a8df4a69"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94ECABD-D354-496D-9ED2-2D80D1B281BF}"/>
              </a:ext>
            </a:extLst>
          </p:cNvPr>
          <p:cNvPicPr>
            <a:picLocks xmlns:a="http://schemas.openxmlformats.org/drawingml/2006/main" noChangeAspect="1"/>
          </p:cNvPicPr>
          <p:nvPr/>
        </p:nvPicPr>
        <p:blipFill>
          <a:blip xmlns:r="http://schemas.openxmlformats.org/officeDocument/2006/relationships" xmlns:a="http://schemas.openxmlformats.org/drawingml/2006/main" r:embed="Rdf01a0d643374bc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BF034FF-6452-4EA8-9318-2F4B3311D57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C56B230-EDDB-48D8-BF8D-87A8A239E5C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7</a:t>
            </a:r>
          </a:p>
        </p:txBody>
      </p:sp>
      <p:sp>
        <p:nvSpPr>
          <p:cNvPr id="4" name="">
            <a:extLst xmlns:a="http://schemas.openxmlformats.org/drawingml/2006/main">
              <a:ext uri="{FF2B5EF4-FFF2-40B4-BE49-F238E27FC236}">
                <a16:creationId xmlns:a16="http://schemas.microsoft.com/office/drawing/2014/main" id="{E4AD4E04-DB9B-49C8-A498-ADA3054F780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20E11977-050D-4F6C-AC66-4679DE9C438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EC425AF-638D-4313-BD54-7D3CF2D1D9D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Practical revision before Test 1</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4132712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512527-AD26-4275-B5CE-13F863146A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61235D-467D-4126-B0C7-5A868245D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3C33F4-0939-4067-9371-90D5EE3504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BA044698-27E6-476E-88E3-603934EC49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5BB6DF-C37D-4A5A-ADC8-F399795B4C7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CML3112_Test1_practice.csv. Save both on your laptop.</a:t>
            </a:r>
          </a:p>
        </p:txBody>
      </p:sp>
      <p:sp>
        <p:nvSpPr>
          <p:cNvPr id="6" name="">
            <a:extLst xmlns:a="http://schemas.openxmlformats.org/drawingml/2006/main">
              <a:ext uri="{FF2B5EF4-FFF2-40B4-BE49-F238E27FC236}">
                <a16:creationId xmlns:a16="http://schemas.microsoft.com/office/drawing/2014/main" id="{6C3F9AAB-E4EE-453B-B2E0-4D6CBE3F50B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5ED500-8C8A-4D4B-B126-AB10187A2F6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DE53F70C-C30E-4ECB-A28B-5DAB3840CF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BB3286-5AFE-4BC3-A82E-513A4BA6DD0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16346905-DF55-4696-AD6A-42736C0AB1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a:t>
            </a:r>
          </a:p>
        </p:txBody>
      </p:sp>
    </p:spTree>
    <p:extLst>
      <p:ext uri="{BB962C8B-B14F-4D97-AF65-F5344CB8AC3E}">
        <p14:creationId xmlns:p14="http://schemas.microsoft.com/office/powerpoint/2010/main" val="15028227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61E68A-3040-4CAB-AD69-9C9D5C1F66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3F7212-DFAE-43F9-B301-666176E6B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C2A908-EB9C-4CD3-8C73-B309A06E33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CBB53AEE-A901-4AEB-8603-3716D3ED36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9C148A-7F9B-47DA-B80A-3374D4222FF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CML3112_Test1_practice.csv with the worked examples in this section.</a:t>
            </a:r>
          </a:p>
        </p:txBody>
      </p:sp>
      <p:sp>
        <p:nvSpPr>
          <p:cNvPr id="6" name="">
            <a:extLst xmlns:a="http://schemas.openxmlformats.org/drawingml/2006/main">
              <a:ext uri="{FF2B5EF4-FFF2-40B4-BE49-F238E27FC236}">
                <a16:creationId xmlns:a16="http://schemas.microsoft.com/office/drawing/2014/main" id="{2061297C-A1C7-4984-8A9E-0128AA55033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41A455-F3EA-42C7-A76A-6ABE6C2407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65FC75AA-8568-4012-BC0A-B493BC2B6F1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E5AF9D-CCC5-4E01-BB6F-2F175F988B9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C1F1772-9AC0-4AA5-B713-97DCE4DC85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a:t>
            </a:r>
          </a:p>
        </p:txBody>
      </p:sp>
    </p:spTree>
    <p:extLst>
      <p:ext uri="{BB962C8B-B14F-4D97-AF65-F5344CB8AC3E}">
        <p14:creationId xmlns:p14="http://schemas.microsoft.com/office/powerpoint/2010/main" val="13840233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204E83-96F7-4965-A342-D165954BEA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F2BD6B-A051-432B-926B-7C855B09D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D80133-05BB-4451-9B10-98E033C244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6DAB69CC-54CD-4FB2-886E-F68AC62274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F5ABF0-291B-472A-839E-0C932785ED7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84F40BE6-7FB8-4925-88B9-E6E97C13134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1D7F34-00DB-44A1-9083-4A607F06BF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244A0ECE-93A2-40D7-8F23-FE7F0766823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167D37-DC1D-4BEF-954B-9F1677AEA04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2021C190-7F5B-437F-AB59-143876898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a:t>
            </a:r>
          </a:p>
        </p:txBody>
      </p:sp>
    </p:spTree>
    <p:extLst>
      <p:ext uri="{BB962C8B-B14F-4D97-AF65-F5344CB8AC3E}">
        <p14:creationId xmlns:p14="http://schemas.microsoft.com/office/powerpoint/2010/main" val="18410920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77472D-C274-4DB7-99BA-7DBDC09F50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AFD976-D996-4DDF-B37E-1A70838AE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515E0C-3050-4B91-8D7C-1798D76941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0A1C3D45-7A67-4125-9A75-10CE0D0BD5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041E4C-6A4F-41E9-91D7-1B0DBA8D1C7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CML3112_Test1_practice.csv.</a:t>
            </a:r>
          </a:p>
        </p:txBody>
      </p:sp>
      <p:sp>
        <p:nvSpPr>
          <p:cNvPr id="6" name="">
            <a:extLst xmlns:a="http://schemas.openxmlformats.org/drawingml/2006/main">
              <a:ext uri="{FF2B5EF4-FFF2-40B4-BE49-F238E27FC236}">
                <a16:creationId xmlns:a16="http://schemas.microsoft.com/office/drawing/2014/main" id="{AA961C0A-9193-45F3-BB27-9B1084D1A5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32318D-9073-4816-B11C-6D1FFB631AE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63423341-6D24-428B-8C4E-DF19384B0EE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8CD2C1-0927-4C95-AE49-E545099A14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0C379F71-ECD8-41F4-B30F-0C68B12C6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a:t>
            </a:r>
          </a:p>
        </p:txBody>
      </p:sp>
    </p:spTree>
    <p:extLst>
      <p:ext uri="{BB962C8B-B14F-4D97-AF65-F5344CB8AC3E}">
        <p14:creationId xmlns:p14="http://schemas.microsoft.com/office/powerpoint/2010/main" val="13787478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7D1D54-E863-4766-B340-F1B2C6B49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1E69DE-8552-4372-B4F5-D1736D7887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EAB1E5-B17B-437E-A925-D969E81FDA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94B66AAF-295F-4780-8BCB-C0205703C6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73E56F-8F77-4110-B714-4FDC1138A94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DCB856C4-D561-47FA-AF20-EECFC0CDA9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7CA6DD-3448-478F-A0A4-D89520F13F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power demand, measured in kW.</a:t>
            </a:r>
          </a:p>
        </p:txBody>
      </p:sp>
      <p:sp>
        <p:nvSpPr>
          <p:cNvPr id="8" name="">
            <a:extLst xmlns:a="http://schemas.openxmlformats.org/drawingml/2006/main">
              <a:ext uri="{FF2B5EF4-FFF2-40B4-BE49-F238E27FC236}">
                <a16:creationId xmlns:a16="http://schemas.microsoft.com/office/drawing/2014/main" id="{16C73681-C639-449E-ADC0-C40EA504224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0D03D9-71FC-4F9D-9084-8A03B09F61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77D31EE7-D3BE-4BFD-81EB-E658EED10B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a:t>
            </a:r>
          </a:p>
        </p:txBody>
      </p:sp>
    </p:spTree>
    <p:extLst>
      <p:ext uri="{BB962C8B-B14F-4D97-AF65-F5344CB8AC3E}">
        <p14:creationId xmlns:p14="http://schemas.microsoft.com/office/powerpoint/2010/main" val="1439916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0D90D5-7598-43CA-A4F0-7128F000D3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1AF4CE-7EE1-4EDB-88AE-E5764574E4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7CA5DE-C51D-4E62-9ABC-206FE482F4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BAEC5801-B837-43B4-8D2B-479DD719DA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527BFF-6435-43C8-828B-1B7FE2E215A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598A7D08-8306-4408-AACA-BD8448D6639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259DE42-C29E-44CD-A847-CC2FE82BF87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827DB719-CCB5-47DE-851F-C859C45E50E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12F050-6F4A-4F67-B045-50E25F94538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BB69A2E5-8455-4B8C-928C-68822015B9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7</a:t>
            </a:r>
          </a:p>
        </p:txBody>
      </p:sp>
    </p:spTree>
    <p:extLst>
      <p:ext uri="{BB962C8B-B14F-4D97-AF65-F5344CB8AC3E}">
        <p14:creationId xmlns:p14="http://schemas.microsoft.com/office/powerpoint/2010/main" val="161089624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52CCFF-DB42-47B7-9952-91F87C36B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30CBAC-B27C-46EA-BB0D-867851DABD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F95B54-D95D-4B3A-B734-FEE661F1BE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4882634D-EDAE-4057-ADFC-FFD6CF52AF2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64B067-1FF5-4135-A8C5-1A7D6AF00C4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"CML3112_Test1_practice.csv"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D85BC139-81C4-4B7D-97C9-3321878FC5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46E2AAC-B4F6-4F3C-8450-28CB34E717F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E00B4AA7-A5E2-44FA-83A6-BE94195E820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E9FDAA11-CC68-48B6-B9E6-3AF4D7B8D6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A5DEFEF8-3A67-4A29-831E-E7EDCD94E7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8</a:t>
            </a:r>
          </a:p>
        </p:txBody>
      </p:sp>
    </p:spTree>
    <p:extLst>
      <p:ext uri="{BB962C8B-B14F-4D97-AF65-F5344CB8AC3E}">
        <p14:creationId xmlns:p14="http://schemas.microsoft.com/office/powerpoint/2010/main" val="4978465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FF125D-FC5A-4E5B-A126-E4629638E1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F0F60B-2BD2-4C16-9D39-47D24B6AAA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59E30C-01B9-416E-B22D-189CE59695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90582A7E-3BB8-468B-89CE-9A134D48F2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B4CA08-8CB1-48D1-B483-D4A1E476EC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8A608DAF-FB97-4C74-AAD2-C87B48FB9EA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A667FF-4A19-4905-840F-9FC553582AE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755A5FA8-4740-457B-B6A8-3A246C48FF8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91D2D1-20FE-4A58-B6DA-CCE6FCBC2E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5195FCE1-FEF3-4071-B75C-7AB2427330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9</a:t>
            </a:r>
          </a:p>
        </p:txBody>
      </p:sp>
    </p:spTree>
    <p:extLst>
      <p:ext uri="{BB962C8B-B14F-4D97-AF65-F5344CB8AC3E}">
        <p14:creationId xmlns:p14="http://schemas.microsoft.com/office/powerpoint/2010/main" val="12376359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686EA1-10A5-43F5-A0D8-3EDDD4EA36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C8517A-DA38-450A-8D72-26165B376E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4C097AB-3EE4-4EA8-A933-850A54531F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9B0D0C91-0893-4E76-9586-9850DA8D8C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C47238-42F0-4EF9-9BAC-7F8E3E2E8D4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1728F459-7B27-42FB-9CC4-AB0FE1FB3E4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BDC41-A686-4135-9DFC-3209537B3D2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C4DCD6A1-334B-4AD9-AD81-6079C68D3B4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9883BE-1678-457B-BDF6-2BC93D735A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EA526216-8CC3-4CA1-A438-76D477D08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10</a:t>
            </a:r>
          </a:p>
        </p:txBody>
      </p:sp>
    </p:spTree>
    <p:extLst>
      <p:ext uri="{BB962C8B-B14F-4D97-AF65-F5344CB8AC3E}">
        <p14:creationId xmlns:p14="http://schemas.microsoft.com/office/powerpoint/2010/main" val="18688308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6BFA3C-AA82-4E5A-977B-5B3D7A4CFF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9E266A-5076-4C09-8D1D-9DE2A8B27C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E70EE6-A9A1-44D9-AD6A-302C6F45C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7B8D3C9A-BAAA-4204-B815-93A96BEE9F5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58E452-C9EE-41F1-B9C8-E129117646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8AC86727-8645-4CA7-BE22-6374D3206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A57E93-EA2F-4871-BB6B-F7D20589A6B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3D3E47F8-849C-44D4-8A48-35133292285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6CF626DE-EBE2-4D27-A705-9F5B5A4268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B13C5D1A-BF0F-41AB-91C3-4B771CAB1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11</a:t>
            </a:r>
          </a:p>
        </p:txBody>
      </p:sp>
    </p:spTree>
    <p:extLst>
      <p:ext uri="{BB962C8B-B14F-4D97-AF65-F5344CB8AC3E}">
        <p14:creationId xmlns:p14="http://schemas.microsoft.com/office/powerpoint/2010/main" val="15908828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B2AF6E-8141-4A8E-B757-5427A3CF6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211E0-4CAC-42A5-AA92-427A0E6AFF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772106-F679-4369-BE1B-B2645D29F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22003286-0285-48B9-90B1-2AEE574239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E94793-043E-41B6-87FE-20EEC1BAD1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991079E0-8327-4C55-9B98-C29F55A278E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1281CA-A536-47D7-A3EB-D17A19B0C8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8EE7CA7B-BCE4-4B42-B192-D9A6DC0577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CC4B76-0FF4-4F7F-A297-2F109FD0243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313197E9-B587-4254-95A4-2AB23DD614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12</a:t>
            </a:r>
          </a:p>
        </p:txBody>
      </p:sp>
    </p:spTree>
    <p:extLst>
      <p:ext uri="{BB962C8B-B14F-4D97-AF65-F5344CB8AC3E}">
        <p14:creationId xmlns:p14="http://schemas.microsoft.com/office/powerpoint/2010/main" val="197986651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98076A-7CD3-44B5-9762-C32D4CE66B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1AA00D-785F-4A7C-919E-5F3B83CEB2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6B9FA8-A50C-4335-BA3B-E903DF292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1D6780DF-CE13-43D3-9809-8BB4306B700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A7A779-8913-4B80-B814-BE2C1A35395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2E8A35F5-1418-4BE3-B9CD-7C5CE10DC44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03FAA1-D2B6-487A-B74C-51BB4F6DF0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3D2387DB-B854-455C-9211-E269D894DFB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B46B2EE5-CDE4-43B5-8689-6B12F2137F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C42B2970-15BE-4A28-894D-935CECC14C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13</a:t>
            </a:r>
          </a:p>
        </p:txBody>
      </p:sp>
    </p:spTree>
    <p:extLst>
      <p:ext uri="{BB962C8B-B14F-4D97-AF65-F5344CB8AC3E}">
        <p14:creationId xmlns:p14="http://schemas.microsoft.com/office/powerpoint/2010/main" val="2575534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024583-3167-4503-B655-581ED75A0E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C946D2-668D-478D-A196-39B40EE4E3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E2E3767-9580-49E7-9A67-29108F7955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0D7FF09F-74A1-4A15-9AFA-7926FD7DC2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C02947-CFA8-455C-AB88-2974FB3C620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8B2D1612-25F1-4D42-9C0C-6F2AB05057A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A01798-8352-40F2-8D26-7150E1D80CC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76D36EFB-9E89-4ACA-9092-E01E9312D2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00B9ED-6131-4312-86E8-8D207D3096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3C1E5C18-734F-44CA-8C17-741E33008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14</a:t>
            </a:r>
          </a:p>
        </p:txBody>
      </p:sp>
    </p:spTree>
    <p:extLst>
      <p:ext uri="{BB962C8B-B14F-4D97-AF65-F5344CB8AC3E}">
        <p14:creationId xmlns:p14="http://schemas.microsoft.com/office/powerpoint/2010/main" val="1083435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32A76E-8D45-4CDF-819D-44FB72AB89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74BBCA-1BB8-4E54-A68E-FDBA7495BD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B19238-AFA1-4F27-94FE-23580D5562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F351F72D-1C12-4DE3-B78E-B7F6BC9803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6EFC56-15AC-4856-A4D7-9454369636B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DB40649C-C749-4E8A-B55D-D65C3F6E69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241B7A7B-1DD9-4E03-B455-3C0E6061E2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D0CAEE6C-60FC-416D-92FF-2A5F7C7289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15</a:t>
            </a:r>
          </a:p>
        </p:txBody>
      </p:sp>
    </p:spTree>
    <p:extLst>
      <p:ext uri="{BB962C8B-B14F-4D97-AF65-F5344CB8AC3E}">
        <p14:creationId xmlns:p14="http://schemas.microsoft.com/office/powerpoint/2010/main" val="69608403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AF547C-4644-483A-87CB-3604E4F6A5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433A94-5D24-4112-99FC-C4D165DD01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CEA8AD-82DD-4EC5-843B-37BFACA042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910A5525-9D4F-46D2-8633-AD168B7688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822C8C-500C-4EFF-86B2-CCCCD93993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E2638C7D-A323-40B8-ABAD-125EF37D90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6B2DCA-BA6A-4400-8815-2DE5437519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E82F479C-60DF-46CB-9362-6685A66D947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0EC9BC-56C1-4BAD-8050-F9EC6E46EE4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13AEFA3E-CA63-4B2E-8128-09C7658B04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16</a:t>
            </a:r>
          </a:p>
        </p:txBody>
      </p:sp>
    </p:spTree>
    <p:extLst>
      <p:ext uri="{BB962C8B-B14F-4D97-AF65-F5344CB8AC3E}">
        <p14:creationId xmlns:p14="http://schemas.microsoft.com/office/powerpoint/2010/main" val="9468319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FE3E76-0648-4817-856F-874D0D32C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E68FE9-E5CC-4F0D-81B4-868443D311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72902E-DFEF-47C6-AA01-09E7C48CB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CDCB71B3-F085-4BFB-B740-0D9300F569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98425FB-E27B-469A-8F94-53CA5F4BB97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EDEB441D-4BF6-4EB9-8CD9-DAC72E9208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F1B4B5B2-EC49-4A20-8A03-0E286A6B1B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kW.</a:t>
            </a:r>
          </a:p>
        </p:txBody>
      </p:sp>
      <p:sp>
        <p:nvSpPr>
          <p:cNvPr id="8" name="">
            <a:extLst xmlns:a="http://schemas.openxmlformats.org/drawingml/2006/main">
              <a:ext uri="{FF2B5EF4-FFF2-40B4-BE49-F238E27FC236}">
                <a16:creationId xmlns:a16="http://schemas.microsoft.com/office/drawing/2014/main" id="{ACBD8CE6-59D3-4B3D-B055-0353D4E3A5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17</a:t>
            </a:r>
          </a:p>
        </p:txBody>
      </p:sp>
    </p:spTree>
    <p:extLst>
      <p:ext uri="{BB962C8B-B14F-4D97-AF65-F5344CB8AC3E}">
        <p14:creationId xmlns:p14="http://schemas.microsoft.com/office/powerpoint/2010/main" val="15347639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9DB209-F841-4503-9F14-133DBEA972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A714AD-AADB-438F-98E2-CD33834E0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E95772-3E19-4ED0-A8A4-5910325295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46FB392A-261B-4C27-AA30-996884D562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337904-8638-4C26-8609-9ADEEDAF671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E13E68BD-0CCF-410B-8538-AF8BC8C741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48268A-655A-4E01-8776-D92AB57AB1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0C73379A-A01D-4F48-8B0D-EA04E5BE1E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CBDCDA-96DD-487B-9515-9157F5C660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C66D2434-79E1-4697-9CC3-7A0B99BF2D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18</a:t>
            </a:r>
          </a:p>
        </p:txBody>
      </p:sp>
    </p:spTree>
    <p:extLst>
      <p:ext uri="{BB962C8B-B14F-4D97-AF65-F5344CB8AC3E}">
        <p14:creationId xmlns:p14="http://schemas.microsoft.com/office/powerpoint/2010/main" val="83095594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6566FF-BE7F-4D66-A247-C2E38BF03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1F44A3-35F3-4473-92F4-66ADEC0C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6C3D34-0C38-46B5-ACEB-17BC627565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125D6969-8CA9-4AFA-A450-3401F4F793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420F6F-9326-4BA0-B67B-ED2B6353B9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kW.</a:t>
            </a:r>
          </a:p>
        </p:txBody>
      </p:sp>
      <p:sp>
        <p:nvSpPr>
          <p:cNvPr id="6" name="">
            <a:extLst xmlns:a="http://schemas.openxmlformats.org/drawingml/2006/main">
              <a:ext uri="{FF2B5EF4-FFF2-40B4-BE49-F238E27FC236}">
                <a16:creationId xmlns:a16="http://schemas.microsoft.com/office/drawing/2014/main" id="{4F29F480-0123-4544-A219-8EF831B9C7A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FE55C7-391E-4C72-BE2B-4CD55BBFB15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kW. M2: (30 + 60) / 2 = 45 kW.</a:t>
            </a:r>
          </a:p>
        </p:txBody>
      </p:sp>
      <p:sp>
        <p:nvSpPr>
          <p:cNvPr id="8" name="">
            <a:extLst xmlns:a="http://schemas.openxmlformats.org/drawingml/2006/main">
              <a:ext uri="{FF2B5EF4-FFF2-40B4-BE49-F238E27FC236}">
                <a16:creationId xmlns:a16="http://schemas.microsoft.com/office/drawing/2014/main" id="{14A9C0F7-3EC7-4013-BE9C-62B3D32A31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D617A5-A4F5-425A-9E82-DBEDB17021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235BA685-D0A8-4D86-80BB-CEED078EC1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19</a:t>
            </a:r>
          </a:p>
        </p:txBody>
      </p:sp>
    </p:spTree>
    <p:extLst>
      <p:ext uri="{BB962C8B-B14F-4D97-AF65-F5344CB8AC3E}">
        <p14:creationId xmlns:p14="http://schemas.microsoft.com/office/powerpoint/2010/main" val="11328853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A2B5D0-A729-4BF5-99C3-CB8CB853A0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2C0B2-B2FB-4537-AAA7-D49F86F216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C6EF65-47FE-4EBE-877E-EC3A179B8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7BEBA365-A707-4DB2-9691-3EB64E0636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840597-2351-41CF-B0FA-29C57E0F01E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B1F873CD-9D09-45E7-A27D-52420C0FF2F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1F8BB8-7316-4569-887A-2C2B31958AE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13CA9FF0-F4EC-4DD7-9B50-D2B99F1AF0E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7B208F-37D1-4E75-9720-7DE8328D67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6B668A4C-1608-4A69-A224-AEB5D2462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20</a:t>
            </a:r>
          </a:p>
        </p:txBody>
      </p:sp>
    </p:spTree>
    <p:extLst>
      <p:ext uri="{BB962C8B-B14F-4D97-AF65-F5344CB8AC3E}">
        <p14:creationId xmlns:p14="http://schemas.microsoft.com/office/powerpoint/2010/main" val="17631173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8B1E9F6-A584-4400-801B-B5E45D457E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8971B6-00A3-47C4-8BB4-83B3BE9BA7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46F77D-8D64-4564-9687-47B3728836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DDC0D0E6-FF5D-4BAE-B9B5-E24F41821FF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4B3993-A1A8-4EBD-A97C-889C845B7F7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(kW)")</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48D55F7B-0670-4319-8154-1E30D7DA5F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45CD67A-ADA7-4265-AA5A-80DB0BBEDB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F58AB774-2CF4-41FF-ACC6-6707579553C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CCDF9398-2561-4698-A35B-050B0C2C50F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CA8BCF60-DC14-48F2-A7C7-C1388E0139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CEC30EA3-E403-4323-AAEE-152E00C8C7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21</a:t>
            </a:r>
          </a:p>
        </p:txBody>
      </p:sp>
    </p:spTree>
    <p:extLst>
      <p:ext uri="{BB962C8B-B14F-4D97-AF65-F5344CB8AC3E}">
        <p14:creationId xmlns:p14="http://schemas.microsoft.com/office/powerpoint/2010/main" val="12876271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2F41A-74EB-48CA-9888-AE4588868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642FD7-0586-496F-94B6-6839F6D81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F8DE95-494B-41BF-9F86-69E8447601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58F02B19-4E68-4656-A797-2A93B47E82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48527C-912A-4365-859A-8E9A157744D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54BC10AB-13F4-421F-A28B-ED28E5746B8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AD41AD-485F-4665-88BB-8F4496C667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47E758EC-7715-460F-8948-70E1621A1B1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6D3778-4ECB-4E30-9B3E-8EF67EDBB8D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D776EF37-FCE5-4BAE-97BA-3957D344F4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22</a:t>
            </a:r>
          </a:p>
        </p:txBody>
      </p:sp>
    </p:spTree>
    <p:extLst>
      <p:ext uri="{BB962C8B-B14F-4D97-AF65-F5344CB8AC3E}">
        <p14:creationId xmlns:p14="http://schemas.microsoft.com/office/powerpoint/2010/main" val="36119551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127063-4AF0-4950-A807-091CA072D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B79524-1A72-4AC6-8370-AEFC3ECF1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55074DF-90D0-42D2-8C91-852BD5C799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B0428DB9-03AE-40BE-91B0-967D21385B8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4FA2BB3-9E88-45C7-BBCB-F2256A98FE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(kW)")</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1F28EDFB-9435-4CC1-9E99-34B818CD022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EDC72B0-F9C2-4AB4-9A3E-CCD7AE629E6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06D9DCA1-2583-4D1E-996A-52C21605637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B22C71DB-B206-4EE5-9906-42EAC832D8E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1A006AE4-7978-4FE5-94F4-316F5CBEEC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23</a:t>
            </a:r>
          </a:p>
        </p:txBody>
      </p:sp>
    </p:spTree>
    <p:extLst>
      <p:ext uri="{BB962C8B-B14F-4D97-AF65-F5344CB8AC3E}">
        <p14:creationId xmlns:p14="http://schemas.microsoft.com/office/powerpoint/2010/main" val="18498049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55149A-38E0-4958-B0DB-A801C46208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1FEE14-98DF-4E3A-9FF1-FE2085825C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E71AD8-8724-49D8-9BFB-A5B9B860B3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F1C34739-5A74-4525-9113-76E7797770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C0368D-0016-4FE5-AAFB-A7ED47D7870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11189C9B-8B29-4220-9005-E206B90EED9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7B0929-B3DD-4A43-96FD-ADC0174CCEA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1D547A9B-CA91-498F-B04B-F5F52DF209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F8C6CE-18EA-4926-A16A-AB49261ADE1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AFE98C83-B2A1-42B8-B967-D829EDED3F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24</a:t>
            </a:r>
          </a:p>
        </p:txBody>
      </p:sp>
    </p:spTree>
    <p:extLst>
      <p:ext uri="{BB962C8B-B14F-4D97-AF65-F5344CB8AC3E}">
        <p14:creationId xmlns:p14="http://schemas.microsoft.com/office/powerpoint/2010/main" val="1588461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A676F8-D837-40E9-90DA-183F81ACD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6BEEB7-ADD8-4F0C-AAC9-54718312C0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3498E2-53E4-4C0D-890C-E0FE385FB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27C450E7-6B30-4B8C-934F-AF7C35FABD9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74B4464-EA7F-49E7-9B7E-8AD37DA5EB2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68C16F3-D874-4963-B7B9-D2CB2AA28C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7075ED-3B18-4D90-830D-207C76BD8A8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29B729C1-1F76-4132-95B3-DE7E7F6D61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0B38543C-4148-4AFB-AEE2-8CA7EBA91B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1E78200B-07AB-4F54-96E3-A98FBF25C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25</a:t>
            </a:r>
          </a:p>
        </p:txBody>
      </p:sp>
    </p:spTree>
    <p:extLst>
      <p:ext uri="{BB962C8B-B14F-4D97-AF65-F5344CB8AC3E}">
        <p14:creationId xmlns:p14="http://schemas.microsoft.com/office/powerpoint/2010/main" val="178175720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FA9AEB-893D-4E13-B25A-684407AEE9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F7A2E6-2B23-4682-8783-2D1C236BE9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6FFB0F0-5434-4B92-91B5-BDD50CF6E7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3DCAD093-5641-4736-B9BD-7D5E158D49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BE02F4-B4E4-46A2-99F5-3CED53AFBA7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ACFEAB14-D9B5-4CB2-B791-6682C2E0C0A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92D45C-264D-4159-A8D5-878A26013A0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627B1C8A-DD01-4E08-B813-F176B85D2D9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A4D8D8-5CB7-4209-9DEA-7468C99C92E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72E0BE5C-6D5D-478B-A787-3FEB982515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26</a:t>
            </a:r>
          </a:p>
        </p:txBody>
      </p:sp>
    </p:spTree>
    <p:extLst>
      <p:ext uri="{BB962C8B-B14F-4D97-AF65-F5344CB8AC3E}">
        <p14:creationId xmlns:p14="http://schemas.microsoft.com/office/powerpoint/2010/main" val="78770319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DE0FF8-0963-4BAB-8E1C-D0DE697043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EE84B9-0835-4463-ADB7-8B4A69747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6EDB3C-A700-4F73-A90C-E3AD60F886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2702C803-4976-4BD2-8E20-4141EFED07B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820E90-ED02-427F-B4B8-0C7E61C327C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D40C4C35-7DF1-4EA8-A40B-06163741602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809E404-C391-4C5D-95F5-C9B2C473902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F2F3393F-5891-410A-9585-D6484B48D16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92782012-F30B-4BC7-B8B9-13C8825CD4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26CF43C2-D27D-49F0-A951-B6DC52E8C7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27</a:t>
            </a:r>
          </a:p>
        </p:txBody>
      </p:sp>
    </p:spTree>
    <p:extLst>
      <p:ext uri="{BB962C8B-B14F-4D97-AF65-F5344CB8AC3E}">
        <p14:creationId xmlns:p14="http://schemas.microsoft.com/office/powerpoint/2010/main" val="8670361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1A5C4-DD37-4559-B9D3-FC8EC93007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3C8458-219D-4783-98F9-265407A0E4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2CCFA20-101B-48C8-AAD3-4847B418D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A183967E-305A-4D1C-B7DC-F7D51C20CD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1190E7-0E66-48A4-9C76-44CB6268344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F6E815CC-DFDE-4480-A284-8959501F0FE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EA7EE6-88B6-41EE-8818-D7B30A13822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856F156F-3781-4ADE-8F7A-1B84F5C823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3A3E29-9B2B-4CD3-9E56-97FF38AEFFD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816CF938-A1DA-4221-9270-2FAC9327BB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28</a:t>
            </a:r>
          </a:p>
        </p:txBody>
      </p:sp>
    </p:spTree>
    <p:extLst>
      <p:ext uri="{BB962C8B-B14F-4D97-AF65-F5344CB8AC3E}">
        <p14:creationId xmlns:p14="http://schemas.microsoft.com/office/powerpoint/2010/main" val="12064268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96A563-8C21-4A24-AF41-23EE39125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A08DFA-2B2B-490F-9549-6B248BA24A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866A809-C0F3-4746-9F76-044981941B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7324677D-D19E-4BA6-921B-BD95D7DB57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4E3E5F-0667-4B90-A903-D45F9DE319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EEB4DC20-64D3-495F-A2AD-1772465FC92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73B937-F4EF-4347-98C8-4FD7E7F3287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FFCFAE4F-56F7-4E7A-ADE9-20996CA1846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F927D4-658A-4B60-989B-4577BA23852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C39D0D9D-6495-48A5-9050-AD104AAE63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29</a:t>
            </a:r>
          </a:p>
        </p:txBody>
      </p:sp>
    </p:spTree>
    <p:extLst>
      <p:ext uri="{BB962C8B-B14F-4D97-AF65-F5344CB8AC3E}">
        <p14:creationId xmlns:p14="http://schemas.microsoft.com/office/powerpoint/2010/main" val="6323654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2A0099-4A7C-4677-8E45-2043F4D627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43848C-C44D-408C-B147-8871EA708E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A98ED2-0B62-43D9-B4C3-6806062F7F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2F71F03E-C1AE-4FB0-BDAA-DC7551154E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11E9B6-4F7C-4EB4-BB6C-396591AE592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15483FA5-0E9D-4D08-8119-14365BFA087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56ADC64-E3BA-4F3A-85C6-88008E6098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954EDF26-7835-4A1A-A68B-1080E572E98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D80A9284-9B5C-4D96-9630-B8A0EC65E1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695DFA18-36AB-4A76-A3E2-115C960A9F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30</a:t>
            </a:r>
          </a:p>
        </p:txBody>
      </p:sp>
    </p:spTree>
    <p:extLst>
      <p:ext uri="{BB962C8B-B14F-4D97-AF65-F5344CB8AC3E}">
        <p14:creationId xmlns:p14="http://schemas.microsoft.com/office/powerpoint/2010/main" val="134414857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934C7A-7F53-4C44-B78F-D3227A3FEA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07A525-AC48-47C1-9AB0-F0C733B1E2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9E59A-E45F-4C42-9005-DBDB4F6B0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841D6203-3869-4DB9-94A6-2ECA2899D9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28BD57-3A19-4281-B2E7-DD3ABBB805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74881F0C-A6B6-4828-BEDE-9BEF85499C5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52060E-E34C-423E-8EAC-366A1D908C8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017105A7-6FCA-407B-88A9-926D3FC49C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632597-0BD3-4B1A-A428-4992475BAF5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9C3F36AE-76FF-4A46-84B8-3326920D6A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31</a:t>
            </a:r>
          </a:p>
        </p:txBody>
      </p:sp>
    </p:spTree>
    <p:extLst>
      <p:ext uri="{BB962C8B-B14F-4D97-AF65-F5344CB8AC3E}">
        <p14:creationId xmlns:p14="http://schemas.microsoft.com/office/powerpoint/2010/main" val="166467793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9A4A6E-6A60-4B13-9EEE-2CE99D156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E511E-FB20-4596-9BD0-2C0A64AFB4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1251FC5-6284-44A1-BC41-D0FE6A9E4E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B5AF512B-1DD9-4DFB-A2A8-1E2E17271C4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0C3DCA-AC7A-426A-BF57-CA3B88EC624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F44243B0-A910-4448-B324-B43C4E8D512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AD79495D-6B58-4F22-AA11-D0AD42E26C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64033FD5-6AAF-44EB-B9B3-080A4E3C53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32</a:t>
            </a:r>
          </a:p>
        </p:txBody>
      </p:sp>
    </p:spTree>
    <p:extLst>
      <p:ext uri="{BB962C8B-B14F-4D97-AF65-F5344CB8AC3E}">
        <p14:creationId xmlns:p14="http://schemas.microsoft.com/office/powerpoint/2010/main" val="7598871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099A77-5A31-4554-ABD4-0CC6E0EA1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6B98F9-6CFC-412D-BAF2-70A9493893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DAAFF8-75A3-4695-A141-EB23E61F9A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CBB3BF61-E915-4C13-8EA8-DD4D144840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F5E3D8-E337-4FD3-8C8E-E05AEC27CBC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5A4E3780-E2BC-4952-9064-BFB148CE081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007FCC-A05E-49AE-9520-06B33BA0289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A7FAEC36-811C-4760-82D5-0B7BD19D06D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0B6CD2-3935-4AE4-85D7-BB37AA309BF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6F62DC63-8693-4361-82A8-471A774A4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33</a:t>
            </a:r>
          </a:p>
        </p:txBody>
      </p:sp>
    </p:spTree>
    <p:extLst>
      <p:ext uri="{BB962C8B-B14F-4D97-AF65-F5344CB8AC3E}">
        <p14:creationId xmlns:p14="http://schemas.microsoft.com/office/powerpoint/2010/main" val="30080505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434CC4-D921-4C09-8828-01870EECEA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83A344-C4B9-4AD2-BD7B-89C5F7A33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35C67C-03A2-42B5-8F6C-923178A55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65BDFE52-6D48-43B8-B5B5-7980A3BAECE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04627F-EB95-4E92-AEA9-9274F055382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FF219EBD-52A6-4DCA-A929-F6C42ABB83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8E367ED6-60A0-4AE0-85B7-FB96FE772D5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9A747BA5-EE94-4CA2-9470-11CDD9EBF2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34</a:t>
            </a:r>
          </a:p>
        </p:txBody>
      </p:sp>
    </p:spTree>
    <p:extLst>
      <p:ext uri="{BB962C8B-B14F-4D97-AF65-F5344CB8AC3E}">
        <p14:creationId xmlns:p14="http://schemas.microsoft.com/office/powerpoint/2010/main" val="160910790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AE12CC-1276-4852-8B04-9ECC8172A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8DB5C0-B8F3-469D-83CC-4A9E79E357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A6579D-1D7D-4013-A236-0BA9A95AF0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89D329DD-CF8B-4392-AD71-7B92860C54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DBB461-1F8E-49BB-A56F-655C6A29FDC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E314DA86-5389-4F1D-8BA7-3C903B978BF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F22CC70A-C3EC-4349-9501-92ED41605F5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631C8E62-F159-4A16-A88E-A3FD1AA81C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35</a:t>
            </a:r>
          </a:p>
        </p:txBody>
      </p:sp>
    </p:spTree>
    <p:extLst>
      <p:ext uri="{BB962C8B-B14F-4D97-AF65-F5344CB8AC3E}">
        <p14:creationId xmlns:p14="http://schemas.microsoft.com/office/powerpoint/2010/main" val="60579630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8C382F-1525-4D12-8C85-369AC67BC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97DD7-15A5-40AF-A14D-FA213E182B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DFE20F9-4487-4644-8C5B-ABB0E6962D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F280B965-170F-4E54-B7E3-78D2E691DE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3803E4-F91B-415A-A945-65DAE70CCA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E0BEE9F5-3919-4E1C-8AA3-EA3C94B5558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61C1E2-6D39-464F-BA37-1C095159DA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E4060B7F-4ED1-4662-A3C9-0BDF0411B15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AE23E6-E9F6-4A0B-B4E1-C82086EBED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0F2E14EA-F979-4C4A-BDDA-A8ACA2A610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36</a:t>
            </a:r>
          </a:p>
        </p:txBody>
      </p:sp>
    </p:spTree>
    <p:extLst>
      <p:ext uri="{BB962C8B-B14F-4D97-AF65-F5344CB8AC3E}">
        <p14:creationId xmlns:p14="http://schemas.microsoft.com/office/powerpoint/2010/main" val="211789159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59D556-FF40-4FF4-95A0-1E01695A62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5DFF47-027D-4CC1-84E4-DC36DD3073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2ACCD4-E0C1-4D39-89B8-7F313A1098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0E77812F-AB18-4334-980D-01DFEA8EA24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9680F0-E167-4B3A-BC01-903469FE410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283D2F95-4DAE-48DD-8E04-A5EB57A292C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E0DE5D9C-C7B4-4F13-9840-A1F8AB4162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A781233F-A690-4923-B2D0-C805FF72AB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37</a:t>
            </a:r>
          </a:p>
        </p:txBody>
      </p:sp>
    </p:spTree>
    <p:extLst>
      <p:ext uri="{BB962C8B-B14F-4D97-AF65-F5344CB8AC3E}">
        <p14:creationId xmlns:p14="http://schemas.microsoft.com/office/powerpoint/2010/main" val="855698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A6576B-F567-40E1-A3D4-5CA0D77DFE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8EC6F7-3CA3-4322-B805-8DB1128440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ADC9A1-E314-445A-9DB1-A6030A007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EACB7289-CA32-4D66-B803-F7C89209C5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BEDCED-4B2D-4EDB-98B1-2A56100101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F0E43947-CCBF-4B4B-AE1F-6D9D487A361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95F515C0-C20A-420C-94EE-2EFEC3B3D1C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BF977C6A-12F7-4504-84F8-D3EAA45A92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38</a:t>
            </a:r>
          </a:p>
        </p:txBody>
      </p:sp>
    </p:spTree>
    <p:extLst>
      <p:ext uri="{BB962C8B-B14F-4D97-AF65-F5344CB8AC3E}">
        <p14:creationId xmlns:p14="http://schemas.microsoft.com/office/powerpoint/2010/main" val="163862790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A50330-B3A7-47EC-9DC4-690F4258E2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73E979-C897-4D75-A254-AB5F42F5B9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053887-DF0C-457A-A422-77F918540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EFDFF2B4-C6C7-400B-B0BF-120E7E4651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7962B7-3181-42AD-B4F7-C4D899BE4DE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0E4845B3-0505-42D3-8540-806A713BCE1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4F76F7-BA57-4643-9DEB-2E23E57064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B2B46097-9F87-4391-B416-2148764F562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3258C5-F157-421A-A0F7-D799F79CBB2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A1B8E8AA-5E06-4E93-88E9-900B250116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39</a:t>
            </a:r>
          </a:p>
        </p:txBody>
      </p:sp>
    </p:spTree>
    <p:extLst>
      <p:ext uri="{BB962C8B-B14F-4D97-AF65-F5344CB8AC3E}">
        <p14:creationId xmlns:p14="http://schemas.microsoft.com/office/powerpoint/2010/main" val="163501107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59D900-30F4-4C1B-9A6D-36997D18E5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EF81CE-BA2F-4B73-ACDF-C3A029CD79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FAD8836-5908-4797-9A56-0F25E1444E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B22B558D-5501-46A0-96C8-AE704470AF7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4027A2-7A85-4E34-B23F-5F28E432466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89066AA-0012-4D41-A3FA-742B71BE8A5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A8C1EA74-1C4E-4F8E-8D67-C710C9682B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26C77896-5C17-493B-82D6-452FA8129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40</a:t>
            </a:r>
          </a:p>
        </p:txBody>
      </p:sp>
    </p:spTree>
    <p:extLst>
      <p:ext uri="{BB962C8B-B14F-4D97-AF65-F5344CB8AC3E}">
        <p14:creationId xmlns:p14="http://schemas.microsoft.com/office/powerpoint/2010/main" val="111796032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10E4D0-2F88-4638-910A-D996B75298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A2A92-CF97-46BA-B9B1-32F600838B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E8C6D6-DBCE-4E91-BFDD-B55B173092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85EAB3D6-87F2-4D16-9EFC-EB243510EA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3EAFEB-3342-4481-8FA7-8282B82BE8D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51497E48-4977-4AA9-8A96-F6842C5854B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82D0B5-D964-4BF2-B1F9-F2C50E582E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055BD76B-A97C-44D8-95D4-990F4A60ED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5A2056-FD0E-463B-B982-8E79F04CC1E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E0CB00FE-101B-49C6-82FB-C4060B019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41</a:t>
            </a:r>
          </a:p>
        </p:txBody>
      </p:sp>
    </p:spTree>
    <p:extLst>
      <p:ext uri="{BB962C8B-B14F-4D97-AF65-F5344CB8AC3E}">
        <p14:creationId xmlns:p14="http://schemas.microsoft.com/office/powerpoint/2010/main" val="3409977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4257C0-19C9-4E38-A263-943DE0226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8F8DB3-A44B-4F2D-97F2-DE964BF8BC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AF4BDBA-B557-4F6C-B0C9-0E3E9DF2C8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A47D64C3-A4CC-477C-ACA3-522F79CDA0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547C8B-142A-4018-84DB-459C966D266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2AD67E76-7BEF-4290-938D-1A72A0C69CB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697798DB-A697-44DE-A1C8-44B98A5B21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FC0F44C1-9326-4D61-8CC1-1F0DD1FBFE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42</a:t>
            </a:r>
          </a:p>
        </p:txBody>
      </p:sp>
    </p:spTree>
    <p:extLst>
      <p:ext uri="{BB962C8B-B14F-4D97-AF65-F5344CB8AC3E}">
        <p14:creationId xmlns:p14="http://schemas.microsoft.com/office/powerpoint/2010/main" val="1896384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B93D69-AC98-4152-944C-9C455A1D02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BA16D-D626-4469-97BF-5478F797FB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94D99D-1738-45CD-9164-652EF4DB8B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82A53025-81A5-40B6-A948-D741B0F6FB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0EB675-47D6-4B11-9F0B-9EB4273922A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C7EAEFB3-F127-48B5-8960-5811B872A15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B3FD0C-4791-4869-9E12-CAB81F0AC94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545F8F3D-25F5-40A3-94C4-BC0D80BB229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DD5830-0B5F-4CE8-BEF1-EA1E7A11C1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07B47A17-F2C3-49C7-AAF3-3504BE4EC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43</a:t>
            </a:r>
          </a:p>
        </p:txBody>
      </p:sp>
    </p:spTree>
    <p:extLst>
      <p:ext uri="{BB962C8B-B14F-4D97-AF65-F5344CB8AC3E}">
        <p14:creationId xmlns:p14="http://schemas.microsoft.com/office/powerpoint/2010/main" val="17997472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E17A1B-3837-40CD-8192-45691A4F80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77DCE1-791E-47B3-96B4-90FED175CA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B00F23-B045-4C91-83BA-BEE724818B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873929B6-77AE-4D28-B357-CAFB48B39F4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D9E4EF-1960-4B7B-98B4-594C1A82913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(kW)")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1B39F5E-1FE9-4298-B7ED-1939D761B45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390274A7-F8F7-4C97-8EB7-ADDE0EDA76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13C1B73F-D557-4D61-A1CD-168F5CC9E9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44</a:t>
            </a:r>
          </a:p>
        </p:txBody>
      </p:sp>
    </p:spTree>
    <p:extLst>
      <p:ext uri="{BB962C8B-B14F-4D97-AF65-F5344CB8AC3E}">
        <p14:creationId xmlns:p14="http://schemas.microsoft.com/office/powerpoint/2010/main" val="44196297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A54C94-2BEC-4664-9C1C-8FC140D261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B6FC7A-2B17-4694-8D83-1EF13082F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4EF9F1-29E5-4090-942C-99C56A881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41C9E798-EF8A-4D14-AE0C-6FD9BEDB37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7CBADC-0718-4B7B-8C7F-E8C8501D5D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ABAAD13-FBF4-4A55-88C8-837FC978202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5104168-98C1-488E-9002-5A4A00F0A91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4803F78A-FAC2-46C4-A6C9-7666CD8AE0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E7262E9C-EEF5-428B-BACC-A9745AC952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45</a:t>
            </a:r>
          </a:p>
        </p:txBody>
      </p:sp>
    </p:spTree>
    <p:extLst>
      <p:ext uri="{BB962C8B-B14F-4D97-AF65-F5344CB8AC3E}">
        <p14:creationId xmlns:p14="http://schemas.microsoft.com/office/powerpoint/2010/main" val="154213512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5706BC-96C4-4E99-B98D-9ED42271A0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1EA9AD-00CA-44D4-BF3A-925147077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04C532-7FBE-48DC-8271-2D003ECAEE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2CF599E0-C27F-4D5B-B2FE-22515C31BC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26CD2A-9C77-48AB-A6BA-CC636D50FA0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6319804D-57AC-4625-933F-F5FB46927BE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632AF5-C7CD-4F65-BE40-CA5808688E5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B4D573B6-5266-4794-BF76-198F9FF34B5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9DFC34-50A0-43FA-82FF-76E4A597E89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E7B1425B-8429-4033-846F-F94DE46925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46</a:t>
            </a:r>
          </a:p>
        </p:txBody>
      </p:sp>
    </p:spTree>
    <p:extLst>
      <p:ext uri="{BB962C8B-B14F-4D97-AF65-F5344CB8AC3E}">
        <p14:creationId xmlns:p14="http://schemas.microsoft.com/office/powerpoint/2010/main" val="83173321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F64F7A-69E0-4C4E-926B-D07C0E7B1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451960-2E6E-4F0D-AB4C-483899E945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52EDD3-7352-4830-A250-B4E9DE113B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102642D7-4D7A-43B0-91D7-B4A5FCAC2D5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4668E5F-985C-4FF3-A461-06B37FA9C8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F2B87913-EA49-4747-8A6E-C9F6038B385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1D2ADCC1-9B0D-4B5B-936A-DFD91A23B3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kW.</a:t>
            </a:r>
          </a:p>
        </p:txBody>
      </p:sp>
      <p:sp>
        <p:nvSpPr>
          <p:cNvPr id="8" name="">
            <a:extLst xmlns:a="http://schemas.openxmlformats.org/drawingml/2006/main">
              <a:ext uri="{FF2B5EF4-FFF2-40B4-BE49-F238E27FC236}">
                <a16:creationId xmlns:a16="http://schemas.microsoft.com/office/drawing/2014/main" id="{26988DFD-5D00-405A-980E-55D6F91521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47</a:t>
            </a:r>
          </a:p>
        </p:txBody>
      </p:sp>
    </p:spTree>
    <p:extLst>
      <p:ext uri="{BB962C8B-B14F-4D97-AF65-F5344CB8AC3E}">
        <p14:creationId xmlns:p14="http://schemas.microsoft.com/office/powerpoint/2010/main" val="196509702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594604-9430-42A3-BD0A-B98F07E53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17D58C-F20E-421D-B652-22E7560265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242672-9909-45E2-8978-559E682714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4142583B-441B-49D7-BA27-BFDB7B9742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D96AA8-86B2-4D9B-A02A-3C862DA72F0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"kW"}.</a:t>
            </a:r>
          </a:p>
        </p:txBody>
      </p:sp>
      <p:sp>
        <p:nvSpPr>
          <p:cNvPr id="6" name="">
            <a:extLst xmlns:a="http://schemas.openxmlformats.org/drawingml/2006/main">
              <a:ext uri="{FF2B5EF4-FFF2-40B4-BE49-F238E27FC236}">
                <a16:creationId xmlns:a16="http://schemas.microsoft.com/office/drawing/2014/main" id="{09309E01-23DD-4EED-A166-FD9CD74081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7C5192-5CAF-4CF4-9627-C1EDDCF77FA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6C36BE87-EED1-4AB6-B89A-CFCEED73561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8F6A4B-0724-4F88-92C7-7F0A848685D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28B62F81-2B88-437D-899A-6409046667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48</a:t>
            </a:r>
          </a:p>
        </p:txBody>
      </p:sp>
    </p:spTree>
    <p:extLst>
      <p:ext uri="{BB962C8B-B14F-4D97-AF65-F5344CB8AC3E}">
        <p14:creationId xmlns:p14="http://schemas.microsoft.com/office/powerpoint/2010/main" val="1280818449"/>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A812B3-9F0F-403A-AC5E-8122F665B8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7F9FC5-65CB-4F4B-AB02-B17F5EAD63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DEFD229-9BBB-4A74-9841-0AD460DD0B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EAFE9C6C-426E-4D40-8169-6B14ADFE51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44A5F0-FCBB-4978-A421-B286B19922A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"kW")</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E14D84ED-8477-4174-BC76-7C059D4285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D1F7DA-4E02-40EC-BA4A-2A6E0E45A4D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B9340B13-AB2C-4238-9AF6-77B036EA080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kW.</a:t>
            </a:r>
          </a:p>
        </p:txBody>
      </p:sp>
      <p:sp>
        <p:nvSpPr>
          <p:cNvPr id="9" name="">
            <a:extLst xmlns:a="http://schemas.openxmlformats.org/drawingml/2006/main">
              <a:ext uri="{FF2B5EF4-FFF2-40B4-BE49-F238E27FC236}">
                <a16:creationId xmlns:a16="http://schemas.microsoft.com/office/drawing/2014/main" id="{DC00CFC9-EC09-4C73-A86B-7809970229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49</a:t>
            </a:r>
          </a:p>
        </p:txBody>
      </p:sp>
    </p:spTree>
    <p:extLst>
      <p:ext uri="{BB962C8B-B14F-4D97-AF65-F5344CB8AC3E}">
        <p14:creationId xmlns:p14="http://schemas.microsoft.com/office/powerpoint/2010/main" val="141688853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535990-07BE-48B3-86E3-2DDB326D9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679730-87BF-433C-A4A4-C1AB58F470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969324-91CA-4588-9F92-001A018D23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49DBE1FB-85FC-4680-9428-3AAE5582198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8A76675-1621-46D4-A754-B644D0315B6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3AC15954-6795-4EE3-B7D5-36E56EED2F4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61334F6F-3CB5-41BC-8703-199F0373B5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5A2A192C-26F6-46BC-A1E5-50FA59AEE2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50</a:t>
            </a:r>
          </a:p>
        </p:txBody>
      </p:sp>
    </p:spTree>
    <p:extLst>
      <p:ext uri="{BB962C8B-B14F-4D97-AF65-F5344CB8AC3E}">
        <p14:creationId xmlns:p14="http://schemas.microsoft.com/office/powerpoint/2010/main" val="201891065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B01C22-16CD-4525-8F4D-1841AE5EF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9AC69C-BAA2-45CE-BF24-1E10E4192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718036-04BA-4958-B1E5-AD451DDDF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5070026E-071B-430F-A91E-0C13FF7B135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16DBBB-6B5D-4BC5-BC6E-9B7268E835A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99D87680-6094-48EE-901C-DF946B1201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F2DA6D8D-D465-4B3B-84BE-81CC991182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213E442F-64C3-4EE7-BA68-A69CC7E3E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51</a:t>
            </a:r>
          </a:p>
        </p:txBody>
      </p:sp>
    </p:spTree>
    <p:extLst>
      <p:ext uri="{BB962C8B-B14F-4D97-AF65-F5344CB8AC3E}">
        <p14:creationId xmlns:p14="http://schemas.microsoft.com/office/powerpoint/2010/main" val="80086810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B33522-EECF-480F-B1D2-981217347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775A8C-9089-4928-8C79-D0BC7D320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9C6421-43A2-4E48-863E-EB9DD6AF2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9E416C22-B9B0-4F79-8BD5-D0D7A8A2C2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67C027-9911-49B9-B7F5-E14DD1D8C1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E436C3F7-E42D-47A7-8025-834E0D3058B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92BBB1-3302-44B7-A35A-0A31E43274C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3747F94F-8BDF-4046-A44C-FC2830F233D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45088-10EC-4CBC-9D96-1AE67519B92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313F7F06-2DFD-4921-BE8F-E74CA0F8D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52</a:t>
            </a:r>
          </a:p>
        </p:txBody>
      </p:sp>
    </p:spTree>
    <p:extLst>
      <p:ext uri="{BB962C8B-B14F-4D97-AF65-F5344CB8AC3E}">
        <p14:creationId xmlns:p14="http://schemas.microsoft.com/office/powerpoint/2010/main" val="37336973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7350A8-0DE1-40B2-A42C-B9D76AE49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1F5413-E748-4228-B820-5E4524F9AE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D7139F7-E787-491F-AD2D-376C365DF9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8BABFF91-99B5-46B6-9D95-A01E1CD167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5B5BE-DE2A-4FB4-9631-B35E02D0B89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BC1F285F-B0C3-402B-966C-8DA34B39373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E71C1F-263E-4F86-B61F-CED909A56AB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C8190D05-9D0D-4057-8131-D59DE543BB1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C8DD7E-34E4-4881-A447-421880E0E4E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98EFAA1A-FF3F-4ABA-9AC9-1C0E0A75D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53</a:t>
            </a:r>
          </a:p>
        </p:txBody>
      </p:sp>
    </p:spTree>
    <p:extLst>
      <p:ext uri="{BB962C8B-B14F-4D97-AF65-F5344CB8AC3E}">
        <p14:creationId xmlns:p14="http://schemas.microsoft.com/office/powerpoint/2010/main" val="4038565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9A1FFE-F3F0-4C4F-9B7E-EC914997E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F374DD-C874-4D8C-ACAD-367AB96D5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1F8235-C3BA-4ACF-BFFB-F6E3C4651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56B6BF94-8ED5-4D14-A1A3-1A26BAD67D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3B50F9-4828-4357-A19C-9DC842F85D9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F03BDDBF-4578-4E9A-9E23-2CF0F8F15F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E9CFF9-7CD7-45DC-86E8-16CFE14E46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07685B71-19F4-4539-B02F-CFF58225C5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BC7DB7-9041-4B81-AB2D-551EDC3E98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55839344-4323-414D-A301-2DB1EF322B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54</a:t>
            </a:r>
          </a:p>
        </p:txBody>
      </p:sp>
    </p:spTree>
    <p:extLst>
      <p:ext uri="{BB962C8B-B14F-4D97-AF65-F5344CB8AC3E}">
        <p14:creationId xmlns:p14="http://schemas.microsoft.com/office/powerpoint/2010/main" val="200347053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9DB903-E6DE-4DFC-9014-27F282B473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6A16B6-2FB6-4ED1-AA00-24E205414D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8B33C64-354C-4A70-97C3-C40E4DB2F9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05E2EEEC-5AF1-447D-8B0E-B5018E4F21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EF04AC-2AAF-4F91-8127-DDF2FDDFD62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C93B3EF8-83CB-4565-B534-0E921EE8838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D53436-7DF2-433C-A0A3-20C5577F9F9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351DEA2E-21E3-4DB9-A423-C65B1BF9B87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00D08E-C7D5-49D8-9207-ABE09BEBAE3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12D2DEC4-FD9D-4AD2-B351-C2E71CAEF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55</a:t>
            </a:r>
          </a:p>
        </p:txBody>
      </p:sp>
    </p:spTree>
    <p:extLst>
      <p:ext uri="{BB962C8B-B14F-4D97-AF65-F5344CB8AC3E}">
        <p14:creationId xmlns:p14="http://schemas.microsoft.com/office/powerpoint/2010/main" val="158869435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5E361C-B2FE-473D-9D7F-9F8110967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C84362-28A0-4469-A7A4-58B28B1978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63BE82-2580-4A17-BD82-7E77F1F95E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B66DEFE6-BACE-4853-984A-758CAF344A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6F8381-3F24-4C93-A89A-DCA9DEBD5F4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F0498716-FB1A-4C1A-8D1F-02C0924BF54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0381B7-65C0-43E8-9607-817C3F560F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B6BC20B-4A2C-41B3-BD80-E606E89BA93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DC0DA1-F60E-476D-AA2A-B16EA6BBF5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C27AB936-0206-4604-B1F6-16E373B99B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56</a:t>
            </a:r>
          </a:p>
        </p:txBody>
      </p:sp>
    </p:spTree>
    <p:extLst>
      <p:ext uri="{BB962C8B-B14F-4D97-AF65-F5344CB8AC3E}">
        <p14:creationId xmlns:p14="http://schemas.microsoft.com/office/powerpoint/2010/main" val="531369068"/>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580CCA-84F0-40D7-97E2-89E0F83E5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BD5FED-9012-40BD-B440-9CC596A6A0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F5B2C35-F297-4776-8284-C2AADE19FD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98B1B4D1-2025-4BE3-99C4-8175063828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513EED-406B-4B43-95FE-AF007DA7B55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643D863F-34E0-4AFE-B10B-88B6458CCDE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CA9012-2E6B-47FE-BD74-CD093B578E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8988A3ED-631B-493E-B377-1C828A7A4DA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B2070F5-1FEA-46AB-94B7-FB2611F2A0F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C5676065-6896-4D1E-935B-C40FFC8014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57</a:t>
            </a:r>
          </a:p>
        </p:txBody>
      </p:sp>
    </p:spTree>
    <p:extLst>
      <p:ext uri="{BB962C8B-B14F-4D97-AF65-F5344CB8AC3E}">
        <p14:creationId xmlns:p14="http://schemas.microsoft.com/office/powerpoint/2010/main" val="91072587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CC1F50-A187-40E3-BEB9-EAF0D32C43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8C9B7F-5C83-4870-96EF-B45E5AE961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7C9AB5-723B-4E08-AFA9-B1DD514D22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29B93849-FEA6-4937-AE91-685A5381D8A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2DE36C-9FA0-430D-BD15-83F65094BB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FDD4C6CD-2D01-4DC9-B5CF-1F80C88A68A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F48A0C-2F22-46D1-B1FB-D9DAE25A195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A34E0A99-56F9-4C69-8F5A-24C19C3EC5E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2EEA382F-35C3-4282-BB80-19C9E4DF7DC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651ECC32-BAE8-43B8-9313-280B2F6F03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58</a:t>
            </a:r>
          </a:p>
        </p:txBody>
      </p:sp>
    </p:spTree>
    <p:extLst>
      <p:ext uri="{BB962C8B-B14F-4D97-AF65-F5344CB8AC3E}">
        <p14:creationId xmlns:p14="http://schemas.microsoft.com/office/powerpoint/2010/main" val="64110006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BF421E-DD26-43A6-9923-B6A49966FE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BBF268-B4F9-4A30-B999-1D3D592291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6CB1D9-2D7F-4F2D-BD2A-AF210BD60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71069FBA-422A-46E7-8402-3343F1DFEF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C167963-5825-4F54-ACE2-2DE493207D0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00836382-9584-4621-BBEB-6DD8E66E34A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B0F1CB-CDD1-4EE5-8887-7CCE8732AC9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332ABC04-27B0-4458-9D9C-2FDD6BA157D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DD46FE-ABC7-4D15-824C-1A8D3E5F75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7BB6F1B7-F302-411E-98D6-8F0CAAE33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59</a:t>
            </a:r>
          </a:p>
        </p:txBody>
      </p:sp>
    </p:spTree>
    <p:extLst>
      <p:ext uri="{BB962C8B-B14F-4D97-AF65-F5344CB8AC3E}">
        <p14:creationId xmlns:p14="http://schemas.microsoft.com/office/powerpoint/2010/main" val="3499600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B35CC93-F694-4768-981F-21161E868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AFAC5D-DE7A-43A6-938B-6D6915B691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3F7FFB96-0BA9-4295-B73B-9DB19BF2F7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91A57489-2660-4263-A75F-F60A6E0AE4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9B9235-9F45-4021-8331-3F35E84A4517}"/>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63C5C3C5-48B5-48F9-94B5-9B3220026C8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839C59-EF66-477C-A8F3-5F0FA9F16140}"/>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3FB25919-311F-4BEA-8E52-DF5D56B21952}"/>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0CC2ED-C7F0-4261-80FC-E462E7C6C6DC}"/>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19F8DD75-622B-435E-B9C5-6619F43A5DEF}"/>
              </a:ext>
            </a:extLst>
          </p:cNvPr>
          <p:cNvPicPr>
            <a:picLocks xmlns:a="http://schemas.openxmlformats.org/drawingml/2006/main" noChangeAspect="1"/>
          </p:cNvPicPr>
          <p:nvPr/>
        </p:nvPicPr>
        <p:blipFill>
          <a:blip xmlns:r="http://schemas.openxmlformats.org/officeDocument/2006/relationships" xmlns:a="http://schemas.openxmlformats.org/drawingml/2006/main" r:embed="Rd5c77c1618da4e2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DE87E7C-993A-49D3-B12B-81637D884564}"/>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0AEB6E75-D46A-444D-B601-2004BCBD6C0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5AE7226-26BD-4AA8-9846-94D7AD5D3E2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71e2b1691294681"/>
              </a:rPr>
              <a:t>Open your test files</a:t>
            </a:r>
          </a:p>
        </p:txBody>
      </p:sp>
      <p:sp>
        <p:nvSpPr>
          <p:cNvPr id="14" name="">
            <a:extLst xmlns:a="http://schemas.openxmlformats.org/drawingml/2006/main">
              <a:ext uri="{FF2B5EF4-FFF2-40B4-BE49-F238E27FC236}">
                <a16:creationId xmlns:a16="http://schemas.microsoft.com/office/drawing/2014/main" id="{12595448-1FB9-4ECF-A1E3-2A376ECCF98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005C227B-287A-4143-B3CD-66015D00EC2F}"/>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46f23451cb114d9e"/>
              </a:rPr>
              <a:t>https://iuea-test-entry.jothammartin-wambi.workers.dev/?test=CML3112%7CTEST1</a:t>
            </a:r>
          </a:p>
        </p:txBody>
      </p:sp>
      <p:sp>
        <p:nvSpPr>
          <p:cNvPr id="16" name="">
            <a:extLst xmlns:a="http://schemas.openxmlformats.org/drawingml/2006/main">
              <a:ext uri="{FF2B5EF4-FFF2-40B4-BE49-F238E27FC236}">
                <a16:creationId xmlns:a16="http://schemas.microsoft.com/office/drawing/2014/main" id="{8BEAFEEC-04DA-43EE-989E-5AA5DA8E89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60</a:t>
            </a:r>
          </a:p>
        </p:txBody>
      </p:sp>
    </p:spTree>
    <p:extLst>
      <p:ext uri="{BB962C8B-B14F-4D97-AF65-F5344CB8AC3E}">
        <p14:creationId xmlns:p14="http://schemas.microsoft.com/office/powerpoint/2010/main" val="116495123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F43409-873A-403A-BCF6-BF251EE11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8FD2C9-7E34-4E94-9509-E8C10D0A4E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369729-9C1B-4984-9686-9A7E1DC988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63E5CF4B-BD61-4A9C-8DD5-5A767C735E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1BBA90-7C69-4E22-85B6-E32DF6175D3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736A1127-7468-4DBF-B967-F630DD88428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6A45D7-5195-44E4-8277-1FD28770B99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20341329-4E24-4534-AA34-5B853EB5148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51EE0E-FF85-4415-99A8-2620626C98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8B848A47-A9C4-46FB-9805-B3FEBB7E2C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61</a:t>
            </a:r>
          </a:p>
        </p:txBody>
      </p:sp>
    </p:spTree>
    <p:extLst>
      <p:ext uri="{BB962C8B-B14F-4D97-AF65-F5344CB8AC3E}">
        <p14:creationId xmlns:p14="http://schemas.microsoft.com/office/powerpoint/2010/main" val="132683803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D3322B-DAF4-41C0-B21B-FA5E647EE7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953E80-4BD2-4485-854E-7616D90EE6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438C20-347B-4B63-8038-E1028E4D9F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8123FE5A-6F87-4AED-A230-1545F90749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63D396-FD1C-47B9-BD65-F14C472DB2B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C02D14C0-D189-4537-908C-29EB9FDE89C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37665C-5E0E-4259-B820-77051E09032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743917F7-4D53-419E-A654-C359E0E9B2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8A343B-A3A6-492D-8CF3-54DF95DD8D4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7733772E-F37C-42C7-813C-FE90C95726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62</a:t>
            </a:r>
          </a:p>
        </p:txBody>
      </p:sp>
    </p:spTree>
    <p:extLst>
      <p:ext uri="{BB962C8B-B14F-4D97-AF65-F5344CB8AC3E}">
        <p14:creationId xmlns:p14="http://schemas.microsoft.com/office/powerpoint/2010/main" val="68612973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F21B50-FF70-4EC2-B91F-0184BD3A2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7C0F9A-E194-47BD-B688-EEE0805A88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AABC9F-1EA4-4F6E-8376-EA234306C8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2B748680-2FB8-49CF-86A3-CDAD2F2283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396077-D126-46DB-BC0D-97EBF4DE154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C971F18C-7DF7-4554-AB52-A6A1573CFAD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F8612D-005F-4B44-94AF-1E744582A47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C5CEA93E-4516-47CD-994A-F75AEEEBF9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425F26-364A-496C-8BD5-F8BDD79429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46633A93-0CB8-4D50-A1A7-03FC7EB62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63</a:t>
            </a:r>
          </a:p>
        </p:txBody>
      </p:sp>
    </p:spTree>
    <p:extLst>
      <p:ext uri="{BB962C8B-B14F-4D97-AF65-F5344CB8AC3E}">
        <p14:creationId xmlns:p14="http://schemas.microsoft.com/office/powerpoint/2010/main" val="51788261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0B8310-43E5-40D3-B7B6-268EE8590B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961C87-1E82-42FC-89AE-92BDF612D1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2015873-061A-4B3A-A1C7-261801D20D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F44BAD24-EB05-4428-96CF-4DA9A0EF5D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78FAB1-0A3E-4299-98BB-103DFB9BECE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683834D5-3C6E-476F-8672-A2B4EEB2848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A7271-33AC-4A2E-838D-825882E0BE2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110BE859-31EB-4488-BD02-93E69DBB216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36DA1D-3A00-417E-993F-8E672F0EBA3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B34A7553-9A0B-4D94-A58C-9F3F0A6DCC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64</a:t>
            </a:r>
          </a:p>
        </p:txBody>
      </p:sp>
    </p:spTree>
    <p:extLst>
      <p:ext uri="{BB962C8B-B14F-4D97-AF65-F5344CB8AC3E}">
        <p14:creationId xmlns:p14="http://schemas.microsoft.com/office/powerpoint/2010/main" val="51420833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67B765-D507-4879-ADE3-FE186EA429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389494-D07B-444F-B825-6E36BDB877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498EF71-AB47-490A-A4A6-32A7E09FF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A7560D3C-714A-49E0-86AD-89D1EEB569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A7953A-7FAB-436E-AFA3-7289337A63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2C55B817-C831-4C66-B359-974131209C0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3BAA7D-0E34-42D2-BD4F-2325402A17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ADF1A6D6-0619-4663-B05C-16C168B0185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A10F50-5556-407F-9239-E59E97BB158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609E8FBB-B628-49C5-9B6C-D95FD49924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EF7927-4D84-4F6E-9AC4-3A524005521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6121919B-DBF3-4BE4-950C-9C791D20A6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65</a:t>
            </a:r>
          </a:p>
        </p:txBody>
      </p:sp>
    </p:spTree>
    <p:extLst>
      <p:ext uri="{BB962C8B-B14F-4D97-AF65-F5344CB8AC3E}">
        <p14:creationId xmlns:p14="http://schemas.microsoft.com/office/powerpoint/2010/main" val="58733242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D358C9-4363-45CC-B74C-54FE33F0C0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A6B96A-933E-42AC-ADF4-B3F2D9D36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B383917-44A4-4D8D-95CC-E91922823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AA5E8D9C-A8EA-460A-8B89-2E1A48A429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4CB182-19CF-446A-909B-5D468D72C48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8DAC0899-5B85-4792-B235-8D34875577D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E74CF9-1DA6-4740-97B0-A82CE930E23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BDEC17C1-53C3-416A-959A-841A4BDBF34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43FE69-DAE8-4805-8D06-4D600EA1508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61F21B86-A3CB-43FC-8171-758306F7B3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66</a:t>
            </a:r>
          </a:p>
        </p:txBody>
      </p:sp>
    </p:spTree>
    <p:extLst>
      <p:ext uri="{BB962C8B-B14F-4D97-AF65-F5344CB8AC3E}">
        <p14:creationId xmlns:p14="http://schemas.microsoft.com/office/powerpoint/2010/main" val="16578871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0C58AA-C273-4FAA-B946-FAE2129F7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B76C8C-3050-4478-9D48-494152AB1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247A72-2228-4D80-B581-1D273ABCF8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EB31CB64-EFB0-43E4-9E37-A62A8605FE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DD03BA-D88F-434F-8987-D6194FF51B4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79CCF742-5AD9-4E9C-92BA-FA5DD2D6BD3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A05B4F-AC43-4FEB-907C-E4B842B75F2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7E5CC4C1-BD47-4E91-B2B3-4EC6B090434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134C95-F2BF-4E6C-BAC8-87B514EA207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6B0E0212-FFDF-41AD-842C-B805CD8F39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67</a:t>
            </a:r>
          </a:p>
        </p:txBody>
      </p:sp>
    </p:spTree>
    <p:extLst>
      <p:ext uri="{BB962C8B-B14F-4D97-AF65-F5344CB8AC3E}">
        <p14:creationId xmlns:p14="http://schemas.microsoft.com/office/powerpoint/2010/main" val="35477469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A16DA7-C042-4B27-9BD6-6BE56460B1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3D72A7-BFE2-4C33-ACD3-8BC18E4E10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1EB4EA-859D-4EE7-8E64-AE9A6A01BD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FA374B30-0F12-4032-A019-291153555F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FE138C-0757-4204-9293-7B69573F61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D78FEF5C-F0B3-480A-8949-F97307A7BE1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4344D-D97E-4506-9741-AB612632728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582B0A47-B131-425D-8162-B3390DCBE1E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60D063-B1EC-4E96-8700-232282030F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64AEE937-F12E-4AA4-A640-C2E9DABA2A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68</a:t>
            </a:r>
          </a:p>
        </p:txBody>
      </p:sp>
    </p:spTree>
    <p:extLst>
      <p:ext uri="{BB962C8B-B14F-4D97-AF65-F5344CB8AC3E}">
        <p14:creationId xmlns:p14="http://schemas.microsoft.com/office/powerpoint/2010/main" val="1670169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2026-10-20T17:59:48.4810000Z</dcterms:created>
  <dcterms:modified xsi:type="dcterms:W3CDTF">2026-10-20T17:59:48.4810000Z</dcterms:modified>
</coreProperties>
</file>