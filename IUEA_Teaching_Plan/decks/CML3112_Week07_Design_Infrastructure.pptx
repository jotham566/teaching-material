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6786ad5670c4bb5" /><Relationship Type="http://schemas.openxmlformats.org/officeDocument/2006/relationships/extended-properties" Target="/docProps/app.xml" Id="R05cff2de1453466a" /><Relationship Type="http://schemas.openxmlformats.org/officeDocument/2006/relationships/officeDocument" Target="/ppt/presentation.xml" Id="R2ede0919d6fe4c3b" /></Relationships>
</file>

<file path=ppt/presentation.xml><?xml version="1.0" encoding="utf-8"?>
<p:presentation xmlns:p="http://schemas.openxmlformats.org/presentationml/2006/main">
  <p:sldMasterIdLst>
    <p:sldMasterId xmlns:r="http://schemas.openxmlformats.org/officeDocument/2006/relationships" id="2147483648" r:id="R5509c899c0714efb"/>
  </p:sldMasterIdLst>
  <p:notesMasterIdLst>
    <p:notesMasterId xmlns:r="http://schemas.openxmlformats.org/officeDocument/2006/relationships" r:id="Rdfbb8b18869e4b7d"/>
  </p:notesMasterIdLst>
  <p:sldIdLst>
    <p:sldId xmlns:r="http://schemas.openxmlformats.org/officeDocument/2006/relationships" id="256" r:id="Re574ac08065f47b4"/>
    <p:sldId xmlns:r="http://schemas.openxmlformats.org/officeDocument/2006/relationships" id="257" r:id="R08f9b76987ac491a"/>
    <p:sldId xmlns:r="http://schemas.openxmlformats.org/officeDocument/2006/relationships" id="258" r:id="R9a823733265246c0"/>
    <p:sldId xmlns:r="http://schemas.openxmlformats.org/officeDocument/2006/relationships" id="259" r:id="R9d0ef7a2fa194097"/>
    <p:sldId xmlns:r="http://schemas.openxmlformats.org/officeDocument/2006/relationships" id="260" r:id="R5d13696bc38f47d3"/>
    <p:sldId xmlns:r="http://schemas.openxmlformats.org/officeDocument/2006/relationships" id="261" r:id="R53e98d2ce6e54016"/>
    <p:sldId xmlns:r="http://schemas.openxmlformats.org/officeDocument/2006/relationships" id="262" r:id="R12421f6c6ce845cc"/>
    <p:sldId xmlns:r="http://schemas.openxmlformats.org/officeDocument/2006/relationships" id="263" r:id="R011ea241f4cb47e8"/>
    <p:sldId xmlns:r="http://schemas.openxmlformats.org/officeDocument/2006/relationships" id="264" r:id="Radceb01238d240c0"/>
    <p:sldId xmlns:r="http://schemas.openxmlformats.org/officeDocument/2006/relationships" id="265" r:id="R1a5164ff7d664dea"/>
    <p:sldId xmlns:r="http://schemas.openxmlformats.org/officeDocument/2006/relationships" id="266" r:id="Rfcf87b5a27294b90"/>
    <p:sldId xmlns:r="http://schemas.openxmlformats.org/officeDocument/2006/relationships" id="267" r:id="R2c597e598f41484b"/>
    <p:sldId xmlns:r="http://schemas.openxmlformats.org/officeDocument/2006/relationships" id="268" r:id="R1e3f743a96ac4eaf"/>
    <p:sldId xmlns:r="http://schemas.openxmlformats.org/officeDocument/2006/relationships" id="269" r:id="R6ddf02796ece4b8a"/>
    <p:sldId xmlns:r="http://schemas.openxmlformats.org/officeDocument/2006/relationships" id="270" r:id="R59fe1c0c6a5640aa"/>
    <p:sldId xmlns:r="http://schemas.openxmlformats.org/officeDocument/2006/relationships" id="271" r:id="Rff3e225fb93e4eac"/>
    <p:sldId xmlns:r="http://schemas.openxmlformats.org/officeDocument/2006/relationships" id="272" r:id="Re28077f382d54252"/>
    <p:sldId xmlns:r="http://schemas.openxmlformats.org/officeDocument/2006/relationships" id="273" r:id="Rddd27502044b45ea"/>
    <p:sldId xmlns:r="http://schemas.openxmlformats.org/officeDocument/2006/relationships" id="274" r:id="R4b835a12464e4f44"/>
    <p:sldId xmlns:r="http://schemas.openxmlformats.org/officeDocument/2006/relationships" id="275" r:id="R988b1dacac7141f9"/>
    <p:sldId xmlns:r="http://schemas.openxmlformats.org/officeDocument/2006/relationships" id="276" r:id="R85b919c4f02c4e99"/>
    <p:sldId xmlns:r="http://schemas.openxmlformats.org/officeDocument/2006/relationships" id="277" r:id="Ra6702df1eddb429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cb9c88acdf64b4e" /><Relationship Type="http://schemas.openxmlformats.org/officeDocument/2006/relationships/slideMaster" Target="/ppt/slideMasters/slideMaster1.xml" Id="R5509c899c0714efb" /><Relationship Type="http://schemas.openxmlformats.org/officeDocument/2006/relationships/notesMaster" Target="/ppt/notesMasters/notesMaster1.xml" Id="Rdfbb8b18869e4b7d" /><Relationship Type="http://schemas.openxmlformats.org/officeDocument/2006/relationships/presProps" Target="/ppt/presProps.xml" Id="R553a9c7b423547eb" /><Relationship Type="http://schemas.openxmlformats.org/officeDocument/2006/relationships/tableStyles" Target="/ppt/tableStyles.xml" Id="R99ea095fc4ed4d04" /><Relationship Type="http://schemas.openxmlformats.org/officeDocument/2006/relationships/slide" Target="/ppt/slides/slide1.xml" Id="Re574ac08065f47b4" /><Relationship Type="http://schemas.openxmlformats.org/officeDocument/2006/relationships/slide" Target="/ppt/slides/slide2.xml" Id="R08f9b76987ac491a" /><Relationship Type="http://schemas.openxmlformats.org/officeDocument/2006/relationships/slide" Target="/ppt/slides/slide3.xml" Id="R9a823733265246c0" /><Relationship Type="http://schemas.openxmlformats.org/officeDocument/2006/relationships/slide" Target="/ppt/slides/slide4.xml" Id="R9d0ef7a2fa194097" /><Relationship Type="http://schemas.openxmlformats.org/officeDocument/2006/relationships/slide" Target="/ppt/slides/slide5.xml" Id="R5d13696bc38f47d3" /><Relationship Type="http://schemas.openxmlformats.org/officeDocument/2006/relationships/slide" Target="/ppt/slides/slide6.xml" Id="R53e98d2ce6e54016" /><Relationship Type="http://schemas.openxmlformats.org/officeDocument/2006/relationships/slide" Target="/ppt/slides/slide7.xml" Id="R12421f6c6ce845cc" /><Relationship Type="http://schemas.openxmlformats.org/officeDocument/2006/relationships/slide" Target="/ppt/slides/slide8.xml" Id="R011ea241f4cb47e8" /><Relationship Type="http://schemas.openxmlformats.org/officeDocument/2006/relationships/slide" Target="/ppt/slides/slide9.xml" Id="Radceb01238d240c0" /><Relationship Type="http://schemas.openxmlformats.org/officeDocument/2006/relationships/slide" Target="/ppt/slides/slide10.xml" Id="R1a5164ff7d664dea" /><Relationship Type="http://schemas.openxmlformats.org/officeDocument/2006/relationships/slide" Target="/ppt/slides/slide11.xml" Id="Rfcf87b5a27294b90" /><Relationship Type="http://schemas.openxmlformats.org/officeDocument/2006/relationships/slide" Target="/ppt/slides/slide12.xml" Id="R2c597e598f41484b" /><Relationship Type="http://schemas.openxmlformats.org/officeDocument/2006/relationships/slide" Target="/ppt/slides/slide13.xml" Id="R1e3f743a96ac4eaf" /><Relationship Type="http://schemas.openxmlformats.org/officeDocument/2006/relationships/slide" Target="/ppt/slides/slide14.xml" Id="R6ddf02796ece4b8a" /><Relationship Type="http://schemas.openxmlformats.org/officeDocument/2006/relationships/slide" Target="/ppt/slides/slide15.xml" Id="R59fe1c0c6a5640aa" /><Relationship Type="http://schemas.openxmlformats.org/officeDocument/2006/relationships/slide" Target="/ppt/slides/slide16.xml" Id="Rff3e225fb93e4eac" /><Relationship Type="http://schemas.openxmlformats.org/officeDocument/2006/relationships/slide" Target="/ppt/slides/slide17.xml" Id="Re28077f382d54252" /><Relationship Type="http://schemas.openxmlformats.org/officeDocument/2006/relationships/slide" Target="/ppt/slides/slide18.xml" Id="Rddd27502044b45ea" /><Relationship Type="http://schemas.openxmlformats.org/officeDocument/2006/relationships/slide" Target="/ppt/slides/slide19.xml" Id="R4b835a12464e4f44" /><Relationship Type="http://schemas.openxmlformats.org/officeDocument/2006/relationships/slide" Target="/ppt/slides/slide20.xml" Id="R988b1dacac7141f9" /><Relationship Type="http://schemas.openxmlformats.org/officeDocument/2006/relationships/slide" Target="/ppt/slides/slide21.xml" Id="R85b919c4f02c4e99" /><Relationship Type="http://schemas.openxmlformats.org/officeDocument/2006/relationships/slide" Target="/ppt/slides/slide22.xml" Id="Ra6702df1eddb42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410e3556a3b45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ba6eeac46124e2f" /><Relationship Type="http://schemas.openxmlformats.org/officeDocument/2006/relationships/notesMaster" Target="/ppt/notesMasters/notesMaster1.xml" Id="R8e05c64e9d3d404f"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37514585734586" /><Relationship Type="http://schemas.openxmlformats.org/officeDocument/2006/relationships/notesMaster" Target="/ppt/notesMasters/notesMaster1.xml" Id="Rc75ac821e10b4d1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3609f9647e4dc5" /><Relationship Type="http://schemas.openxmlformats.org/officeDocument/2006/relationships/notesMaster" Target="/ppt/notesMasters/notesMaster1.xml" Id="Rb2c183cb489441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b2ab7a0ed54459" /><Relationship Type="http://schemas.openxmlformats.org/officeDocument/2006/relationships/notesMaster" Target="/ppt/notesMasters/notesMaster1.xml" Id="R16de85485d9747e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9fdc08fbba4d15" /><Relationship Type="http://schemas.openxmlformats.org/officeDocument/2006/relationships/notesMaster" Target="/ppt/notesMasters/notesMaster1.xml" Id="R826c6679f1314687" /></Relationships>
</file>

<file path=ppt/notesSlides/_rels/notesSlide6.xml.rels>&#65279;<?xml version="1.0" encoding="utf-8"?><Relationships xmlns="http://schemas.openxmlformats.org/package/2006/relationships"><Relationship Type="http://schemas.openxmlformats.org/officeDocument/2006/relationships/slide" Target="/ppt/slides/slide6.xml" Id="Rb2c23a64c7094075" /><Relationship Type="http://schemas.openxmlformats.org/officeDocument/2006/relationships/notesMaster" Target="/ppt/notesMasters/notesMaster1.xml" Id="R2e896e8ef5fa4a8a" /></Relationships>
</file>

<file path=ppt/notesSlides/_rels/notesSlide7.xml.rels>&#65279;<?xml version="1.0" encoding="utf-8"?><Relationships xmlns="http://schemas.openxmlformats.org/package/2006/relationships"><Relationship Type="http://schemas.openxmlformats.org/officeDocument/2006/relationships/slide" Target="/ppt/slides/slide7.xml" Id="R97454feaae6f404e" /><Relationship Type="http://schemas.openxmlformats.org/officeDocument/2006/relationships/notesMaster" Target="/ppt/notesMasters/notesMaster1.xml" Id="Ra4d95541b8d64a1f" /></Relationships>
</file>

<file path=ppt/notesSlides/_rels/notesSlide8.xml.rels>&#65279;<?xml version="1.0" encoding="utf-8"?><Relationships xmlns="http://schemas.openxmlformats.org/package/2006/relationships"><Relationship Type="http://schemas.openxmlformats.org/officeDocument/2006/relationships/slide" Target="/ppt/slides/slide8.xml" Id="Rfe30de4c63754eb5" /><Relationship Type="http://schemas.openxmlformats.org/officeDocument/2006/relationships/notesMaster" Target="/ppt/notesMasters/notesMaster1.xml" Id="Rca3893e618ad43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5dc8c2e4a0e347df" /><Relationship Type="http://schemas.openxmlformats.org/officeDocument/2006/relationships/notesMaster" Target="/ppt/notesMasters/notesMaster1.xml" Id="R1a82fae6249744f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8f07798fa4e474a" /><Relationship Type="http://schemas.openxmlformats.org/officeDocument/2006/relationships/notesMaster" Target="/ppt/notesMasters/notesMaster1.xml" Id="R19ce9c8329e24a5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2972d10ad7b4389" /><Relationship Type="http://schemas.openxmlformats.org/officeDocument/2006/relationships/notesMaster" Target="/ppt/notesMasters/notesMaster1.xml" Id="Rd4777151c54c43b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3e4c568dd604cd2" /><Relationship Type="http://schemas.openxmlformats.org/officeDocument/2006/relationships/notesMaster" Target="/ppt/notesMasters/notesMaster1.xml" Id="Rb1ecc54d99844d2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f6c82774ecc4624" /><Relationship Type="http://schemas.openxmlformats.org/officeDocument/2006/relationships/notesMaster" Target="/ppt/notesMasters/notesMaster1.xml" Id="Rc07cdb619458444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2cbbe081cf64ec6" /><Relationship Type="http://schemas.openxmlformats.org/officeDocument/2006/relationships/notesMaster" Target="/ppt/notesMasters/notesMaster1.xml" Id="R38431f24b165471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974d9c2189e4ec3" /><Relationship Type="http://schemas.openxmlformats.org/officeDocument/2006/relationships/notesMaster" Target="/ppt/notesMasters/notesMaster1.xml" Id="R7f414df9ba9840c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ac1646a44164f93" /><Relationship Type="http://schemas.openxmlformats.org/officeDocument/2006/relationships/notesMaster" Target="/ppt/notesMasters/notesMaster1.xml" Id="R5eb2197ef63946c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8b96b27a89048ae" /><Relationship Type="http://schemas.openxmlformats.org/officeDocument/2006/relationships/notesMaster" Target="/ppt/notesMasters/notesMaster1.xml" Id="R38a49034557a477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18d7e82ee964af5" /><Relationship Type="http://schemas.openxmlformats.org/officeDocument/2006/relationships/notesMaster" Target="/ppt/notesMasters/notesMaster1.xml" Id="Ra83ec04f315e4ed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a950336b2054996" /><Relationship Type="http://schemas.openxmlformats.org/officeDocument/2006/relationships/notesMaster" Target="/ppt/notesMasters/notesMaster1.xml" Id="Rc7dd8adf7cf745e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71c0ec688514b9a" /><Relationship Type="http://schemas.openxmlformats.org/officeDocument/2006/relationships/notesMaster" Target="/ppt/notesMasters/notesMaster1.xml" Id="Rc16f54220625423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dcd71583bbd4ccc" /><Relationship Type="http://schemas.openxmlformats.org/officeDocument/2006/relationships/notesMaster" Target="/ppt/notesMasters/notesMaster1.xml" Id="Rb40016350fae43f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5946ba8137944b5" /><Relationship Type="http://schemas.openxmlformats.org/officeDocument/2006/relationships/notesMaster" Target="/ppt/notesMasters/notesMaster1.xml" Id="R06c6c81b8bc24130"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Practical Test 1</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Preparing for Practical Test 1.</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Rehearse before test day.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Rehearse before test day</a:t>
            </a:r>
          </a:p>
          <a:p>
            <a:r>
              <a:t/>
            </a:r>
          </a:p>
          <a:p>
            <a:r>
              <a:t>CONNECT</a:t>
            </a:r>
          </a:p>
          <a:p>
            <a:r>
              <a:t>Build on the preceding slide: Recall and a first attempt.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Save the complete notebook.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Save the complete notebook</a:t>
            </a:r>
          </a:p>
          <a:p>
            <a:r>
              <a:t/>
            </a:r>
          </a:p>
          <a:p>
            <a:r>
              <a:t>CONNECT</a:t>
            </a:r>
          </a:p>
          <a:p>
            <a:r>
              <a:t>Build on the preceding slide: Rehearse before test day.</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Follow the published test procedure.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Follow the published test procedure</a:t>
            </a:r>
          </a:p>
          <a:p>
            <a:r>
              <a:t/>
            </a:r>
          </a:p>
          <a:p>
            <a:r>
              <a:t>CONNECT</a:t>
            </a:r>
          </a:p>
          <a:p>
            <a:r>
              <a:t>Build on the preceding slide: Save the complete notebook.</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Practice before test day.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before test day</a:t>
            </a:r>
          </a:p>
          <a:p>
            <a:r>
              <a:t/>
            </a:r>
          </a:p>
          <a:p>
            <a:r>
              <a:t>CONNECT</a:t>
            </a:r>
          </a:p>
          <a:p>
            <a:r>
              <a:t>Build on the preceding slide: Follow the published test procedure.</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Before the timed test.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the timed test</a:t>
            </a:r>
          </a:p>
          <a:p>
            <a:r>
              <a:t/>
            </a:r>
          </a:p>
          <a:p>
            <a:r>
              <a:t>CONNECT</a:t>
            </a:r>
          </a:p>
          <a:p>
            <a:r>
              <a:t>Build on the preceding slide: Practice before test day.</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Before the timed test.</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Test session.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Test session</a:t>
            </a:r>
          </a:p>
          <a:p>
            <a:r>
              <a:t/>
            </a:r>
          </a:p>
          <a:p>
            <a:r>
              <a:t>CONNECT</a:t>
            </a:r>
          </a:p>
          <a:p>
            <a:r>
              <a:t>Build on the preceding slide: What the activity shows.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Preparation checkpoint.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Preparation checkpoint</a:t>
            </a:r>
          </a:p>
          <a:p>
            <a:r>
              <a:t/>
            </a:r>
          </a:p>
          <a:p>
            <a:r>
              <a:t>CONNECT</a:t>
            </a:r>
          </a:p>
          <a:p>
            <a:r>
              <a:t>Build on the preceding slide: Test session.</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Your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evidence</a:t>
            </a:r>
          </a:p>
          <a:p>
            <a:r>
              <a:t/>
            </a:r>
          </a:p>
          <a:p>
            <a:r>
              <a:t>CONNECT</a:t>
            </a:r>
          </a:p>
          <a:p>
            <a:r>
              <a:t>Build on the preceding slide: Preparation checkpoint.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a:t>
            </a:r>
          </a:p>
          <a:p>
            <a:r>
              <a:t/>
            </a:r>
          </a:p>
          <a:p>
            <a:r>
              <a:t>CONNECT</a:t>
            </a:r>
          </a:p>
          <a:p>
            <a:r>
              <a:t>Build on the preceding slide: Your evidence.</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submission</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Practical Test 1 submission.</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7098dacca34f8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750fcc1de74894" /><Relationship Type="http://schemas.openxmlformats.org/officeDocument/2006/relationships/slideLayout" Target="/ppt/slideLayouts/slideLayout1.xml" Id="R48456daffd6b477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8456daffd6b477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df7224b5ad04deb" /><Relationship Type="http://schemas.openxmlformats.org/officeDocument/2006/relationships/image" Target="/ppt/media/image.png" Id="R40dfd2f847994676" /><Relationship Type="http://schemas.openxmlformats.org/officeDocument/2006/relationships/notesSlide" Target="/ppt/notesSlides/notesSlide1.xml" Id="R6f4798684e7c48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bf90ae483c54587" /><Relationship Type="http://schemas.openxmlformats.org/officeDocument/2006/relationships/notesSlide" Target="/ppt/notesSlides/notesSlide2.xml" Id="Rf446a2cd535146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f590a5e07de4766" /><Relationship Type="http://schemas.openxmlformats.org/officeDocument/2006/relationships/notesSlide" Target="/ppt/notesSlides/notesSlide3.xml" Id="R270a83bd4f0e435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2330aaea60d4d2d" /><Relationship Type="http://schemas.openxmlformats.org/officeDocument/2006/relationships/notesSlide" Target="/ppt/notesSlides/notesSlide4.xml" Id="R390509221f854a2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a0e12fc61c94875" /><Relationship Type="http://schemas.openxmlformats.org/officeDocument/2006/relationships/notesSlide" Target="/ppt/notesSlides/notesSlide5.xml" Id="Rcacf6091923a472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9f3179b6dc04179" /><Relationship Type="http://schemas.openxmlformats.org/officeDocument/2006/relationships/notesSlide" Target="/ppt/notesSlides/notesSlide6.xml" Id="R0cf4c7830b904ee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8cf1ee8e33c4f2c" /><Relationship Type="http://schemas.openxmlformats.org/officeDocument/2006/relationships/notesSlide" Target="/ppt/notesSlides/notesSlide7.xml" Id="R5d843f35720c4bb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80dc3eb7c3a494d" /><Relationship Type="http://schemas.openxmlformats.org/officeDocument/2006/relationships/notesSlide" Target="/ppt/notesSlides/notesSlide8.xml" Id="Rcc6383e102c64b5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c1b51a279dd4e3e" /><Relationship Type="http://schemas.openxmlformats.org/officeDocument/2006/relationships/notesSlide" Target="/ppt/notesSlides/notesSlide9.xml" Id="R14f8e36f66134b7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b34e42f300f4f65" /><Relationship Type="http://schemas.openxmlformats.org/officeDocument/2006/relationships/notesSlide" Target="/ppt/notesSlides/notesSlide10.xml" Id="R030a55d85aa64a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1518d6772dc4aba" /><Relationship Type="http://schemas.openxmlformats.org/officeDocument/2006/relationships/notesSlide" Target="/ppt/notesSlides/notesSlide11.xml" Id="R34a45fd7fd4b4b4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7cb7932eea74cce" /><Relationship Type="http://schemas.openxmlformats.org/officeDocument/2006/relationships/notesSlide" Target="/ppt/notesSlides/notesSlide12.xml" Id="R872279e8f26c447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3e35cdca9f04cb1" /><Relationship Type="http://schemas.openxmlformats.org/officeDocument/2006/relationships/notesSlide" Target="/ppt/notesSlides/notesSlide13.xml" Id="R864ac307de7949c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8355e843822426c" /><Relationship Type="http://schemas.openxmlformats.org/officeDocument/2006/relationships/notesSlide" Target="/ppt/notesSlides/notesSlide14.xml" Id="R2beb32323bb447f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c6aeca7c25b4db6" /><Relationship Type="http://schemas.openxmlformats.org/officeDocument/2006/relationships/notesSlide" Target="/ppt/notesSlides/notesSlide15.xml" Id="Rdff064a755cb49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1f9c3fefbb948cd" /><Relationship Type="http://schemas.openxmlformats.org/officeDocument/2006/relationships/notesSlide" Target="/ppt/notesSlides/notesSlide16.xml" Id="R084f6f1d6bfd462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487db66fb8f4de1" /><Relationship Type="http://schemas.openxmlformats.org/officeDocument/2006/relationships/notesSlide" Target="/ppt/notesSlides/notesSlide17.xml" Id="R703179b9212441b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70fcb4ea6404d86" /><Relationship Type="http://schemas.openxmlformats.org/officeDocument/2006/relationships/notesSlide" Target="/ppt/notesSlides/notesSlide18.xml" Id="R1479183e8fd24cc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29f9166437f471e" /><Relationship Type="http://schemas.openxmlformats.org/officeDocument/2006/relationships/notesSlide" Target="/ppt/notesSlides/notesSlide19.xml" Id="R162822bbcac0483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9d02e9925ef49e0" /><Relationship Type="http://schemas.openxmlformats.org/officeDocument/2006/relationships/notesSlide" Target="/ppt/notesSlides/notesSlide20.xml" Id="R975ef5c1a1c54d1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2abbdbc1cc2432a" /><Relationship Type="http://schemas.openxmlformats.org/officeDocument/2006/relationships/hyperlink" Target="https://docs.google.com/forms/d/e/1FAIpQLSdwcNAD9gGSz-hXLmHPO8nS3WIfg72BcsKW7IrwpvtakiJrIA/viewform" TargetMode="External" Id="R05f3d7a667204b5a" /><Relationship Type="http://schemas.openxmlformats.org/officeDocument/2006/relationships/notesSlide" Target="/ppt/notesSlides/notesSlide21.xml" Id="R0c8913b53d8e418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2797ec5f5514824" /><Relationship Type="http://schemas.openxmlformats.org/officeDocument/2006/relationships/notesSlide" Target="/ppt/notesSlides/notesSlide22.xml" Id="Rc95b95a58c1147e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0dfd2f84799467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72C7338-0FE3-483E-87AD-C86B0FCA337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91384DA-5BCC-4A92-B5B0-9E3FD93743B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7</a:t>
            </a:r>
          </a:p>
        </p:txBody>
      </p:sp>
      <p:sp>
        <p:nvSpPr>
          <p:cNvPr id="4" name="">
            <a:extLst xmlns:a="http://schemas.openxmlformats.org/drawingml/2006/main">
              <a:ext uri="{FF2B5EF4-FFF2-40B4-BE49-F238E27FC236}">
                <a16:creationId xmlns:a16="http://schemas.microsoft.com/office/drawing/2014/main" id="{CB81049D-2100-400F-89A8-049329BE888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A64DDFE7-D4DF-441A-A5F2-8AFBBF48D41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D56E7A80-7AE4-451C-8FC7-D833A54DE96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289715006"/>
      </p:ext>
    </p:extLst>
  </p:cSld>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0" name="">
            <a:extLst>
              <a:ext uri="{FF2B5EF4-FFF2-40B4-BE49-F238E27FC236}">
                <ns2:creationId id="{C0C2FD80-5A02-4421-B5FC-EBE6823B5EC2}"/>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D689B734-7C4A-470A-8ED6-5186249E526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a:ext uri="{FF2B5EF4-FFF2-40B4-BE49-F238E27FC236}">
                <ns2:creationId id="{0E58C3DE-091E-4367-8535-7A3F0BC2C954}"/>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a:ext uri="{FF2B5EF4-FFF2-40B4-BE49-F238E27FC236}">
                <ns2:creationId id="{FDDB4C1E-2623-4D75-B00A-F88C50CAFDA2}"/>
              </a:ext>
            </a:extLst>
          </p:cNvPr>
          <p:cNvSpPr>
            <a:spLocks noGrp="1"/>
          </p:cNvSpPr>
          <p:nvPr/>
        </p:nvSpPr>
        <p:spPr>
          <a:xfrm>
            <a:off x="590550" y="1733550"/>
            <a:ext cx="5238750" cy="4191000"/>
          </a:xfrm>
          <a:prstGeom prst="rect">
            <a:avLst/>
          </a:prstGeom>
          <a:solidFill>
            <a:srgbClr val="EEF3F6"/>
          </a:solidFill>
          <a:ln w="0">
            <a:noFill/>
          </a:ln>
        </p:spPr>
      </p:sp>
      <p:sp>
        <p:nvSpPr>
          <p:cNvPr id="5" name="">
            <a:extLst>
              <a:ext uri="{FF2B5EF4-FFF2-40B4-BE49-F238E27FC236}">
                <ns2:creationId id="{E4EF5897-40E9-4EAC-BC4B-975DB92BF518}"/>
              </a:ext>
            </a:extLst>
          </p:cNvPr>
          <p:cNvSpPr>
            <a:spLocks noGrp="1"/>
          </p:cNvSpPr>
          <p:nvPr/>
        </p:nvSpPr>
        <p:spPr>
          <a:xfrm>
            <a:off x="828675" y="2000250"/>
            <a:ext cx="4743450" cy="381000"/>
          </a:xfrm>
          <a:prstGeom prst="rect">
            <a:avLst/>
          </a:prstGeom>
          <a:noFill/>
          <a:ln w="0">
            <a:noFill/>
          </a:ln>
        </p:spPr>
        <p:txBody>
          <a:bodyPr>
            <a:noAutofit/>
          </a:bodyPr>
          <a:lstStyle/>
          <a:p>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a:ext uri="{FF2B5EF4-FFF2-40B4-BE49-F238E27FC236}">
                <ns2:creationId id="{46ACF504-E572-46BF-A1AB-638B3743A2E9}"/>
              </a:ext>
            </a:extLst>
          </p:cNvPr>
          <p:cNvSpPr>
            <a:spLocks noGrp="1"/>
          </p:cNvSpPr>
          <p:nvPr/>
        </p:nvSpPr>
        <p:spPr>
          <a:xfrm>
            <a:off x="828675" y="2590800"/>
            <a:ext cx="4743450" cy="29527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Rehearse saving and reopening the required files.</a:t>
            </a:r>
          </a:p>
          <a:p>
            <a:r>
              <a:t/>
            </a:r>
          </a:p>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published test rules before the session.</a:t>
            </a:r>
          </a:p>
        </p:txBody>
      </p:sp>
      <p:sp>
        <p:nvSpPr>
          <p:cNvPr id="7" name="">
            <a:extLst>
              <a:ext uri="{FF2B5EF4-FFF2-40B4-BE49-F238E27FC236}">
                <ns2:creationId id="{C3386EF7-4CA9-4A20-9332-64301A8F2499}"/>
              </a:ext>
            </a:extLst>
          </p:cNvPr>
          <p:cNvSpPr>
            <a:spLocks noGrp="1"/>
          </p:cNvSpPr>
          <p:nvPr/>
        </p:nvSpPr>
        <p:spPr>
          <a:xfrm>
            <a:off x="6210300" y="2000250"/>
            <a:ext cx="5143500" cy="381000"/>
          </a:xfrm>
          <a:prstGeom prst="rect">
            <a:avLst/>
          </a:prstGeom>
          <a:noFill/>
          <a:ln w="0">
            <a:noFill/>
          </a:ln>
        </p:spPr>
        <p:txBody>
          <a:bodyPr>
            <a:noAutofit/>
          </a:bodyPr>
          <a:lstStyle/>
          <a:p>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a:ext uri="{FF2B5EF4-FFF2-40B4-BE49-F238E27FC236}">
                <ns2:creationId id="{A5B91768-1650-4E93-83FE-946424455830}"/>
              </a:ext>
            </a:extLst>
          </p:cNvPr>
          <p:cNvSpPr>
            <a:spLocks noGrp="1"/>
          </p:cNvSpPr>
          <p:nvPr/>
        </p:nvSpPr>
        <p:spPr>
          <a:xfrm>
            <a:off x="6210300" y="2590800"/>
            <a:ext cx="5095875" cy="29527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You can reopen your notebook and find code and typed reasoning without help.</a:t>
            </a:r>
          </a:p>
        </p:txBody>
      </p:sp>
      <p:sp>
        <p:nvSpPr>
          <p:cNvPr id="9" name="">
            <a:extLst>
              <a:ext uri="{FF2B5EF4-FFF2-40B4-BE49-F238E27FC236}">
                <ns2:creationId id="{B44C5D09-919C-42C7-AC49-1333C75C6EF3}"/>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a:t>
            </a:r>
          </a:p>
        </p:txBody>
      </p:sp>
    </p:spTree>
    <p:extLst>
      <p:ext uri="{BB962C8B-B14F-4D97-AF65-F5344CB8AC3E}">
        <ns3:creationId val="260296947"/>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CB4961-F6E7-49E1-BB77-0EBD669CA1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D27FB250-226B-4931-A27C-ECB228C34C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C4D9608D-D329-4533-A110-25959EBEB25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AEB2DF35-905A-4105-B86B-082126E4B742}"/>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Can you open the provided notebook and data on the prepared lab computer without internet?</a:t>
            </a:r>
          </a:p>
        </p:txBody>
      </p:sp>
      <p:sp>
        <p:nvSpPr>
          <p:cNvPr id="5" name="">
            <a:extLst xmlns:a="http://schemas.openxmlformats.org/drawingml/2006/main">
              <a:ext uri="{FF2B5EF4-FFF2-40B4-BE49-F238E27FC236}">
                <a16:creationId xmlns:a16="http://schemas.microsoft.com/office/drawing/2014/main" id="{65B78D44-AE5B-435F-BDFD-CA30CAFA3B8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52A1040B-AB3F-4945-8EFD-BC5E6185AB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7   3</a:t>
            </a:r>
          </a:p>
        </p:txBody>
      </p:sp>
    </p:spTree>
    <p:extLst>
      <p:ext uri="{BB962C8B-B14F-4D97-AF65-F5344CB8AC3E}">
        <p14:creationId xmlns:p14="http://schemas.microsoft.com/office/powerpoint/2010/main" val="193707388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AB24D9-1A3B-4A29-840D-92DA09B880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9D63F3-C9B1-4D58-9CFF-09937A5D1E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7B5988-568E-4EC3-8CD3-1AEB377557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before test day</a:t>
            </a:r>
          </a:p>
        </p:txBody>
      </p:sp>
      <p:sp>
        <p:nvSpPr>
          <p:cNvPr id="4" name="">
            <a:extLst xmlns:a="http://schemas.openxmlformats.org/drawingml/2006/main">
              <a:ext uri="{FF2B5EF4-FFF2-40B4-BE49-F238E27FC236}">
                <a16:creationId xmlns:a16="http://schemas.microsoft.com/office/drawing/2014/main" id="{75639A45-3B24-462D-932B-7A3DDCDFBB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52A80C-B175-4930-8A7F-55EE8D25512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separate practice notebook before the timed session.</a:t>
            </a:r>
          </a:p>
        </p:txBody>
      </p:sp>
      <p:sp>
        <p:nvSpPr>
          <p:cNvPr id="6" name="">
            <a:extLst xmlns:a="http://schemas.openxmlformats.org/drawingml/2006/main">
              <a:ext uri="{FF2B5EF4-FFF2-40B4-BE49-F238E27FC236}">
                <a16:creationId xmlns:a16="http://schemas.microsoft.com/office/drawing/2014/main" id="{F38121D4-E75D-4FBA-B4E0-AB117A935A7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F999AB9-3E58-4C77-87C1-F5064BFE47A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supplied data and run a familiar calculation.</a:t>
            </a:r>
          </a:p>
        </p:txBody>
      </p:sp>
      <p:sp>
        <p:nvSpPr>
          <p:cNvPr id="8" name="">
            <a:extLst xmlns:a="http://schemas.openxmlformats.org/drawingml/2006/main">
              <a:ext uri="{FF2B5EF4-FFF2-40B4-BE49-F238E27FC236}">
                <a16:creationId xmlns:a16="http://schemas.microsoft.com/office/drawing/2014/main" id="{613BD79A-8351-4B1A-BEA2-9B0A5D5B9D2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ABDC15-5F7D-4EF6-9BC4-787381E6417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packet and permitted resources are issued by the lecturer.</a:t>
            </a:r>
          </a:p>
        </p:txBody>
      </p:sp>
      <p:sp>
        <p:nvSpPr>
          <p:cNvPr id="10" name="">
            <a:extLst xmlns:a="http://schemas.openxmlformats.org/drawingml/2006/main">
              <a:ext uri="{FF2B5EF4-FFF2-40B4-BE49-F238E27FC236}">
                <a16:creationId xmlns:a16="http://schemas.microsoft.com/office/drawing/2014/main" id="{B216B698-47C7-4A64-BBDA-B4FFA4D179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a:t>
            </a:r>
          </a:p>
        </p:txBody>
      </p:sp>
    </p:spTree>
    <p:extLst>
      <p:ext uri="{BB962C8B-B14F-4D97-AF65-F5344CB8AC3E}">
        <p14:creationId xmlns:p14="http://schemas.microsoft.com/office/powerpoint/2010/main" val="65851134"/>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EA528402-B31D-4E46-997D-A4831E3CE6C6}"/>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AC1D3B6B-0E89-4763-B303-2BEEA8063AC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8654D068-E176-4E06-9B9D-24B27AC7604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Save the complete notebook</a:t>
            </a:r>
          </a:p>
        </p:txBody>
      </p:sp>
      <p:sp>
        <p:nvSpPr>
          <p:cNvPr id="4" name="">
            <a:extLst>
              <a:ext uri="{FF2B5EF4-FFF2-40B4-BE49-F238E27FC236}">
                <ns2:creationId id="{8094EF92-F230-4850-8CF1-48D0E18D70C2}"/>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DAD8CD76-1C88-4CB7-9C75-868D0966151D}"/>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6" name="">
            <a:extLst>
              <a:ext uri="{FF2B5EF4-FFF2-40B4-BE49-F238E27FC236}">
                <ns2:creationId id="{2B570424-A8DB-4BF2-A6F3-B6F526C0B3BA}"/>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C40227BC-045D-4784-88B1-422A3B7B1DF7}"/>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complete notebook in the designated local folder.</a:t>
            </a:r>
          </a:p>
        </p:txBody>
      </p:sp>
      <p:sp>
        <p:nvSpPr>
          <p:cNvPr id="8" name="">
            <a:extLst>
              <a:ext uri="{FF2B5EF4-FFF2-40B4-BE49-F238E27FC236}">
                <ns2:creationId id="{F63A52E2-937D-431A-B7BF-FD15226B829E}"/>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308B8A0C-24FC-4FE0-BB4A-D7F0DB9C16B0}"/>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Reopen it to check that code and written answers were saved.</a:t>
            </a:r>
          </a:p>
        </p:txBody>
      </p:sp>
      <p:sp>
        <p:nvSpPr>
          <p:cNvPr id="10" name="">
            <a:extLst>
              <a:ext uri="{FF2B5EF4-FFF2-40B4-BE49-F238E27FC236}">
                <ns2:creationId id="{DEFC9366-BD5A-4250-BB80-BF6FD980F226}"/>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a:t>
            </a:r>
          </a:p>
        </p:txBody>
      </p:sp>
    </p:spTree>
    <p:extLst>
      <p:ext uri="{BB962C8B-B14F-4D97-AF65-F5344CB8AC3E}">
        <ns3:creationId val="169093507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9EFC3C-582C-4CCD-B6AF-AF20783F30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2A0C24-1207-4210-80AA-6F0936059D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C5792A1-D73D-4D01-987F-CC51464C14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 the published test procedure</a:t>
            </a:r>
          </a:p>
        </p:txBody>
      </p:sp>
      <p:sp>
        <p:nvSpPr>
          <p:cNvPr id="4" name="">
            <a:extLst xmlns:a="http://schemas.openxmlformats.org/drawingml/2006/main">
              <a:ext uri="{FF2B5EF4-FFF2-40B4-BE49-F238E27FC236}">
                <a16:creationId xmlns:a16="http://schemas.microsoft.com/office/drawing/2014/main" id="{E4BC5AA4-1359-43D0-8263-E0CA7404571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3AF9A1-3D6F-40C6-BBE8-0C918D5B06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briefing before starting assessed work.</a:t>
            </a:r>
          </a:p>
        </p:txBody>
      </p:sp>
      <p:sp>
        <p:nvSpPr>
          <p:cNvPr id="6" name="">
            <a:extLst xmlns:a="http://schemas.openxmlformats.org/drawingml/2006/main">
              <a:ext uri="{FF2B5EF4-FFF2-40B4-BE49-F238E27FC236}">
                <a16:creationId xmlns:a16="http://schemas.microsoft.com/office/drawing/2014/main" id="{D6905D11-240F-4B0C-9582-6959832C7A2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0DE4C1-DFB7-4808-BCD4-33E35A27C2D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only the resources permitted for that part of the test.</a:t>
            </a:r>
          </a:p>
        </p:txBody>
      </p:sp>
      <p:sp>
        <p:nvSpPr>
          <p:cNvPr id="8" name="">
            <a:extLst xmlns:a="http://schemas.openxmlformats.org/drawingml/2006/main">
              <a:ext uri="{FF2B5EF4-FFF2-40B4-BE49-F238E27FC236}">
                <a16:creationId xmlns:a16="http://schemas.microsoft.com/office/drawing/2014/main" id="{6E79B4FC-7BE2-470E-83B8-B9666B3C9A6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DBC368-7F38-45C5-BD2D-1DB49B95E04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a technical failure to the invigilator immediately.</a:t>
            </a:r>
          </a:p>
        </p:txBody>
      </p:sp>
      <p:sp>
        <p:nvSpPr>
          <p:cNvPr id="10" name="">
            <a:extLst xmlns:a="http://schemas.openxmlformats.org/drawingml/2006/main">
              <a:ext uri="{FF2B5EF4-FFF2-40B4-BE49-F238E27FC236}">
                <a16:creationId xmlns:a16="http://schemas.microsoft.com/office/drawing/2014/main" id="{19F3E55F-5665-467A-BECD-A6938D9553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a:t>
            </a:r>
          </a:p>
        </p:txBody>
      </p:sp>
    </p:spTree>
    <p:extLst>
      <p:ext uri="{BB962C8B-B14F-4D97-AF65-F5344CB8AC3E}">
        <p14:creationId xmlns:p14="http://schemas.microsoft.com/office/powerpoint/2010/main" val="163854311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57417C9-78BB-44E8-8D57-F367781000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9508DA-6A81-4740-AF57-09325FF852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FE8247E-86ED-485C-B9C8-F3038905A8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D6944A0F-F658-4760-B23F-91745F131ED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2B20CF-9AFC-412B-9D36-A3913448CD1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[3,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print(sum(values) / len(values))</a:t>
            </a:r>
          </a:p>
        </p:txBody>
      </p:sp>
      <p:sp>
        <p:nvSpPr>
          <p:cNvPr id="6" name="">
            <a:extLst xmlns:a="http://schemas.openxmlformats.org/drawingml/2006/main">
              <a:ext uri="{FF2B5EF4-FFF2-40B4-BE49-F238E27FC236}">
                <a16:creationId xmlns:a16="http://schemas.microsoft.com/office/drawing/2014/main" id="{9BCB1A67-F0EC-47E9-85AF-0EE5DD2112B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E77402B-A42F-4987-A972-EB6C6EDAACA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C07E7CF1-53F0-47B3-B191-A1C01ABDAD1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7E866908-FF42-4241-AAE8-C3D0F800EC3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B0841449-6DE4-4772-B044-2B20DDF18BF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CC708B99-E5BD-4741-BD51-7F77982ED2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7</a:t>
            </a:r>
          </a:p>
        </p:txBody>
      </p:sp>
    </p:spTree>
    <p:extLst>
      <p:ext uri="{BB962C8B-B14F-4D97-AF65-F5344CB8AC3E}">
        <p14:creationId xmlns:p14="http://schemas.microsoft.com/office/powerpoint/2010/main" val="989378174"/>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52D1D5E-ECDA-4F97-ACDB-D2891D213617}"/>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55AEB9BD-DF52-4EA3-8831-6EC426A5D166}"/>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a:ext uri="{FF2B5EF4-FFF2-40B4-BE49-F238E27FC236}">
                <ns2:creationId id="{0FA31A42-C529-44B8-8814-E0A4A3A56D83}"/>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Before the timed test</a:t>
            </a:r>
          </a:p>
        </p:txBody>
      </p:sp>
      <p:sp>
        <p:nvSpPr>
          <p:cNvPr id="4" name="">
            <a:extLst>
              <a:ext uri="{FF2B5EF4-FFF2-40B4-BE49-F238E27FC236}">
                <ns2:creationId id="{0E91C80A-42FB-4751-B0BE-15B8D2F507C0}"/>
              </a:ext>
            </a:extLst>
          </p:cNvPr>
          <p:cNvSpPr>
            <a:spLocks noGrp="1"/>
          </p:cNvSpPr>
          <p:nvPr/>
        </p:nvSpPr>
        <p:spPr>
          <a:xfrm>
            <a:off x="619125" y="1809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90277266-F2C0-4595-8087-02F0A3F538C5}"/>
              </a:ext>
            </a:extLst>
          </p:cNvPr>
          <p:cNvSpPr>
            <a:spLocks noGrp="1"/>
          </p:cNvSpPr>
          <p:nvPr/>
        </p:nvSpPr>
        <p:spPr>
          <a:xfrm>
            <a:off x="1409700" y="1809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a practice notebook in the designated local folder.</a:t>
            </a:r>
          </a:p>
        </p:txBody>
      </p:sp>
      <p:sp>
        <p:nvSpPr>
          <p:cNvPr id="6" name="">
            <a:extLst>
              <a:ext uri="{FF2B5EF4-FFF2-40B4-BE49-F238E27FC236}">
                <ns2:creationId id="{61CF873D-B1D2-4A84-A83B-97905891667F}"/>
              </a:ext>
            </a:extLst>
          </p:cNvPr>
          <p:cNvSpPr>
            <a:spLocks noGrp="1"/>
          </p:cNvSpPr>
          <p:nvPr/>
        </p:nvSpPr>
        <p:spPr>
          <a:xfrm>
            <a:off x="619125" y="31432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DC577FF0-6009-4912-96BA-CC35F82FC656}"/>
              </a:ext>
            </a:extLst>
          </p:cNvPr>
          <p:cNvSpPr>
            <a:spLocks noGrp="1"/>
          </p:cNvSpPr>
          <p:nvPr/>
        </p:nvSpPr>
        <p:spPr>
          <a:xfrm>
            <a:off x="1409700" y="31432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Type a practice explanation in the notebook text cell.</a:t>
            </a:r>
          </a:p>
        </p:txBody>
      </p:sp>
      <p:sp>
        <p:nvSpPr>
          <p:cNvPr id="8" name="">
            <a:extLst>
              <a:ext uri="{FF2B5EF4-FFF2-40B4-BE49-F238E27FC236}">
                <ns2:creationId id="{72C04617-9049-4131-A5BA-1A870808FC68}"/>
              </a:ext>
            </a:extLst>
          </p:cNvPr>
          <p:cNvSpPr>
            <a:spLocks noGrp="1"/>
          </p:cNvSpPr>
          <p:nvPr/>
        </p:nvSpPr>
        <p:spPr>
          <a:xfrm>
            <a:off x="619125" y="447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987A5B8E-BB29-4BA8-80F8-085379D2F4CF}"/>
              </a:ext>
            </a:extLst>
          </p:cNvPr>
          <p:cNvSpPr>
            <a:spLocks noGrp="1"/>
          </p:cNvSpPr>
          <p:nvPr/>
        </p:nvSpPr>
        <p:spPr>
          <a:xfrm>
            <a:off x="1409700" y="4476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Close the notebook and locate it again without help.</a:t>
            </a:r>
          </a:p>
        </p:txBody>
      </p:sp>
      <p:sp>
        <p:nvSpPr>
          <p:cNvPr id="10" name="">
            <a:extLst>
              <a:ext uri="{FF2B5EF4-FFF2-40B4-BE49-F238E27FC236}">
                <ns2:creationId id="{C7F7B46E-D030-41E4-ADC7-BCE0C88124E6}"/>
              </a:ext>
            </a:extLst>
          </p:cNvPr>
          <p:cNvSpPr>
            <a:spLocks noGrp="1"/>
          </p:cNvSpPr>
          <p:nvPr/>
        </p:nvSpPr>
        <p:spPr>
          <a:xfrm>
            <a:off x="0" y="5915025"/>
            <a:ext cx="12191695" cy="466725"/>
          </a:xfrm>
          <a:prstGeom prst="rect">
            <a:avLst/>
          </a:prstGeom>
          <a:solidFill>
            <a:srgbClr val="E5F1EE"/>
          </a:solidFill>
          <a:ln w="0">
            <a:noFill/>
          </a:ln>
        </p:spPr>
      </p:sp>
      <p:sp>
        <p:nvSpPr>
          <p:cNvPr id="11" name="">
            <a:extLst>
              <a:ext uri="{FF2B5EF4-FFF2-40B4-BE49-F238E27FC236}">
                <ns2:creationId id="{E9036467-4319-4E99-B3C4-23551BBF62C5}"/>
              </a:ext>
            </a:extLst>
          </p:cNvPr>
          <p:cNvSpPr>
            <a:spLocks noGrp="1"/>
          </p:cNvSpPr>
          <p:nvPr/>
        </p:nvSpPr>
        <p:spPr>
          <a:xfrm>
            <a:off x="619125" y="5981700"/>
            <a:ext cx="10810875" cy="361950"/>
          </a:xfrm>
          <a:prstGeom prst="rect">
            <a:avLst/>
          </a:prstGeom>
          <a:noFill/>
          <a:ln w="0">
            <a:noFill/>
          </a:ln>
        </p:spPr>
        <p:txBody>
          <a:bodyPr>
            <a:noAutofit/>
          </a:bodyPr>
          <a:lstStyle/>
          <a:p>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a:ext uri="{FF2B5EF4-FFF2-40B4-BE49-F238E27FC236}">
                <ns2:creationId id="{7E940F3C-9341-4C3A-8409-A9CD674FBEA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8</a:t>
            </a:r>
          </a:p>
        </p:txBody>
      </p:sp>
    </p:spTree>
    <p:extLst>
      <p:ext uri="{BB962C8B-B14F-4D97-AF65-F5344CB8AC3E}">
        <ns3:creationId val="10446599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02C213B-F4A1-444F-BAE6-86D690A8AB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E2544D-5659-47FE-A6F1-F9519292ED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20A725CC-799E-4638-A447-55EB953320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D6FC28DB-BF3C-46FF-91CF-8207C11CBA2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313919-791B-4DAA-8D82-8309A383797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Both files reopen. Rehearse using practice material before the assessed period, never during its working time.</a:t>
            </a:r>
          </a:p>
        </p:txBody>
      </p:sp>
      <p:sp>
        <p:nvSpPr>
          <p:cNvPr id="6" name="">
            <a:extLst xmlns:a="http://schemas.openxmlformats.org/drawingml/2006/main">
              <a:ext uri="{FF2B5EF4-FFF2-40B4-BE49-F238E27FC236}">
                <a16:creationId xmlns:a16="http://schemas.microsoft.com/office/drawing/2014/main" id="{3707A035-B97F-4070-9B93-5ABF97BCBD1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D1700C2-97A6-4563-9383-D737100006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9</a:t>
            </a:r>
          </a:p>
        </p:txBody>
      </p:sp>
    </p:spTree>
    <p:extLst>
      <p:ext uri="{BB962C8B-B14F-4D97-AF65-F5344CB8AC3E}">
        <p14:creationId xmlns:p14="http://schemas.microsoft.com/office/powerpoint/2010/main" val="197923504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05FE28C-B18A-471B-82EB-F46DA06289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8A25C7-240A-43DB-985C-C70C989760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490FC17-354D-4DE5-95A9-BC7ACA0295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17BAB829-F712-445E-995B-0619C72AB0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2B7D4E2-D128-4BFF-961C-A93D0C0C204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0B3B1D82-C1EB-474C-A425-5CB639A4AA9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5E35EC-84E6-45FC-A228-9B5B32499E6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9236FEFF-3927-4C7E-8530-F4A76F5CDD4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A1DABD-06E4-43C1-B1B2-5C8D6E841EA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B76053D7-8193-42A0-BC11-E42E4827658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600B185-4A0B-40DD-A43E-B16E70EFD43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98A67D02-E3B7-468B-988B-50B9217F77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10</a:t>
            </a:r>
          </a:p>
        </p:txBody>
      </p:sp>
    </p:spTree>
    <p:extLst>
      <p:ext uri="{BB962C8B-B14F-4D97-AF65-F5344CB8AC3E}">
        <p14:creationId xmlns:p14="http://schemas.microsoft.com/office/powerpoint/2010/main" val="184493421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F1035D-5C70-4C5C-88B2-5FA91E2147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BA398D-8C62-4E94-8E83-5D12A9686E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C225FB-500C-43A0-A5F7-990FF8FF62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061467B8-FBF4-4841-87CF-C6860602D5D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DA5E8A-CD6C-4DB4-A07C-2466407901A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D6A4215-2062-41C6-BDD5-00C35A499DA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learner completes the offline save-and-reopen rehearsal.</a:t>
            </a:r>
          </a:p>
        </p:txBody>
      </p:sp>
      <p:sp>
        <p:nvSpPr>
          <p:cNvPr id="7" name="">
            <a:extLst xmlns:a="http://schemas.openxmlformats.org/drawingml/2006/main">
              <a:ext uri="{FF2B5EF4-FFF2-40B4-BE49-F238E27FC236}">
                <a16:creationId xmlns:a16="http://schemas.microsoft.com/office/drawing/2014/main" id="{B3AB11C8-7CBB-44B7-8173-BB1F908913D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Escalate lab-access failures before the test.</a:t>
            </a:r>
          </a:p>
        </p:txBody>
      </p:sp>
      <p:sp>
        <p:nvSpPr>
          <p:cNvPr id="8" name="">
            <a:extLst xmlns:a="http://schemas.openxmlformats.org/drawingml/2006/main">
              <a:ext uri="{FF2B5EF4-FFF2-40B4-BE49-F238E27FC236}">
                <a16:creationId xmlns:a16="http://schemas.microsoft.com/office/drawing/2014/main" id="{0CC59BFE-853E-42BA-BDA0-457F8E0941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11</a:t>
            </a:r>
          </a:p>
        </p:txBody>
      </p:sp>
    </p:spTree>
    <p:extLst>
      <p:ext uri="{BB962C8B-B14F-4D97-AF65-F5344CB8AC3E}">
        <p14:creationId xmlns:p14="http://schemas.microsoft.com/office/powerpoint/2010/main" val="62727103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1D2F9E-BAD5-4A54-A561-3088A47AA1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7985FA-EC87-4A61-B536-0B7DB057C4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97D59FD-1E9F-4BE5-99AC-47B3D84654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5A7EBE3A-F4CA-4BEE-8A99-9A961B74D7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61828B-61C8-4901-A0D9-2F56A986617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official TEST1 brief, interfaces and rubric.</a:t>
            </a:r>
          </a:p>
        </p:txBody>
      </p:sp>
      <p:sp>
        <p:nvSpPr>
          <p:cNvPr id="6" name="">
            <a:extLst xmlns:a="http://schemas.openxmlformats.org/drawingml/2006/main">
              <a:ext uri="{FF2B5EF4-FFF2-40B4-BE49-F238E27FC236}">
                <a16:creationId xmlns:a16="http://schemas.microsoft.com/office/drawing/2014/main" id="{A15EDCE0-7260-4F7E-A52C-39607E62ABC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4635BD-1056-481A-8558-0AB978A37E8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assessed period has 120 practical minutes and 25 typed reasoning minutes.</a:t>
            </a:r>
          </a:p>
        </p:txBody>
      </p:sp>
      <p:sp>
        <p:nvSpPr>
          <p:cNvPr id="8" name="">
            <a:extLst xmlns:a="http://schemas.openxmlformats.org/drawingml/2006/main">
              <a:ext uri="{FF2B5EF4-FFF2-40B4-BE49-F238E27FC236}">
                <a16:creationId xmlns:a16="http://schemas.microsoft.com/office/drawing/2014/main" id="{F0896D3A-A23D-4634-A1CF-48E0509E821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3343FB-02C5-43EF-9FAB-710F3762495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Your lecturer will issue the test packet and collection instructions.</a:t>
            </a:r>
          </a:p>
        </p:txBody>
      </p:sp>
      <p:sp>
        <p:nvSpPr>
          <p:cNvPr id="10" name="">
            <a:extLst xmlns:a="http://schemas.openxmlformats.org/drawingml/2006/main">
              <a:ext uri="{FF2B5EF4-FFF2-40B4-BE49-F238E27FC236}">
                <a16:creationId xmlns:a16="http://schemas.microsoft.com/office/drawing/2014/main" id="{CEDDE4DA-1A61-424F-A911-AE76A1BDF5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12</a:t>
            </a:r>
          </a:p>
        </p:txBody>
      </p:sp>
    </p:spTree>
    <p:extLst>
      <p:ext uri="{BB962C8B-B14F-4D97-AF65-F5344CB8AC3E}">
        <p14:creationId xmlns:p14="http://schemas.microsoft.com/office/powerpoint/2010/main" val="86691557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8AA6D94-2647-4956-972B-77940D5F4B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9FC4C2-D8A1-4BA2-9110-8551332E04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7D56502-B58A-485D-A33C-5BF8C23D19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a:t>
            </a:r>
          </a:p>
        </p:txBody>
      </p:sp>
      <p:sp>
        <p:nvSpPr>
          <p:cNvPr id="4" name="">
            <a:extLst xmlns:a="http://schemas.openxmlformats.org/drawingml/2006/main">
              <a:ext uri="{FF2B5EF4-FFF2-40B4-BE49-F238E27FC236}">
                <a16:creationId xmlns:a16="http://schemas.microsoft.com/office/drawing/2014/main" id="{7D94A003-9713-4264-A120-3ACD80BDB4E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0F834B-720F-4F00-9831-9D460BF523D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457EDC81-8689-4179-8699-CF31EC2F201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909F642-55AA-442C-9762-E953304A681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DBB2E109-0A79-42B1-B110-A1C6F70AFEF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CE84C3A-3CF4-418F-B0EF-294243A6676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7064A635-2765-44D3-94CF-6F0F4CDE150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093F401-69E1-469E-BD6A-503F501571F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2BB5997A-5A9A-46EB-9EC9-6F6D7BC156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13</a:t>
            </a:r>
          </a:p>
        </p:txBody>
      </p:sp>
    </p:spTree>
    <p:extLst>
      <p:ext uri="{BB962C8B-B14F-4D97-AF65-F5344CB8AC3E}">
        <p14:creationId xmlns:p14="http://schemas.microsoft.com/office/powerpoint/2010/main" val="188192558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B1DBCC4-269D-43D5-9EE2-DE879D661C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E5FCDD-DD5A-4039-B063-324717CBC0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09A869-CE27-4F38-8C52-3635DFC07D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2A356D8C-0010-4AFD-95A3-46D904D2B0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33ED61-F4BA-4569-B8F1-9D461906AA3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EDCE27EC-3537-4944-B909-D9EDAF730F5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50CDAB-8D6C-4434-879B-9D80442FA95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83473027-4081-4888-9E59-99D17037589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86A949-67E9-4E1B-B58E-D698BF8BA17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516EC724-0CEB-485B-A474-7FA4A7428AC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05C1A83-A333-4DF1-A27A-4FBFB8E02E9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F4F949C3-B3CB-4049-A7ED-5B284151F8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14</a:t>
            </a:r>
          </a:p>
        </p:txBody>
      </p:sp>
    </p:spTree>
    <p:extLst>
      <p:ext uri="{BB962C8B-B14F-4D97-AF65-F5344CB8AC3E}">
        <p14:creationId xmlns:p14="http://schemas.microsoft.com/office/powerpoint/2010/main" val="311241121"/>
      </p:ext>
    </p:extLst>
  </p:cSld>
</p:sld>
</file>

<file path=ppt/slides/slide1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D510412E-BE84-4225-8A75-5EEA1E8AD573}"/>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F0715F76-7CC9-4C02-B669-C418739C7B7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62C7B59A-BB1B-4DDE-9092-262761C2C72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a:ext uri="{FF2B5EF4-FFF2-40B4-BE49-F238E27FC236}">
                <ns2:creationId id="{0C972DC6-853F-4E71-9B17-B355849BC51B}"/>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3DA22AAC-C024-443D-804D-9BDACC9A153D}"/>
              </a:ext>
            </a:extLst>
          </p:cNvPr>
          <p:cNvSpPr>
            <a:spLocks noGrp="1"/>
          </p:cNvSpPr>
          <p:nvPr/>
        </p:nvSpPr>
        <p:spPr>
          <a:xfrm>
            <a:off x="1381125" y="1781175"/>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a:ext uri="{FF2B5EF4-FFF2-40B4-BE49-F238E27FC236}">
                <ns2:creationId id="{D26DA2A2-8FF8-467C-8124-EB82ABEFF583}"/>
              </a:ext>
            </a:extLst>
          </p:cNvPr>
          <p:cNvSpPr>
            <a:spLocks noGrp="1"/>
          </p:cNvSpPr>
          <p:nvPr/>
        </p:nvSpPr>
        <p:spPr>
          <a:xfrm>
            <a:off x="590550" y="28527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75D9B6CB-E2D7-4CBA-8EA8-40313F80949A}"/>
              </a:ext>
            </a:extLst>
          </p:cNvPr>
          <p:cNvSpPr>
            <a:spLocks noGrp="1"/>
          </p:cNvSpPr>
          <p:nvPr/>
        </p:nvSpPr>
        <p:spPr>
          <a:xfrm>
            <a:off x="1381125" y="2852738"/>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Loading &amp; profiling (15.0 total): Data loaded correctly; shape, types and summary produced; the dataset is described accurately in the student's own words.</a:t>
            </a:r>
          </a:p>
        </p:txBody>
      </p:sp>
      <p:sp>
        <p:nvSpPr>
          <p:cNvPr id="8" name="">
            <a:extLst>
              <a:ext uri="{FF2B5EF4-FFF2-40B4-BE49-F238E27FC236}">
                <ns2:creationId id="{792827FE-B4F1-4ACE-BF94-1AB6335186B3}"/>
              </a:ext>
            </a:extLst>
          </p:cNvPr>
          <p:cNvSpPr>
            <a:spLocks noGrp="1"/>
          </p:cNvSpPr>
          <p:nvPr/>
        </p:nvSpPr>
        <p:spPr>
          <a:xfrm>
            <a:off x="590550" y="392430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B17AE32A-70FB-4990-A546-86553CB57897}"/>
              </a:ext>
            </a:extLst>
          </p:cNvPr>
          <p:cNvSpPr>
            <a:spLocks noGrp="1"/>
          </p:cNvSpPr>
          <p:nvPr/>
        </p:nvSpPr>
        <p:spPr>
          <a:xfrm>
            <a:off x="1381125" y="3924300"/>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Cleaning decisions &amp; justification (20.0 total): Defects found.</a:t>
            </a:r>
          </a:p>
        </p:txBody>
      </p:sp>
      <p:sp>
        <p:nvSpPr>
          <p:cNvPr id="10" name="">
            <a:extLst>
              <a:ext uri="{FF2B5EF4-FFF2-40B4-BE49-F238E27FC236}">
                <ns2:creationId id="{E9B4563C-A2DC-4F9C-BF25-E075318D6050}"/>
              </a:ext>
            </a:extLst>
          </p:cNvPr>
          <p:cNvSpPr>
            <a:spLocks noGrp="1"/>
          </p:cNvSpPr>
          <p:nvPr/>
        </p:nvSpPr>
        <p:spPr>
          <a:xfrm>
            <a:off x="590550" y="49958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CD33A006-F027-492A-8081-66FD12809C07}"/>
              </a:ext>
            </a:extLst>
          </p:cNvPr>
          <p:cNvSpPr>
            <a:spLocks noGrp="1"/>
          </p:cNvSpPr>
          <p:nvPr/>
        </p:nvSpPr>
        <p:spPr>
          <a:xfrm>
            <a:off x="1381125" y="4995863"/>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Each handling decision stated AND justified.</a:t>
            </a:r>
          </a:p>
        </p:txBody>
      </p:sp>
      <p:sp>
        <p:nvSpPr>
          <p:cNvPr id="12" name="">
            <a:extLst>
              <a:ext uri="{FF2B5EF4-FFF2-40B4-BE49-F238E27FC236}">
                <ns2:creationId id="{6A419AEF-ED12-4328-AB30-D693B93F586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15</a:t>
            </a:r>
          </a:p>
        </p:txBody>
      </p:sp>
    </p:spTree>
    <p:extLst>
      <p:ext uri="{BB962C8B-B14F-4D97-AF65-F5344CB8AC3E}">
        <ns3:creationId val="138781142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04B96BA-9218-4B04-91BC-B00F482F75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B20C2B-BA87-4AA5-AC2C-B54125D7BC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264B9AE-FEFE-4389-A961-A42A0EF7E7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96055B6F-985D-4D54-A09B-920AD82B3C5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125D5EE-2FB2-4F4C-96A7-63F3694672A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Marks are for the justification - an unjustified correct fix scores roughly half.</a:t>
            </a:r>
          </a:p>
        </p:txBody>
      </p:sp>
      <p:sp>
        <p:nvSpPr>
          <p:cNvPr id="6" name="">
            <a:extLst xmlns:a="http://schemas.openxmlformats.org/drawingml/2006/main">
              <a:ext uri="{FF2B5EF4-FFF2-40B4-BE49-F238E27FC236}">
                <a16:creationId xmlns:a16="http://schemas.microsoft.com/office/drawing/2014/main" id="{6CAF3211-2079-4B90-AC6F-BEE3B459B5B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A8FEAC-5584-4BC8-9AEA-44BFFB4F7F2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Visualisation (20.0 total): Three charts, each captioned with the question it answers.</a:t>
            </a:r>
          </a:p>
        </p:txBody>
      </p:sp>
      <p:sp>
        <p:nvSpPr>
          <p:cNvPr id="8" name="">
            <a:extLst xmlns:a="http://schemas.openxmlformats.org/drawingml/2006/main">
              <a:ext uri="{FF2B5EF4-FFF2-40B4-BE49-F238E27FC236}">
                <a16:creationId xmlns:a16="http://schemas.microsoft.com/office/drawing/2014/main" id="{77C693B4-57C2-4E08-8C76-E7F724F4DA0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CD80E9-94EA-45C9-9EEE-545E2AC02D4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a:t>
            </a:r>
          </a:p>
        </p:txBody>
      </p:sp>
      <p:sp>
        <p:nvSpPr>
          <p:cNvPr id="10" name="">
            <a:extLst xmlns:a="http://schemas.openxmlformats.org/drawingml/2006/main">
              <a:ext uri="{FF2B5EF4-FFF2-40B4-BE49-F238E27FC236}">
                <a16:creationId xmlns:a16="http://schemas.microsoft.com/office/drawing/2014/main" id="{5278D42A-AB6F-4BD6-8D01-255B95D3DA4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7262DD7-A697-4713-AE05-BEAA2897351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Axes labelled with units.</a:t>
            </a:r>
          </a:p>
        </p:txBody>
      </p:sp>
      <p:sp>
        <p:nvSpPr>
          <p:cNvPr id="12" name="">
            <a:extLst xmlns:a="http://schemas.openxmlformats.org/drawingml/2006/main">
              <a:ext uri="{FF2B5EF4-FFF2-40B4-BE49-F238E27FC236}">
                <a16:creationId xmlns:a16="http://schemas.microsoft.com/office/drawing/2014/main" id="{DDAC6114-7335-4D97-A561-95AFF4B426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16</a:t>
            </a:r>
          </a:p>
        </p:txBody>
      </p:sp>
    </p:spTree>
    <p:extLst>
      <p:ext uri="{BB962C8B-B14F-4D97-AF65-F5344CB8AC3E}">
        <p14:creationId xmlns:p14="http://schemas.microsoft.com/office/powerpoint/2010/main" val="17523214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2C4316-CFCE-4074-BA55-E1F997DA5F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35D2B4-6F28-454E-AB0F-66F3EF1B79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8F709E-4A87-4492-AFE0-F75ED4B9FE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C3749278-E68B-460F-ACDF-C6DA89E941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A1DBCE-9FDE-46E5-A099-2EF33E9A7F1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decoration without purpose.</a:t>
            </a:r>
          </a:p>
        </p:txBody>
      </p:sp>
      <p:sp>
        <p:nvSpPr>
          <p:cNvPr id="6" name="">
            <a:extLst xmlns:a="http://schemas.openxmlformats.org/drawingml/2006/main">
              <a:ext uri="{FF2B5EF4-FFF2-40B4-BE49-F238E27FC236}">
                <a16:creationId xmlns:a16="http://schemas.microsoft.com/office/drawing/2014/main" id="{1AC3DD8A-7CC3-4442-9A58-A29830BFBDB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47125E8-0EE8-4FF5-B8C4-3566F74B1E4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(20.0 total): Five findings, supported by evidence from the data, stated with correct magnitudes and units.</a:t>
            </a:r>
          </a:p>
        </p:txBody>
      </p:sp>
      <p:sp>
        <p:nvSpPr>
          <p:cNvPr id="8" name="">
            <a:extLst xmlns:a="http://schemas.openxmlformats.org/drawingml/2006/main">
              <a:ext uri="{FF2B5EF4-FFF2-40B4-BE49-F238E27FC236}">
                <a16:creationId xmlns:a16="http://schemas.microsoft.com/office/drawing/2014/main" id="{76C5D325-B47A-4B3F-8C80-9597F101B58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17CE4CA-D0F3-4C98-9EF3-78A216B6485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wrong number loses the mark even if the method was right.</a:t>
            </a:r>
          </a:p>
        </p:txBody>
      </p:sp>
      <p:sp>
        <p:nvSpPr>
          <p:cNvPr id="10" name="">
            <a:extLst xmlns:a="http://schemas.openxmlformats.org/drawingml/2006/main">
              <a:ext uri="{FF2B5EF4-FFF2-40B4-BE49-F238E27FC236}">
                <a16:creationId xmlns:a16="http://schemas.microsoft.com/office/drawing/2014/main" id="{AB2F1A0D-B9C6-4B6E-BFF0-1D9C8DE1911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A64052B-9C1F-4B24-9730-131F1B917BE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(15.0 total): One recommendation that an engineer could act on, plus a clear statement of what further data would be needed.</a:t>
            </a:r>
          </a:p>
        </p:txBody>
      </p:sp>
      <p:sp>
        <p:nvSpPr>
          <p:cNvPr id="12" name="">
            <a:extLst xmlns:a="http://schemas.openxmlformats.org/drawingml/2006/main">
              <a:ext uri="{FF2B5EF4-FFF2-40B4-BE49-F238E27FC236}">
                <a16:creationId xmlns:a16="http://schemas.microsoft.com/office/drawing/2014/main" id="{D43F79DB-8E4C-442F-BD2B-9F3C140738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17</a:t>
            </a:r>
          </a:p>
        </p:txBody>
      </p:sp>
    </p:spTree>
    <p:extLst>
      <p:ext uri="{BB962C8B-B14F-4D97-AF65-F5344CB8AC3E}">
        <p14:creationId xmlns:p14="http://schemas.microsoft.com/office/powerpoint/2010/main" val="11947795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42AEF5C-EF6B-436D-AC32-21B48D3339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9DBB54-5350-47C6-BB1B-7B28409C9A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F81AD9-AFC7-4DBC-8689-055EE71A5E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391C7233-D223-48AD-BEB2-BA857A7438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BF3B204-41C2-48D1-BC63-9D7E9FADEC0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Clarity &amp; reproducibility (10.0 total): Notebook runs top to bottom.</a:t>
            </a:r>
          </a:p>
        </p:txBody>
      </p:sp>
      <p:sp>
        <p:nvSpPr>
          <p:cNvPr id="6" name="">
            <a:extLst xmlns:a="http://schemas.openxmlformats.org/drawingml/2006/main">
              <a:ext uri="{FF2B5EF4-FFF2-40B4-BE49-F238E27FC236}">
                <a16:creationId xmlns:a16="http://schemas.microsoft.com/office/drawing/2014/main" id="{8D618B3C-79F2-493B-A9A9-6EE259B5317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C3A83B-0FCD-4A0C-8CB1-C9F3BA97883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Logical order.</a:t>
            </a:r>
          </a:p>
        </p:txBody>
      </p:sp>
      <p:sp>
        <p:nvSpPr>
          <p:cNvPr id="8" name="">
            <a:extLst xmlns:a="http://schemas.openxmlformats.org/drawingml/2006/main">
              <a:ext uri="{FF2B5EF4-FFF2-40B4-BE49-F238E27FC236}">
                <a16:creationId xmlns:a16="http://schemas.microsoft.com/office/drawing/2014/main" id="{D6CD1810-8D10-424B-9F9F-E737407FE3F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0DDA6E-0B5E-433E-B1AF-A8D5B15E82B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Markdown explains intent.</a:t>
            </a:r>
          </a:p>
        </p:txBody>
      </p:sp>
      <p:sp>
        <p:nvSpPr>
          <p:cNvPr id="10" name="">
            <a:extLst xmlns:a="http://schemas.openxmlformats.org/drawingml/2006/main">
              <a:ext uri="{FF2B5EF4-FFF2-40B4-BE49-F238E27FC236}">
                <a16:creationId xmlns:a16="http://schemas.microsoft.com/office/drawing/2014/main" id="{4E586047-6BF6-4F38-9939-A59641E4901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9DE6B85-7850-4082-AD91-7ED9F802655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dead code.</a:t>
            </a:r>
          </a:p>
        </p:txBody>
      </p:sp>
      <p:sp>
        <p:nvSpPr>
          <p:cNvPr id="12" name="">
            <a:extLst xmlns:a="http://schemas.openxmlformats.org/drawingml/2006/main">
              <a:ext uri="{FF2B5EF4-FFF2-40B4-BE49-F238E27FC236}">
                <a16:creationId xmlns:a16="http://schemas.microsoft.com/office/drawing/2014/main" id="{4D0D1E22-ED58-4C3B-A08F-1A741B84F7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18</a:t>
            </a:r>
          </a:p>
        </p:txBody>
      </p:sp>
    </p:spTree>
    <p:extLst>
      <p:ext uri="{BB962C8B-B14F-4D97-AF65-F5344CB8AC3E}">
        <p14:creationId xmlns:p14="http://schemas.microsoft.com/office/powerpoint/2010/main" val="5798918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BA0CDFB-8BCC-471A-9145-2CD71B62A5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DBD6E5-97D9-4F95-95C4-C5B6C1A0D0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6C5E01-360A-487B-AB38-7ADB33F028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A1989796-AC0C-4BF8-AC03-D21460251F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981722-84A8-412C-8BDF-AAAB81049B9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5D8B1CD5-66EE-40F9-AB47-4B2D47734A1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E86F58-C94A-409C-8099-DD4E7791EA6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E5CDE2B5-DD33-4651-84A2-7B2A462C8D1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A0C425-A5B1-4296-B48D-855AF62D673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FB2CB4DC-5710-44F1-B609-FA73713E7A7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5E6446C-5FE3-44E8-B317-83C60CF70BB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6C909BE6-7F10-4A3A-9363-FFF9A61071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19</a:t>
            </a:r>
          </a:p>
        </p:txBody>
      </p:sp>
    </p:spTree>
    <p:extLst>
      <p:ext uri="{BB962C8B-B14F-4D97-AF65-F5344CB8AC3E}">
        <p14:creationId xmlns:p14="http://schemas.microsoft.com/office/powerpoint/2010/main" val="16165922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93B528E-2B63-4BF5-8E18-3C1860B8B5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F89F59-A069-4067-ADF8-19DAC2497F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C11889-653F-401E-8F85-612FB972E9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CB289C55-694A-4579-94C9-0DD09434E1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C27321-0CEA-474B-B1F3-91C77387AC6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F3A0DE8D-CF34-4821-A9CB-0095379C78A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65AB3A-1FE8-44D7-A8A8-84CDFC99B17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BBCD05C0-3A77-4C4B-96F9-F3366615C08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919DED-7C79-4DC5-8087-822912922E9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BAAB65F2-9707-4434-B281-94B4598FFFF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2E6B86B-4BC4-4273-9FCC-60905DC5BCA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F5F921E1-8D39-422F-9F1A-A628AD6988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20</a:t>
            </a:r>
          </a:p>
        </p:txBody>
      </p:sp>
    </p:spTree>
    <p:extLst>
      <p:ext uri="{BB962C8B-B14F-4D97-AF65-F5344CB8AC3E}">
        <p14:creationId xmlns:p14="http://schemas.microsoft.com/office/powerpoint/2010/main" val="1047631658"/>
      </p:ext>
    </p:extLst>
  </p:cSld>
</p:sld>
</file>

<file path=ppt/slides/slide2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0C5156F0-A4A3-49FB-B241-755C5508BB3E}"/>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065AADD1-D202-4F63-BC14-70D46C17BEDE}"/>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a:ext uri="{FF2B5EF4-FFF2-40B4-BE49-F238E27FC236}">
                <ns2:creationId id="{306F3FED-461F-4A92-B812-9CA6A6B9CEA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submission</a:t>
            </a:r>
          </a:p>
        </p:txBody>
      </p:sp>
      <p:sp>
        <p:nvSpPr>
          <p:cNvPr id="4" name="">
            <a:extLst>
              <a:ext uri="{FF2B5EF4-FFF2-40B4-BE49-F238E27FC236}">
                <ns2:creationId id="{3DF523BD-79F1-4C6B-812C-97E6417A2B39}"/>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DE033706-98E4-4D89-8CDE-8665E7093E21}"/>
              </a:ext>
            </a:extLst>
          </p:cNvPr>
          <p:cNvSpPr>
            <a:spLocks noGrp="1"/>
          </p:cNvSpPr>
          <p:nvPr/>
        </p:nvSpPr>
        <p:spPr>
          <a:xfrm>
            <a:off x="1381125" y="1724025"/>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a:ext uri="{FF2B5EF4-FFF2-40B4-BE49-F238E27FC236}">
                <ns2:creationId id="{574B810D-0AEB-4F09-8124-3CA9BF839816}"/>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5895335E-B88D-452A-A5BC-DCB316FDA92D}"/>
              </a:ext>
            </a:extLst>
          </p:cNvPr>
          <p:cNvSpPr>
            <a:spLocks noGrp="1"/>
          </p:cNvSpPr>
          <p:nvPr/>
        </p:nvSpPr>
        <p:spPr>
          <a:xfrm>
            <a:off x="1381125" y="2521744"/>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a:ext uri="{FF2B5EF4-FFF2-40B4-BE49-F238E27FC236}">
                <ns2:creationId id="{F7AD26BF-C5EB-4DF3-8F17-126A4A03AC77}"/>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82194B0E-CD7B-4554-89CE-ACCBF6F22FDF}"/>
              </a:ext>
            </a:extLst>
          </p:cNvPr>
          <p:cNvSpPr>
            <a:spLocks noGrp="1"/>
          </p:cNvSpPr>
          <p:nvPr/>
        </p:nvSpPr>
        <p:spPr>
          <a:xfrm>
            <a:off x="1381125" y="3319463"/>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a:ext uri="{FF2B5EF4-FFF2-40B4-BE49-F238E27FC236}">
                <ns2:creationId id="{3E53386E-F673-426E-9580-5A294290C3AC}"/>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C109203B-2C42-49C4-A39B-0FEB7614445A}"/>
              </a:ext>
            </a:extLst>
          </p:cNvPr>
          <p:cNvSpPr>
            <a:spLocks noGrp="1"/>
          </p:cNvSpPr>
          <p:nvPr/>
        </p:nvSpPr>
        <p:spPr>
          <a:xfrm>
            <a:off x="1381125" y="4117181"/>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a:ext uri="{FF2B5EF4-FFF2-40B4-BE49-F238E27FC236}">
                <ns2:creationId id="{182B13B0-152D-4017-AABC-AE63570879AA}"/>
              </a:ext>
            </a:extLst>
          </p:cNvPr>
          <p:cNvSpPr>
            <a:spLocks noGrp="1"/>
          </p:cNvSpPr>
          <p:nvPr/>
        </p:nvSpPr>
        <p:spPr>
          <a:xfrm>
            <a:off x="590550" y="5143500"/>
            <a:ext cx="11010900" cy="657225"/>
          </a:xfrm>
          <a:prstGeom prst="rect">
            <a:avLst/>
          </a:prstGeom>
          <a:solidFill>
            <a:srgbClr val="E5F1EE"/>
          </a:solidFill>
          <a:ln w="0">
            <a:noFill/>
          </a:ln>
        </p:spPr>
      </p:sp>
      <p:sp>
        <p:nvSpPr>
          <p:cNvPr id="13" name="">
            <a:extLst>
              <a:ext uri="{FF2B5EF4-FFF2-40B4-BE49-F238E27FC236}">
                <ns2:creationId id="{0AD42A71-1971-4C29-ACF5-C2FE53D51F39}"/>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05f3d7a667204b5a"/>
              </a:rPr>
              <a:t>Open TEST1 assignment form</a:t>
            </a:r>
          </a:p>
        </p:txBody>
      </p:sp>
      <p:sp>
        <p:nvSpPr>
          <p:cNvPr id="14" name="">
            <a:extLst>
              <a:ext uri="{FF2B5EF4-FFF2-40B4-BE49-F238E27FC236}">
                <ns2:creationId id="{130380A7-55D9-467E-982A-83636A8DD2C5}"/>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https://docs.google.com/forms/d/e/1FAIpQLSdwcNAD9gGSz-hXLmHPO8nS3WIfg72BcsKW7IrwpvtakiJrIA/viewform</a:t>
            </a:r>
          </a:p>
        </p:txBody>
      </p:sp>
      <p:sp>
        <p:nvSpPr>
          <p:cNvPr id="15" name="">
            <a:extLst>
              <a:ext uri="{FF2B5EF4-FFF2-40B4-BE49-F238E27FC236}">
                <ns2:creationId id="{05E5A59B-9D23-4BB2-A25E-B50430121C9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21</a:t>
            </a:r>
          </a:p>
        </p:txBody>
      </p:sp>
    </p:spTree>
    <p:extLst>
      <p:ext uri="{BB962C8B-B14F-4D97-AF65-F5344CB8AC3E}">
        <ns4:creationId val="1962624133"/>
      </p:ext>
    </p:extLst>
  </p:cSld>
</p:sld>
</file>

<file path=ppt/slides/slide2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B769664E-33CA-4BC7-95CC-A9C1143112E5}"/>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C3AD34D3-2DAD-4785-B50E-3800E994C8B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a:ext uri="{FF2B5EF4-FFF2-40B4-BE49-F238E27FC236}">
                <ns2:creationId id="{BD5F555B-2567-4517-8AD4-FC3B8A9F3F80}"/>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EDF74D1B-A65A-4E64-A2E1-091E95BCF5D7}"/>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reopen your notebook and find code and typed reasoning without help.</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0668F232-F964-46C0-955B-34FA55ACE538}"/>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a:ext uri="{FF2B5EF4-FFF2-40B4-BE49-F238E27FC236}">
                <ns2:creationId id="{A77CAA2F-51F4-401E-A691-847581801643}"/>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7   22</a:t>
            </a:r>
          </a:p>
        </p:txBody>
      </p:sp>
    </p:spTree>
    <p:extLst>
      <p:ext uri="{BB962C8B-B14F-4D97-AF65-F5344CB8AC3E}">
        <ns3:creationId val="9486489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2026-09-16T11:08:37.4630000Z</dcterms:created>
  <dcterms:modified xsi:type="dcterms:W3CDTF">2026-09-16T11:08:37.4630000Z</dcterms:modified>
</coreProperties>
</file>