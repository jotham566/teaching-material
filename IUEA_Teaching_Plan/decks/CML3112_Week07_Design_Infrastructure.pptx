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610fe018584cf8" /><Relationship Type="http://schemas.openxmlformats.org/officeDocument/2006/relationships/extended-properties" Target="/docProps/app.xml" Id="R40d76174b5e14f04" /><Relationship Type="http://schemas.openxmlformats.org/officeDocument/2006/relationships/officeDocument" Target="/ppt/presentation.xml" Id="Rf90e7d09381e415a" /></Relationships>
</file>

<file path=ppt/presentation.xml><?xml version="1.0" encoding="utf-8"?>
<p:presentation xmlns:p="http://schemas.openxmlformats.org/presentationml/2006/main">
  <p:sldMasterIdLst>
    <p:sldMasterId xmlns:r="http://schemas.openxmlformats.org/officeDocument/2006/relationships" id="2147483648" r:id="R21a90ae667be41b6"/>
  </p:sldMasterIdLst>
  <p:notesMasterIdLst>
    <p:notesMasterId xmlns:r="http://schemas.openxmlformats.org/officeDocument/2006/relationships" r:id="Rdfd8fab19465498c"/>
  </p:notesMasterIdLst>
  <p:sldIdLst>
    <p:sldId xmlns:r="http://schemas.openxmlformats.org/officeDocument/2006/relationships" id="256" r:id="R30cda3d1091d40d2"/>
    <p:sldId xmlns:r="http://schemas.openxmlformats.org/officeDocument/2006/relationships" id="257" r:id="Re8b7b00233ac452f"/>
    <p:sldId xmlns:r="http://schemas.openxmlformats.org/officeDocument/2006/relationships" id="258" r:id="Re47e4b4633194754"/>
    <p:sldId xmlns:r="http://schemas.openxmlformats.org/officeDocument/2006/relationships" id="259" r:id="Rb0ea510c9f6846f5"/>
    <p:sldId xmlns:r="http://schemas.openxmlformats.org/officeDocument/2006/relationships" id="260" r:id="R5959c63fb8f749ef"/>
    <p:sldId xmlns:r="http://schemas.openxmlformats.org/officeDocument/2006/relationships" id="261" r:id="R721fee18eef742b4"/>
    <p:sldId xmlns:r="http://schemas.openxmlformats.org/officeDocument/2006/relationships" id="262" r:id="Rf9ea0e972f64489c"/>
    <p:sldId xmlns:r="http://schemas.openxmlformats.org/officeDocument/2006/relationships" id="263" r:id="R164603cdc38148c3"/>
    <p:sldId xmlns:r="http://schemas.openxmlformats.org/officeDocument/2006/relationships" id="264" r:id="R51c208ad4ea8495d"/>
    <p:sldId xmlns:r="http://schemas.openxmlformats.org/officeDocument/2006/relationships" id="265" r:id="Rbf53f94cea2c4d61"/>
    <p:sldId xmlns:r="http://schemas.openxmlformats.org/officeDocument/2006/relationships" id="266" r:id="R225437f82b744005"/>
    <p:sldId xmlns:r="http://schemas.openxmlformats.org/officeDocument/2006/relationships" id="267" r:id="R4fb8605480e1495c"/>
    <p:sldId xmlns:r="http://schemas.openxmlformats.org/officeDocument/2006/relationships" id="268" r:id="Re673e36c4af24f9e"/>
    <p:sldId xmlns:r="http://schemas.openxmlformats.org/officeDocument/2006/relationships" id="269" r:id="R4f6fe54c0f974aa3"/>
    <p:sldId xmlns:r="http://schemas.openxmlformats.org/officeDocument/2006/relationships" id="270" r:id="R4543056881cf4b2e"/>
    <p:sldId xmlns:r="http://schemas.openxmlformats.org/officeDocument/2006/relationships" id="271" r:id="R2431789194b04ab3"/>
    <p:sldId xmlns:r="http://schemas.openxmlformats.org/officeDocument/2006/relationships" id="272" r:id="R5b5e024081594756"/>
    <p:sldId xmlns:r="http://schemas.openxmlformats.org/officeDocument/2006/relationships" id="273" r:id="R46029c4c1232461c"/>
    <p:sldId xmlns:r="http://schemas.openxmlformats.org/officeDocument/2006/relationships" id="274" r:id="Rd38bc9decfd9486e"/>
    <p:sldId xmlns:r="http://schemas.openxmlformats.org/officeDocument/2006/relationships" id="275" r:id="R0490712707b14bb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87beb686264c87" /><Relationship Type="http://schemas.openxmlformats.org/officeDocument/2006/relationships/slideMaster" Target="/ppt/slideMasters/slideMaster1.xml" Id="R21a90ae667be41b6" /><Relationship Type="http://schemas.openxmlformats.org/officeDocument/2006/relationships/notesMaster" Target="/ppt/notesMasters/notesMaster1.xml" Id="Rdfd8fab19465498c" /><Relationship Type="http://schemas.openxmlformats.org/officeDocument/2006/relationships/presProps" Target="/ppt/presProps.xml" Id="R20d893a39f8242a9" /><Relationship Type="http://schemas.openxmlformats.org/officeDocument/2006/relationships/tableStyles" Target="/ppt/tableStyles.xml" Id="R92611ee5f8044af6" /><Relationship Type="http://schemas.openxmlformats.org/officeDocument/2006/relationships/slide" Target="/ppt/slides/slide1.xml" Id="R30cda3d1091d40d2" /><Relationship Type="http://schemas.openxmlformats.org/officeDocument/2006/relationships/slide" Target="/ppt/slides/slide2.xml" Id="Re8b7b00233ac452f" /><Relationship Type="http://schemas.openxmlformats.org/officeDocument/2006/relationships/slide" Target="/ppt/slides/slide3.xml" Id="Re47e4b4633194754" /><Relationship Type="http://schemas.openxmlformats.org/officeDocument/2006/relationships/slide" Target="/ppt/slides/slide4.xml" Id="Rb0ea510c9f6846f5" /><Relationship Type="http://schemas.openxmlformats.org/officeDocument/2006/relationships/slide" Target="/ppt/slides/slide5.xml" Id="R5959c63fb8f749ef" /><Relationship Type="http://schemas.openxmlformats.org/officeDocument/2006/relationships/slide" Target="/ppt/slides/slide6.xml" Id="R721fee18eef742b4" /><Relationship Type="http://schemas.openxmlformats.org/officeDocument/2006/relationships/slide" Target="/ppt/slides/slide7.xml" Id="Rf9ea0e972f64489c" /><Relationship Type="http://schemas.openxmlformats.org/officeDocument/2006/relationships/slide" Target="/ppt/slides/slide8.xml" Id="R164603cdc38148c3" /><Relationship Type="http://schemas.openxmlformats.org/officeDocument/2006/relationships/slide" Target="/ppt/slides/slide9.xml" Id="R51c208ad4ea8495d" /><Relationship Type="http://schemas.openxmlformats.org/officeDocument/2006/relationships/slide" Target="/ppt/slides/slide10.xml" Id="Rbf53f94cea2c4d61" /><Relationship Type="http://schemas.openxmlformats.org/officeDocument/2006/relationships/slide" Target="/ppt/slides/slide11.xml" Id="R225437f82b744005" /><Relationship Type="http://schemas.openxmlformats.org/officeDocument/2006/relationships/slide" Target="/ppt/slides/slide12.xml" Id="R4fb8605480e1495c" /><Relationship Type="http://schemas.openxmlformats.org/officeDocument/2006/relationships/slide" Target="/ppt/slides/slide13.xml" Id="Re673e36c4af24f9e" /><Relationship Type="http://schemas.openxmlformats.org/officeDocument/2006/relationships/slide" Target="/ppt/slides/slide14.xml" Id="R4f6fe54c0f974aa3" /><Relationship Type="http://schemas.openxmlformats.org/officeDocument/2006/relationships/slide" Target="/ppt/slides/slide15.xml" Id="R4543056881cf4b2e" /><Relationship Type="http://schemas.openxmlformats.org/officeDocument/2006/relationships/slide" Target="/ppt/slides/slide16.xml" Id="R2431789194b04ab3" /><Relationship Type="http://schemas.openxmlformats.org/officeDocument/2006/relationships/slide" Target="/ppt/slides/slide17.xml" Id="R5b5e024081594756" /><Relationship Type="http://schemas.openxmlformats.org/officeDocument/2006/relationships/slide" Target="/ppt/slides/slide18.xml" Id="R46029c4c1232461c" /><Relationship Type="http://schemas.openxmlformats.org/officeDocument/2006/relationships/slide" Target="/ppt/slides/slide19.xml" Id="Rd38bc9decfd9486e" /><Relationship Type="http://schemas.openxmlformats.org/officeDocument/2006/relationships/slide" Target="/ppt/slides/slide20.xml" Id="R0490712707b14b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9c716cd847c43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5f8d8702794850" /><Relationship Type="http://schemas.openxmlformats.org/officeDocument/2006/relationships/notesMaster" Target="/ppt/notesMasters/notesMaster1.xml" Id="R314778154fda4d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4ab31735c641bc" /><Relationship Type="http://schemas.openxmlformats.org/officeDocument/2006/relationships/notesMaster" Target="/ppt/notesMasters/notesMaster1.xml" Id="R2763054fc2f843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cac8669b9f46b1" /><Relationship Type="http://schemas.openxmlformats.org/officeDocument/2006/relationships/notesMaster" Target="/ppt/notesMasters/notesMaster1.xml" Id="Rb09a33fe742544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1077b6b8e8470e" /><Relationship Type="http://schemas.openxmlformats.org/officeDocument/2006/relationships/notesMaster" Target="/ppt/notesMasters/notesMaster1.xml" Id="R14bb7434146949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19cf01599e4685" /><Relationship Type="http://schemas.openxmlformats.org/officeDocument/2006/relationships/notesMaster" Target="/ppt/notesMasters/notesMaster1.xml" Id="Rf676f417d3a346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6d268fb9214070" /><Relationship Type="http://schemas.openxmlformats.org/officeDocument/2006/relationships/notesMaster" Target="/ppt/notesMasters/notesMaster1.xml" Id="R1096150c530c40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4ed0913d56be4961" /><Relationship Type="http://schemas.openxmlformats.org/officeDocument/2006/relationships/notesMaster" Target="/ppt/notesMasters/notesMaster1.xml" Id="Rbee25852534046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834f13793b465e" /><Relationship Type="http://schemas.openxmlformats.org/officeDocument/2006/relationships/notesMaster" Target="/ppt/notesMasters/notesMaster1.xml" Id="Rcadb9f6f601e4f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1faf9e41ca4172" /><Relationship Type="http://schemas.openxmlformats.org/officeDocument/2006/relationships/notesMaster" Target="/ppt/notesMasters/notesMaster1.xml" Id="Re6232adae1f046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ab755ce9284dec" /><Relationship Type="http://schemas.openxmlformats.org/officeDocument/2006/relationships/notesMaster" Target="/ppt/notesMasters/notesMaster1.xml" Id="Rcdd268f89302483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c5b7b64ac3426e" /><Relationship Type="http://schemas.openxmlformats.org/officeDocument/2006/relationships/notesMaster" Target="/ppt/notesMasters/notesMaster1.xml" Id="R4efbbc5f908a4b0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6cb336666e4cf9" /><Relationship Type="http://schemas.openxmlformats.org/officeDocument/2006/relationships/notesMaster" Target="/ppt/notesMasters/notesMaster1.xml" Id="R753457b1e6a145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bb5c0508424584" /><Relationship Type="http://schemas.openxmlformats.org/officeDocument/2006/relationships/notesMaster" Target="/ppt/notesMasters/notesMaster1.xml" Id="R8aaecc05da924e1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61737f7dff7445c" /><Relationship Type="http://schemas.openxmlformats.org/officeDocument/2006/relationships/notesMaster" Target="/ppt/notesMasters/notesMaster1.xml" Id="R1401b469105c4f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91ff522b0ce4773" /><Relationship Type="http://schemas.openxmlformats.org/officeDocument/2006/relationships/notesMaster" Target="/ppt/notesMasters/notesMaster1.xml" Id="R00e2e40e357e480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a27b1a67b9e4919" /><Relationship Type="http://schemas.openxmlformats.org/officeDocument/2006/relationships/notesMaster" Target="/ppt/notesMasters/notesMaster1.xml" Id="R7700587d31dc467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066d1056c904bd0" /><Relationship Type="http://schemas.openxmlformats.org/officeDocument/2006/relationships/notesMaster" Target="/ppt/notesMasters/notesMaster1.xml" Id="R184329871fd6438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08fc091113842d3" /><Relationship Type="http://schemas.openxmlformats.org/officeDocument/2006/relationships/notesMaster" Target="/ppt/notesMasters/notesMaster1.xml" Id="Re807d942749e4d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9de10b0bb54118" /><Relationship Type="http://schemas.openxmlformats.org/officeDocument/2006/relationships/notesMaster" Target="/ppt/notesMasters/notesMaster1.xml" Id="R5e0ba2b6da2c48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79e4c0a3de4fd7" /><Relationship Type="http://schemas.openxmlformats.org/officeDocument/2006/relationships/notesMaster" Target="/ppt/notesMasters/notesMaster1.xml" Id="R085e725912244c2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1</a:t>
            </a:r>
          </a:p>
          <a:p>
            <a:r>
              <a:t>CML3112, Week 7, slide 1</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7, slide 2</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saving and reopening the required files.</a:t>
            </a:r>
          </a:p>
          <a:p>
            <a:r>
              <a:t/>
            </a:r>
          </a:p>
          <a:p>
            <a:r>
              <a:t>Check the published test rules before the session.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7, slide 3</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open the provided notebook and data on the prepared lab computer without internet?</a:t>
            </a:r>
          </a:p>
          <a:p>
            <a:r>
              <a:t/>
            </a:r>
          </a:p>
          <a:p>
            <a:r>
              <a:t>Continue to</a:t>
            </a:r>
          </a:p>
          <a:p>
            <a:r>
              <a:t>Rehearse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before test day</a:t>
            </a:r>
          </a:p>
          <a:p>
            <a:r>
              <a:t>CML3112, Week 7,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separate practice notebook before the timed session.</a:t>
            </a:r>
          </a:p>
          <a:p>
            <a:r>
              <a:t/>
            </a:r>
          </a:p>
          <a:p>
            <a:r>
              <a:t>Open the supplied data and run a familiar calculation.</a:t>
            </a:r>
          </a:p>
          <a:p>
            <a:r>
              <a:t/>
            </a:r>
          </a:p>
          <a:p>
            <a:r>
              <a:t>The test packet and permitted resources are issued by the lecturer.</a:t>
            </a:r>
          </a:p>
          <a:p>
            <a:r>
              <a:t/>
            </a:r>
          </a:p>
          <a:p>
            <a:r>
              <a:t>Continue to</a:t>
            </a:r>
          </a:p>
          <a:p>
            <a:r>
              <a:t>Save the complete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 the complete notebook</a:t>
            </a:r>
          </a:p>
          <a:p>
            <a:r>
              <a:t>CML3112, Week 7,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Type Part B under My written evidence in the notebook.</a:t>
            </a:r>
          </a:p>
          <a:p>
            <a:r>
              <a:t/>
            </a:r>
          </a:p>
          <a:p>
            <a:r>
              <a:t>Locate the complete notebook in the designated local folder.</a:t>
            </a:r>
          </a:p>
          <a:p>
            <a:r>
              <a:t/>
            </a:r>
          </a:p>
          <a:p>
            <a:r>
              <a:t>Reopen it to check that code and written answers were saved.</a:t>
            </a:r>
          </a:p>
          <a:p>
            <a:r>
              <a:t/>
            </a:r>
          </a:p>
          <a:p>
            <a:r>
              <a:t>Continue to</a:t>
            </a:r>
          </a:p>
          <a:p>
            <a:r>
              <a:t>Follow the published test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 the published test procedure</a:t>
            </a:r>
          </a:p>
          <a:p>
            <a:r>
              <a:t>CML3112, Week 7, slide 6</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Read the briefing before starting assessed work.</a:t>
            </a:r>
          </a:p>
          <a:p>
            <a:r>
              <a:t/>
            </a:r>
          </a:p>
          <a:p>
            <a:r>
              <a:t>Use only the resources permitted for that part of the test.</a:t>
            </a:r>
          </a:p>
          <a:p>
            <a:r>
              <a:t/>
            </a:r>
          </a:p>
          <a:p>
            <a:r>
              <a:t>Report a technical failure to the invigilator immediately.</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CML3112, Week 7, slide 7</a:t>
            </a:r>
          </a:p>
          <a:p>
            <a:r>
              <a:t/>
            </a:r>
          </a:p>
          <a:p>
            <a:r>
              <a:t>Explanation to give</a:t>
            </a:r>
          </a:p>
          <a:p>
            <a:r>
              <a:t>Rehearse this small calculation before the assessed session. The list has three values, so len returns 3. Add 3+5+7 to obtain 15, then divide by 3.</a:t>
            </a:r>
          </a:p>
          <a:p>
            <a:r>
              <a:t/>
            </a:r>
          </a:p>
          <a:p>
            <a:r>
              <a:t>Worked illustration / lecturer answer</a:t>
            </a:r>
          </a:p>
          <a:p>
            <a:r>
              <a:t>The displayed output is 3 followed by 5.0. Explain why the mean is a floating-point result even though the inputs are integers.</a:t>
            </a:r>
          </a:p>
          <a:p>
            <a:r>
              <a:t/>
            </a:r>
          </a:p>
          <a:p>
            <a:r>
              <a:t>Misconception to address</a:t>
            </a:r>
          </a:p>
          <a:p>
            <a:r>
              <a:t>This is a preparation example, not a test answer. During Part B of the actual test, code execution is prohibited.</a:t>
            </a:r>
          </a:p>
          <a:p>
            <a:r>
              <a:t/>
            </a:r>
          </a:p>
          <a:p>
            <a:r>
              <a:t>Read the displayed code line by line</a:t>
            </a:r>
          </a:p>
          <a:p>
            <a:r>
              <a:t>values = [3, 5, 7]</a:t>
            </a:r>
          </a:p>
          <a:p>
            <a:r>
              <a:t>Evaluate the complete right-hand expression first, then assign its result to the name or selected field on the left.</a:t>
            </a:r>
          </a:p>
          <a:p>
            <a:r>
              <a:t/>
            </a:r>
          </a:p>
          <a:p>
            <a:r>
              <a:t>print(len(values))</a:t>
            </a:r>
          </a:p>
          <a:p>
            <a:r>
              <a:t>Evaluate the expression inside the parentheses and display it. Displaying is separate from returning a function result.</a:t>
            </a:r>
          </a:p>
          <a:p>
            <a:r>
              <a:t/>
            </a:r>
          </a:p>
          <a:p>
            <a:r>
              <a:t>print(sum(values) / len(values))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CML3112, Week 7, slide 8</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CML3112, Week 7,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Every learner completes the offline save-and-reopen rehearsal.</a:t>
            </a:r>
          </a:p>
          <a:p>
            <a:r>
              <a:t/>
            </a:r>
          </a:p>
          <a:p>
            <a:r>
              <a:t>Escalate lab-access failures before the test.</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CML3112, Week 7,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official TEST1 brief, interfaces and rubric.</a:t>
            </a:r>
          </a:p>
          <a:p>
            <a:r>
              <a:t/>
            </a:r>
          </a:p>
          <a:p>
            <a:r>
              <a:t>The assessed period has 120 practical minutes and 25 typed reasoning minutes.</a:t>
            </a:r>
          </a:p>
          <a:p>
            <a:r>
              <a:t/>
            </a:r>
          </a:p>
          <a:p>
            <a:r>
              <a:t>Your lecturer will issue the test packet and collection instructions.</a:t>
            </a:r>
          </a:p>
          <a:p>
            <a:r>
              <a:t/>
            </a:r>
          </a:p>
          <a:p>
            <a:r>
              <a:t>Continue to</a:t>
            </a:r>
          </a:p>
          <a:p>
            <a:r>
              <a:t>Practical Test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a:t>
            </a:r>
          </a:p>
          <a:p>
            <a:r>
              <a:t>CML3112, Week 7,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13</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Include captions and readable written evidence in the notebook.</a:t>
            </a:r>
          </a:p>
          <a:p>
            <a:r>
              <a:t/>
            </a:r>
          </a:p>
          <a:p>
            <a:r>
              <a:t>Loading &amp; profiling (15.0 total): Data loaded correctly; shape, types and summary produced; the dataset is described accurately in the student's own words.</a:t>
            </a:r>
          </a:p>
          <a:p>
            <a:r>
              <a:t/>
            </a:r>
          </a:p>
          <a:p>
            <a:r>
              <a:t>Cleaning decisions &amp; justification (20.0 total): Defects found.</a:t>
            </a:r>
          </a:p>
          <a:p>
            <a:r>
              <a:t/>
            </a:r>
          </a:p>
          <a:p>
            <a:r>
              <a:t>Each handling decision stated AND justified.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Marks are for the justification - an unjustified correct fix scores roughly half.</a:t>
            </a:r>
          </a:p>
          <a:p>
            <a:r>
              <a:t/>
            </a:r>
          </a:p>
          <a:p>
            <a:r>
              <a:t>Visualisation (20.0 total): Three charts, each captioned with the question it answers.</a:t>
            </a:r>
          </a:p>
          <a:p>
            <a:r>
              <a:t/>
            </a:r>
          </a:p>
          <a:p>
            <a:r>
              <a:t>Correct chart type.</a:t>
            </a:r>
          </a:p>
          <a:p>
            <a:r>
              <a:t/>
            </a:r>
          </a:p>
          <a:p>
            <a:r>
              <a:t>Axes labelled with units.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15</a:t>
            </a:r>
          </a:p>
          <a:p>
            <a:r>
              <a:t/>
            </a:r>
          </a:p>
          <a:p>
            <a:r>
              <a:t>Explanation to give</a:t>
            </a:r>
          </a:p>
          <a:p>
            <a:r>
              <a:t>Explain the decision, the evidence supporting it and what would change that decision. The reader should be able to find the result cited in the notebook.</a:t>
            </a:r>
          </a:p>
          <a:p>
            <a:r>
              <a:t/>
            </a:r>
          </a:p>
          <a:p>
            <a:r>
              <a:t>Worked illustration / lecturer answer</a:t>
            </a:r>
          </a:p>
          <a:p>
            <a:r>
              <a:t>For example, a model may justify further testing at a second site while not yet justifying deployment. Name the missing operating range or equipment group that the next data collection should cover.</a:t>
            </a:r>
          </a:p>
          <a:p>
            <a:r>
              <a:t/>
            </a:r>
          </a:p>
          <a:p>
            <a:r>
              <a:t>Misconception to address</a:t>
            </a:r>
          </a:p>
          <a:p>
            <a:r>
              <a:t>During test Part B, type the explanation offline without executing code. Save it in the collected notebook; later upload must not extend the assessed work period.</a:t>
            </a:r>
          </a:p>
          <a:p>
            <a:r>
              <a:t/>
            </a:r>
          </a:p>
          <a:p>
            <a:r>
              <a:t>On this slide</a:t>
            </a:r>
          </a:p>
          <a:p>
            <a:r>
              <a:t>No decoration without purpose.</a:t>
            </a:r>
          </a:p>
          <a:p>
            <a:r>
              <a:t/>
            </a:r>
          </a:p>
          <a:p>
            <a:r>
              <a:t>Findings (20.0 total): Five findings, supported by evidence from the data, stated with correct magnitudes and units.</a:t>
            </a:r>
          </a:p>
          <a:p>
            <a:r>
              <a:t/>
            </a:r>
          </a:p>
          <a:p>
            <a:r>
              <a:t>A wrong number loses the mark even if the method was right.</a:t>
            </a:r>
          </a:p>
          <a:p>
            <a:r>
              <a:t/>
            </a:r>
          </a:p>
          <a:p>
            <a:r>
              <a:t>Engineering interpretation (15.0 total): One recommendation that an engineer could act on, plus a clear statement of what further data would be needed.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16</a:t>
            </a:r>
          </a:p>
          <a:p>
            <a:r>
              <a:t/>
            </a:r>
          </a:p>
          <a:p>
            <a:r>
              <a:t>Explanation to give</a:t>
            </a:r>
          </a:p>
          <a:p>
            <a:r>
              <a:t>Reproducibility means a clean run using the delivered files, documented dependencies and stated instructions produces the reported results.</a:t>
            </a:r>
          </a:p>
          <a:p>
            <a:r>
              <a:t/>
            </a:r>
          </a:p>
          <a:p>
            <a:r>
              <a:t>Worked illustration / lecturer answer</a:t>
            </a:r>
          </a:p>
          <a:p>
            <a:r>
              <a:t>Use an actual fresh-runtime check. Correct a path or missing setup step that the check reveals, then save the successful notebook and instructions.</a:t>
            </a:r>
          </a:p>
          <a:p>
            <a:r>
              <a:t/>
            </a:r>
          </a:p>
          <a:p>
            <a:r>
              <a:t>Misconception to address</a:t>
            </a:r>
          </a:p>
          <a:p>
            <a:r>
              <a:t>Saved figures can remain visible after code breaks. Their presence alone is not a successful rerun.</a:t>
            </a:r>
          </a:p>
          <a:p>
            <a:r>
              <a:t/>
            </a:r>
          </a:p>
          <a:p>
            <a:r>
              <a:t>On this slide</a:t>
            </a:r>
          </a:p>
          <a:p>
            <a:r>
              <a:t>Clarity &amp; reproducibility (10.0 total): Notebook runs top to bottom.</a:t>
            </a:r>
          </a:p>
          <a:p>
            <a:r>
              <a:t/>
            </a:r>
          </a:p>
          <a:p>
            <a:r>
              <a:t>Logical order.</a:t>
            </a:r>
          </a:p>
          <a:p>
            <a:r>
              <a:t/>
            </a:r>
          </a:p>
          <a:p>
            <a:r>
              <a:t>Markdown explains intent.</a:t>
            </a:r>
          </a:p>
          <a:p>
            <a:r>
              <a:t/>
            </a:r>
          </a:p>
          <a:p>
            <a:r>
              <a:t>No dead code.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17</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CML3112, Week 7, slide 18</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1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submission</a:t>
            </a:r>
          </a:p>
          <a:p>
            <a:r>
              <a:t>CML3112, Week 7, slide 19</a:t>
            </a:r>
          </a:p>
          <a:p>
            <a:r>
              <a:t/>
            </a:r>
          </a:p>
          <a:p>
            <a:r>
              <a:t>Explanation to give</a:t>
            </a:r>
          </a:p>
          <a:p>
            <a:r>
              <a:t>This slide hands over CML3112 TEST1.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7, slide 20</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reopen your notebook and find code and typed reasoning without help.</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aba6e984f3240d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522be5a57c944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2919d9d7ca48a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d763b1036d94b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94215230bb9491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67e7358809745c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69D51D-36B0-4C17-A579-27A5DE935BC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E5AAA0C-F952-42FF-8F16-150359ECB7F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F885308-8DF6-4334-ABEB-73C1BC5AA24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40977C6F-F794-4B13-A963-58E5BF431B33}"/>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EF4B5D6-993A-4163-A2E4-A4E81A57615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8E2BE0C-BD5A-4BFA-9209-0CC3732F0C0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C524D6B-080A-4EEE-BCB1-EEA9075A89D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891C121-1D04-46FB-99FA-DA34251209F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72FE7E0-8E97-40A4-B8C1-82DEAD6F65E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A90D77E-5860-42BB-9461-F652795409C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4FF72B0-C9D2-4AFF-AD9F-38EA340D89E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9ED0B530-54B7-48CB-86E7-789F1B455D3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EE2D003-F3FA-47C4-A81A-65DCD6D0CE0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557BBEB-07B7-4146-A423-7C67FF0A587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1082C15-743B-4900-928F-7B95E217611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65196ec14441f0" /><Relationship Type="http://schemas.openxmlformats.org/officeDocument/2006/relationships/slideLayout" Target="/ppt/slideLayouts/slideLayout1.xml" Id="Rf3b4a5879fed4271" /><Relationship Type="http://schemas.openxmlformats.org/officeDocument/2006/relationships/slideLayout" Target="/ppt/slideLayouts/slideLayout2.xml" Id="Rafd7d0974a8148ac" /><Relationship Type="http://schemas.openxmlformats.org/officeDocument/2006/relationships/slideLayout" Target="/ppt/slideLayouts/slideLayout3.xml" Id="Rf74b52f7d9654387" /><Relationship Type="http://schemas.openxmlformats.org/officeDocument/2006/relationships/slideLayout" Target="/ppt/slideLayouts/slideLayout4.xml" Id="R7dc9c79d54bd463b" /><Relationship Type="http://schemas.openxmlformats.org/officeDocument/2006/relationships/slideLayout" Target="/ppt/slideLayouts/slideLayout5.xml" Id="Rcfc25ecabaf74be5" /><Relationship Type="http://schemas.openxmlformats.org/officeDocument/2006/relationships/slideLayout" Target="/ppt/slideLayouts/slideLayout6.xml" Id="Rb4ba8062c6aa4a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b4a5879fed4271"/>
    <p:sldLayoutId xmlns:r="http://schemas.openxmlformats.org/officeDocument/2006/relationships" id="2147483650" r:id="Rafd7d0974a8148ac"/>
    <p:sldLayoutId xmlns:r="http://schemas.openxmlformats.org/officeDocument/2006/relationships" id="2147483651" r:id="Rf74b52f7d9654387"/>
    <p:sldLayoutId xmlns:r="http://schemas.openxmlformats.org/officeDocument/2006/relationships" id="2147483652" r:id="R7dc9c79d54bd463b"/>
    <p:sldLayoutId xmlns:r="http://schemas.openxmlformats.org/officeDocument/2006/relationships" id="2147483653" r:id="Rcfc25ecabaf74be5"/>
    <p:sldLayoutId xmlns:r="http://schemas.openxmlformats.org/officeDocument/2006/relationships" id="2147483654" r:id="Rb4ba8062c6aa4a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529718ecee4f87" /><Relationship Type="http://schemas.openxmlformats.org/officeDocument/2006/relationships/image" Target="/ppt/media/image.png" Id="R48a6127ffe424450" /><Relationship Type="http://schemas.openxmlformats.org/officeDocument/2006/relationships/notesSlide" Target="/ppt/notesSlides/notesSlide1.xml" Id="Re4718764511241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48e82b239d48c4" /><Relationship Type="http://schemas.openxmlformats.org/officeDocument/2006/relationships/notesSlide" Target="/ppt/notesSlides/notesSlide2.xml" Id="Rb24e72647ff341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3ac9fc2ed454d67" /><Relationship Type="http://schemas.openxmlformats.org/officeDocument/2006/relationships/notesSlide" Target="/ppt/notesSlides/notesSlide3.xml" Id="R6cfabc3ae14841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58eadbf5ca04509" /><Relationship Type="http://schemas.openxmlformats.org/officeDocument/2006/relationships/notesSlide" Target="/ppt/notesSlides/notesSlide4.xml" Id="R766332d4b2d947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5c79074c28046e6" /><Relationship Type="http://schemas.openxmlformats.org/officeDocument/2006/relationships/notesSlide" Target="/ppt/notesSlides/notesSlide5.xml" Id="Rd968c25717bf44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a12bbe35ae40c2" /><Relationship Type="http://schemas.openxmlformats.org/officeDocument/2006/relationships/notesSlide" Target="/ppt/notesSlides/notesSlide6.xml" Id="R1ba6731d18c241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b5914ddca45446d" /><Relationship Type="http://schemas.openxmlformats.org/officeDocument/2006/relationships/notesSlide" Target="/ppt/notesSlides/notesSlide7.xml" Id="R13fdfb118fb541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138d5ea1a364d26" /><Relationship Type="http://schemas.openxmlformats.org/officeDocument/2006/relationships/notesSlide" Target="/ppt/notesSlides/notesSlide8.xml" Id="Rfd6136ed8de64f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c86bd4a8a8a4f80" /><Relationship Type="http://schemas.openxmlformats.org/officeDocument/2006/relationships/notesSlide" Target="/ppt/notesSlides/notesSlide9.xml" Id="R0c924b3ff41a48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4aac68df78e46d6" /><Relationship Type="http://schemas.openxmlformats.org/officeDocument/2006/relationships/notesSlide" Target="/ppt/notesSlides/notesSlide10.xml" Id="R33b932482a2143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0ce024318ce4f61" /><Relationship Type="http://schemas.openxmlformats.org/officeDocument/2006/relationships/notesSlide" Target="/ppt/notesSlides/notesSlide11.xml" Id="R07fd89330c0a4af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34b800dbb4a450d" /><Relationship Type="http://schemas.openxmlformats.org/officeDocument/2006/relationships/notesSlide" Target="/ppt/notesSlides/notesSlide12.xml" Id="R73a92dae0eef473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502d2bab68c42e5" /><Relationship Type="http://schemas.openxmlformats.org/officeDocument/2006/relationships/notesSlide" Target="/ppt/notesSlides/notesSlide13.xml" Id="Rbafb9fda72e54a3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882213df3554997" /><Relationship Type="http://schemas.openxmlformats.org/officeDocument/2006/relationships/notesSlide" Target="/ppt/notesSlides/notesSlide14.xml" Id="Rcfd57cf9b8954e7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9f3279bb2864c22" /><Relationship Type="http://schemas.openxmlformats.org/officeDocument/2006/relationships/notesSlide" Target="/ppt/notesSlides/notesSlide15.xml" Id="Re31dd7d214dd4be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0f1196887694c21" /><Relationship Type="http://schemas.openxmlformats.org/officeDocument/2006/relationships/notesSlide" Target="/ppt/notesSlides/notesSlide16.xml" Id="R12470cb980ec4c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2b04e99e7c4cae" /><Relationship Type="http://schemas.openxmlformats.org/officeDocument/2006/relationships/notesSlide" Target="/ppt/notesSlides/notesSlide17.xml" Id="Rec771fb05f3f4b8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f557701f9654db3" /><Relationship Type="http://schemas.openxmlformats.org/officeDocument/2006/relationships/notesSlide" Target="/ppt/notesSlides/notesSlide18.xml" Id="R6bc1555d848a4a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b1e451965984b84" /><Relationship Type="http://schemas.openxmlformats.org/officeDocument/2006/relationships/hyperlink" Target="https://docs.google.com/forms/d/e/1FAIpQLSdwcNAD9gGSz-hXLmHPO8nS3WIfg72BcsKW7IrwpvtakiJrIA/viewform" TargetMode="External" Id="R39bdea0280c0498d" /><Relationship Type="http://schemas.openxmlformats.org/officeDocument/2006/relationships/notesSlide" Target="/ppt/notesSlides/notesSlide19.xml" Id="R064c622477724bb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a468d4bcd647f7" /><Relationship Type="http://schemas.openxmlformats.org/officeDocument/2006/relationships/notesSlide" Target="/ppt/notesSlides/notesSlide20.xml" Id="R73e40853dd2f41d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8a6127ffe42445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B621254-24AC-4660-88BA-C5B1F555C1A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339BB45-51F7-40E4-A127-B0F6D83B46B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7</a:t>
            </a:r>
          </a:p>
        </p:txBody>
      </p:sp>
      <p:sp>
        <p:nvSpPr>
          <p:cNvPr id="4" name="">
            <a:extLst xmlns:a="http://schemas.openxmlformats.org/drawingml/2006/main">
              <a:ext uri="{FF2B5EF4-FFF2-40B4-BE49-F238E27FC236}">
                <a16:creationId xmlns:a16="http://schemas.microsoft.com/office/drawing/2014/main" id="{55078975-B048-4A5C-9C3D-DEA4D06C08F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88B03E57-83ED-4A31-9FE7-54167B7E284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543A8FA6-8F02-4BFB-A03E-9EE818118F5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8830130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739236-55CF-476D-B127-5EDEB513E3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9A423A-21F2-4502-A7C7-467253CB49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99757CD0-B562-4525-BC32-292F3B71A0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1AD8B24-784A-4629-8FFA-94AC35B60B8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007FB9-35A1-41E5-8ADE-A134B9A34D8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1B51C6E8-2073-4856-9798-1134D8EF364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0A8E5EAC-68E1-4959-9B5A-6A9F077C805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114D200-9B71-4555-BE20-038B715D36A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01E30FD4-6CD9-4999-9A52-0BEF8161CE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2</a:t>
            </a:r>
          </a:p>
        </p:txBody>
      </p:sp>
    </p:spTree>
    <p:extLst>
      <p:ext uri="{BB962C8B-B14F-4D97-AF65-F5344CB8AC3E}">
        <p14:creationId xmlns:p14="http://schemas.microsoft.com/office/powerpoint/2010/main" val="14205835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0C0E28-2F87-477C-8942-163E0A578D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BB94A9-3BB8-470D-BC64-E67425FBFD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AABD29-90EB-4924-9409-6F4DB6CE8E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2BCDC30-EB83-4D6F-B8EC-07B8176E967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F06354-FAC0-42C8-8039-4C75EB78DC0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6EAEE693-264D-4DB0-8C53-D8CEF55C3F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3</a:t>
            </a:r>
          </a:p>
        </p:txBody>
      </p:sp>
    </p:spTree>
    <p:extLst>
      <p:ext uri="{BB962C8B-B14F-4D97-AF65-F5344CB8AC3E}">
        <p14:creationId xmlns:p14="http://schemas.microsoft.com/office/powerpoint/2010/main" val="9365390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2C54CD-82A0-4A6A-BC1A-F17BC2387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EC6A0-A55A-4E99-81A7-190FFC72F7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4B8E8C-2E38-4884-98B8-18DC1E9364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8228E85D-40B6-41A8-8B03-D9CF9DA0DE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9BD30B-1515-4819-9644-A58A9DA43B1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5F695A03-F1AF-4328-A39F-0310FE71BE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8EE2A8-F660-4B7B-9D32-27A2192A64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AF1D9201-7698-434C-A147-BAD1604975F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E5C617-EFFB-4374-B8B1-D23E5BCD59A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245CC494-6E0C-46CF-A64F-0F508F797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4</a:t>
            </a:r>
          </a:p>
        </p:txBody>
      </p:sp>
    </p:spTree>
    <p:extLst>
      <p:ext uri="{BB962C8B-B14F-4D97-AF65-F5344CB8AC3E}">
        <p14:creationId xmlns:p14="http://schemas.microsoft.com/office/powerpoint/2010/main" val="195033562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692B64-C2FD-4A47-AB5B-AFA2DE62E6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FAF3C9-F9E6-454A-A9B4-B08CD03844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0FD3B1-E890-4876-A9E5-018B073C18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69A9DEC9-FE9B-44E2-96AB-B5C0E7EB00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AF17E3-0084-4942-A157-73A6A7B1F4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39F1B7D4-024A-40E1-8F58-FA1850FDE2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900048-689A-4D19-A8C1-690CB3BE8B2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E9BD7357-8BA9-4463-BCD0-624AB3E9C4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03005D-CBF5-4305-9609-8264536B351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43626614-99F9-422E-8A10-60C2D34E1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5</a:t>
            </a:r>
          </a:p>
        </p:txBody>
      </p:sp>
    </p:spTree>
    <p:extLst>
      <p:ext uri="{BB962C8B-B14F-4D97-AF65-F5344CB8AC3E}">
        <p14:creationId xmlns:p14="http://schemas.microsoft.com/office/powerpoint/2010/main" val="4579900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A9F2C2-ACB0-4131-8DA3-3B6D27B4B8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8CC06F-F987-464E-8FF1-71D74D03C0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415C8FD-4335-4A81-BD82-3B80E78C4D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3F6E465C-06D1-4922-BD55-661C5370A6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FDFD4F-8C45-4145-8AD2-85988735D2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5E1FB5A0-A0C5-43C9-85A1-81D5051489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46FE77-8297-4DB5-9B66-005AB7A059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16F7C990-6E80-4674-A14E-3576CDEB9F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1E96B6-2363-471D-A50F-436FA521ED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A391A987-F018-4131-AFA6-0A3130A3C1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6</a:t>
            </a:r>
          </a:p>
        </p:txBody>
      </p:sp>
    </p:spTree>
    <p:extLst>
      <p:ext uri="{BB962C8B-B14F-4D97-AF65-F5344CB8AC3E}">
        <p14:creationId xmlns:p14="http://schemas.microsoft.com/office/powerpoint/2010/main" val="2023925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E9B2E3A-38EC-47DF-A87A-53689171D3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5ACB9E-E97F-4EF6-81D7-1F2F7791D2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22BBB1-5632-4A28-8E45-F641EA129B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B8743F7D-9F33-4F70-BCE8-5BC47CF4562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7183C4-512E-4C83-A3FA-55D92D40ABE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540FC6B2-8D4C-43D3-AAA7-9728D31143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5F4C65B-D6EF-44CD-833B-899A84D099C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A0DA7CF-061D-48E3-AB26-8850DEAC741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CA2EA37A-CD3E-4D3D-AFC0-53F164EFBA5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BC5C11BB-D0F1-42FC-8684-8DBD6CE15B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57D18A33-9326-4FED-9B8C-AB11E5AA27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7</a:t>
            </a:r>
          </a:p>
        </p:txBody>
      </p:sp>
    </p:spTree>
    <p:extLst>
      <p:ext uri="{BB962C8B-B14F-4D97-AF65-F5344CB8AC3E}">
        <p14:creationId xmlns:p14="http://schemas.microsoft.com/office/powerpoint/2010/main" val="16628735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B7C65DA-29DD-45C0-9D79-5F4ADA0EBD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EF687F-5825-458D-8F8F-E51F59C80E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2402C1-60A6-4C80-ACA7-BB659BE751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90109294-D2E9-4CE6-BDFB-7664E9CD41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2A94EB-66BC-4103-806C-D8AEFFAD9AD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F42F8244-6D1E-444B-8C23-40F6BFE11E4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51FEE1-81F9-440C-B4B7-95304AAC1C4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744DC7B3-C322-47E9-B72F-3F6E22D0FB9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5E125D-7039-407C-816D-CADA6981DC5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566EF7D3-F824-497A-B5F1-33624F7DE2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201774E-C41C-42DA-8C8D-252A71275CB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C0A82CCB-9590-46ED-95C0-FBE7270E3B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8</a:t>
            </a:r>
          </a:p>
        </p:txBody>
      </p:sp>
    </p:spTree>
    <p:extLst>
      <p:ext uri="{BB962C8B-B14F-4D97-AF65-F5344CB8AC3E}">
        <p14:creationId xmlns:p14="http://schemas.microsoft.com/office/powerpoint/2010/main" val="20050849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F43325-EA21-40D7-A477-829517D5B6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F40AA4-01F9-4A6F-80E4-FCBE00D154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87B598-8085-4AA7-B2C4-C7BE107254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653A60D3-594D-4C6C-89D1-1815694364B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932DDB-FAAA-4101-A38A-AD257748E5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20145F-C63F-4D2B-9C92-1FDB1332035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D8E7BCA3-760F-402E-A6D2-C585F0FA9A8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6DB38234-1EEA-44DC-B9A4-9F222043B6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9</a:t>
            </a:r>
          </a:p>
        </p:txBody>
      </p:sp>
    </p:spTree>
    <p:extLst>
      <p:ext uri="{BB962C8B-B14F-4D97-AF65-F5344CB8AC3E}">
        <p14:creationId xmlns:p14="http://schemas.microsoft.com/office/powerpoint/2010/main" val="135145101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8F846B-7D51-4062-BB73-1EFCA6596F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C0E74E-BFC5-4EE3-B281-0F3DD81B0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B0A59F1-3FB7-4066-962F-001BF2A1B1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3F66E70B-3951-45F0-BD32-4623426AA2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C14876-55E7-4728-85F5-1D7ECC871A3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69508F7D-4D32-45B6-8F51-77434D63152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6D07542-218A-4149-B89D-FA209F735A2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836685B9-CEEE-44EA-845F-2A55BB83730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A2A265-F699-4BA1-90C0-6AE0342B049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51D0072A-318C-4FF3-A02B-67F5CF69F7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10</a:t>
            </a:r>
          </a:p>
        </p:txBody>
      </p:sp>
    </p:spTree>
    <p:extLst>
      <p:ext uri="{BB962C8B-B14F-4D97-AF65-F5344CB8AC3E}">
        <p14:creationId xmlns:p14="http://schemas.microsoft.com/office/powerpoint/2010/main" val="58885632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A9AB94-3E9E-470B-8ACC-16C7C2351F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77B431-36A9-4FF4-94F2-C1187F1639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EE2F34-F491-4FC8-9CBF-93A7B30D8E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FDF98FC6-18B4-4156-8238-F56F28D46E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E14FCD-2956-48AA-AE03-046F46A010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2569E2F3-2EFB-45B8-8C3B-19109211497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7CC1E2-7F24-42B9-9F81-00E59C27FE8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05D4B5CC-011C-499A-AF2D-EF8C3DB3077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6197B5-EEF0-49D1-AFC4-EF429CC3957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3B78020F-CCC1-4BCF-B8A0-26A43FABC67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A1E6268-A008-46AC-8135-8D14288BEB5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1506D89D-E04B-427A-8AFE-EC22E00E70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11</a:t>
            </a:r>
          </a:p>
        </p:txBody>
      </p:sp>
    </p:spTree>
    <p:extLst>
      <p:ext uri="{BB962C8B-B14F-4D97-AF65-F5344CB8AC3E}">
        <p14:creationId xmlns:p14="http://schemas.microsoft.com/office/powerpoint/2010/main" val="13970701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FAE682-3901-42CE-AFED-F5EC7493A3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3CCC09-CAF7-468C-BB7C-D82F4DE50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17012B-AD4B-40BB-8DBC-0266F5AD9D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40A69D68-C97B-4B2A-9D74-2F1339BCA6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362D73-39D1-4CBF-B613-ECFAA19E9AD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4A3018A1-153C-4011-9593-80A4F11EF9F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8DA0D7-4766-452A-9ADD-FA7DBC61B82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63659A7D-7793-42D3-A4E3-83EA815012F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3D7E1E-3F40-457C-BF1B-AF2F2EEC153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F0826B19-20BC-499E-8846-14BC14C7194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A847C9-074F-4D09-B275-48D5DB0A4E2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F0D652E-2584-4E08-BE8C-1DC8A3B9BC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12</a:t>
            </a:r>
          </a:p>
        </p:txBody>
      </p:sp>
    </p:spTree>
    <p:extLst>
      <p:ext uri="{BB962C8B-B14F-4D97-AF65-F5344CB8AC3E}">
        <p14:creationId xmlns:p14="http://schemas.microsoft.com/office/powerpoint/2010/main" val="7917267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22DD0D5-3992-4AF5-8604-50C7049484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1B1DA4-50CB-4ABF-AF42-09C699B8BA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A96226-D3A0-47BE-8D18-E7DE481518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39555EAE-0168-40C7-8753-39861ABA49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DF24AE-E075-456B-9E3F-51A550C2388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94C2077D-71B2-4F25-9A01-EB99748DDB7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FA86CC-672D-4F6A-8C18-D7421CA81DA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B728EF8E-AEA4-432B-BA5F-9C2A0C810C8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CD3C12-9F7C-4DA2-B7A2-49A5904881F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16DA87A3-5C67-497C-A89D-347C07604DD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57DCBBF-CF83-41C9-9845-143E2CFEA4D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E3FD0F91-7EE9-4A43-BB0A-AB34E0C733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13</a:t>
            </a:r>
          </a:p>
        </p:txBody>
      </p:sp>
    </p:spTree>
    <p:extLst>
      <p:ext uri="{BB962C8B-B14F-4D97-AF65-F5344CB8AC3E}">
        <p14:creationId xmlns:p14="http://schemas.microsoft.com/office/powerpoint/2010/main" val="40072341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0C6DA8-44DF-4D59-BA94-F6332873B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E944AD-99F1-4D68-935D-4D1B30E84C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943C96-41D2-4FFE-BFA4-005D08E5EE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5661341-AF96-41C9-868E-AF126D469D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375565-38DA-4B68-9DC9-80CD75EDA9F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475FD745-52B8-4E9F-9124-7824DDF962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A69943-FC68-40A9-BF16-63D9DDDB734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58CA5AF8-0FFE-406F-9177-6D38D2D627F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DC6784-847B-45CF-8C8C-2D7DA7F620B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70E1A0CF-175D-43AA-93C4-00CB8AA0C8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71ABDDF-2224-4B13-9A38-D0203F058DC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ADA74544-7B7B-4D48-BDDC-8E770DD2B9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14</a:t>
            </a:r>
          </a:p>
        </p:txBody>
      </p:sp>
    </p:spTree>
    <p:extLst>
      <p:ext uri="{BB962C8B-B14F-4D97-AF65-F5344CB8AC3E}">
        <p14:creationId xmlns:p14="http://schemas.microsoft.com/office/powerpoint/2010/main" val="6885693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9314CF-CC8D-47B4-B2DA-784DBA56CD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65AE84-FFEF-4D8E-B597-C74BB78AEF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374305-59D6-4FB8-996A-0C2B804AE8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639065CA-167E-4AC0-883B-0018CCB06C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A646C0-7974-45B3-96F7-54197A7AB55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5D48A817-7589-46F0-B03C-76FD963B60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3C28FE-6A96-4CBB-AE21-5A071F9B383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E32C54A0-4EB8-4845-97FD-83F45B247C9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EBF3E4-5DA2-4566-B637-7D9F1285763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3D285BF0-AA67-46DE-94C8-5E393942FAE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2A15376-6C39-4B49-B11F-A93FAAD7F6E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6C2675DD-B620-4894-9580-5E1F1FD367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15</a:t>
            </a:r>
          </a:p>
        </p:txBody>
      </p:sp>
    </p:spTree>
    <p:extLst>
      <p:ext uri="{BB962C8B-B14F-4D97-AF65-F5344CB8AC3E}">
        <p14:creationId xmlns:p14="http://schemas.microsoft.com/office/powerpoint/2010/main" val="21320408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0C490A-77F0-4E72-A6DE-0A78BA4C8B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F65995-1001-4E54-B369-28B6D70E6D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9C4952-B35A-4C36-B563-E6804C5059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5EF43AE-9A71-4F77-9AF9-3E142F0786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12C98B-D0C0-450B-8165-ED9AFED276D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0A9A3D4D-0AC2-4B20-B7C2-2B5D1057B8D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4F8743-6298-4DD1-B987-79075FDE1E3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BFFF99B8-2FB3-43A9-A803-813963D0120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AD910A-CA4C-4C9E-A14D-AF0507112B6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E05ABC75-D6DF-4E17-B35E-76DE523ED70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FCC81A-BEF6-4840-8C07-0D30FFBAA61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C3ECDE4B-4492-411B-B8C0-514B19BE1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16</a:t>
            </a:r>
          </a:p>
        </p:txBody>
      </p:sp>
    </p:spTree>
    <p:extLst>
      <p:ext uri="{BB962C8B-B14F-4D97-AF65-F5344CB8AC3E}">
        <p14:creationId xmlns:p14="http://schemas.microsoft.com/office/powerpoint/2010/main" val="12872154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EB71AC3-3555-49AD-975F-37529C86BE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497C06-FB40-41EA-849F-F9D8C089C6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5B181B-7814-4795-AF07-A7EF3CCECC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1D84439A-7F8F-4407-B47D-C4A16D824B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F008DE-565A-4B96-A7D4-593615C2DE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C0077EA3-CE2B-4BB0-BA26-639D189321A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52383F-4AE5-4AE5-8606-4ACD5B431BF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E9BB71EB-34B9-4D4C-9E88-8CFE25C20D1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B19148-7DFD-4781-BA64-427A533A619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2EF424E8-4EE4-4E55-B01F-05872116446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C70E64-83B7-4C29-B36A-E0A624445B8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99ADA581-2277-436D-9F21-ED2084974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17</a:t>
            </a:r>
          </a:p>
        </p:txBody>
      </p:sp>
    </p:spTree>
    <p:extLst>
      <p:ext uri="{BB962C8B-B14F-4D97-AF65-F5344CB8AC3E}">
        <p14:creationId xmlns:p14="http://schemas.microsoft.com/office/powerpoint/2010/main" val="10368479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357873-0903-46DB-A7EC-9AF3F35498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DCFCAE-9966-45ED-B7A6-492D439DBA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6D3314-265D-4C7F-9C5B-50B6416DFF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A8522484-8A1E-4E0C-97B8-601DA261AA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74E412-971B-4D00-A238-6705FB89F42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7F04735C-B7CF-4A82-918A-63CBE97C25B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055099-FF54-47BA-BDB6-792FC22E7D7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7FA7F10F-3C7F-4524-B6D0-53F8D905CCE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152877-0245-44B3-96BF-578B8863D4B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1ABD4E33-6266-431C-950D-4F9F3D99630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7CF709-FD23-4157-AE58-6BC8B045B53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387E5E09-7FCC-4A18-B3FE-44E6E0E1E5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18</a:t>
            </a:r>
          </a:p>
        </p:txBody>
      </p:sp>
    </p:spTree>
    <p:extLst>
      <p:ext uri="{BB962C8B-B14F-4D97-AF65-F5344CB8AC3E}">
        <p14:creationId xmlns:p14="http://schemas.microsoft.com/office/powerpoint/2010/main" val="16570555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D7CC543-D049-4FDD-848A-ACE64DC82B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CAB132-FDAE-443B-9E30-AB643393F4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F777400-EE2B-48E2-A3C3-AFE3797E5F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74CEE7D4-BEA7-4D7D-9B8E-3962794F36D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6F5F36-D74E-4AAD-A049-4F1D4E83607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9B86B684-F143-4A2E-8D72-1631B60710F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EDDE60-EB9F-4B30-8425-6C413571D62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1EE08A00-3F13-4D08-84CC-5C1A137DE51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5B8E09-3F45-491D-AB27-400E528F948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58C215D0-B619-49E6-9CA1-7022371490A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C5F408-4FF7-41AD-A3D7-D2A03C29462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D7CE43C6-A89D-4A90-AA96-201726E816E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0BF97AB-7EB8-40CA-BBAD-4D9614D8208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9bdea0280c0498d"/>
              </a:rPr>
              <a:t>Open TEST1 assignment form</a:t>
            </a:r>
          </a:p>
        </p:txBody>
      </p:sp>
      <p:sp>
        <p:nvSpPr>
          <p:cNvPr id="14" name="">
            <a:extLst xmlns:a="http://schemas.openxmlformats.org/drawingml/2006/main">
              <a:ext uri="{FF2B5EF4-FFF2-40B4-BE49-F238E27FC236}">
                <a16:creationId xmlns:a16="http://schemas.microsoft.com/office/drawing/2014/main" id="{C6D31369-AC6E-47FD-B8F8-53F35DC1FB8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https://docs.google.com/forms/d/e/1FAIpQLSdwcNAD9gGSz-hXLmHPO8nS3WIfg72BcsKW7IrwpvtakiJrIA/viewform</a:t>
            </a:r>
          </a:p>
        </p:txBody>
      </p:sp>
      <p:sp>
        <p:nvSpPr>
          <p:cNvPr id="15" name="">
            <a:extLst xmlns:a="http://schemas.openxmlformats.org/drawingml/2006/main">
              <a:ext uri="{FF2B5EF4-FFF2-40B4-BE49-F238E27FC236}">
                <a16:creationId xmlns:a16="http://schemas.microsoft.com/office/drawing/2014/main" id="{704179F9-A345-4DF0-AAF2-D66C8D27D0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7   19</a:t>
            </a:r>
          </a:p>
        </p:txBody>
      </p:sp>
    </p:spTree>
    <p:extLst>
      <p:ext uri="{BB962C8B-B14F-4D97-AF65-F5344CB8AC3E}">
        <p14:creationId xmlns:p14="http://schemas.microsoft.com/office/powerpoint/2010/main" val="241247650"/>
      </p:ext>
    </p:extLst>
  </p:cSld>
</p:sld>
</file>

<file path=ppt/slides/slide2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EA9CEF40-9818-42C4-BB49-4212808EFAF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C4B5526-86F4-4BCF-9D90-CEE0243B757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95F98964-FC9D-4753-8CE0-CEE239F85123}"/>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37B6FC0E-9E94-4089-8A19-F9CAAF7BA45E}"/>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10ECEC61-25A6-466A-886B-96971B4504CB}"/>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B8F8508A-0F9A-4B0B-87E5-E5366894798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7   20</a:t>
            </a:r>
          </a:p>
        </p:txBody>
      </p:sp>
    </p:spTree>
    <p:extLst>
      <p:ext uri="{BB962C8B-B14F-4D97-AF65-F5344CB8AC3E}">
        <ns3:creationId val="4883089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2026-09-28T21:42:45.4690000Z</dcterms:created>
  <dcterms:modified xsi:type="dcterms:W3CDTF">2026-09-28T21:42:45.4690000Z</dcterms:modified>
</coreProperties>
</file>