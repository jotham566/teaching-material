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a9d30b7c5ed43e6" /><Relationship Type="http://schemas.openxmlformats.org/officeDocument/2006/relationships/extended-properties" Target="/docProps/app.xml" Id="Rc51e44156e394110" /><Relationship Type="http://schemas.openxmlformats.org/officeDocument/2006/relationships/officeDocument" Target="/ppt/presentation.xml" Id="Rda359fd58c4740c0" /></Relationships>
</file>

<file path=ppt/presentation.xml><?xml version="1.0" encoding="utf-8"?>
<p:presentation xmlns:p="http://schemas.openxmlformats.org/presentationml/2006/main">
  <p:sldMasterIdLst>
    <p:sldMasterId xmlns:r="http://schemas.openxmlformats.org/officeDocument/2006/relationships" id="2147483648" r:id="R3923acec882a4974"/>
  </p:sldMasterIdLst>
  <p:notesMasterIdLst>
    <p:notesMasterId xmlns:r="http://schemas.openxmlformats.org/officeDocument/2006/relationships" r:id="R1e514bc802cf4165"/>
  </p:notesMasterIdLst>
  <p:sldIdLst>
    <p:sldId xmlns:r="http://schemas.openxmlformats.org/officeDocument/2006/relationships" id="256" r:id="R86371a1756ff4f44"/>
    <p:sldId xmlns:r="http://schemas.openxmlformats.org/officeDocument/2006/relationships" id="257" r:id="R4b872c9aa1564e1e"/>
    <p:sldId xmlns:r="http://schemas.openxmlformats.org/officeDocument/2006/relationships" id="258" r:id="R867f643c470a459f"/>
    <p:sldId xmlns:r="http://schemas.openxmlformats.org/officeDocument/2006/relationships" id="259" r:id="R14e98a9c6a1d4398"/>
    <p:sldId xmlns:r="http://schemas.openxmlformats.org/officeDocument/2006/relationships" id="260" r:id="R1560e17cf3ea4bb5"/>
    <p:sldId xmlns:r="http://schemas.openxmlformats.org/officeDocument/2006/relationships" id="261" r:id="R1c0c1bc8d96b4e7f"/>
    <p:sldId xmlns:r="http://schemas.openxmlformats.org/officeDocument/2006/relationships" id="262" r:id="Rd19accc3038e4212"/>
    <p:sldId xmlns:r="http://schemas.openxmlformats.org/officeDocument/2006/relationships" id="263" r:id="R0c4efcfe592746fd"/>
    <p:sldId xmlns:r="http://schemas.openxmlformats.org/officeDocument/2006/relationships" id="264" r:id="R361561f8faed4cc8"/>
    <p:sldId xmlns:r="http://schemas.openxmlformats.org/officeDocument/2006/relationships" id="265" r:id="R32167376e3094f5f"/>
    <p:sldId xmlns:r="http://schemas.openxmlformats.org/officeDocument/2006/relationships" id="266" r:id="R1ce898f2259048ac"/>
    <p:sldId xmlns:r="http://schemas.openxmlformats.org/officeDocument/2006/relationships" id="267" r:id="R50161e44aca14a14"/>
    <p:sldId xmlns:r="http://schemas.openxmlformats.org/officeDocument/2006/relationships" id="268" r:id="R61a4b90490d24db4"/>
    <p:sldId xmlns:r="http://schemas.openxmlformats.org/officeDocument/2006/relationships" id="269" r:id="Rb5df9e9882324ac5"/>
    <p:sldId xmlns:r="http://schemas.openxmlformats.org/officeDocument/2006/relationships" id="270" r:id="R4cc0db0a62414b84"/>
    <p:sldId xmlns:r="http://schemas.openxmlformats.org/officeDocument/2006/relationships" id="271" r:id="Ra2c44a6d260f4ad6"/>
    <p:sldId xmlns:r="http://schemas.openxmlformats.org/officeDocument/2006/relationships" id="272" r:id="R5868d86af5f046f3"/>
    <p:sldId xmlns:r="http://schemas.openxmlformats.org/officeDocument/2006/relationships" id="273" r:id="Rbcadbb0661c347ce"/>
    <p:sldId xmlns:r="http://schemas.openxmlformats.org/officeDocument/2006/relationships" id="274" r:id="R6e19c4fbb4124fbc"/>
    <p:sldId xmlns:r="http://schemas.openxmlformats.org/officeDocument/2006/relationships" id="275" r:id="Rb5f925301c514e2a"/>
    <p:sldId xmlns:r="http://schemas.openxmlformats.org/officeDocument/2006/relationships" id="276" r:id="R910e6461c2094034"/>
    <p:sldId xmlns:r="http://schemas.openxmlformats.org/officeDocument/2006/relationships" id="277" r:id="R89150820669d45ca"/>
    <p:sldId xmlns:r="http://schemas.openxmlformats.org/officeDocument/2006/relationships" id="278" r:id="Rbab2908b7b70448d"/>
    <p:sldId xmlns:r="http://schemas.openxmlformats.org/officeDocument/2006/relationships" id="279" r:id="Rab8080de2555425c"/>
    <p:sldId xmlns:r="http://schemas.openxmlformats.org/officeDocument/2006/relationships" id="280" r:id="R2a8a169eb2744af0"/>
    <p:sldId xmlns:r="http://schemas.openxmlformats.org/officeDocument/2006/relationships" id="281" r:id="R69b6b1065e7a40a8"/>
    <p:sldId xmlns:r="http://schemas.openxmlformats.org/officeDocument/2006/relationships" id="282" r:id="R8f108e1636be403e"/>
    <p:sldId xmlns:r="http://schemas.openxmlformats.org/officeDocument/2006/relationships" id="283" r:id="Rd39800c3abb94f0f"/>
    <p:sldId xmlns:r="http://schemas.openxmlformats.org/officeDocument/2006/relationships" id="284" r:id="Rbd1b1f0f5e594ec2"/>
    <p:sldId xmlns:r="http://schemas.openxmlformats.org/officeDocument/2006/relationships" id="285" r:id="R1153a46cf87b4e2e"/>
    <p:sldId xmlns:r="http://schemas.openxmlformats.org/officeDocument/2006/relationships" id="286" r:id="R39f7c75c504d4da4"/>
    <p:sldId xmlns:r="http://schemas.openxmlformats.org/officeDocument/2006/relationships" id="287" r:id="Rd997c60d70794ba9"/>
    <p:sldId xmlns:r="http://schemas.openxmlformats.org/officeDocument/2006/relationships" id="288" r:id="R819e6941cbad4be9"/>
    <p:sldId xmlns:r="http://schemas.openxmlformats.org/officeDocument/2006/relationships" id="289" r:id="R42bccaecf70d43d4"/>
    <p:sldId xmlns:r="http://schemas.openxmlformats.org/officeDocument/2006/relationships" id="290" r:id="Ra43573e5ad0d4672"/>
    <p:sldId xmlns:r="http://schemas.openxmlformats.org/officeDocument/2006/relationships" id="291" r:id="Rb26955f6864d457e"/>
    <p:sldId xmlns:r="http://schemas.openxmlformats.org/officeDocument/2006/relationships" id="292" r:id="Rdb2cb05386404bf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dc4ba22b1bb408a" /><Relationship Type="http://schemas.openxmlformats.org/officeDocument/2006/relationships/slideMaster" Target="/ppt/slideMasters/slideMaster1.xml" Id="R3923acec882a4974" /><Relationship Type="http://schemas.openxmlformats.org/officeDocument/2006/relationships/notesMaster" Target="/ppt/notesMasters/notesMaster1.xml" Id="R1e514bc802cf4165" /><Relationship Type="http://schemas.openxmlformats.org/officeDocument/2006/relationships/presProps" Target="/ppt/presProps.xml" Id="Rf164c34e4f6a4289" /><Relationship Type="http://schemas.openxmlformats.org/officeDocument/2006/relationships/tableStyles" Target="/ppt/tableStyles.xml" Id="R286d2aa53ec3494f" /><Relationship Type="http://schemas.openxmlformats.org/officeDocument/2006/relationships/slide" Target="/ppt/slides/slide1.xml" Id="R86371a1756ff4f44" /><Relationship Type="http://schemas.openxmlformats.org/officeDocument/2006/relationships/slide" Target="/ppt/slides/slide2.xml" Id="R4b872c9aa1564e1e" /><Relationship Type="http://schemas.openxmlformats.org/officeDocument/2006/relationships/slide" Target="/ppt/slides/slide3.xml" Id="R867f643c470a459f" /><Relationship Type="http://schemas.openxmlformats.org/officeDocument/2006/relationships/slide" Target="/ppt/slides/slide4.xml" Id="R14e98a9c6a1d4398" /><Relationship Type="http://schemas.openxmlformats.org/officeDocument/2006/relationships/slide" Target="/ppt/slides/slide5.xml" Id="R1560e17cf3ea4bb5" /><Relationship Type="http://schemas.openxmlformats.org/officeDocument/2006/relationships/slide" Target="/ppt/slides/slide6.xml" Id="R1c0c1bc8d96b4e7f" /><Relationship Type="http://schemas.openxmlformats.org/officeDocument/2006/relationships/slide" Target="/ppt/slides/slide7.xml" Id="Rd19accc3038e4212" /><Relationship Type="http://schemas.openxmlformats.org/officeDocument/2006/relationships/slide" Target="/ppt/slides/slide8.xml" Id="R0c4efcfe592746fd" /><Relationship Type="http://schemas.openxmlformats.org/officeDocument/2006/relationships/slide" Target="/ppt/slides/slide9.xml" Id="R361561f8faed4cc8" /><Relationship Type="http://schemas.openxmlformats.org/officeDocument/2006/relationships/slide" Target="/ppt/slides/slide10.xml" Id="R32167376e3094f5f" /><Relationship Type="http://schemas.openxmlformats.org/officeDocument/2006/relationships/slide" Target="/ppt/slides/slide11.xml" Id="R1ce898f2259048ac" /><Relationship Type="http://schemas.openxmlformats.org/officeDocument/2006/relationships/slide" Target="/ppt/slides/slide12.xml" Id="R50161e44aca14a14" /><Relationship Type="http://schemas.openxmlformats.org/officeDocument/2006/relationships/slide" Target="/ppt/slides/slide13.xml" Id="R61a4b90490d24db4" /><Relationship Type="http://schemas.openxmlformats.org/officeDocument/2006/relationships/slide" Target="/ppt/slides/slide14.xml" Id="Rb5df9e9882324ac5" /><Relationship Type="http://schemas.openxmlformats.org/officeDocument/2006/relationships/slide" Target="/ppt/slides/slide15.xml" Id="R4cc0db0a62414b84" /><Relationship Type="http://schemas.openxmlformats.org/officeDocument/2006/relationships/slide" Target="/ppt/slides/slide16.xml" Id="Ra2c44a6d260f4ad6" /><Relationship Type="http://schemas.openxmlformats.org/officeDocument/2006/relationships/slide" Target="/ppt/slides/slide17.xml" Id="R5868d86af5f046f3" /><Relationship Type="http://schemas.openxmlformats.org/officeDocument/2006/relationships/slide" Target="/ppt/slides/slide18.xml" Id="Rbcadbb0661c347ce" /><Relationship Type="http://schemas.openxmlformats.org/officeDocument/2006/relationships/slide" Target="/ppt/slides/slide19.xml" Id="R6e19c4fbb4124fbc" /><Relationship Type="http://schemas.openxmlformats.org/officeDocument/2006/relationships/slide" Target="/ppt/slides/slide20.xml" Id="Rb5f925301c514e2a" /><Relationship Type="http://schemas.openxmlformats.org/officeDocument/2006/relationships/slide" Target="/ppt/slides/slide21.xml" Id="R910e6461c2094034" /><Relationship Type="http://schemas.openxmlformats.org/officeDocument/2006/relationships/slide" Target="/ppt/slides/slide22.xml" Id="R89150820669d45ca" /><Relationship Type="http://schemas.openxmlformats.org/officeDocument/2006/relationships/slide" Target="/ppt/slides/slide23.xml" Id="Rbab2908b7b70448d" /><Relationship Type="http://schemas.openxmlformats.org/officeDocument/2006/relationships/slide" Target="/ppt/slides/slide24.xml" Id="Rab8080de2555425c" /><Relationship Type="http://schemas.openxmlformats.org/officeDocument/2006/relationships/slide" Target="/ppt/slides/slide25.xml" Id="R2a8a169eb2744af0" /><Relationship Type="http://schemas.openxmlformats.org/officeDocument/2006/relationships/slide" Target="/ppt/slides/slide26.xml" Id="R69b6b1065e7a40a8" /><Relationship Type="http://schemas.openxmlformats.org/officeDocument/2006/relationships/slide" Target="/ppt/slides/slide27.xml" Id="R8f108e1636be403e" /><Relationship Type="http://schemas.openxmlformats.org/officeDocument/2006/relationships/slide" Target="/ppt/slides/slide28.xml" Id="Rd39800c3abb94f0f" /><Relationship Type="http://schemas.openxmlformats.org/officeDocument/2006/relationships/slide" Target="/ppt/slides/slide29.xml" Id="Rbd1b1f0f5e594ec2" /><Relationship Type="http://schemas.openxmlformats.org/officeDocument/2006/relationships/slide" Target="/ppt/slides/slide30.xml" Id="R1153a46cf87b4e2e" /><Relationship Type="http://schemas.openxmlformats.org/officeDocument/2006/relationships/slide" Target="/ppt/slides/slide31.xml" Id="R39f7c75c504d4da4" /><Relationship Type="http://schemas.openxmlformats.org/officeDocument/2006/relationships/slide" Target="/ppt/slides/slide32.xml" Id="Rd997c60d70794ba9" /><Relationship Type="http://schemas.openxmlformats.org/officeDocument/2006/relationships/slide" Target="/ppt/slides/slide33.xml" Id="R819e6941cbad4be9" /><Relationship Type="http://schemas.openxmlformats.org/officeDocument/2006/relationships/slide" Target="/ppt/slides/slide34.xml" Id="R42bccaecf70d43d4" /><Relationship Type="http://schemas.openxmlformats.org/officeDocument/2006/relationships/slide" Target="/ppt/slides/slide35.xml" Id="Ra43573e5ad0d4672" /><Relationship Type="http://schemas.openxmlformats.org/officeDocument/2006/relationships/slide" Target="/ppt/slides/slide36.xml" Id="Rb26955f6864d457e" /><Relationship Type="http://schemas.openxmlformats.org/officeDocument/2006/relationships/slide" Target="/ppt/slides/slide37.xml" Id="Rdb2cb05386404bf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47f62840090405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64a43812644ad3" /><Relationship Type="http://schemas.openxmlformats.org/officeDocument/2006/relationships/notesMaster" Target="/ppt/notesMasters/notesMaster1.xml" Id="R6ca2a1a59ca745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d15bd845d314dc8" /><Relationship Type="http://schemas.openxmlformats.org/officeDocument/2006/relationships/notesMaster" Target="/ppt/notesMasters/notesMaster1.xml" Id="R4540c886fa91489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519a1841874303" /><Relationship Type="http://schemas.openxmlformats.org/officeDocument/2006/relationships/notesMaster" Target="/ppt/notesMasters/notesMaster1.xml" Id="R3de2b4400db04e42"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88af6b2ad94b64" /><Relationship Type="http://schemas.openxmlformats.org/officeDocument/2006/relationships/notesMaster" Target="/ppt/notesMasters/notesMaster1.xml" Id="Rd68f45a8d92c4e2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039ccbfd3a4299" /><Relationship Type="http://schemas.openxmlformats.org/officeDocument/2006/relationships/notesMaster" Target="/ppt/notesMasters/notesMaster1.xml" Id="R4762064278b542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2a342d1d50f48e8" /><Relationship Type="http://schemas.openxmlformats.org/officeDocument/2006/relationships/notesMaster" Target="/ppt/notesMasters/notesMaster1.xml" Id="R2b82542f910e44c8" /></Relationships>
</file>

<file path=ppt/notesSlides/_rels/notesSlide7.xml.rels>&#65279;<?xml version="1.0" encoding="utf-8"?><Relationships xmlns="http://schemas.openxmlformats.org/package/2006/relationships"><Relationship Type="http://schemas.openxmlformats.org/officeDocument/2006/relationships/slide" Target="/ppt/slides/slide7.xml" Id="R67743d0c32cd4a26" /><Relationship Type="http://schemas.openxmlformats.org/officeDocument/2006/relationships/notesMaster" Target="/ppt/notesMasters/notesMaster1.xml" Id="Rc78725882b0b4c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ae75fa8e294e05" /><Relationship Type="http://schemas.openxmlformats.org/officeDocument/2006/relationships/notesMaster" Target="/ppt/notesMasters/notesMaster1.xml" Id="R6f978e50ff9a499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6bfd3464acd4512" /><Relationship Type="http://schemas.openxmlformats.org/officeDocument/2006/relationships/notesMaster" Target="/ppt/notesMasters/notesMaster1.xml" Id="R9951c7ba51f346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a99e5cdff394742" /><Relationship Type="http://schemas.openxmlformats.org/officeDocument/2006/relationships/notesMaster" Target="/ppt/notesMasters/notesMaster1.xml" Id="Rf75e93a86788470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d353c2f827f4386" /><Relationship Type="http://schemas.openxmlformats.org/officeDocument/2006/relationships/notesMaster" Target="/ppt/notesMasters/notesMaster1.xml" Id="R4faba620cc464d6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c8c2ed31ba142f1" /><Relationship Type="http://schemas.openxmlformats.org/officeDocument/2006/relationships/notesMaster" Target="/ppt/notesMasters/notesMaster1.xml" Id="Rfeb5a17baf57494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54afd5d4e514810" /><Relationship Type="http://schemas.openxmlformats.org/officeDocument/2006/relationships/notesMaster" Target="/ppt/notesMasters/notesMaster1.xml" Id="R71c34a7b16ca486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10f2070ebe7444d" /><Relationship Type="http://schemas.openxmlformats.org/officeDocument/2006/relationships/notesMaster" Target="/ppt/notesMasters/notesMaster1.xml" Id="Rfc0d61e271bf47a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2e1b3ee51204294" /><Relationship Type="http://schemas.openxmlformats.org/officeDocument/2006/relationships/notesMaster" Target="/ppt/notesMasters/notesMaster1.xml" Id="R01a0dd8e42c04ff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cb42035c8a84b27" /><Relationship Type="http://schemas.openxmlformats.org/officeDocument/2006/relationships/notesMaster" Target="/ppt/notesMasters/notesMaster1.xml" Id="R089157ae3258473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0ab7f31c6ee4d64" /><Relationship Type="http://schemas.openxmlformats.org/officeDocument/2006/relationships/notesMaster" Target="/ppt/notesMasters/notesMaster1.xml" Id="R47c25fef5b5c419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987688191c04209" /><Relationship Type="http://schemas.openxmlformats.org/officeDocument/2006/relationships/notesMaster" Target="/ppt/notesMasters/notesMaster1.xml" Id="R9c6d8ef859b14f4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d230dc2ec04cad" /><Relationship Type="http://schemas.openxmlformats.org/officeDocument/2006/relationships/notesMaster" Target="/ppt/notesMasters/notesMaster1.xml" Id="Rbf774b06b4f2421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9c3193409354d80" /><Relationship Type="http://schemas.openxmlformats.org/officeDocument/2006/relationships/notesMaster" Target="/ppt/notesMasters/notesMaster1.xml" Id="R69387d241eee42d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7012e983f5444f0" /><Relationship Type="http://schemas.openxmlformats.org/officeDocument/2006/relationships/notesMaster" Target="/ppt/notesMasters/notesMaster1.xml" Id="R63dda5c88c62438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b1d7da4940d4f54" /><Relationship Type="http://schemas.openxmlformats.org/officeDocument/2006/relationships/notesMaster" Target="/ppt/notesMasters/notesMaster1.xml" Id="Re90ab5eccfa54a5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d08d54b8b0648e3" /><Relationship Type="http://schemas.openxmlformats.org/officeDocument/2006/relationships/notesMaster" Target="/ppt/notesMasters/notesMaster1.xml" Id="R0ec0621cf0174f2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e0fb885a2fe460e" /><Relationship Type="http://schemas.openxmlformats.org/officeDocument/2006/relationships/notesMaster" Target="/ppt/notesMasters/notesMaster1.xml" Id="R9754383589ef44a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7e9c27818a24d23" /><Relationship Type="http://schemas.openxmlformats.org/officeDocument/2006/relationships/notesMaster" Target="/ppt/notesMasters/notesMaster1.xml" Id="R6664968a9b30478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4ef8883f54c4796" /><Relationship Type="http://schemas.openxmlformats.org/officeDocument/2006/relationships/notesMaster" Target="/ppt/notesMasters/notesMaster1.xml" Id="R7970a0d189fe4b0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62efbd126d740c4" /><Relationship Type="http://schemas.openxmlformats.org/officeDocument/2006/relationships/notesMaster" Target="/ppt/notesMasters/notesMaster1.xml" Id="Rcce39829408d431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ca33b2f62f54295" /><Relationship Type="http://schemas.openxmlformats.org/officeDocument/2006/relationships/notesMaster" Target="/ppt/notesMasters/notesMaster1.xml" Id="Rd67162b689834fc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bdc9f65f4e14102" /><Relationship Type="http://schemas.openxmlformats.org/officeDocument/2006/relationships/notesMaster" Target="/ppt/notesMasters/notesMaster1.xml" Id="R08e6c3d5047c4fb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3ca7bf61abb4e47" /><Relationship Type="http://schemas.openxmlformats.org/officeDocument/2006/relationships/notesMaster" Target="/ppt/notesMasters/notesMaster1.xml" Id="R016c19b7932a480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adb6420d93b4c33" /><Relationship Type="http://schemas.openxmlformats.org/officeDocument/2006/relationships/notesMaster" Target="/ppt/notesMasters/notesMaster1.xml" Id="Rde3dde8ba02a46d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1d1065d2b2e4466" /><Relationship Type="http://schemas.openxmlformats.org/officeDocument/2006/relationships/notesMaster" Target="/ppt/notesMasters/notesMaster1.xml" Id="R2fdeee0343664e3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3fe2f4a968d4af2" /><Relationship Type="http://schemas.openxmlformats.org/officeDocument/2006/relationships/notesMaster" Target="/ppt/notesMasters/notesMaster1.xml" Id="Rc923d43de2a74c6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e8e52679f2d45ca" /><Relationship Type="http://schemas.openxmlformats.org/officeDocument/2006/relationships/notesMaster" Target="/ppt/notesMasters/notesMaster1.xml" Id="R19f83aaee8b741b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9cd91066c594c8e" /><Relationship Type="http://schemas.openxmlformats.org/officeDocument/2006/relationships/notesMaster" Target="/ppt/notesMasters/notesMaster1.xml" Id="R9414c22d064a42c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b49a8488f214c73" /><Relationship Type="http://schemas.openxmlformats.org/officeDocument/2006/relationships/notesMaster" Target="/ppt/notesMasters/notesMaster1.xml" Id="R3be964598f6a423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b48effdf4f44fbb" /><Relationship Type="http://schemas.openxmlformats.org/officeDocument/2006/relationships/notesMaster" Target="/ppt/notesMasters/notesMaster1.xml" Id="R37d3143816504cbd"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Choosing and explaining a model</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Choosing and explaining a model.</a:t>
            </a:r>
          </a:p>
          <a:p>
            <a:r>
              <a:t/>
            </a:r>
          </a:p>
          <a:p>
            <a:r>
              <a:t>LECTURER CUE</a:t>
            </a:r>
          </a:p>
          <a:p>
            <a:r>
              <a:t>Ask learners to explain this goal in ordinary language. The first successful attempt matters more than covering optional extensions. Defer: A large grid search, four new model implementations and an adversarial defence are optional practice. They must not crowd out the core decision process.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justify a valid simple model over a more accurate but ineligible one, and distinguish local explanation from global importance.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The engineering context.</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POINT TO THE DEFINITION</a:t>
            </a:r>
          </a:p>
          <a:p>
            <a:r>
              <a:t>Constraint: A condition a candidate must satisfy, such as MAE at most 3 and latency at most 10 ms.</a:t>
            </a:r>
          </a:p>
          <a:p>
            <a:r>
              <a:t>Latency: Time taken to produce a prediction under stated measurement conditions. Hardware and measurement method matter.</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POINT TO THE DEFINITION</a:t>
            </a:r>
          </a:p>
          <a:p>
            <a:r>
              <a:t>Tie-break: A published rule for choosing between candidates that tie on the main criterion.</a:t>
            </a:r>
          </a:p>
          <a:p>
            <a:r>
              <a:t>Hyperparameter: A setting chosen before fitting, such as tree depth. Tune using validation or cross-validation, not the final test.</a:t>
            </a:r>
          </a:p>
          <a:p>
            <a:r>
              <a:t/>
            </a:r>
          </a:p>
          <a:p>
            <a:r>
              <a:t>NEXT</a:t>
            </a:r>
          </a:p>
          <a:p>
            <a:r>
              <a:t>Error and practical constraints.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Error and practical constraints</a:t>
            </a:r>
          </a:p>
          <a:p>
            <a:r>
              <a:t/>
            </a:r>
          </a:p>
          <a:p>
            <a:r>
              <a:t>CONNECT</a:t>
            </a:r>
          </a:p>
          <a:p>
            <a:r>
              <a:t>Build on the preceding slide: Words we will use.</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A model comparison needs a fair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model comparison needs a fair test</a:t>
            </a:r>
          </a:p>
          <a:p>
            <a:r>
              <a:t/>
            </a:r>
          </a:p>
          <a:p>
            <a:r>
              <a:t>CONNECT</a:t>
            </a:r>
          </a:p>
          <a:p>
            <a:r>
              <a:t>Build on the preceding slide: Error and practical constraints.</a:t>
            </a:r>
          </a:p>
          <a:p>
            <a:r>
              <a:t/>
            </a:r>
          </a:p>
          <a:p>
            <a:r>
              <a:t>LECTURER CUE</a:t>
            </a:r>
          </a:p>
          <a:p>
            <a:r>
              <a:t>A tree asks successive questions. A forest combines many trees. More complexity does not guarantee better validation performance. The task’s tie-break rule remains authoritative.</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Eligibility comes before ranking.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Eligibility comes before ranking</a:t>
            </a:r>
          </a:p>
          <a:p>
            <a:r>
              <a:t/>
            </a:r>
          </a:p>
          <a:p>
            <a:r>
              <a:t>CONNECT</a:t>
            </a:r>
          </a:p>
          <a:p>
            <a:r>
              <a:t>Build on the preceding slide: A model comparison needs a fair test.</a:t>
            </a:r>
          </a:p>
          <a:p>
            <a:r>
              <a:t/>
            </a:r>
          </a:p>
          <a:p>
            <a:r>
              <a:t>LECTURER CUE</a:t>
            </a:r>
          </a:p>
          <a:p>
            <a:r>
              <a:t>Cross out ineligible candidates before ranking errors. Then apply the tie-break rule, rather than choosing the most sophisticated model.</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A constrained model choice.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constrained model choice</a:t>
            </a:r>
          </a:p>
          <a:p>
            <a:r>
              <a:t/>
            </a:r>
          </a:p>
          <a:p>
            <a:r>
              <a:t>CONNECT</a:t>
            </a:r>
          </a:p>
          <a:p>
            <a:r>
              <a:t>Build on the preceding slide: Eligibility comes before ranking.</a:t>
            </a:r>
          </a:p>
          <a:p>
            <a:r>
              <a:t/>
            </a:r>
          </a:p>
          <a:p>
            <a:r>
              <a:t>LECTURER CUE</a:t>
            </a:r>
          </a:p>
          <a:p>
            <a:r>
              <a:t>Invented requirements: error at most 3 and time at most 10 ms. Only simple is eligible. No result here is a measured engineering benchmark.</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(1/2)</a:t>
            </a:r>
          </a:p>
          <a:p>
            <a:r>
              <a:t/>
            </a:r>
          </a:p>
          <a:p>
            <a:r>
              <a:t>CONNECT</a:t>
            </a:r>
          </a:p>
          <a:p>
            <a:r>
              <a:t>Build on the preceding slide: A constrained model choice.</a:t>
            </a:r>
          </a:p>
          <a:p>
            <a:r>
              <a:t/>
            </a:r>
          </a:p>
          <a:p>
            <a:r>
              <a:t>LECTURER CUE</a:t>
            </a:r>
          </a:p>
          <a:p>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a:r>
              <a:t/>
            </a:r>
          </a:p>
          <a:p>
            <a:r>
              <a:t>Complete practice code:</a:t>
            </a:r>
          </a:p>
          <a:p>
            <a:r>
              <a:t>candidates = [{"name": "simple", "error": 3, "ms": 2},</a:t>
            </a:r>
          </a:p>
          <a:p>
            <a:r>
              <a:t>              {"name": "complex", "error": 1, "ms": 20}]</a:t>
            </a:r>
          </a:p>
          <a:p>
            <a:r>
              <a:t>eligible = []</a:t>
            </a:r>
          </a:p>
          <a:p>
            <a:r>
              <a:t>for item in candidates:</a:t>
            </a:r>
          </a:p>
          <a:p>
            <a:r>
              <a:t>    if item["error"] &lt;= 3 and item["ms"] &lt;= 10:</a:t>
            </a:r>
          </a:p>
          <a:p>
            <a:r>
              <a:t>        eligible.append(item)</a:t>
            </a:r>
          </a:p>
          <a:p>
            <a:r>
              <a:t>print([item["name"] for item in eligible])</a:t>
            </a:r>
          </a:p>
          <a:p>
            <a:r>
              <a:t/>
            </a:r>
          </a:p>
          <a:p>
            <a:r>
              <a:t>WALK THROUGH THIS CODE</a:t>
            </a:r>
          </a:p>
          <a:p>
            <a:r>
              <a:t>for takes the next item. The indented block repeats.</a:t>
            </a:r>
          </a:p>
          <a:p>
            <a:r>
              <a:t>if tests a condition. The chosen indented block runs.</a:t>
            </a:r>
          </a:p>
          <a:p>
            <a:r>
              <a:t>append adds one item to the end of a list.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(2/2)</a:t>
            </a:r>
          </a:p>
          <a:p>
            <a:r>
              <a:t/>
            </a:r>
          </a:p>
          <a:p>
            <a:r>
              <a:t>CONNECT</a:t>
            </a:r>
          </a:p>
          <a:p>
            <a:r>
              <a:t>Build on the preceding slide: Worked example (1/2).</a:t>
            </a:r>
          </a:p>
          <a:p>
            <a:r>
              <a:t/>
            </a:r>
          </a:p>
          <a:p>
            <a:r>
              <a:t>LECTURER CUE</a:t>
            </a:r>
          </a:p>
          <a:p>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a:r>
              <a:t/>
            </a:r>
          </a:p>
          <a:p>
            <a:r>
              <a:t>Complete practice code:</a:t>
            </a:r>
          </a:p>
          <a:p>
            <a:r>
              <a:t>candidates = [{"name": "simple", "error": 3, "ms": 2},</a:t>
            </a:r>
          </a:p>
          <a:p>
            <a:r>
              <a:t>              {"name": "complex", "error": 1, "ms": 20}]</a:t>
            </a:r>
          </a:p>
          <a:p>
            <a:r>
              <a:t>eligible = []</a:t>
            </a:r>
          </a:p>
          <a:p>
            <a:r>
              <a:t>for item in candidates:</a:t>
            </a:r>
          </a:p>
          <a:p>
            <a:r>
              <a:t>    if item["error"] &lt;= 3 and item["ms"] &lt;= 10:</a:t>
            </a:r>
          </a:p>
          <a:p>
            <a:r>
              <a:t>        eligible.append(item)</a:t>
            </a:r>
          </a:p>
          <a:p>
            <a:r>
              <a:t>print([item["name"] for item in eligible])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(2/2).</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A tuple supplies an ordered ranking key.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tuple supplies an ordered ranking key</a:t>
            </a:r>
          </a:p>
          <a:p>
            <a:r>
              <a:t/>
            </a:r>
          </a:p>
          <a:p>
            <a:r>
              <a:t>CONNECT</a:t>
            </a:r>
          </a:p>
          <a:p>
            <a:r>
              <a:t>Build on the preceding slide: Expected output.</a:t>
            </a:r>
          </a:p>
          <a:p>
            <a:r>
              <a:t/>
            </a:r>
          </a:p>
          <a:p>
            <a:r>
              <a:t>LECTURER CUE</a:t>
            </a:r>
          </a:p>
          <a:p>
            <a:r>
              <a:t>Demonstrate dictionary field access and ordered comparisons before asking learners to implement selection. A sorted list key can be a tuple: first metric, then speed, then name.</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Sorting with a tie-break rule.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Sorting with a tie-break rule</a:t>
            </a:r>
          </a:p>
          <a:p>
            <a:r>
              <a:t/>
            </a:r>
          </a:p>
          <a:p>
            <a:r>
              <a:t>CONNECT</a:t>
            </a:r>
          </a:p>
          <a:p>
            <a:r>
              <a:t>Build on the preceding slide: A tuple supplies an ordered ranking key.</a:t>
            </a:r>
          </a:p>
          <a:p>
            <a:r>
              <a:t/>
            </a:r>
          </a:p>
          <a:p>
            <a:r>
              <a:t>LECTURER CUE</a:t>
            </a:r>
          </a:p>
          <a:p>
            <a:r>
              <a:t>A tuple is an ordered group of values. Python compares the first item, then the second when tied, then the third. The key function gives sorted the tuple for each candidate. Guard an empty list before selecting position zero.</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Sorting with a named function.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Sorting with a named function</a:t>
            </a:r>
          </a:p>
          <a:p>
            <a:r>
              <a:t/>
            </a:r>
          </a:p>
          <a:p>
            <a:r>
              <a:t>CONNECT</a:t>
            </a:r>
          </a:p>
          <a:p>
            <a:r>
              <a:t>Build on the preceding slide: Sorting with a tie-break rule.</a:t>
            </a:r>
          </a:p>
          <a:p>
            <a:r>
              <a:t/>
            </a:r>
          </a:p>
          <a:p>
            <a:r>
              <a:t>LECTURER CUE</a:t>
            </a:r>
          </a:p>
          <a:p>
            <a:r>
              <a:t>Read one row at a time and use a changed value. This is a syntax reference for the worked examples.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Sorting with a tie-break rule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Sorting with a tie-break rule in Python</a:t>
            </a:r>
          </a:p>
          <a:p>
            <a:r>
              <a:t/>
            </a:r>
          </a:p>
          <a:p>
            <a:r>
              <a:t>CONNECT</a:t>
            </a:r>
          </a:p>
          <a:p>
            <a:r>
              <a:t>Build on the preceding slide: Sorting with a named function.</a:t>
            </a:r>
          </a:p>
          <a:p>
            <a:r>
              <a:t/>
            </a:r>
          </a:p>
          <a:p>
            <a:r>
              <a:t>LECTURER CUE</a:t>
            </a:r>
          </a:p>
          <a:p>
            <a:r>
              <a:t>A tuple is an ordered group of values. Python compares the first item, then the second when tied, then the third. The key function gives sorted the tuple for each candidate. Guard an empty list before selecting position zero.</a:t>
            </a:r>
          </a:p>
          <a:p>
            <a:r>
              <a:t/>
            </a:r>
          </a:p>
          <a:p>
            <a:r>
              <a:t>Complete practice code:</a:t>
            </a:r>
          </a:p>
          <a:p>
            <a:r>
              <a:t>def rank(item):</a:t>
            </a:r>
          </a:p>
          <a:p>
            <a:r>
              <a:t>    return (item["error"], item["ms"], item["name"])</a:t>
            </a:r>
          </a:p>
          <a:p>
            <a:r>
              <a:t/>
            </a:r>
          </a:p>
          <a:p>
            <a:r>
              <a:t>ordered = sorted(eligible, key=rank)</a:t>
            </a:r>
          </a:p>
          <a:p>
            <a:r>
              <a:t>if len(ordered) == 0:</a:t>
            </a:r>
          </a:p>
          <a:p>
            <a:r>
              <a:t>    winner = None</a:t>
            </a:r>
          </a:p>
          <a:p>
            <a:r>
              <a:t>else:</a:t>
            </a:r>
          </a:p>
          <a:p>
            <a:r>
              <a:t>    winner = ordered[0]["name"]</a:t>
            </a:r>
          </a:p>
          <a:p>
            <a:r>
              <a:t>print(winner)</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WALK THROUGH THIS CODE</a:t>
            </a:r>
          </a:p>
          <a:p>
            <a:r>
              <a:t>def names the function. Inputs go inside parentheses.</a:t>
            </a:r>
          </a:p>
          <a:p>
            <a:r>
              <a:t>if tests a condition. The chosen indented block runs.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Sorting with a tie-break rule in Python.</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POINT TO THE DEFINITION</a:t>
            </a:r>
          </a:p>
          <a:p>
            <a:r>
              <a:t>Local explanation: Why a model made one particular prediction. This is different from global importance, which summarises behaviour over many cases.</a:t>
            </a:r>
          </a:p>
          <a:p>
            <a:r>
              <a:t>Conditions of use: The cases and operating circumstances for which the available evidence supports considering the model.</a:t>
            </a:r>
          </a:p>
          <a:p>
            <a:r>
              <a:t/>
            </a:r>
          </a:p>
          <a:p>
            <a:r>
              <a:t>NEXT</a:t>
            </a:r>
          </a:p>
          <a:p>
            <a:r>
              <a:t>A recommendation needs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recommendation needs evidence</a:t>
            </a:r>
          </a:p>
          <a:p>
            <a:r>
              <a:t/>
            </a:r>
          </a:p>
          <a:p>
            <a:r>
              <a:t>CONNECT</a:t>
            </a:r>
          </a:p>
          <a:p>
            <a:r>
              <a:t>Build on the preceding slide: Words we will use.</a:t>
            </a:r>
          </a:p>
          <a:p>
            <a:r>
              <a:t/>
            </a:r>
          </a:p>
          <a:p>
            <a:r>
              <a:t>LECTURER CUE</a:t>
            </a:r>
          </a:p>
          <a:p>
            <a:r>
              <a:t>Write a short recommendation: question, fair comparison, chosen candidate, reason, limitation and what new evidence could change the choice.</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You are the model selector.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model selector</a:t>
            </a:r>
          </a:p>
          <a:p>
            <a:r>
              <a:t/>
            </a:r>
          </a:p>
          <a:p>
            <a:r>
              <a:t>CONNECT</a:t>
            </a:r>
          </a:p>
          <a:p>
            <a:r>
              <a:t>Build on the preceding slide: A recommendation needs evidence.</a:t>
            </a:r>
          </a:p>
          <a:p>
            <a:r>
              <a:t/>
            </a:r>
          </a:p>
          <a:p>
            <a:r>
              <a:t>LECTURER CUE</a:t>
            </a:r>
          </a:p>
          <a:p>
            <a:r>
              <a:t>Do this before revealing the discussion slide. One learner moves or writes the items, the other checks. Swap roles. Every student explains one step. Expected: B fails the time limit. A and C tie on error. C wins because 1 ms is lower than 2 ms.</a:t>
            </a:r>
          </a:p>
          <a:p>
            <a:r>
              <a:t>Wait for an individual prediction before inviting pair discussion. Give a first-step hint if needed.</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model selector.</a:t>
            </a:r>
          </a:p>
          <a:p>
            <a:r>
              <a:t/>
            </a:r>
          </a:p>
          <a:p>
            <a:r>
              <a:t>LECTURER CUE</a:t>
            </a:r>
          </a:p>
          <a:p>
            <a:r>
              <a:t>Ask which step produced this answer. Return to the concrete action if a learner cannot explain it. This is practice feedback, never a quiz key.</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The third model. Both eligible models have error 3, but 1 ms is faster than 2 ms.</a:t>
            </a:r>
          </a:p>
          <a:p>
            <a:r>
              <a:t/>
            </a:r>
          </a:p>
          <a:p>
            <a:r>
              <a:t>DISCUSSION KEY FOR THIS SLIDE</a:t>
            </a:r>
          </a:p>
          <a:p>
            <a:r>
              <a:t>DISCUSS THE REASONING</a:t>
            </a:r>
          </a:p>
          <a:p>
            <a:r>
              <a:t>Practice discussion</a:t>
            </a:r>
          </a:p>
          <a:p>
            <a:r>
              <a:t>The third model. Both eligible models have error 3, but 1 ms is faster than 2 ms.</a:t>
            </a:r>
          </a:p>
          <a:p>
            <a:r>
              <a:t>Which step produced this result? What changes if one input changes?</a:t>
            </a:r>
          </a:p>
          <a:p>
            <a:r>
              <a:t>CML3113   Week 12   23</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Explain why our repeated equipment IDs require grouped partitions rather than ordinary random folds.</a:t>
            </a:r>
          </a:p>
          <a:p>
            <a:r>
              <a:t>Preview before class and stop after the selected short excerpt. If playback fails, teach the worked example. Video is optional. Source: https://www.youtube.com/watch?v=fSytzGwwBVw</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Fair comparison and explanation.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Fair comparison and explanation</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Fair comparison and explanation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Fair comparison and explanation continued</a:t>
            </a:r>
          </a:p>
          <a:p>
            <a:r>
              <a:t/>
            </a:r>
          </a:p>
          <a:p>
            <a:r>
              <a:t>CONNECT</a:t>
            </a:r>
          </a:p>
          <a:p>
            <a:r>
              <a:t>Build on the preceding slide: Fair comparison and explanation.</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Fair comparison and explanation continued.</a:t>
            </a:r>
          </a:p>
          <a:p>
            <a:r>
              <a:t/>
            </a:r>
          </a:p>
          <a:p>
            <a:r>
              <a:t>LECTURER CUE</a:t>
            </a:r>
          </a:p>
          <a:p>
            <a:r>
              <a:t>Investigate crusher energy demand. Target units: kWh/t.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select_model(candidates, max_mae, max_ms).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select_model(candidates, max_mae, max_ms)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IUEA_Teaching_Plan/assessment_banks/W12/CML3113/A/TASKS.md</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regression_errors(actual, predicted).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regression_errors(actual, predicted)</a:t>
            </a:r>
          </a:p>
          <a:p>
            <a:r>
              <a:t/>
            </a:r>
          </a:p>
          <a:p>
            <a:r>
              <a:t>CONNECT</a:t>
            </a:r>
          </a:p>
          <a:p>
            <a:r>
              <a:t>Build on the preceding slide: select_model(candidates, max_mae, max_ms).</a:t>
            </a:r>
          </a:p>
          <a:p>
            <a:r>
              <a:t/>
            </a:r>
          </a:p>
          <a:p>
            <a:r>
              <a:t>LECTURER CUE</a:t>
            </a:r>
          </a:p>
          <a:p>
            <a:r>
              <a:t>Public task contract. Explain input and output types before independent work. Source: IUEA_Teaching_Plan/assessment_banks/W12/CML3113/A/TASKS.md</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regression_errors(actual, predicted).</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Model recommendation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Model recommendation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Model recommendation submission.</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12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12 quiz</a:t>
            </a:r>
          </a:p>
          <a:p>
            <a:r>
              <a:t/>
            </a:r>
          </a:p>
          <a:p>
            <a:r>
              <a:t>CONNECT</a:t>
            </a:r>
          </a:p>
          <a:p>
            <a:r>
              <a:t>Build on the preceding slide: Project preparation.</a:t>
            </a:r>
          </a:p>
          <a:p>
            <a:r>
              <a:t/>
            </a:r>
          </a:p>
          <a:p>
            <a:r>
              <a:t>LECTURER CUE</a:t>
            </a:r>
          </a:p>
          <a:p>
            <a:r>
              <a:t>Activate the matching open_W12_CML3113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12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20955a15987475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4dd07b8e5e4ced" /><Relationship Type="http://schemas.openxmlformats.org/officeDocument/2006/relationships/slideLayout" Target="/ppt/slideLayouts/slideLayout1.xml" Id="R830783cd411b49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30783cd411b49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57b1b985b14473e" /><Relationship Type="http://schemas.openxmlformats.org/officeDocument/2006/relationships/image" Target="/ppt/media/image.png" Id="R5d849475139c4294" /><Relationship Type="http://schemas.openxmlformats.org/officeDocument/2006/relationships/notesSlide" Target="/ppt/notesSlides/notesSlide1.xml" Id="R5fc01d82d92d49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cb5161ce6e24349" /><Relationship Type="http://schemas.openxmlformats.org/officeDocument/2006/relationships/notesSlide" Target="/ppt/notesSlides/notesSlide2.xml" Id="R744200ce38ff41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439e7d069d14e40" /><Relationship Type="http://schemas.openxmlformats.org/officeDocument/2006/relationships/notesSlide" Target="/ppt/notesSlides/notesSlide3.xml" Id="R9d5b814403e743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a4fadc8cb47479d" /><Relationship Type="http://schemas.openxmlformats.org/officeDocument/2006/relationships/notesSlide" Target="/ppt/notesSlides/notesSlide4.xml" Id="R41d3a1d7d5b2488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d77a54ff5984c0a" /><Relationship Type="http://schemas.openxmlformats.org/officeDocument/2006/relationships/notesSlide" Target="/ppt/notesSlides/notesSlide5.xml" Id="R4acac4b6fa8746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c52ba43db5840ba" /><Relationship Type="http://schemas.openxmlformats.org/officeDocument/2006/relationships/notesSlide" Target="/ppt/notesSlides/notesSlide6.xml" Id="Ra2dae6aa21584e9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fb61f1ea5b24a92" /><Relationship Type="http://schemas.openxmlformats.org/officeDocument/2006/relationships/notesSlide" Target="/ppt/notesSlides/notesSlide7.xml" Id="Re1087aa3780949a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a2777e98456413f" /><Relationship Type="http://schemas.openxmlformats.org/officeDocument/2006/relationships/notesSlide" Target="/ppt/notesSlides/notesSlide8.xml" Id="R0afcdbec9454453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d98d7e90bd8437e" /><Relationship Type="http://schemas.openxmlformats.org/officeDocument/2006/relationships/notesSlide" Target="/ppt/notesSlides/notesSlide9.xml" Id="R231c11348fd34f3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76e849d88f144cd" /><Relationship Type="http://schemas.openxmlformats.org/officeDocument/2006/relationships/notesSlide" Target="/ppt/notesSlides/notesSlide10.xml" Id="Reb1d833b83a74cc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2a2f6e1551b4c48" /><Relationship Type="http://schemas.openxmlformats.org/officeDocument/2006/relationships/notesSlide" Target="/ppt/notesSlides/notesSlide11.xml" Id="Rf8961d000b614db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20b14f900d941c8" /><Relationship Type="http://schemas.openxmlformats.org/officeDocument/2006/relationships/notesSlide" Target="/ppt/notesSlides/notesSlide12.xml" Id="R30dafab54d24418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ec78fb3bde148f8" /><Relationship Type="http://schemas.openxmlformats.org/officeDocument/2006/relationships/notesSlide" Target="/ppt/notesSlides/notesSlide13.xml" Id="Rdb84fbfc142b4c9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158771942c44cb9" /><Relationship Type="http://schemas.openxmlformats.org/officeDocument/2006/relationships/notesSlide" Target="/ppt/notesSlides/notesSlide14.xml" Id="R55d43cd7c3c04e2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376157790484010" /><Relationship Type="http://schemas.openxmlformats.org/officeDocument/2006/relationships/notesSlide" Target="/ppt/notesSlides/notesSlide15.xml" Id="Rc7ef9d48357f461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4f6d629ff6f46c2" /><Relationship Type="http://schemas.openxmlformats.org/officeDocument/2006/relationships/notesSlide" Target="/ppt/notesSlides/notesSlide16.xml" Id="R7b2bd1e1d849404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d89119995f342f2" /><Relationship Type="http://schemas.openxmlformats.org/officeDocument/2006/relationships/notesSlide" Target="/ppt/notesSlides/notesSlide17.xml" Id="Rf947f2be8d984e5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059e6351c8640db" /><Relationship Type="http://schemas.openxmlformats.org/officeDocument/2006/relationships/notesSlide" Target="/ppt/notesSlides/notesSlide18.xml" Id="R84736377518d414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a2c5c1556d74dc6" /><Relationship Type="http://schemas.openxmlformats.org/officeDocument/2006/relationships/notesSlide" Target="/ppt/notesSlides/notesSlide19.xml" Id="R76b49d459231494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8ff912c87f74ff5" /><Relationship Type="http://schemas.openxmlformats.org/officeDocument/2006/relationships/notesSlide" Target="/ppt/notesSlides/notesSlide20.xml" Id="Rd6eefd150962479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95e468bc2d84a26" /><Relationship Type="http://schemas.openxmlformats.org/officeDocument/2006/relationships/notesSlide" Target="/ppt/notesSlides/notesSlide21.xml" Id="R381c5d8257d1416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cfce91d35d74573" /><Relationship Type="http://schemas.openxmlformats.org/officeDocument/2006/relationships/notesSlide" Target="/ppt/notesSlides/notesSlide22.xml" Id="R890a513dde4245f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7e9a495689a4e0a" /><Relationship Type="http://schemas.openxmlformats.org/officeDocument/2006/relationships/notesSlide" Target="/ppt/notesSlides/notesSlide23.xml" Id="R503ae13963d7425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b2ce9f79cd94a35" /><Relationship Type="http://schemas.openxmlformats.org/officeDocument/2006/relationships/hyperlink" Target="https://www.youtube.com/watch?v=fSytzGwwBVw" TargetMode="External" Id="R728b826f1c634b18" /><Relationship Type="http://schemas.openxmlformats.org/officeDocument/2006/relationships/notesSlide" Target="/ppt/notesSlides/notesSlide24.xml" Id="R2bfd9214d37e448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fea27896f7149c7" /><Relationship Type="http://schemas.openxmlformats.org/officeDocument/2006/relationships/notesSlide" Target="/ppt/notesSlides/notesSlide25.xml" Id="R4fb5adefaff2461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3309e73e6874227" /><Relationship Type="http://schemas.openxmlformats.org/officeDocument/2006/relationships/notesSlide" Target="/ppt/notesSlides/notesSlide26.xml" Id="R8c050317206942e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7ef4a8b89da405d" /><Relationship Type="http://schemas.openxmlformats.org/officeDocument/2006/relationships/notesSlide" Target="/ppt/notesSlides/notesSlide27.xml" Id="Rc312f7186af94e9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547d42c96814d16" /><Relationship Type="http://schemas.openxmlformats.org/officeDocument/2006/relationships/notesSlide" Target="/ppt/notesSlides/notesSlide28.xml" Id="R0b47c8dd9bdb44c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83509ff3880432c" /><Relationship Type="http://schemas.openxmlformats.org/officeDocument/2006/relationships/notesSlide" Target="/ppt/notesSlides/notesSlide29.xml" Id="Rc8566f8ca2a44b8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378ab87cede4038" /><Relationship Type="http://schemas.openxmlformats.org/officeDocument/2006/relationships/notesSlide" Target="/ppt/notesSlides/notesSlide30.xml" Id="R312f3613d90745f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d15fa9e69df8441e" /><Relationship Type="http://schemas.openxmlformats.org/officeDocument/2006/relationships/notesSlide" Target="/ppt/notesSlides/notesSlide31.xml" Id="R7d046f9d739a4b8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ab972161e794750" /><Relationship Type="http://schemas.openxmlformats.org/officeDocument/2006/relationships/notesSlide" Target="/ppt/notesSlides/notesSlide32.xml" Id="Re1db7181ca34471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01a50bb77b64b34" /><Relationship Type="http://schemas.openxmlformats.org/officeDocument/2006/relationships/notesSlide" Target="/ppt/notesSlides/notesSlide33.xml" Id="R3737ad19a9f7448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3b8550f027dd4d80" /><Relationship Type="http://schemas.openxmlformats.org/officeDocument/2006/relationships/hyperlink" Target="https://docs.google.com/forms/d/e/1FAIpQLSfSPtMfaziLgaLKx4v0Lla4vYcA58pDDv_b_w33OfZsj0aVHA/viewform" TargetMode="External" Id="R1c9f446145104134" /><Relationship Type="http://schemas.openxmlformats.org/officeDocument/2006/relationships/notesSlide" Target="/ppt/notesSlides/notesSlide34.xml" Id="R6f80e342136a458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d263495516c4139" /><Relationship Type="http://schemas.openxmlformats.org/officeDocument/2006/relationships/notesSlide" Target="/ppt/notesSlides/notesSlide35.xml" Id="Rf1fd103f002344f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470d5cfb02a4975" /><Relationship Type="http://schemas.openxmlformats.org/officeDocument/2006/relationships/image" Target="/ppt/media/image2.png" Id="Ra12f705145004bdd" /><Relationship Type="http://schemas.openxmlformats.org/officeDocument/2006/relationships/hyperlink" Target="https://forms.gle/XFcLpe6ugzvnoL3s6" TargetMode="External" Id="R798fe22065f44301" /><Relationship Type="http://schemas.openxmlformats.org/officeDocument/2006/relationships/notesSlide" Target="/ppt/notesSlides/notesSlide36.xml" Id="R958cbfc569d94bf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260b07f8b0743ea" /><Relationship Type="http://schemas.openxmlformats.org/officeDocument/2006/relationships/notesSlide" Target="/ppt/notesSlides/notesSlide37.xml" Id="R3d7c68bd5cdb45f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d849475139c429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C49D6D6-2730-4876-8A7B-2B52A1C1A73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3CB1236-D1CC-4581-87E8-F28A0161ADE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12</a:t>
            </a:r>
          </a:p>
        </p:txBody>
      </p:sp>
      <p:sp>
        <p:nvSpPr>
          <p:cNvPr id="4" name="">
            <a:extLst xmlns:a="http://schemas.openxmlformats.org/drawingml/2006/main">
              <a:ext uri="{FF2B5EF4-FFF2-40B4-BE49-F238E27FC236}">
                <a16:creationId xmlns:a16="http://schemas.microsoft.com/office/drawing/2014/main" id="{9591F204-9C08-46B9-8A77-02D3B13B693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9B007A59-E0C5-472B-BA39-88E92644147C}"/>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A2DEBA60-AE44-4F47-BD23-8E8036078EE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6955824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224CFCD-CA46-4106-ABC0-298D40D6D4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5FC8C7-28B9-4AD7-BE8B-27E54451BE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ECEB1B4-7974-467A-9A43-FD01A5347F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356A0BC-EC86-4D2F-8CE3-033E12E105F4}"/>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FBD840-E39C-46C1-A51A-EE2D0322E6CD}"/>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01EC8F2-FC8E-4620-8D8D-2F55F5CA5BCB}"/>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10FE4C5D-0677-4E70-9940-09098B17B3B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CFAF5B1A-C4C7-47B7-8511-659EAEC8F7E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59F24706-534A-47B6-A2B6-B7B9BAD57C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a:t>
            </a:r>
          </a:p>
        </p:txBody>
      </p:sp>
    </p:spTree>
    <p:extLst>
      <p:ext uri="{BB962C8B-B14F-4D97-AF65-F5344CB8AC3E}">
        <p14:creationId xmlns:p14="http://schemas.microsoft.com/office/powerpoint/2010/main" val="2044535547"/>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E78C8D-311E-4057-B897-D6FB6AC0C7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CC828C94-B1BF-497E-B85C-961C6CAEE8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F8DED6AB-B951-49C6-946E-564FE6F1096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6E4D3381-48D2-4362-A000-C9F908A07EE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Which metric is smaller-is-better? Why compare on the same validation rows?</a:t>
            </a:r>
          </a:p>
        </p:txBody>
      </p:sp>
      <p:sp>
        <p:nvSpPr>
          <p:cNvPr id="5" name="">
            <a:extLst xmlns:a="http://schemas.openxmlformats.org/drawingml/2006/main">
              <a:ext uri="{FF2B5EF4-FFF2-40B4-BE49-F238E27FC236}">
                <a16:creationId xmlns:a16="http://schemas.microsoft.com/office/drawing/2014/main" id="{E71481F6-8C6A-405C-8867-33FA9410EB2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9A0914D9-96DD-4E2E-8B60-F907AFAA0C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12   3</a:t>
            </a:r>
          </a:p>
        </p:txBody>
      </p:sp>
    </p:spTree>
    <p:extLst>
      <p:ext uri="{BB962C8B-B14F-4D97-AF65-F5344CB8AC3E}">
        <p14:creationId xmlns:p14="http://schemas.microsoft.com/office/powerpoint/2010/main" val="90482593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683399-A31B-4BC0-8CD9-4C1DEA4116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711C13-D691-469F-90E2-CD016B906B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F7C73BD2-EE49-484A-AA65-7EA29ED562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DFD7052F-C6C5-4CD0-9D49-AFA44C157E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BBD2C95-0226-475B-B029-AC29CDA2C65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9F6071E7-9AEF-4596-BF9B-8C9F6B0DB6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20CEBE-B84D-4F1B-8475-057701424E4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220CE8BE-F2C9-492D-BFFC-96BC8C62C17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B20A4F-4ECC-4E7C-9F45-7CDBF375BAF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448A97D6-2C73-408A-A0B8-0E318B4060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a:t>
            </a:r>
          </a:p>
        </p:txBody>
      </p:sp>
    </p:spTree>
    <p:extLst>
      <p:ext uri="{BB962C8B-B14F-4D97-AF65-F5344CB8AC3E}">
        <p14:creationId xmlns:p14="http://schemas.microsoft.com/office/powerpoint/2010/main" val="71327252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9804E4-80C3-4085-93F5-1E72AA28EB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A760FB-E4A3-4358-BBFA-B60F2D7E70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C206F02-5681-42D9-A66A-714E5C197C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360EBE07-E9C4-42B1-BAA3-2FA58748653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31C6BE-EB5E-4CFB-9258-C1051900E7F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4DEA1E2F-9939-47E2-AF9B-1B3A6661233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606659DA-17E6-44AE-9858-5BD42A94A0A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0B9F6F4-18FC-4B13-B72E-BDDEF7FF954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75E0AE9E-D95B-4299-B3C8-1A36E4BA467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C15C6500-EA13-4927-859E-3AA8DFB29A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5</a:t>
            </a:r>
          </a:p>
        </p:txBody>
      </p:sp>
    </p:spTree>
    <p:extLst>
      <p:ext uri="{BB962C8B-B14F-4D97-AF65-F5344CB8AC3E}">
        <p14:creationId xmlns:p14="http://schemas.microsoft.com/office/powerpoint/2010/main" val="42513972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CD13B4-7F40-417E-8A60-940ED98E0C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181439-D414-47C1-B53F-8EA2CA1659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03EA727-6217-440F-B0C9-A8E9A8F73A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6EA472C9-EED6-4971-9A6D-CE0A29F5DBB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D5AE65-1C0C-4DA7-A7E3-327A8CAE177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9F71497C-4444-4A53-A7CF-AF36DEA163A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1E50A9EC-320E-4CA2-B1A0-BAACD9F55EB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18BE228-C952-4C4B-AEA0-3E18248D964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5FC00C2C-1A65-4A67-995F-A4BF738639F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A21AF2C9-E87F-4B0F-9D0C-E88AFE4B89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6</a:t>
            </a:r>
          </a:p>
        </p:txBody>
      </p:sp>
    </p:spTree>
    <p:extLst>
      <p:ext uri="{BB962C8B-B14F-4D97-AF65-F5344CB8AC3E}">
        <p14:creationId xmlns:p14="http://schemas.microsoft.com/office/powerpoint/2010/main" val="12664481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71E719-115F-4C75-9AA2-84D1528E23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16481A-8B3F-4D0C-8B19-D8B7B244D2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3A5738-F4B8-4BA3-BAF1-D99322185E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D2B6C676-C30F-4A59-9616-020791BE67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4C3671-3E3C-43BA-BE83-C978505846F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91D2B698-C0E0-4E11-92EA-6DC440759C8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9F338A-23D7-4F4E-BBCB-5804F3C73AA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09AF8ACA-D90A-4D47-B7C3-3F82E5995DC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E2EB1A-6539-4F0E-B837-D36C1E48847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7673E6F0-F0D0-47A7-8CD4-D9B30F3E44A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C6D7737-FAA8-4313-A548-1B62029648F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B5B13BF7-8258-4F8F-89B3-1E6D6C2816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7</a:t>
            </a:r>
          </a:p>
        </p:txBody>
      </p:sp>
    </p:spTree>
    <p:extLst>
      <p:ext uri="{BB962C8B-B14F-4D97-AF65-F5344CB8AC3E}">
        <p14:creationId xmlns:p14="http://schemas.microsoft.com/office/powerpoint/2010/main" val="19254551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606E0C-3AF7-4174-9F8B-E776204A4C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888587-FC40-4628-BF75-7CD292D455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730D11-A953-4D43-B8B7-C45D85696A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62A70293-F562-4AEF-8FAE-5CE8CD65AF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3AADB4-44CA-4676-9F4D-07D6E0BEC03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CF84E821-3F31-4FA6-86C3-AE111978310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49BFE0-7FED-4902-BBF9-C9732684B2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47E9F8C5-D24C-41D3-97DD-FD113EF2B4A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93356D-570D-4BB5-B107-7BAD4B6E670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2C245881-5BB7-4FE9-9F7D-ACBB0CA743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8</a:t>
            </a:r>
          </a:p>
        </p:txBody>
      </p:sp>
    </p:spTree>
    <p:extLst>
      <p:ext uri="{BB962C8B-B14F-4D97-AF65-F5344CB8AC3E}">
        <p14:creationId xmlns:p14="http://schemas.microsoft.com/office/powerpoint/2010/main" val="172702354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831C58-529D-40B6-8271-B80C47C776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B27AC5-80C5-4819-A7B6-BF322953CA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C248F6-FFBA-4A18-81A3-4989ACE101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B5ACA0BB-BCED-4CA9-A156-19308A9B52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03E944-12DF-47BC-98CF-E03B5DD8B55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575D93E9-6307-41F3-B1DF-B48960249B7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88C2CC-6B2E-4CD4-96B6-185689A0452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7DD05E3F-9E88-40A1-8166-04F0C2B4856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60364C-F9FD-49C0-BA2E-090EF84DC39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FFE8B335-BFA0-413F-AE46-D2C594ED8C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9</a:t>
            </a:r>
          </a:p>
        </p:txBody>
      </p:sp>
    </p:spTree>
    <p:extLst>
      <p:ext uri="{BB962C8B-B14F-4D97-AF65-F5344CB8AC3E}">
        <p14:creationId xmlns:p14="http://schemas.microsoft.com/office/powerpoint/2010/main" val="135149428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FB833D-1C13-4AF0-8A23-D8679795EE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9A5024-FAA5-4D6E-A0ED-808A60C1F3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48C4577-4EFC-4E73-AC7B-AD20DAD269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F21701D-9970-4B71-9361-C3494F3D1D6D}"/>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E7D1F6C9-A79A-4EE3-A44C-BFB1DD352F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10</a:t>
            </a:r>
          </a:p>
        </p:txBody>
      </p:sp>
    </p:spTree>
    <p:extLst>
      <p:ext uri="{BB962C8B-B14F-4D97-AF65-F5344CB8AC3E}">
        <p14:creationId xmlns:p14="http://schemas.microsoft.com/office/powerpoint/2010/main" val="138260090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AE4464-7FB1-49F1-A446-DCEF28EE04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B730BC-CC54-410A-95CD-9787C0E7A0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8E43470-5CBF-45F7-BBAE-6DB46CBEFC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(1/2)</a:t>
            </a:r>
          </a:p>
        </p:txBody>
      </p:sp>
      <p:sp>
        <p:nvSpPr>
          <p:cNvPr id="4" name="">
            <a:extLst xmlns:a="http://schemas.openxmlformats.org/drawingml/2006/main">
              <a:ext uri="{FF2B5EF4-FFF2-40B4-BE49-F238E27FC236}">
                <a16:creationId xmlns:a16="http://schemas.microsoft.com/office/drawing/2014/main" id="{31AE3516-1106-4456-AA38-5A4E997AD88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B4E441-9E31-47AB-B804-57A048D3DE9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B9D25E11-4A4B-4E83-90F3-C73371E9AF1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EBD3F0EF-BC56-454C-B3D1-DD3F9DB96C4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68347C5E-CAEB-488F-950B-C3C6AD6579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11</a:t>
            </a:r>
          </a:p>
        </p:txBody>
      </p:sp>
    </p:spTree>
    <p:extLst>
      <p:ext uri="{BB962C8B-B14F-4D97-AF65-F5344CB8AC3E}">
        <p14:creationId xmlns:p14="http://schemas.microsoft.com/office/powerpoint/2010/main" val="44089041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C070471-2AE3-40B7-B618-10381FB892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D631C9-8692-4D9F-B7B1-65905260E3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9C9741C-1A84-4636-BC81-F037A4E97A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(2/2)</a:t>
            </a:r>
          </a:p>
        </p:txBody>
      </p:sp>
      <p:sp>
        <p:nvSpPr>
          <p:cNvPr id="4" name="">
            <a:extLst xmlns:a="http://schemas.openxmlformats.org/drawingml/2006/main">
              <a:ext uri="{FF2B5EF4-FFF2-40B4-BE49-F238E27FC236}">
                <a16:creationId xmlns:a16="http://schemas.microsoft.com/office/drawing/2014/main" id="{9513A81C-3D46-4439-AA09-48E55CB5677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52828B-BC12-49BE-A0AA-4578F81FAD0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99003015-AEDC-46CD-8F7B-D85ADB8C4C8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BE5D973-57CD-4473-9184-19FA6956F27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7A977C68-D9C2-43A1-A2CB-878EE50EC0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9B215A6D-30AF-490D-A033-D7A6228814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12</a:t>
            </a:r>
          </a:p>
        </p:txBody>
      </p:sp>
    </p:spTree>
    <p:extLst>
      <p:ext uri="{BB962C8B-B14F-4D97-AF65-F5344CB8AC3E}">
        <p14:creationId xmlns:p14="http://schemas.microsoft.com/office/powerpoint/2010/main" val="4244898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8DCE1E-C054-4B6D-970E-3ECBBA4AAA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4A280B-FB0C-45C2-A89F-63158468F6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9BB80576-66C5-411C-B61F-601107CA84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6D22D089-C2E3-4E70-9765-9A99E28B1B9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DE8270-4397-47C4-98B1-E372EAA26B3D}"/>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2E10CF4F-EADA-42C0-93BA-4A6861E7884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6AA70F7-790F-4BCF-B2CD-2B3591ACB5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13</a:t>
            </a:r>
          </a:p>
        </p:txBody>
      </p:sp>
    </p:spTree>
    <p:extLst>
      <p:ext uri="{BB962C8B-B14F-4D97-AF65-F5344CB8AC3E}">
        <p14:creationId xmlns:p14="http://schemas.microsoft.com/office/powerpoint/2010/main" val="1843814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95D788-9FB9-4F47-AB6D-F3BFD238C9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F9B001-AEFA-4E65-89C5-1CA7E9E06B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57140D-5AD0-4ADE-8ADC-A46AEFB9E7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F6F47494-DAE0-4EAE-8A77-DF22870B7A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576002-D103-4D28-8650-7FF5B2DFE44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99CCB1C2-D8D2-4638-BEF4-F05837D6F78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D63191-2771-4274-AAB1-162D1A36BD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7A3A23F9-F8D7-40A7-A0E1-381F65090A0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03698C-5037-4A88-8D3F-56F5964B749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DA82B6A9-4DBC-4ED8-AF4D-76E32A56A8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14</a:t>
            </a:r>
          </a:p>
        </p:txBody>
      </p:sp>
    </p:spTree>
    <p:extLst>
      <p:ext uri="{BB962C8B-B14F-4D97-AF65-F5344CB8AC3E}">
        <p14:creationId xmlns:p14="http://schemas.microsoft.com/office/powerpoint/2010/main" val="16704724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B63584A-6C66-402E-A8AF-B6AA8426A7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1B942B-1F24-4894-A0FA-104AF44601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A3C978-FD1B-48D9-8D0F-0349DFB489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91BD31FA-89E5-4888-87D9-1EB9543810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6398FC-B1E0-4D99-A03D-67F69DD0F12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28E7A067-A5EB-4DB0-9EF4-1B730D70E84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876783-DD1A-4A62-8D1C-C11CE2A1EC1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93C39810-70EA-4619-A300-5D51D199339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9F10DA-4EEC-496D-A658-3C48DAEA37B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27F47012-9E74-4591-B7A2-D9B1F9F8BD9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4BD792E-256F-4FFD-A706-219652D3658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984ECCEB-4476-4F6F-8340-B3DD56C4F2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15</a:t>
            </a:r>
          </a:p>
        </p:txBody>
      </p:sp>
    </p:spTree>
    <p:extLst>
      <p:ext uri="{BB962C8B-B14F-4D97-AF65-F5344CB8AC3E}">
        <p14:creationId xmlns:p14="http://schemas.microsoft.com/office/powerpoint/2010/main" val="114132359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315884-D220-4448-B2DE-E8BE4D9528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CA4124-43BA-470F-961F-4B5D4F611A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41AE2B4-A23A-4DF0-B9AA-DDF3919EE1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7E9CD30-19CD-4EE6-B098-8232BA6E67D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AF822BF9-E73B-42CD-AFE8-0C78D80FFD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16</a:t>
            </a:r>
          </a:p>
        </p:txBody>
      </p:sp>
    </p:spTree>
    <p:extLst>
      <p:ext uri="{BB962C8B-B14F-4D97-AF65-F5344CB8AC3E}">
        <p14:creationId xmlns:p14="http://schemas.microsoft.com/office/powerpoint/2010/main" val="96328940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AD66F5-B161-481C-9418-421925C333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9FA3C6-30AE-433F-8F57-2B98131565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2EFDDCF-7D04-411A-AD85-98B0C5B7D4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4869703F-EE22-4AA6-84D0-0AE0740D90A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D4D514-E610-4FC3-A593-A758AAE0A40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DB8B41FD-C58A-4CB2-8569-3F67E586717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35702AC5-691C-4862-ADA0-D0F8889662B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48770542-7F25-4380-9675-FAB9A63CF6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17</a:t>
            </a:r>
          </a:p>
        </p:txBody>
      </p:sp>
    </p:spTree>
    <p:extLst>
      <p:ext uri="{BB962C8B-B14F-4D97-AF65-F5344CB8AC3E}">
        <p14:creationId xmlns:p14="http://schemas.microsoft.com/office/powerpoint/2010/main" val="147899732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2E4CD4-4FAA-4300-9A49-9BA1F3A04A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6AE3B1-E468-467E-9BAA-15DF7D60C5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63436D2-C608-4795-913D-C537276923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63030AD-D504-4950-AD1D-1866200312F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B11AA7-BCA4-49D1-BD0C-8E6F194EC69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991942D2-3FB3-4E61-BB37-4D78C32F418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D694C855-A122-40AB-84A7-BDABC67D3CF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57C4D3D-6F2E-4351-910E-61E891E2DE1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B9243D0F-FB22-439B-8F64-7192EEB8547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1EC87C21-F7EC-42C0-B206-BC1977009E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18</a:t>
            </a:r>
          </a:p>
        </p:txBody>
      </p:sp>
    </p:spTree>
    <p:extLst>
      <p:ext uri="{BB962C8B-B14F-4D97-AF65-F5344CB8AC3E}">
        <p14:creationId xmlns:p14="http://schemas.microsoft.com/office/powerpoint/2010/main" val="119178682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EBC968-FFE7-4FEB-9A0A-35DF80FA30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743439-7B8B-42A5-A83E-906872494A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601923D-9C00-4C76-9777-788F145E90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687B174D-9748-4C8B-A338-9B6AFAB776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D27269-D560-4219-BC09-D1673EF50AA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62BE6AF1-8E61-4B09-83C3-6760E6E0325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6CC9F0-A432-42CD-9D45-36CAF460349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63281F23-B190-4E75-A253-7BDC4969B84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5C0725-5996-46C7-98AE-5E22489F260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3FC431B4-FD60-485E-A238-015E936A31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19</a:t>
            </a:r>
          </a:p>
        </p:txBody>
      </p:sp>
    </p:spTree>
    <p:extLst>
      <p:ext uri="{BB962C8B-B14F-4D97-AF65-F5344CB8AC3E}">
        <p14:creationId xmlns:p14="http://schemas.microsoft.com/office/powerpoint/2010/main" val="15535648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0223ED-3E8E-46DB-AD68-8C39985DCB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5AE237-E5DB-4FAD-BA36-805F7003E5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AC063081-F880-4CC5-A05D-CD1F5F6F86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model selector</a:t>
            </a:r>
          </a:p>
        </p:txBody>
      </p:sp>
      <p:sp>
        <p:nvSpPr>
          <p:cNvPr id="4" name="">
            <a:extLst xmlns:a="http://schemas.openxmlformats.org/drawingml/2006/main">
              <a:ext uri="{FF2B5EF4-FFF2-40B4-BE49-F238E27FC236}">
                <a16:creationId xmlns:a16="http://schemas.microsoft.com/office/drawing/2014/main" id="{28BB0482-DB8F-4C99-AD35-C575932CEB9D}"/>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738C32-279A-40EA-AA5C-02105FB4769E}"/>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Limits: error at most 3, time at most 10 ms. Candidates: A (3,2), B (1,20), C (3,1).</a:t>
            </a:r>
          </a:p>
        </p:txBody>
      </p:sp>
      <p:sp>
        <p:nvSpPr>
          <p:cNvPr id="6" name="">
            <a:extLst xmlns:a="http://schemas.openxmlformats.org/drawingml/2006/main">
              <a:ext uri="{FF2B5EF4-FFF2-40B4-BE49-F238E27FC236}">
                <a16:creationId xmlns:a16="http://schemas.microsoft.com/office/drawing/2014/main" id="{16993D5A-6B01-4EA6-8DD8-E1277C4349AE}"/>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717E87-36BD-477F-A0ED-EC2EF47B19E9}"/>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 out candidates that fail a limit.</a:t>
            </a:r>
          </a:p>
        </p:txBody>
      </p:sp>
      <p:sp>
        <p:nvSpPr>
          <p:cNvPr id="8" name="">
            <a:extLst xmlns:a="http://schemas.openxmlformats.org/drawingml/2006/main">
              <a:ext uri="{FF2B5EF4-FFF2-40B4-BE49-F238E27FC236}">
                <a16:creationId xmlns:a16="http://schemas.microsoft.com/office/drawing/2014/main" id="{394DCDAC-8534-45CD-91B1-291FC5802C8D}"/>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CB720F-39A8-42DB-9D7C-AB9E8E9AAD2E}"/>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by lowest error, then lowest time among the remaining candidates.</a:t>
            </a:r>
          </a:p>
        </p:txBody>
      </p:sp>
      <p:sp>
        <p:nvSpPr>
          <p:cNvPr id="10" name="">
            <a:extLst xmlns:a="http://schemas.openxmlformats.org/drawingml/2006/main">
              <a:ext uri="{FF2B5EF4-FFF2-40B4-BE49-F238E27FC236}">
                <a16:creationId xmlns:a16="http://schemas.microsoft.com/office/drawing/2014/main" id="{6D5E98B7-A577-4F24-A7C7-802D0642624A}"/>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300715D-7F74-4D52-ADE1-EBF0B6F6AAA0}"/>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D6026EA0-A764-4FB1-B72C-771F907B8B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20</a:t>
            </a:r>
          </a:p>
        </p:txBody>
      </p:sp>
    </p:spTree>
    <p:extLst>
      <p:ext uri="{BB962C8B-B14F-4D97-AF65-F5344CB8AC3E}">
        <p14:creationId xmlns:p14="http://schemas.microsoft.com/office/powerpoint/2010/main" val="21642423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D7FC62-C824-4647-882A-FAF2572EED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6C32CD-B48D-4E03-BD50-D43CC1F2EE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19BDD022-CA80-43D8-8940-F5465FF850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A0E8F287-ABD3-4BE6-AB11-929CDEDCAFB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229399-29BF-4AC7-8A58-577B1CC234CC}"/>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B fails the time limit. A and C tie on error. C wins because 1 ms is lower than 2 ms.</a:t>
            </a:r>
          </a:p>
        </p:txBody>
      </p:sp>
      <p:sp>
        <p:nvSpPr>
          <p:cNvPr id="6" name="">
            <a:extLst xmlns:a="http://schemas.openxmlformats.org/drawingml/2006/main">
              <a:ext uri="{FF2B5EF4-FFF2-40B4-BE49-F238E27FC236}">
                <a16:creationId xmlns:a16="http://schemas.microsoft.com/office/drawing/2014/main" id="{59F292CE-5427-4594-92A6-1540445B3C72}"/>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1AD820D-EBDC-4EB5-86AA-D5F7521986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21</a:t>
            </a:r>
          </a:p>
        </p:txBody>
      </p:sp>
    </p:spTree>
    <p:extLst>
      <p:ext uri="{BB962C8B-B14F-4D97-AF65-F5344CB8AC3E}">
        <p14:creationId xmlns:p14="http://schemas.microsoft.com/office/powerpoint/2010/main" val="1585665309"/>
      </p:ext>
    </p:extLst>
  </p:cSld>
</p:sld>
</file>

<file path=ppt/slides/slide22.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3D4969-ADFB-463F-9EF4-4BCBF00E54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A3B085D3-FEA6-464D-AD25-11AFA70B14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446A5433-6602-4CB6-A194-64B7949BEBC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BD8D14E-0F57-4C74-90F7-541F0A4A186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third model has error 3 and latency 1 ms. Under lowest error then lowest latency, which eligible model wins?</a:t>
            </a:r>
          </a:p>
        </p:txBody>
      </p:sp>
      <p:sp>
        <p:nvSpPr>
          <p:cNvPr id="5" name="">
            <a:extLst xmlns:a="http://schemas.openxmlformats.org/drawingml/2006/main">
              <a:ext uri="{FF2B5EF4-FFF2-40B4-BE49-F238E27FC236}">
                <a16:creationId xmlns:a16="http://schemas.microsoft.com/office/drawing/2014/main" id="{DE027450-EF42-4554-A8EE-21ADD9E7E46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96F91B1E-90E9-4A59-A930-243B73604F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12   22</a:t>
            </a:r>
          </a:p>
        </p:txBody>
      </p:sp>
    </p:spTree>
    <p:extLst>
      <p:ext uri="{BB962C8B-B14F-4D97-AF65-F5344CB8AC3E}">
        <p14:creationId xmlns:p14="http://schemas.microsoft.com/office/powerpoint/2010/main" val="36007258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D08503-C486-4B2C-A5E6-1278112FF2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BF3CDE-7F5E-4391-9761-A4EE9B82C9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B1EF9974-3A37-4B1A-BA94-D465651E40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EA2C4796-E904-43CB-8FEC-695AEB7BC4D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024395-0233-4144-8AF2-4C0FFBABFAB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The third model. Both eligible models have error 3, but 1 ms is faster than 2 ms.</a:t>
            </a:r>
          </a:p>
        </p:txBody>
      </p:sp>
      <p:sp>
        <p:nvSpPr>
          <p:cNvPr id="6" name="">
            <a:extLst xmlns:a="http://schemas.openxmlformats.org/drawingml/2006/main">
              <a:ext uri="{FF2B5EF4-FFF2-40B4-BE49-F238E27FC236}">
                <a16:creationId xmlns:a16="http://schemas.microsoft.com/office/drawing/2014/main" id="{CEE3433B-821A-4B10-96F2-EACEAC60D39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3253CFC0-940D-4718-8EB0-31826C1280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23</a:t>
            </a:r>
          </a:p>
        </p:txBody>
      </p:sp>
    </p:spTree>
    <p:extLst>
      <p:ext uri="{BB962C8B-B14F-4D97-AF65-F5344CB8AC3E}">
        <p14:creationId xmlns:p14="http://schemas.microsoft.com/office/powerpoint/2010/main" val="77719316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5ECC968-B7FB-457F-8088-D19DB6F34C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F4D5C7-3D14-4AD3-96FF-3356B74F5F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AEAAF81-6147-4AD9-8B27-E2F73E34F8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97EE4E17-91C4-4EBC-A866-9DDA02C7C0C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108F81-72B0-4617-8615-47EFAD8575F6}"/>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6" name="">
            <a:extLst xmlns:a="http://schemas.openxmlformats.org/drawingml/2006/main">
              <a:ext uri="{FF2B5EF4-FFF2-40B4-BE49-F238E27FC236}">
                <a16:creationId xmlns:a16="http://schemas.microsoft.com/office/drawing/2014/main" id="{11057123-8F01-4FFA-A778-B6F5FEB8A6A6}"/>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1C4644-84FB-4660-B198-7A7AA11221D3}"/>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EAAF559F-443B-4D70-98A2-6D801B838E3C}"/>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79A6D7-68C2-4D1F-901E-93B5BB6C8E55}"/>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0" name="">
            <a:extLst xmlns:a="http://schemas.openxmlformats.org/drawingml/2006/main">
              <a:ext uri="{FF2B5EF4-FFF2-40B4-BE49-F238E27FC236}">
                <a16:creationId xmlns:a16="http://schemas.microsoft.com/office/drawing/2014/main" id="{7C3081FC-2F9D-44EA-97C4-9E1E84DEE72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413DA0A-2636-45CC-80EB-2573491C310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28b826f1c634b18"/>
              </a:rPr>
              <a:t>Open explainer video</a:t>
            </a:r>
          </a:p>
        </p:txBody>
      </p:sp>
      <p:sp>
        <p:nvSpPr>
          <p:cNvPr id="12" name="">
            <a:extLst xmlns:a="http://schemas.openxmlformats.org/drawingml/2006/main">
              <a:ext uri="{FF2B5EF4-FFF2-40B4-BE49-F238E27FC236}">
                <a16:creationId xmlns:a16="http://schemas.microsoft.com/office/drawing/2014/main" id="{36120755-4E2B-4CA4-996B-F1B4576AD7E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3" name="">
            <a:extLst xmlns:a="http://schemas.openxmlformats.org/drawingml/2006/main">
              <a:ext uri="{FF2B5EF4-FFF2-40B4-BE49-F238E27FC236}">
                <a16:creationId xmlns:a16="http://schemas.microsoft.com/office/drawing/2014/main" id="{CB4314DA-BDA3-4A9F-AEF6-E7B71C8F4E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24</a:t>
            </a:r>
          </a:p>
        </p:txBody>
      </p:sp>
    </p:spTree>
    <p:extLst>
      <p:ext uri="{BB962C8B-B14F-4D97-AF65-F5344CB8AC3E}">
        <p14:creationId xmlns:p14="http://schemas.microsoft.com/office/powerpoint/2010/main" val="741497901"/>
      </p:ext>
    </p:extLst>
  </p:cSld>
</p:sld>
</file>

<file path=ppt/slides/slide2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A0F87E-7703-4ADF-994F-BAA8B06F1A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B25EEFB2-5EA8-4E21-A5E5-BD61E27840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FC6E5836-8A04-4642-850D-0C9ECAA4B023}"/>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5DB9FEA-9701-45BA-AF70-50FE303A491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our repeated equipment IDs require grouped partitions rather than ordinary random folds.</a:t>
            </a:r>
          </a:p>
        </p:txBody>
      </p:sp>
      <p:sp>
        <p:nvSpPr>
          <p:cNvPr id="5" name="">
            <a:extLst xmlns:a="http://schemas.openxmlformats.org/drawingml/2006/main">
              <a:ext uri="{FF2B5EF4-FFF2-40B4-BE49-F238E27FC236}">
                <a16:creationId xmlns:a16="http://schemas.microsoft.com/office/drawing/2014/main" id="{37D2BAC6-2534-4E17-9902-35270F348DB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6065C96C-4AF6-4762-ACB8-F011674A1B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12   25</a:t>
            </a:r>
          </a:p>
        </p:txBody>
      </p:sp>
    </p:spTree>
    <p:extLst>
      <p:ext uri="{BB962C8B-B14F-4D97-AF65-F5344CB8AC3E}">
        <p14:creationId xmlns:p14="http://schemas.microsoft.com/office/powerpoint/2010/main" val="156163039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D4635E0-0227-48B6-9E72-72512964FE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116AA8-18A9-4866-A8F8-3D444C0414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DDE512D-1F68-4AC8-9291-19CCA5A480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8206D074-A05D-4A0C-996C-7CE27BC702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EF4604F-FDDF-4E7B-9CBC-934B362988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971979A3-7DDC-4130-BC72-BDD280A9DEB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824363-43BE-49D1-BBBE-2A46C013E14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86D15DB5-9AB5-4A1E-9AC5-3300AAB51B9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262CC7-731D-49BA-9AD8-24DEC8246F6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1D645C56-E6F3-4744-ABAA-B7A5F7C88C2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CF7194-A2A4-4DB1-87D9-263949915ED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2D640D58-16AD-4F33-BAE2-1DBFEF0F63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26</a:t>
            </a:r>
          </a:p>
        </p:txBody>
      </p:sp>
    </p:spTree>
    <p:extLst>
      <p:ext uri="{BB962C8B-B14F-4D97-AF65-F5344CB8AC3E}">
        <p14:creationId xmlns:p14="http://schemas.microsoft.com/office/powerpoint/2010/main" val="118549975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D9A7CF-9CEE-4769-A8D9-7A7D52CF94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EC7EFB-570E-4130-BE3A-FA43A3A889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436544B-6265-4F51-ADB0-B27CB33745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D60A2F5D-4BC2-4134-BD7F-7392694221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75B20E-3246-4205-9963-848D6ADC05F2}"/>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C9E53EA5-E9DA-4C1E-B37A-9E7FCE6AC4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27</a:t>
            </a:r>
          </a:p>
        </p:txBody>
      </p:sp>
    </p:spTree>
    <p:extLst>
      <p:ext uri="{BB962C8B-B14F-4D97-AF65-F5344CB8AC3E}">
        <p14:creationId xmlns:p14="http://schemas.microsoft.com/office/powerpoint/2010/main" val="176520675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618CBFB-3E92-4CCF-90E9-7EC88A3C15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5A4766-0B7A-4D6E-A25E-E1DC756313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90275E-90AC-4FD5-971A-0912006458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59DB854E-7A56-4282-8F83-60AEFD329D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E20E69-0226-4106-812A-B8462B730EF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D5F47EC6-40CC-4693-96A3-625275906F2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8EA93D-0E41-4C7A-8B6B-D58F68C2BE2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4AF7E487-74A2-48EA-B3D1-181D0668B60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F64ED9E-DF8B-4DE1-96AC-8A4092BDE3A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5D0DDAA2-B7BA-447A-865E-B06404EDD31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3572032-E62F-4599-AB14-7E66C4F26E3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C712211A-16C0-4FE1-BD09-5B2FC2B12F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28</a:t>
            </a:r>
          </a:p>
        </p:txBody>
      </p:sp>
    </p:spTree>
    <p:extLst>
      <p:ext uri="{BB962C8B-B14F-4D97-AF65-F5344CB8AC3E}">
        <p14:creationId xmlns:p14="http://schemas.microsoft.com/office/powerpoint/2010/main" val="50542600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74E277-2330-4FC7-A7CD-20A5D5FCBC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9ECA9D-2E34-4B11-AC35-F3355F0E06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118E5B-0409-43F7-A55F-94A929FD71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F15E103B-CF19-48F6-9BA3-4F7E2406D7D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8456EA-CCA3-461C-A0D1-FF1B94EBCF2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91B2B656-B234-40A9-BAB1-D853C46D81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29</a:t>
            </a:r>
          </a:p>
        </p:txBody>
      </p:sp>
    </p:spTree>
    <p:extLst>
      <p:ext uri="{BB962C8B-B14F-4D97-AF65-F5344CB8AC3E}">
        <p14:creationId xmlns:p14="http://schemas.microsoft.com/office/powerpoint/2010/main" val="89240658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93DA09A-2461-41C1-B023-3854384E3C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9AFEF1-5CF6-4D90-9AE9-8DC40170D6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73BF839-1924-457B-BA86-8EABA17754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A37A518-D223-4EAD-8946-7949DAA4F9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9A53A7-F97B-4888-ABD1-950181463FA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FDBB05B0-D267-4A06-ACB4-59EBF162352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FF18B6-225D-41DF-92ED-316657D0C5A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5CFEF868-B129-42AD-88CB-405D418E46D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C2305C-2A77-4DE2-8FE2-3BEB34BDD54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C5C05A48-88D7-49CA-BD61-37311FA6D20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983D602-8018-4F07-90BD-14DCF48C716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35C8AA8F-F71C-4D15-A2AD-8021D14030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30</a:t>
            </a:r>
          </a:p>
        </p:txBody>
      </p:sp>
    </p:spTree>
    <p:extLst>
      <p:ext uri="{BB962C8B-B14F-4D97-AF65-F5344CB8AC3E}">
        <p14:creationId xmlns:p14="http://schemas.microsoft.com/office/powerpoint/2010/main" val="55705986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33A72E-C437-4E91-816E-4C7917E4B9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8E08F2-2C36-4850-898A-4A986F788B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AD4AB3C-1DF3-4230-AAAD-4355FC78DE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ACC20119-1A6C-45A7-A539-7B8D31EFD00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7EE003-03BC-476F-B06A-C2DC32406B1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5C6BEE72-D042-466E-84CB-BA863E51F29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70DB6A3-935A-42E0-B147-99C3AEF32EC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666BD87-F17B-4D17-A4A2-5136E3F8BF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31</a:t>
            </a:r>
          </a:p>
        </p:txBody>
      </p:sp>
    </p:spTree>
    <p:extLst>
      <p:ext uri="{BB962C8B-B14F-4D97-AF65-F5344CB8AC3E}">
        <p14:creationId xmlns:p14="http://schemas.microsoft.com/office/powerpoint/2010/main" val="4302366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9BEF26-5665-4222-9D45-E350153FE2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CD3ACB-7E83-4EF9-A3AE-B28005F677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2587D14-1534-4355-8B75-C3838790AD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AC3F74DC-EDDE-4733-89AC-A5064FF5CF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15FA4C-A138-43A2-9750-A901AE18188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6245DFCC-F246-4E3E-94B0-3CDFE71702A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E4B90C6-C672-41F4-A3E5-7C233B67A57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D674A2F-278E-4EEE-9BED-8D59166670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32</a:t>
            </a:r>
          </a:p>
        </p:txBody>
      </p:sp>
    </p:spTree>
    <p:extLst>
      <p:ext uri="{BB962C8B-B14F-4D97-AF65-F5344CB8AC3E}">
        <p14:creationId xmlns:p14="http://schemas.microsoft.com/office/powerpoint/2010/main" val="13184314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DCB71D-14DE-4EA6-A78C-C35D806313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14ABA7-61D8-443B-B4B0-E7003C8211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AEF9771-DECC-49CD-87B7-7AB6DE7B26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FA213B2B-EBF7-4A05-BBA7-C64DFB37D59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4DD15A-9A95-46F8-A6CA-468E2AF5692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A991C26D-2EE6-4A30-BE50-39A6E2C37EA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0D27D8-329D-42BD-9128-7E9BD7EBABA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BE721CC5-FEE4-4D9E-BDEC-002CFD48863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726DA9-ADB6-4483-9231-1ACB691653D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C6F31F4B-FF84-4B2B-82EC-3C71C6C7675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D659D13-1DDE-4817-9F3A-794AF71BD86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D1559E72-9E23-48A5-A2D6-F8C80E35E5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33</a:t>
            </a:r>
          </a:p>
        </p:txBody>
      </p:sp>
    </p:spTree>
    <p:extLst>
      <p:ext uri="{BB962C8B-B14F-4D97-AF65-F5344CB8AC3E}">
        <p14:creationId xmlns:p14="http://schemas.microsoft.com/office/powerpoint/2010/main" val="127056476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71CD7B0-D414-42B5-B2BB-44D5BA9792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250A35-FD10-4CE1-A74C-729F683421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A3CBC90-B403-4E35-8D28-3ADA3B0A24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E3F03009-AE42-4DB6-A2D2-95E2241196B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8553FA-203B-4E90-B968-5356F63F676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DE8E400B-49E6-4A25-971F-5E5C7491050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0064DE0-4629-479E-9302-F46C4CDA426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11:00 Kampala</a:t>
            </a:r>
          </a:p>
        </p:txBody>
      </p:sp>
      <p:sp>
        <p:nvSpPr>
          <p:cNvPr id="8" name="">
            <a:extLst xmlns:a="http://schemas.openxmlformats.org/drawingml/2006/main">
              <a:ext uri="{FF2B5EF4-FFF2-40B4-BE49-F238E27FC236}">
                <a16:creationId xmlns:a16="http://schemas.microsoft.com/office/drawing/2014/main" id="{13A100B6-1213-4474-8048-2FF5E898D9D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B3EDF9-947D-4050-9FB2-2F740F19C25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E697B41-A0D6-4293-9CBC-D634FE06686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31B7B1A-19D1-44FC-AA88-CF382B104FC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F96AE4D-45DB-4B04-A66A-76B7E9A63B8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D28F51D-946D-409E-9303-1B477E1C5BC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c9f446145104134"/>
              </a:rPr>
              <a:t>Open W12 assignment form</a:t>
            </a:r>
          </a:p>
        </p:txBody>
      </p:sp>
      <p:sp>
        <p:nvSpPr>
          <p:cNvPr id="14" name="">
            <a:extLst xmlns:a="http://schemas.openxmlformats.org/drawingml/2006/main">
              <a:ext uri="{FF2B5EF4-FFF2-40B4-BE49-F238E27FC236}">
                <a16:creationId xmlns:a16="http://schemas.microsoft.com/office/drawing/2014/main" id="{5F385132-B883-48E0-B2A4-19F3F89B48B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https://docs.google.com/forms/d/e/1FAIpQLSfSPtMfaziLgaLKx4v0Lla4vYcA58pDDv_b_w33OfZsj0aVHA/viewform</a:t>
            </a:r>
          </a:p>
        </p:txBody>
      </p:sp>
      <p:sp>
        <p:nvSpPr>
          <p:cNvPr id="15" name="">
            <a:extLst xmlns:a="http://schemas.openxmlformats.org/drawingml/2006/main">
              <a:ext uri="{FF2B5EF4-FFF2-40B4-BE49-F238E27FC236}">
                <a16:creationId xmlns:a16="http://schemas.microsoft.com/office/drawing/2014/main" id="{524638A8-91F1-434B-AADD-F687E0C935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34</a:t>
            </a:r>
          </a:p>
        </p:txBody>
      </p:sp>
    </p:spTree>
    <p:extLst>
      <p:ext uri="{BB962C8B-B14F-4D97-AF65-F5344CB8AC3E}">
        <p14:creationId xmlns:p14="http://schemas.microsoft.com/office/powerpoint/2010/main" val="116961563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FD5D42E-C4CD-4E26-8AE4-8FAFC5D551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9E06A7-54D6-42E5-B99E-7F8BFFF23B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B3F9657-04F7-4654-B258-EC3BF5B1F4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F651327-2CE7-4608-A088-A762ECCCE0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5F586B-7BC4-4C82-B1F5-2907D461D9C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BFEEF34D-7B39-4A51-808D-A5E17C7FDE9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EB9ADD-7FC5-4AAF-8DEF-F74B05357BD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AAEE42B1-137A-4E0F-A1F2-4056B610C8F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DE98A2-7027-447B-9723-F31E4DE742B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A83BC5B7-BEBE-488C-B1C7-0ADB9E70D9D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6EB2267-26E6-4E1E-8D47-337C33E3FBE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4765C2F4-4F68-4258-BB8E-AD260797BD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35</a:t>
            </a:r>
          </a:p>
        </p:txBody>
      </p:sp>
    </p:spTree>
    <p:extLst>
      <p:ext uri="{BB962C8B-B14F-4D97-AF65-F5344CB8AC3E}">
        <p14:creationId xmlns:p14="http://schemas.microsoft.com/office/powerpoint/2010/main" val="29197164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D83413E-EAE8-4951-B017-241642E795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6C1F87-6B85-43CF-84B7-DE3AC59101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6B884F2E-AE73-43BE-8422-DC6DEDEE08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7F15EC56-67B5-4E57-B121-21BA2E9E9A3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34C900-7608-491C-ABD7-B4BD01656CB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EAC3AFD-9276-47C1-B06F-13A8EEC73E7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DC2DED8-402C-4EE7-BE15-34BE6202161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E0D23F6-A6E5-483F-A3A4-8F1A91CF422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942928-3468-4ECD-9B41-4671DA30BD21}"/>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C5C1ABE-7471-4F31-A753-DB23BB188BE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76BE89-5A14-4775-9F7D-76FE0024D910}"/>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12f705145004bdd"/>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5B744D6-F7CD-4A3B-A971-D05C1E624DD6}"/>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AFDCF8E7-339A-4415-B107-C0153AA4B4F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4C4DAB2-E25A-49E6-9FAF-E212D7C018F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98fe22065f44301"/>
              </a:rPr>
              <a:t>Open this week’s quiz</a:t>
            </a:r>
          </a:p>
        </p:txBody>
      </p:sp>
      <p:sp>
        <p:nvSpPr>
          <p:cNvPr id="16" name="">
            <a:extLst xmlns:a="http://schemas.openxmlformats.org/drawingml/2006/main">
              <a:ext uri="{FF2B5EF4-FFF2-40B4-BE49-F238E27FC236}">
                <a16:creationId xmlns:a16="http://schemas.microsoft.com/office/drawing/2014/main" id="{0C960A62-4692-487B-B554-D013287E208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https://forms.gle/XFcLpe6ugzvnoL3s6</a:t>
            </a:r>
          </a:p>
        </p:txBody>
      </p:sp>
      <p:sp>
        <p:nvSpPr>
          <p:cNvPr id="17" name="">
            <a:extLst xmlns:a="http://schemas.openxmlformats.org/drawingml/2006/main">
              <a:ext uri="{FF2B5EF4-FFF2-40B4-BE49-F238E27FC236}">
                <a16:creationId xmlns:a16="http://schemas.microsoft.com/office/drawing/2014/main" id="{FCE51F53-B3B2-4554-914F-7F3FE6B3C8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36</a:t>
            </a:r>
          </a:p>
        </p:txBody>
      </p:sp>
    </p:spTree>
    <p:extLst>
      <p:ext uri="{BB962C8B-B14F-4D97-AF65-F5344CB8AC3E}">
        <p14:creationId xmlns:p14="http://schemas.microsoft.com/office/powerpoint/2010/main" val="1283428400"/>
      </p:ext>
    </p:extLst>
  </p:cSld>
</p:sld>
</file>

<file path=ppt/slides/slide3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0FC597-23C5-48B7-9ABC-B310D96D44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1679CA80-A970-4F73-A49F-333B1173BA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6DC8C21F-7DFE-4159-A984-D0147FC4BC7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096A189-D8F2-4A0F-B116-5F7B0CD70C3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A6DBB1F-2101-4CDD-8E6A-DB458CAA752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0FA304B-AE03-4570-A840-4A27CEF2FA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12   37</a:t>
            </a:r>
          </a:p>
        </p:txBody>
      </p:sp>
    </p:spTree>
    <p:extLst>
      <p:ext uri="{BB962C8B-B14F-4D97-AF65-F5344CB8AC3E}">
        <p14:creationId xmlns:p14="http://schemas.microsoft.com/office/powerpoint/2010/main" val="17236501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2026-09-16T11:10:10.3040000Z</dcterms:created>
  <dcterms:modified xsi:type="dcterms:W3CDTF">2026-09-16T11:10:10.3040000Z</dcterms:modified>
</coreProperties>
</file>