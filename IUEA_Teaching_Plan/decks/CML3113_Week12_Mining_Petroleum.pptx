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6aa55aadf64a10" /><Relationship Type="http://schemas.openxmlformats.org/officeDocument/2006/relationships/extended-properties" Target="/docProps/app.xml" Id="Rd4a66d4502a043df" /><Relationship Type="http://schemas.openxmlformats.org/officeDocument/2006/relationships/officeDocument" Target="/ppt/presentation.xml" Id="Ra9b477eb632c45eb" /></Relationships>
</file>

<file path=ppt/presentation.xml><?xml version="1.0" encoding="utf-8"?>
<p:presentation xmlns:p="http://schemas.openxmlformats.org/presentationml/2006/main">
  <p:sldMasterIdLst>
    <p:sldMasterId xmlns:r="http://schemas.openxmlformats.org/officeDocument/2006/relationships" id="2147483648" r:id="R1bb500c9b2a64c5c"/>
  </p:sldMasterIdLst>
  <p:notesMasterIdLst>
    <p:notesMasterId xmlns:r="http://schemas.openxmlformats.org/officeDocument/2006/relationships" r:id="R5f1dce12189a439b"/>
  </p:notesMasterIdLst>
  <p:sldIdLst>
    <p:sldId xmlns:r="http://schemas.openxmlformats.org/officeDocument/2006/relationships" id="256" r:id="R40249bb222c94e01"/>
    <p:sldId xmlns:r="http://schemas.openxmlformats.org/officeDocument/2006/relationships" id="257" r:id="R77875913cd3b473d"/>
    <p:sldId xmlns:r="http://schemas.openxmlformats.org/officeDocument/2006/relationships" id="258" r:id="R39ed5b06e6fc46da"/>
    <p:sldId xmlns:r="http://schemas.openxmlformats.org/officeDocument/2006/relationships" id="259" r:id="R843a675c2bba438a"/>
    <p:sldId xmlns:r="http://schemas.openxmlformats.org/officeDocument/2006/relationships" id="260" r:id="R03f1b1472bab40e3"/>
    <p:sldId xmlns:r="http://schemas.openxmlformats.org/officeDocument/2006/relationships" id="261" r:id="R7a675997edcb44f0"/>
    <p:sldId xmlns:r="http://schemas.openxmlformats.org/officeDocument/2006/relationships" id="262" r:id="R2b55ed797d634682"/>
    <p:sldId xmlns:r="http://schemas.openxmlformats.org/officeDocument/2006/relationships" id="263" r:id="R48aecab158a14313"/>
    <p:sldId xmlns:r="http://schemas.openxmlformats.org/officeDocument/2006/relationships" id="264" r:id="Rc48a48f08bf84132"/>
    <p:sldId xmlns:r="http://schemas.openxmlformats.org/officeDocument/2006/relationships" id="265" r:id="Rab17abe3279c43e0"/>
    <p:sldId xmlns:r="http://schemas.openxmlformats.org/officeDocument/2006/relationships" id="266" r:id="R6e748c3ad8d44370"/>
    <p:sldId xmlns:r="http://schemas.openxmlformats.org/officeDocument/2006/relationships" id="267" r:id="R63a58a9e71744f20"/>
    <p:sldId xmlns:r="http://schemas.openxmlformats.org/officeDocument/2006/relationships" id="268" r:id="Rb1ce1168dd8142d8"/>
    <p:sldId xmlns:r="http://schemas.openxmlformats.org/officeDocument/2006/relationships" id="269" r:id="R9afda271f8204374"/>
    <p:sldId xmlns:r="http://schemas.openxmlformats.org/officeDocument/2006/relationships" id="270" r:id="Rfdd6315f6b674eb0"/>
    <p:sldId xmlns:r="http://schemas.openxmlformats.org/officeDocument/2006/relationships" id="271" r:id="R892f3e07a05142b8"/>
    <p:sldId xmlns:r="http://schemas.openxmlformats.org/officeDocument/2006/relationships" id="272" r:id="Rd9fc27955590494e"/>
    <p:sldId xmlns:r="http://schemas.openxmlformats.org/officeDocument/2006/relationships" id="273" r:id="Re87fb1523f34472a"/>
    <p:sldId xmlns:r="http://schemas.openxmlformats.org/officeDocument/2006/relationships" id="274" r:id="R3f71d21ab5a6413e"/>
    <p:sldId xmlns:r="http://schemas.openxmlformats.org/officeDocument/2006/relationships" id="275" r:id="Rc59bfaa901284974"/>
    <p:sldId xmlns:r="http://schemas.openxmlformats.org/officeDocument/2006/relationships" id="276" r:id="Rdd9136c67eb74b2f"/>
    <p:sldId xmlns:r="http://schemas.openxmlformats.org/officeDocument/2006/relationships" id="277" r:id="R19c9a9dd28fe4680"/>
    <p:sldId xmlns:r="http://schemas.openxmlformats.org/officeDocument/2006/relationships" id="278" r:id="R1b57b005737b4f11"/>
    <p:sldId xmlns:r="http://schemas.openxmlformats.org/officeDocument/2006/relationships" id="279" r:id="R1e9dca93686c43d6"/>
    <p:sldId xmlns:r="http://schemas.openxmlformats.org/officeDocument/2006/relationships" id="280" r:id="Rc710b7f393b245c8"/>
    <p:sldId xmlns:r="http://schemas.openxmlformats.org/officeDocument/2006/relationships" id="281" r:id="R818227f7ed7e4d17"/>
    <p:sldId xmlns:r="http://schemas.openxmlformats.org/officeDocument/2006/relationships" id="282" r:id="R008c88646fa045c3"/>
    <p:sldId xmlns:r="http://schemas.openxmlformats.org/officeDocument/2006/relationships" id="283" r:id="Ra76bae02240a4562"/>
    <p:sldId xmlns:r="http://schemas.openxmlformats.org/officeDocument/2006/relationships" id="284" r:id="R0169ac9099c94ba1"/>
    <p:sldId xmlns:r="http://schemas.openxmlformats.org/officeDocument/2006/relationships" id="285" r:id="R769799e782d74fdb"/>
    <p:sldId xmlns:r="http://schemas.openxmlformats.org/officeDocument/2006/relationships" id="286" r:id="R4a79ef5cd1084751"/>
    <p:sldId xmlns:r="http://schemas.openxmlformats.org/officeDocument/2006/relationships" id="287" r:id="R7571be627da24aa9"/>
    <p:sldId xmlns:r="http://schemas.openxmlformats.org/officeDocument/2006/relationships" id="288" r:id="R3de40059600641ce"/>
    <p:sldId xmlns:r="http://schemas.openxmlformats.org/officeDocument/2006/relationships" id="289" r:id="R665ac89115704c67"/>
    <p:sldId xmlns:r="http://schemas.openxmlformats.org/officeDocument/2006/relationships" id="290" r:id="Ra8ca8b410d864a6b"/>
    <p:sldId xmlns:r="http://schemas.openxmlformats.org/officeDocument/2006/relationships" id="291" r:id="Rf5be5cd7ae804b09"/>
    <p:sldId xmlns:r="http://schemas.openxmlformats.org/officeDocument/2006/relationships" id="292" r:id="R8a029218e7a74565"/>
    <p:sldId xmlns:r="http://schemas.openxmlformats.org/officeDocument/2006/relationships" id="293" r:id="R39a8ed4864c9406d"/>
    <p:sldId xmlns:r="http://schemas.openxmlformats.org/officeDocument/2006/relationships" id="294" r:id="Rcdd99201ae9448f5"/>
    <p:sldId xmlns:r="http://schemas.openxmlformats.org/officeDocument/2006/relationships" id="295" r:id="Rd1a4714eba7b4e39"/>
    <p:sldId xmlns:r="http://schemas.openxmlformats.org/officeDocument/2006/relationships" id="296" r:id="R8155e6a0f1e04c2a"/>
    <p:sldId xmlns:r="http://schemas.openxmlformats.org/officeDocument/2006/relationships" id="297" r:id="Rbbc985a094b7488c"/>
    <p:sldId xmlns:r="http://schemas.openxmlformats.org/officeDocument/2006/relationships" id="298" r:id="R7fe2279990554ebe"/>
    <p:sldId xmlns:r="http://schemas.openxmlformats.org/officeDocument/2006/relationships" id="299" r:id="R163a714eb1ff4335"/>
    <p:sldId xmlns:r="http://schemas.openxmlformats.org/officeDocument/2006/relationships" id="300" r:id="Re27fe9e5431a4827"/>
    <p:sldId xmlns:r="http://schemas.openxmlformats.org/officeDocument/2006/relationships" id="301" r:id="R996dc42bdcb04dc5"/>
    <p:sldId xmlns:r="http://schemas.openxmlformats.org/officeDocument/2006/relationships" id="302" r:id="R9fa0f2f6b2494619"/>
    <p:sldId xmlns:r="http://schemas.openxmlformats.org/officeDocument/2006/relationships" id="303" r:id="Rf5c25afb930e41ee"/>
    <p:sldId xmlns:r="http://schemas.openxmlformats.org/officeDocument/2006/relationships" id="304" r:id="Ra66a723ab1be4e46"/>
    <p:sldId xmlns:r="http://schemas.openxmlformats.org/officeDocument/2006/relationships" id="305" r:id="R225a041f2b3f4b2c"/>
    <p:sldId xmlns:r="http://schemas.openxmlformats.org/officeDocument/2006/relationships" id="306" r:id="R6b52ff3a090647bd"/>
    <p:sldId xmlns:r="http://schemas.openxmlformats.org/officeDocument/2006/relationships" id="307" r:id="Rc0ef7bba6fa14c1a"/>
    <p:sldId xmlns:r="http://schemas.openxmlformats.org/officeDocument/2006/relationships" id="308" r:id="R0108443998844cb7"/>
    <p:sldId xmlns:r="http://schemas.openxmlformats.org/officeDocument/2006/relationships" id="309" r:id="Rf063a042ea8f464b"/>
    <p:sldId xmlns:r="http://schemas.openxmlformats.org/officeDocument/2006/relationships" id="310" r:id="R280f1a60ab2f4834"/>
    <p:sldId xmlns:r="http://schemas.openxmlformats.org/officeDocument/2006/relationships" id="311" r:id="Raaa3b8e592774bda"/>
    <p:sldId xmlns:r="http://schemas.openxmlformats.org/officeDocument/2006/relationships" id="312" r:id="R3c0a5fb453d34f3c"/>
    <p:sldId xmlns:r="http://schemas.openxmlformats.org/officeDocument/2006/relationships" id="313" r:id="R52f4e59b09844a0f"/>
    <p:sldId xmlns:r="http://schemas.openxmlformats.org/officeDocument/2006/relationships" id="314" r:id="R4b467395f2284ae8"/>
    <p:sldId xmlns:r="http://schemas.openxmlformats.org/officeDocument/2006/relationships" id="315" r:id="Rcc2b8bb17aa14979"/>
    <p:sldId xmlns:r="http://schemas.openxmlformats.org/officeDocument/2006/relationships" id="316" r:id="R3d88246621174bcf"/>
    <p:sldId xmlns:r="http://schemas.openxmlformats.org/officeDocument/2006/relationships" id="317" r:id="Rf8beb6affd204721"/>
    <p:sldId xmlns:r="http://schemas.openxmlformats.org/officeDocument/2006/relationships" id="318" r:id="Rbd3e20e8d7f94545"/>
    <p:sldId xmlns:r="http://schemas.openxmlformats.org/officeDocument/2006/relationships" id="319" r:id="R43ebc7b376ad4740"/>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07b42e974b4a57" /><Relationship Type="http://schemas.openxmlformats.org/officeDocument/2006/relationships/slideMaster" Target="/ppt/slideMasters/slideMaster1.xml" Id="R1bb500c9b2a64c5c" /><Relationship Type="http://schemas.openxmlformats.org/officeDocument/2006/relationships/notesMaster" Target="/ppt/notesMasters/notesMaster1.xml" Id="R5f1dce12189a439b" /><Relationship Type="http://schemas.openxmlformats.org/officeDocument/2006/relationships/presProps" Target="/ppt/presProps.xml" Id="Rd57cacf5c3434989" /><Relationship Type="http://schemas.openxmlformats.org/officeDocument/2006/relationships/tableStyles" Target="/ppt/tableStyles.xml" Id="Rc72dd355d53d4b07" /><Relationship Type="http://schemas.openxmlformats.org/officeDocument/2006/relationships/slide" Target="/ppt/slides/slide1.xml" Id="R40249bb222c94e01" /><Relationship Type="http://schemas.openxmlformats.org/officeDocument/2006/relationships/slide" Target="/ppt/slides/slide2.xml" Id="R77875913cd3b473d" /><Relationship Type="http://schemas.openxmlformats.org/officeDocument/2006/relationships/slide" Target="/ppt/slides/slide3.xml" Id="R39ed5b06e6fc46da" /><Relationship Type="http://schemas.openxmlformats.org/officeDocument/2006/relationships/slide" Target="/ppt/slides/slide4.xml" Id="R843a675c2bba438a" /><Relationship Type="http://schemas.openxmlformats.org/officeDocument/2006/relationships/slide" Target="/ppt/slides/slide5.xml" Id="R03f1b1472bab40e3" /><Relationship Type="http://schemas.openxmlformats.org/officeDocument/2006/relationships/slide" Target="/ppt/slides/slide6.xml" Id="R7a675997edcb44f0" /><Relationship Type="http://schemas.openxmlformats.org/officeDocument/2006/relationships/slide" Target="/ppt/slides/slide7.xml" Id="R2b55ed797d634682" /><Relationship Type="http://schemas.openxmlformats.org/officeDocument/2006/relationships/slide" Target="/ppt/slides/slide8.xml" Id="R48aecab158a14313" /><Relationship Type="http://schemas.openxmlformats.org/officeDocument/2006/relationships/slide" Target="/ppt/slides/slide9.xml" Id="Rc48a48f08bf84132" /><Relationship Type="http://schemas.openxmlformats.org/officeDocument/2006/relationships/slide" Target="/ppt/slides/slide10.xml" Id="Rab17abe3279c43e0" /><Relationship Type="http://schemas.openxmlformats.org/officeDocument/2006/relationships/slide" Target="/ppt/slides/slide11.xml" Id="R6e748c3ad8d44370" /><Relationship Type="http://schemas.openxmlformats.org/officeDocument/2006/relationships/slide" Target="/ppt/slides/slide12.xml" Id="R63a58a9e71744f20" /><Relationship Type="http://schemas.openxmlformats.org/officeDocument/2006/relationships/slide" Target="/ppt/slides/slide13.xml" Id="Rb1ce1168dd8142d8" /><Relationship Type="http://schemas.openxmlformats.org/officeDocument/2006/relationships/slide" Target="/ppt/slides/slide14.xml" Id="R9afda271f8204374" /><Relationship Type="http://schemas.openxmlformats.org/officeDocument/2006/relationships/slide" Target="/ppt/slides/slide15.xml" Id="Rfdd6315f6b674eb0" /><Relationship Type="http://schemas.openxmlformats.org/officeDocument/2006/relationships/slide" Target="/ppt/slides/slide16.xml" Id="R892f3e07a05142b8" /><Relationship Type="http://schemas.openxmlformats.org/officeDocument/2006/relationships/slide" Target="/ppt/slides/slide17.xml" Id="Rd9fc27955590494e" /><Relationship Type="http://schemas.openxmlformats.org/officeDocument/2006/relationships/slide" Target="/ppt/slides/slide18.xml" Id="Re87fb1523f34472a" /><Relationship Type="http://schemas.openxmlformats.org/officeDocument/2006/relationships/slide" Target="/ppt/slides/slide19.xml" Id="R3f71d21ab5a6413e" /><Relationship Type="http://schemas.openxmlformats.org/officeDocument/2006/relationships/slide" Target="/ppt/slides/slide20.xml" Id="Rc59bfaa901284974" /><Relationship Type="http://schemas.openxmlformats.org/officeDocument/2006/relationships/slide" Target="/ppt/slides/slide21.xml" Id="Rdd9136c67eb74b2f" /><Relationship Type="http://schemas.openxmlformats.org/officeDocument/2006/relationships/slide" Target="/ppt/slides/slide22.xml" Id="R19c9a9dd28fe4680" /><Relationship Type="http://schemas.openxmlformats.org/officeDocument/2006/relationships/slide" Target="/ppt/slides/slide23.xml" Id="R1b57b005737b4f11" /><Relationship Type="http://schemas.openxmlformats.org/officeDocument/2006/relationships/slide" Target="/ppt/slides/slide24.xml" Id="R1e9dca93686c43d6" /><Relationship Type="http://schemas.openxmlformats.org/officeDocument/2006/relationships/slide" Target="/ppt/slides/slide25.xml" Id="Rc710b7f393b245c8" /><Relationship Type="http://schemas.openxmlformats.org/officeDocument/2006/relationships/slide" Target="/ppt/slides/slide26.xml" Id="R818227f7ed7e4d17" /><Relationship Type="http://schemas.openxmlformats.org/officeDocument/2006/relationships/slide" Target="/ppt/slides/slide27.xml" Id="R008c88646fa045c3" /><Relationship Type="http://schemas.openxmlformats.org/officeDocument/2006/relationships/slide" Target="/ppt/slides/slide28.xml" Id="Ra76bae02240a4562" /><Relationship Type="http://schemas.openxmlformats.org/officeDocument/2006/relationships/slide" Target="/ppt/slides/slide29.xml" Id="R0169ac9099c94ba1" /><Relationship Type="http://schemas.openxmlformats.org/officeDocument/2006/relationships/slide" Target="/ppt/slides/slide30.xml" Id="R769799e782d74fdb" /><Relationship Type="http://schemas.openxmlformats.org/officeDocument/2006/relationships/slide" Target="/ppt/slides/slide31.xml" Id="R4a79ef5cd1084751" /><Relationship Type="http://schemas.openxmlformats.org/officeDocument/2006/relationships/slide" Target="/ppt/slides/slide32.xml" Id="R7571be627da24aa9" /><Relationship Type="http://schemas.openxmlformats.org/officeDocument/2006/relationships/slide" Target="/ppt/slides/slide33.xml" Id="R3de40059600641ce" /><Relationship Type="http://schemas.openxmlformats.org/officeDocument/2006/relationships/slide" Target="/ppt/slides/slide34.xml" Id="R665ac89115704c67" /><Relationship Type="http://schemas.openxmlformats.org/officeDocument/2006/relationships/slide" Target="/ppt/slides/slide35.xml" Id="Ra8ca8b410d864a6b" /><Relationship Type="http://schemas.openxmlformats.org/officeDocument/2006/relationships/slide" Target="/ppt/slides/slide36.xml" Id="Rf5be5cd7ae804b09" /><Relationship Type="http://schemas.openxmlformats.org/officeDocument/2006/relationships/slide" Target="/ppt/slides/slide37.xml" Id="R8a029218e7a74565" /><Relationship Type="http://schemas.openxmlformats.org/officeDocument/2006/relationships/slide" Target="/ppt/slides/slide38.xml" Id="R39a8ed4864c9406d" /><Relationship Type="http://schemas.openxmlformats.org/officeDocument/2006/relationships/slide" Target="/ppt/slides/slide39.xml" Id="Rcdd99201ae9448f5" /><Relationship Type="http://schemas.openxmlformats.org/officeDocument/2006/relationships/slide" Target="/ppt/slides/slide40.xml" Id="Rd1a4714eba7b4e39" /><Relationship Type="http://schemas.openxmlformats.org/officeDocument/2006/relationships/slide" Target="/ppt/slides/slide41.xml" Id="R8155e6a0f1e04c2a" /><Relationship Type="http://schemas.openxmlformats.org/officeDocument/2006/relationships/slide" Target="/ppt/slides/slide42.xml" Id="Rbbc985a094b7488c" /><Relationship Type="http://schemas.openxmlformats.org/officeDocument/2006/relationships/slide" Target="/ppt/slides/slide43.xml" Id="R7fe2279990554ebe" /><Relationship Type="http://schemas.openxmlformats.org/officeDocument/2006/relationships/slide" Target="/ppt/slides/slide44.xml" Id="R163a714eb1ff4335" /><Relationship Type="http://schemas.openxmlformats.org/officeDocument/2006/relationships/slide" Target="/ppt/slides/slide45.xml" Id="Re27fe9e5431a4827" /><Relationship Type="http://schemas.openxmlformats.org/officeDocument/2006/relationships/slide" Target="/ppt/slides/slide46.xml" Id="R996dc42bdcb04dc5" /><Relationship Type="http://schemas.openxmlformats.org/officeDocument/2006/relationships/slide" Target="/ppt/slides/slide47.xml" Id="R9fa0f2f6b2494619" /><Relationship Type="http://schemas.openxmlformats.org/officeDocument/2006/relationships/slide" Target="/ppt/slides/slide48.xml" Id="Rf5c25afb930e41ee" /><Relationship Type="http://schemas.openxmlformats.org/officeDocument/2006/relationships/slide" Target="/ppt/slides/slide49.xml" Id="Ra66a723ab1be4e46" /><Relationship Type="http://schemas.openxmlformats.org/officeDocument/2006/relationships/slide" Target="/ppt/slides/slide50.xml" Id="R225a041f2b3f4b2c" /><Relationship Type="http://schemas.openxmlformats.org/officeDocument/2006/relationships/slide" Target="/ppt/slides/slide51.xml" Id="R6b52ff3a090647bd" /><Relationship Type="http://schemas.openxmlformats.org/officeDocument/2006/relationships/slide" Target="/ppt/slides/slide52.xml" Id="Rc0ef7bba6fa14c1a" /><Relationship Type="http://schemas.openxmlformats.org/officeDocument/2006/relationships/slide" Target="/ppt/slides/slide53.xml" Id="R0108443998844cb7" /><Relationship Type="http://schemas.openxmlformats.org/officeDocument/2006/relationships/slide" Target="/ppt/slides/slide54.xml" Id="Rf063a042ea8f464b" /><Relationship Type="http://schemas.openxmlformats.org/officeDocument/2006/relationships/slide" Target="/ppt/slides/slide55.xml" Id="R280f1a60ab2f4834" /><Relationship Type="http://schemas.openxmlformats.org/officeDocument/2006/relationships/slide" Target="/ppt/slides/slide56.xml" Id="Raaa3b8e592774bda" /><Relationship Type="http://schemas.openxmlformats.org/officeDocument/2006/relationships/slide" Target="/ppt/slides/slide57.xml" Id="R3c0a5fb453d34f3c" /><Relationship Type="http://schemas.openxmlformats.org/officeDocument/2006/relationships/slide" Target="/ppt/slides/slide58.xml" Id="R52f4e59b09844a0f" /><Relationship Type="http://schemas.openxmlformats.org/officeDocument/2006/relationships/slide" Target="/ppt/slides/slide59.xml" Id="R4b467395f2284ae8" /><Relationship Type="http://schemas.openxmlformats.org/officeDocument/2006/relationships/slide" Target="/ppt/slides/slide60.xml" Id="Rcc2b8bb17aa14979" /><Relationship Type="http://schemas.openxmlformats.org/officeDocument/2006/relationships/slide" Target="/ppt/slides/slide61.xml" Id="R3d88246621174bcf" /><Relationship Type="http://schemas.openxmlformats.org/officeDocument/2006/relationships/slide" Target="/ppt/slides/slide62.xml" Id="Rf8beb6affd204721" /><Relationship Type="http://schemas.openxmlformats.org/officeDocument/2006/relationships/slide" Target="/ppt/slides/slide63.xml" Id="Rbd3e20e8d7f94545" /><Relationship Type="http://schemas.openxmlformats.org/officeDocument/2006/relationships/slide" Target="/ppt/slides/slide64.xml" Id="R43ebc7b376ad47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baf4b2e0e54d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85d01560e6414f" /><Relationship Type="http://schemas.openxmlformats.org/officeDocument/2006/relationships/notesMaster" Target="/ppt/notesMasters/notesMaster1.xml" Id="Rec026b6b67ac4d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3441dc20774a60" /><Relationship Type="http://schemas.openxmlformats.org/officeDocument/2006/relationships/notesMaster" Target="/ppt/notesMasters/notesMaster1.xml" Id="R8659f4b1fb4a46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a7f91b9cb04069" /><Relationship Type="http://schemas.openxmlformats.org/officeDocument/2006/relationships/notesMaster" Target="/ppt/notesMasters/notesMaster1.xml" Id="Rbfed0a48457d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c1ba870a444d3e" /><Relationship Type="http://schemas.openxmlformats.org/officeDocument/2006/relationships/notesMaster" Target="/ppt/notesMasters/notesMaster1.xml" Id="R5fb09890709145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322cd92d1d480d" /><Relationship Type="http://schemas.openxmlformats.org/officeDocument/2006/relationships/notesMaster" Target="/ppt/notesMasters/notesMaster1.xml" Id="R386a2d6864ad48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1a8dd657594a0a" /><Relationship Type="http://schemas.openxmlformats.org/officeDocument/2006/relationships/notesMaster" Target="/ppt/notesMasters/notesMaster1.xml" Id="R70dd1ce59d8a40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d77a5219694f38" /><Relationship Type="http://schemas.openxmlformats.org/officeDocument/2006/relationships/notesMaster" Target="/ppt/notesMasters/notesMaster1.xml" Id="R4a6292f664ef45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20c233cd914903" /><Relationship Type="http://schemas.openxmlformats.org/officeDocument/2006/relationships/notesMaster" Target="/ppt/notesMasters/notesMaster1.xml" Id="R6add7f6351b449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bb92e219ee4289" /><Relationship Type="http://schemas.openxmlformats.org/officeDocument/2006/relationships/notesMaster" Target="/ppt/notesMasters/notesMaster1.xml" Id="Reb58e48e4c6045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67f0d64d1c4626" /><Relationship Type="http://schemas.openxmlformats.org/officeDocument/2006/relationships/notesMaster" Target="/ppt/notesMasters/notesMaster1.xml" Id="R845a9063e31345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5ad8068deb415d" /><Relationship Type="http://schemas.openxmlformats.org/officeDocument/2006/relationships/notesMaster" Target="/ppt/notesMasters/notesMaster1.xml" Id="R156e7dbdd28143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85fb27c353416f" /><Relationship Type="http://schemas.openxmlformats.org/officeDocument/2006/relationships/notesMaster" Target="/ppt/notesMasters/notesMaster1.xml" Id="R3aacccce876145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647b1a01f4a75" /><Relationship Type="http://schemas.openxmlformats.org/officeDocument/2006/relationships/notesMaster" Target="/ppt/notesMasters/notesMaster1.xml" Id="R0e17f3e38f1a46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b4bc9475be4a43" /><Relationship Type="http://schemas.openxmlformats.org/officeDocument/2006/relationships/notesMaster" Target="/ppt/notesMasters/notesMaster1.xml" Id="Rff3c7c7c26334d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803154f1f4467e" /><Relationship Type="http://schemas.openxmlformats.org/officeDocument/2006/relationships/notesMaster" Target="/ppt/notesMasters/notesMaster1.xml" Id="R7abf685070bc49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324feb8cc444c1" /><Relationship Type="http://schemas.openxmlformats.org/officeDocument/2006/relationships/notesMaster" Target="/ppt/notesMasters/notesMaster1.xml" Id="R1f661b950b914e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075e4d00814966" /><Relationship Type="http://schemas.openxmlformats.org/officeDocument/2006/relationships/notesMaster" Target="/ppt/notesMasters/notesMaster1.xml" Id="Rf0cefeb7f95649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03fbf8552648e6" /><Relationship Type="http://schemas.openxmlformats.org/officeDocument/2006/relationships/notesMaster" Target="/ppt/notesMasters/notesMaster1.xml" Id="R35d8410ac74244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9236656d614804" /><Relationship Type="http://schemas.openxmlformats.org/officeDocument/2006/relationships/notesMaster" Target="/ppt/notesMasters/notesMaster1.xml" Id="R361d87ab42644b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0f3b3aaa514265" /><Relationship Type="http://schemas.openxmlformats.org/officeDocument/2006/relationships/notesMaster" Target="/ppt/notesMasters/notesMaster1.xml" Id="R0d3c20af24d24d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3c57d2036854b6b" /><Relationship Type="http://schemas.openxmlformats.org/officeDocument/2006/relationships/notesMaster" Target="/ppt/notesMasters/notesMaster1.xml" Id="Rba78d2e180aa4d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46d7e893fa44d2" /><Relationship Type="http://schemas.openxmlformats.org/officeDocument/2006/relationships/notesMaster" Target="/ppt/notesMasters/notesMaster1.xml" Id="R4bcec20d779d4ee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a9b1bce94440de" /><Relationship Type="http://schemas.openxmlformats.org/officeDocument/2006/relationships/notesMaster" Target="/ppt/notesMasters/notesMaster1.xml" Id="Rd604c025c0b349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8adce61dc54571" /><Relationship Type="http://schemas.openxmlformats.org/officeDocument/2006/relationships/notesMaster" Target="/ppt/notesMasters/notesMaster1.xml" Id="Rc565e5862f6546f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cca5a86fe0c4149" /><Relationship Type="http://schemas.openxmlformats.org/officeDocument/2006/relationships/notesMaster" Target="/ppt/notesMasters/notesMaster1.xml" Id="R33fb6dea466044b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8370d3d51347ba" /><Relationship Type="http://schemas.openxmlformats.org/officeDocument/2006/relationships/notesMaster" Target="/ppt/notesMasters/notesMaster1.xml" Id="Rad3444ad598e4f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6710eccd60f4883" /><Relationship Type="http://schemas.openxmlformats.org/officeDocument/2006/relationships/notesMaster" Target="/ppt/notesMasters/notesMaster1.xml" Id="R3f613a1ebf924ee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0a5fd58f2de4e25" /><Relationship Type="http://schemas.openxmlformats.org/officeDocument/2006/relationships/notesMaster" Target="/ppt/notesMasters/notesMaster1.xml" Id="R02052fd98a9a498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f8a2ab3d8794cb1" /><Relationship Type="http://schemas.openxmlformats.org/officeDocument/2006/relationships/notesMaster" Target="/ppt/notesMasters/notesMaster1.xml" Id="R2a67b20d5b924b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7405e5ee49e480e" /><Relationship Type="http://schemas.openxmlformats.org/officeDocument/2006/relationships/notesMaster" Target="/ppt/notesMasters/notesMaster1.xml" Id="Rc2964eff37194ae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ac474ccd86443bd" /><Relationship Type="http://schemas.openxmlformats.org/officeDocument/2006/relationships/notesMaster" Target="/ppt/notesMasters/notesMaster1.xml" Id="Ra745618da55b4eb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2f3aa71e62d409d" /><Relationship Type="http://schemas.openxmlformats.org/officeDocument/2006/relationships/notesMaster" Target="/ppt/notesMasters/notesMaster1.xml" Id="Rbbf5962a6ac5462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33c02c50ff84d9b" /><Relationship Type="http://schemas.openxmlformats.org/officeDocument/2006/relationships/notesMaster" Target="/ppt/notesMasters/notesMaster1.xml" Id="R65f7dd260436438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ee31e010db41a1" /><Relationship Type="http://schemas.openxmlformats.org/officeDocument/2006/relationships/notesMaster" Target="/ppt/notesMasters/notesMaster1.xml" Id="Ra7cea8e0990a40d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f0b6f901ec84dd8" /><Relationship Type="http://schemas.openxmlformats.org/officeDocument/2006/relationships/notesMaster" Target="/ppt/notesMasters/notesMaster1.xml" Id="Rd09e864a662c4ee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524f7d677a4425" /><Relationship Type="http://schemas.openxmlformats.org/officeDocument/2006/relationships/notesMaster" Target="/ppt/notesMasters/notesMaster1.xml" Id="R54da9bc5203f4ec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96b43859dfa45a7" /><Relationship Type="http://schemas.openxmlformats.org/officeDocument/2006/relationships/notesMaster" Target="/ppt/notesMasters/notesMaster1.xml" Id="Rf0980f86665c408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411280317114726" /><Relationship Type="http://schemas.openxmlformats.org/officeDocument/2006/relationships/notesMaster" Target="/ppt/notesMasters/notesMaster1.xml" Id="Rc83d0b2cf472475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490198e68254433" /><Relationship Type="http://schemas.openxmlformats.org/officeDocument/2006/relationships/notesMaster" Target="/ppt/notesMasters/notesMaster1.xml" Id="Rdf243ed37d9b4a6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1d54d0ef6354f0b" /><Relationship Type="http://schemas.openxmlformats.org/officeDocument/2006/relationships/notesMaster" Target="/ppt/notesMasters/notesMaster1.xml" Id="Rcd33927dbb314ce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0521c17004475d" /><Relationship Type="http://schemas.openxmlformats.org/officeDocument/2006/relationships/notesMaster" Target="/ppt/notesMasters/notesMaster1.xml" Id="Ra644212a7244438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a289f61bc2442eb" /><Relationship Type="http://schemas.openxmlformats.org/officeDocument/2006/relationships/notesMaster" Target="/ppt/notesMasters/notesMaster1.xml" Id="R9d727f438f1047e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8b7a3f318694489" /><Relationship Type="http://schemas.openxmlformats.org/officeDocument/2006/relationships/notesMaster" Target="/ppt/notesMasters/notesMaster1.xml" Id="R1600f47bd117409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116fdd7f1894281" /><Relationship Type="http://schemas.openxmlformats.org/officeDocument/2006/relationships/notesMaster" Target="/ppt/notesMasters/notesMaster1.xml" Id="R9bd8b85382f848d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3c8b9193ac143f9" /><Relationship Type="http://schemas.openxmlformats.org/officeDocument/2006/relationships/notesMaster" Target="/ppt/notesMasters/notesMaster1.xml" Id="R082de71df04d4b6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e84504c6e674237" /><Relationship Type="http://schemas.openxmlformats.org/officeDocument/2006/relationships/notesMaster" Target="/ppt/notesMasters/notesMaster1.xml" Id="Ra7c00fd5bda14c1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1c28eb053ed42ba" /><Relationship Type="http://schemas.openxmlformats.org/officeDocument/2006/relationships/notesMaster" Target="/ppt/notesMasters/notesMaster1.xml" Id="R04977109617242a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ffc3ae084ad4963" /><Relationship Type="http://schemas.openxmlformats.org/officeDocument/2006/relationships/notesMaster" Target="/ppt/notesMasters/notesMaster1.xml" Id="R9e2675e5e1b6475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2f7223d008c4507" /><Relationship Type="http://schemas.openxmlformats.org/officeDocument/2006/relationships/notesMaster" Target="/ppt/notesMasters/notesMaster1.xml" Id="R1ad90223a1504e6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19fe16aea764b7b" /><Relationship Type="http://schemas.openxmlformats.org/officeDocument/2006/relationships/notesMaster" Target="/ppt/notesMasters/notesMaster1.xml" Id="Rc98f3dddfafd44c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e05d36edd2d4772" /><Relationship Type="http://schemas.openxmlformats.org/officeDocument/2006/relationships/notesMaster" Target="/ppt/notesMasters/notesMaster1.xml" Id="Rb0915dcc5f5f4dc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fc66233ef1940ed" /><Relationship Type="http://schemas.openxmlformats.org/officeDocument/2006/relationships/notesMaster" Target="/ppt/notesMasters/notesMaster1.xml" Id="R087c28bd00674dc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5c039859fb4e10" /><Relationship Type="http://schemas.openxmlformats.org/officeDocument/2006/relationships/notesMaster" Target="/ppt/notesMasters/notesMaster1.xml" Id="R15285a6be8f4464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f2f12ea260d4c10" /><Relationship Type="http://schemas.openxmlformats.org/officeDocument/2006/relationships/notesMaster" Target="/ppt/notesMasters/notesMaster1.xml" Id="R175f7e0c04dd442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089981d91674647" /><Relationship Type="http://schemas.openxmlformats.org/officeDocument/2006/relationships/notesMaster" Target="/ppt/notesMasters/notesMaster1.xml" Id="Re2d10d156c2042d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48e87be885242a8" /><Relationship Type="http://schemas.openxmlformats.org/officeDocument/2006/relationships/notesMaster" Target="/ppt/notesMasters/notesMaster1.xml" Id="Rd315340321f849d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94ebf0e28fe4620" /><Relationship Type="http://schemas.openxmlformats.org/officeDocument/2006/relationships/notesMaster" Target="/ppt/notesMasters/notesMaster1.xml" Id="Rbdb9fe8a8a0a489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803cb85e95e4339" /><Relationship Type="http://schemas.openxmlformats.org/officeDocument/2006/relationships/notesMaster" Target="/ppt/notesMasters/notesMaster1.xml" Id="R4cb0d0a158a8473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171606f50dd4c72" /><Relationship Type="http://schemas.openxmlformats.org/officeDocument/2006/relationships/notesMaster" Target="/ppt/notesMasters/notesMaster1.xml" Id="R9119aeb64f8e4ef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4f3dacc9e2b4658" /><Relationship Type="http://schemas.openxmlformats.org/officeDocument/2006/relationships/notesMaster" Target="/ppt/notesMasters/notesMaster1.xml" Id="R30baaf7c18d14a7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84c6ea271e045ef" /><Relationship Type="http://schemas.openxmlformats.org/officeDocument/2006/relationships/notesMaster" Target="/ppt/notesMasters/notesMaster1.xml" Id="R8808907f137c45f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584892ce2b34e33" /><Relationship Type="http://schemas.openxmlformats.org/officeDocument/2006/relationships/notesMaster" Target="/ppt/notesMasters/notesMaster1.xml" Id="R1eb0c9451f5147b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b6bdb1476114bb7" /><Relationship Type="http://schemas.openxmlformats.org/officeDocument/2006/relationships/notesMaster" Target="/ppt/notesMasters/notesMaster1.xml" Id="R7cdcea6b962248f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9479bc4ea3343b6" /><Relationship Type="http://schemas.openxmlformats.org/officeDocument/2006/relationships/notesMaster" Target="/ppt/notesMasters/notesMaster1.xml" Id="R9598b9ca10f048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Choosing and explaining a model</a:t>
            </a:r>
          </a:p>
          <a:p xmlns:a="http://schemas.openxmlformats.org/drawingml/2006/main">
            <a:r>
              <a:t>Explanation to give</a:t>
            </a:r>
          </a:p>
          <a:p xmlns:a="http://schemas.openxmlformats.org/drawingml/2006/main">
            <a:r>
              <a:t>A recommendation must satisfy the practical limits before it wins on a ranking metric. Explain eligibility and tie-breaking separately.</a:t>
            </a:r>
          </a:p>
          <a:p xmlns:a="http://schemas.openxmlformats.org/drawingml/2006/main">
            <a:r>
              <a:t/>
            </a:r>
          </a:p>
          <a:p xmlns:a="http://schemas.openxmlformats.org/drawingml/2006/main">
            <a:r>
              <a:t>Worked illustration / lecturer answer</a:t>
            </a:r>
          </a:p>
          <a:p xmlns:a="http://schemas.openxmlformats.org/drawingml/2006/main">
            <a:r>
              <a:t>A model at 4 error units and 12 ms fails a 10 ms limit even if its error is attractive. Test exact boundaries before ranking eligible candidate_models.</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Mining and Petroleum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pd.read_csv('engineering_data.csv')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equipment_id  load_pct  ambient_c  target</a:t>
            </a:r>
          </a:p>
          <a:p xmlns:a="http://schemas.openxmlformats.org/drawingml/2006/main">
            <a:r>
              <a:t>0          1           E1     59.15      31.71  14.001</a:t>
            </a:r>
          </a:p>
          <a:p xmlns:a="http://schemas.openxmlformats.org/drawingml/2006/main">
            <a:r>
              <a:t>1          2           E2     77.46      29.97  15.147</a:t>
            </a:r>
          </a:p>
          <a:p xmlns:a="http://schemas.openxmlformats.org/drawingml/2006/main">
            <a:r>
              <a:t>2          3           E3     69.60      19.87  13.005</a:t>
            </a:r>
          </a:p>
          <a:p xmlns:a="http://schemas.openxmlformats.org/drawingml/2006/main">
            <a:r>
              <a:t>3          4           E4     75.98      22.29     NaN</a:t>
            </a:r>
          </a:p>
          <a:p xmlns:a="http://schemas.openxmlformats.org/drawingml/2006/main">
            <a:r>
              <a:t>4          5           E5     57.62      23.40  12.554</a:t>
            </a:r>
          </a:p>
          <a:p xmlns:a="http://schemas.openxmlformats.org/drawingml/2006/main">
            <a:r>
              <a:t>(91, 5)</a:t>
            </a:r>
          </a:p>
          <a:p xmlns:a="http://schemas.openxmlformats.org/drawingml/2006/main">
            <a:r>
              <a:t>record_id         int64</a:t>
            </a:r>
          </a:p>
          <a:p xmlns:a="http://schemas.openxmlformats.org/drawingml/2006/main">
            <a:r>
              <a:t>equipment_id     object</a:t>
            </a:r>
          </a:p>
          <a:p xmlns:a="http://schemas.openxmlformats.org/drawingml/2006/main">
            <a:r>
              <a:t>load_pct        float64</a:t>
            </a:r>
          </a:p>
          <a:p xmlns:a="http://schemas.openxmlformats.org/drawingml/2006/main">
            <a:r>
              <a:t>ambient_c       float64</a:t>
            </a:r>
          </a:p>
          <a:p xmlns:a="http://schemas.openxmlformats.org/drawingml/2006/main">
            <a:r>
              <a:t>target          float64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issued data rules. Filtering observed targets is different from estimating missing targets. Deduplicate before filtering, so an invalid first occurrence is not replaced by its later duplicate.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A separate working table</a:t>
            </a:r>
          </a:p>
          <a:p xmlns:a="http://schemas.openxmlformats.org/drawingml/2006/main">
            <a:r>
              <a:t>equipment_data.copy() creates a working copy. Assigning columns on this copy preserves the source table, so you can compare before and after.</a:t>
            </a:r>
          </a:p>
          <a:p xmlns:a="http://schemas.openxmlformats.org/drawingml/2006/main">
            <a:r>
              <a:t/>
            </a:r>
          </a:p>
          <a:p xmlns:a="http://schemas.openxmlformats.org/drawingml/2006/main">
            <a:r>
              <a:t>Finding recorded cells</a:t>
            </a:r>
          </a:p>
          <a:p xmlns:a="http://schemas.openxmlformats.org/drawingml/2006/main">
            <a:r>
              <a:t>notna() returns True where a value is present. Use it to retain observations with a recorded target before modelling.</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inclusive range</a:t>
            </a:r>
          </a:p>
          <a:p xmlns:a="http://schemas.openxmlformats.org/drawingml/2006/main">
            <a:r>
              <a:t>series.between(0, 100) is True for values from 0 through 100, including both limits. The resulting mask helps select valid rows.</a:t>
            </a:r>
          </a:p>
          <a:p xmlns:a="http://schemas.openxmlformats.org/drawingml/2006/main">
            <a:r>
              <a:t/>
            </a:r>
          </a:p>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Selecting rows with a mask</a:t>
            </a:r>
          </a:p>
          <a:p xmlns:a="http://schemas.openxmlformats.org/drawingml/2006/main">
            <a:r>
              <a:t>A column comparison produces one True or False per row. equipment_data[mask] keeps the True rows. &amp; combines masks: both conditions must hold. Parenthesise each comparison.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Keeping the first observation</a:t>
            </a:r>
          </a:p>
          <a:p xmlns:a="http://schemas.openxmlformats.org/drawingml/2006/main">
            <a:r>
              <a:t>equipment_data.drop_duplicates("record_id") returns rows with the first occurrence of each ID, preserving their order. It does not overwrite the source unless you assign the result.</a:t>
            </a:r>
          </a:p>
          <a:p xmlns:a="http://schemas.openxmlformats.org/drawingml/2006/main">
            <a:r>
              <a:t/>
            </a:r>
          </a:p>
          <a:p xmlns:a="http://schemas.openxmlformats.org/drawingml/2006/main">
            <a:r>
              <a:t>Membership in a group list</a:t>
            </a:r>
          </a:p>
          <a:p xmlns:a="http://schemas.openxmlformats.org/drawingml/2006/main">
            <a:r>
              <a:t>series.isin(["E1", "E2"]) returns True for entries matching either listed label. equipment_data[that_mask] keeps all observations belonging to those groups.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keep the first record ID. Then ask two questions for each remaining row: is the target recorded, and is load between 0 and 100? Only a row passing both checks stays. Missing inputs are handled later using training data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modelling_data = raw_data.drop_duplicates('record_id').copy()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target_is_recorded = modelling_data['target'].notna()</a:t>
            </a:r>
          </a:p>
          <a:p xmlns:a="http://schemas.openxmlformats.org/drawingml/2006/main">
            <a:r>
              <a:t>target_is_recorded stores the result of the displayed expression.</a:t>
            </a:r>
          </a:p>
          <a:p xmlns:a="http://schemas.openxmlformats.org/drawingml/2006/main">
            <a:r>
              <a:t/>
            </a:r>
          </a:p>
          <a:p xmlns:a="http://schemas.openxmlformats.org/drawingml/2006/main">
            <a:r>
              <a:t>load_is_valid = modelling_data['load_pct'].between(0, 100)</a:t>
            </a:r>
          </a:p>
          <a:p xmlns:a="http://schemas.openxmlformats.org/drawingml/2006/main">
            <a:r>
              <a:t>load_is_valid stores the result of the displayed expression.</a:t>
            </a:r>
          </a:p>
          <a:p xmlns:a="http://schemas.openxmlformats.org/drawingml/2006/main">
            <a:r>
              <a:t/>
            </a:r>
          </a:p>
          <a:p xmlns:a="http://schemas.openxmlformats.org/drawingml/2006/main">
            <a:r>
              <a:t>rows_to_keep = target_is_recorded &amp; load_is_valid</a:t>
            </a:r>
          </a:p>
          <a:p xmlns:a="http://schemas.openxmlformats.org/drawingml/2006/main">
            <a:r>
              <a:t>rows_to_keep stores the result of the displayed expression.</a:t>
            </a:r>
          </a:p>
          <a:p xmlns:a="http://schemas.openxmlformats.org/drawingml/2006/main">
            <a:r>
              <a:t/>
            </a:r>
          </a:p>
          <a:p xmlns:a="http://schemas.openxmlformats.org/drawingml/2006/main">
            <a:r>
              <a:t>print(target_is_recorded.head())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print(load_is_valid.head())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modelling_data = modelling_data[rows_to_keep].copy()</a:t>
            </a:r>
          </a:p>
          <a:p xmlns:a="http://schemas.openxmlformats.org/drawingml/2006/main">
            <a:r>
              <a:t>modelling_data stores copied observations after duplicate and validity checks.</a:t>
            </a:r>
          </a:p>
          <a:p xmlns:a="http://schemas.openxmlformats.org/drawingml/2006/main">
            <a:r>
              <a:t/>
            </a:r>
          </a:p>
          <a:p xmlns:a="http://schemas.openxmlformats.org/drawingml/2006/main">
            <a:r>
              <a:t>print(len(raw_data), len(modelling_data))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False</a:t>
            </a:r>
          </a:p>
          <a:p xmlns:a="http://schemas.openxmlformats.org/drawingml/2006/main">
            <a:r>
              <a:t>4     True</a:t>
            </a:r>
          </a:p>
          <a:p xmlns:a="http://schemas.openxmlformats.org/drawingml/2006/main">
            <a:r>
              <a:t>Name: target, dtype: bool</a:t>
            </a:r>
          </a:p>
          <a:p xmlns:a="http://schemas.openxmlformats.org/drawingml/2006/main">
            <a:r>
              <a:t>0    True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load_pct, dtype: bool</a:t>
            </a:r>
          </a:p>
          <a:p xmlns:a="http://schemas.openxmlformats.org/drawingml/2006/main">
            <a:r>
              <a:t>91 88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isin(list_of_labels) answers True when a row’s equipment ID appears in the list. Here E1–E4 supply training rows, E5 validation rows and E6 test rows. The groups stay separate so one equipment group cannot appear on both sides.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is_training_equipment = modelling_data['equipment_id'].isin(['E1', 'E2', 'E3', 'E4'])</a:t>
            </a:r>
          </a:p>
          <a:p xmlns:a="http://schemas.openxmlformats.org/drawingml/2006/main">
            <a:r>
              <a:t>is_training_equipment stores the result of the displayed expression.</a:t>
            </a:r>
          </a:p>
          <a:p xmlns:a="http://schemas.openxmlformats.org/drawingml/2006/main">
            <a:r>
              <a:t/>
            </a:r>
          </a:p>
          <a:p xmlns:a="http://schemas.openxmlformats.org/drawingml/2006/main">
            <a:r>
              <a:t>is_validation_equipment = modelling_data['equipment_id'].isin(['E5'])</a:t>
            </a:r>
          </a:p>
          <a:p xmlns:a="http://schemas.openxmlformats.org/drawingml/2006/main">
            <a:r>
              <a:t>is_validation_equipment stores the result of the displayed expression.</a:t>
            </a:r>
          </a:p>
          <a:p xmlns:a="http://schemas.openxmlformats.org/drawingml/2006/main">
            <a:r>
              <a:t/>
            </a:r>
          </a:p>
          <a:p xmlns:a="http://schemas.openxmlformats.org/drawingml/2006/main">
            <a:r>
              <a:t>is_test_equipment = modelling_data['equipment_id'].isin(['E6'])</a:t>
            </a:r>
          </a:p>
          <a:p xmlns:a="http://schemas.openxmlformats.org/drawingml/2006/main">
            <a:r>
              <a:t>is_test_equipment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training_data: rows used to learn model settings; only these rows may determine imputation values.</a:t>
            </a:r>
          </a:p>
          <a:p xmlns:a="http://schemas.openxmlformats.org/drawingml/2006/main">
            <a:r>
              <a:t/>
            </a:r>
          </a:p>
          <a:p xmlns:a="http://schemas.openxmlformats.org/drawingml/2006/main">
            <a:r>
              <a:t>validation_data: separate rows used to compare models without fitting on them.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modelling_data[is_training_equipment].copy()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modelling_data[is_validation_equipment].copy()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test_data = modelling_data[is_test_equipment].copy()</a:t>
            </a:r>
          </a:p>
          <a:p xmlns:a="http://schemas.openxmlformats.org/drawingml/2006/main">
            <a:r>
              <a:t>test_data stores held-out rows kept aside until the final evaluation.</a:t>
            </a:r>
          </a:p>
          <a:p xmlns:a="http://schemas.openxmlformats.org/drawingml/2006/main">
            <a:r>
              <a:t/>
            </a:r>
          </a:p>
          <a:p xmlns:a="http://schemas.openxmlformats.org/drawingml/2006/main">
            <a:r>
              <a:t>feature_columns = ['load_pct', 'ambient_c']</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print(len(training_data), len(validation_data), len(test_data))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58 15 15</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object exists before training. X is two-dimensional and y is one-dimensional. Select inputs in the same order during prediction. A validation target must never enter fit.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plain values</a:t>
            </a:r>
          </a:p>
          <a:p xmlns:a="http://schemas.openxmlformats.org/drawingml/2006/main">
            <a:r>
              <a:t>series.tolist() or array.tolist() returns a Python list of values, without pandas row labels. Preserve their order when pairing actual values and validation_predictions.</a:t>
            </a:r>
          </a:p>
          <a:p xmlns:a="http://schemas.openxmlformats.org/drawingml/2006/main">
            <a:r>
              <a:t/>
            </a:r>
          </a:p>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
            </a:r>
          </a:p>
          <a:p xmlns:a="http://schemas.openxmlformats.org/drawingml/2006/main">
            <a:r>
              <a:t>values[:5] selects positions 0 through 4, or fewer if the sequence is shorter. The stop position is excluded. This preview does not change the full array stored in the variable.</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make_pipeline(SimpleImputer(strategy='median'),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print(validation_predictions[:5].round(3).tolist())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[11.79, 9.69, 14.015, 8.537, 10.471]</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RMSE reacts more strongly to large baseline_errors. Neither metric is a maximum guaranteed error. Pair by row order before calculation. R² is a separate regression measure and can be negative.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equipment_data["name"]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Magnitude of each error</a:t>
            </a:r>
          </a:p>
          <a:p xmlns:a="http://schemas.openxmlformats.org/drawingml/2006/main">
            <a:r>
              <a:t>series.abs() makes negative values positive while leaving nonnegative values unchanged. Averaging these magnitudes gives mean absolute error.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error ** 2 squares each error. After averaging, ** 0.5 takes the square root. This gives root mean squared error, which penalises large errors more strongly than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record IDs and observed targets from validation rows. Add predictions in that same order. Each row now pairs one observation with its own predicted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record IDs and observed targets from validation rows. Add predictions in that same order. Each row now pairs one observation with its own predicted value.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validation_results = validation_data[['record_id', 'target']].copy()</a:t>
            </a:r>
          </a:p>
          <a:p xmlns:a="http://schemas.openxmlformats.org/drawingml/2006/main">
            <a:r>
              <a:t>validation_results stores actual and predicted targets paired with each record ID.</a:t>
            </a:r>
          </a:p>
          <a:p xmlns:a="http://schemas.openxmlformats.org/drawingml/2006/main">
            <a:r>
              <a:t/>
            </a:r>
          </a:p>
          <a:p xmlns:a="http://schemas.openxmlformats.org/drawingml/2006/main">
            <a:r>
              <a:t>validation_results['predicted'] = validation_predictions</a:t>
            </a:r>
          </a:p>
          <a:p xmlns:a="http://schemas.openxmlformats.org/drawingml/2006/main">
            <a:r>
              <a:t>validation_results stores actual and predicted targets paired with each record ID.</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Subtract predicted from observed values. Positive errors mean underprediction; negative errors mean overprediction. abs removes signs for MAE. Squaring before averaging and taking a square root gives RMSE.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Subtract predicted from observed values. Positive errors mean underprediction; negative errors mean overprediction. abs removes signs for MAE. Squaring before averaging and taking a square root gives RMSE.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prediction_errors = validation_results['target'] - validation_results['predicted']</a:t>
            </a:r>
          </a:p>
          <a:p xmlns:a="http://schemas.openxmlformats.org/drawingml/2006/main">
            <a:r>
              <a:t>prediction_errors stores actual targets minus predictions; signs indicate under- or over-prediction.</a:t>
            </a:r>
          </a:p>
          <a:p xmlns:a="http://schemas.openxmlformats.org/drawingml/2006/main">
            <a:r>
              <a:t/>
            </a:r>
          </a:p>
          <a:p xmlns:a="http://schemas.openxmlformats.org/drawingml/2006/main">
            <a:r>
              <a:t>mae = prediction_errors.abs().mean()</a:t>
            </a:r>
          </a:p>
          <a:p xmlns:a="http://schemas.openxmlformats.org/drawingml/2006/main">
            <a:r>
              <a:t>mae stores mean absolute error in the target unit.</a:t>
            </a:r>
          </a:p>
          <a:p xmlns:a="http://schemas.openxmlformats.org/drawingml/2006/main">
            <a:r>
              <a:t/>
            </a:r>
          </a:p>
          <a:p xmlns:a="http://schemas.openxmlformats.org/drawingml/2006/main">
            <a:r>
              <a:t>rmse = (prediction_errors ** 2).mean() ** 0.5</a:t>
            </a:r>
          </a:p>
          <a:p xmlns:a="http://schemas.openxmlformats.org/drawingml/2006/main">
            <a:r>
              <a:t>rmse stores root mean squared error in the target unit.</a:t>
            </a:r>
          </a:p>
          <a:p xmlns:a="http://schemas.openxmlformats.org/drawingml/2006/main">
            <a:r>
              <a:t/>
            </a:r>
          </a:p>
          <a:p xmlns:a="http://schemas.openxmlformats.org/drawingml/2006/main">
            <a:r>
              <a:t>print(validation_results.head())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print(round(float(mae), 4), round(float(rmse), 4))</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record_id  target  predicted</a:t>
            </a:r>
          </a:p>
          <a:p xmlns:a="http://schemas.openxmlformats.org/drawingml/2006/main">
            <a:r>
              <a:t>4           5  12.554  11.790394</a:t>
            </a:r>
          </a:p>
          <a:p xmlns:a="http://schemas.openxmlformats.org/drawingml/2006/main">
            <a:r>
              <a:t>10         11   7.620   9.689703</a:t>
            </a:r>
          </a:p>
          <a:p xmlns:a="http://schemas.openxmlformats.org/drawingml/2006/main">
            <a:r>
              <a:t>16         17  13.616  14.014617</a:t>
            </a:r>
          </a:p>
          <a:p xmlns:a="http://schemas.openxmlformats.org/drawingml/2006/main">
            <a:r>
              <a:t>22         23   8.196   8.536859</a:t>
            </a:r>
          </a:p>
          <a:p xmlns:a="http://schemas.openxmlformats.org/drawingml/2006/main">
            <a:r>
              <a:t>28         29  10.187  10.471133</a:t>
            </a:r>
          </a:p>
          <a:p xmlns:a="http://schemas.openxmlformats.org/drawingml/2006/main">
            <a:r>
              <a:t>0.6732 0.8148</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a high-resolution clock. Elapsed seconds times 1000 gives milliseconds. This classroom timing is a demonstration, not a production benchmark.</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table from Python values</a:t>
            </a:r>
          </a:p>
          <a:p xmlns:a="http://schemas.openxmlformats.org/drawingml/2006/main">
            <a:r>
              <a:t>pd.DataFrame(records) builds a table from row dictionaries. With a dictionary of column lists, keys become column names and each list supplies that column’s values.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a high-resolution clock in seconds. Subtract the earlier reading from the later one, then multiply by 1000 for milliseconds. One measured run is an illustration, not a reliable performance benchmark.</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seconds from a high-resolution clock. Read it immediately before and after predict. Convert elapsed seconds to milliseconds and divide by row count. One timing is illustrative: repeated measurements are needed for a reliable speed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perf_counter reads seconds from a high-resolution clock. Read it immediately before and after predict. Convert elapsed seconds to milliseconds and divide by row count. One timing is illustrative: repeated measurements are needed for a reliable speed claim.</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time import perf_counter</a:t>
            </a:r>
          </a:p>
          <a:p xmlns:a="http://schemas.openxmlformats.org/drawingml/2006/main">
            <a:r>
              <a:t>Load the named tools. Importing a model class does not train a model.</a:t>
            </a:r>
          </a:p>
          <a:p xmlns:a="http://schemas.openxmlformats.org/drawingml/2006/main">
            <a:r>
              <a:t/>
            </a:r>
          </a:p>
          <a:p xmlns:a="http://schemas.openxmlformats.org/drawingml/2006/main">
            <a:r>
              <a:t>prediction_start_time = perf_counter()</a:t>
            </a:r>
          </a:p>
          <a:p xmlns:a="http://schemas.openxmlformats.org/drawingml/2006/main">
            <a:r>
              <a:t>prediction_start_time stores timer reading immediately before predicting the batch.</a:t>
            </a:r>
          </a:p>
          <a:p xmlns:a="http://schemas.openxmlformats.org/drawingml/2006/main">
            <a:r>
              <a:t/>
            </a:r>
          </a:p>
          <a:p xmlns:a="http://schemas.openxmlformats.org/drawingml/2006/main">
            <a:r>
              <a:t>linear_model.predict(X_valid)</a:t>
            </a:r>
          </a:p>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
            </a:r>
          </a:p>
          <a:p xmlns:a="http://schemas.openxmlformats.org/drawingml/2006/main">
            <a:r>
              <a:t>prediction_time_ms = (perf_counter() - prediction_start_time) * 1000 / len(validation_data)</a:t>
            </a:r>
          </a:p>
          <a:p xmlns:a="http://schemas.openxmlformats.org/drawingml/2006/main">
            <a:r>
              <a:t>prediction_time_ms stores measured batch time in milliseconds divided by validation-row count.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candidate_models: table of model names, measured validation errors and prediction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candidate_models: table of model names, measured validation errors and prediction times.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candidate_models = pd.DataFrame({'name': ['linear'], 'validation_mae': [float(mae)], 'latency_ms': [prediction_time_ms]})</a:t>
            </a:r>
          </a:p>
          <a:p xmlns:a="http://schemas.openxmlformats.org/drawingml/2006/main">
            <a:r>
              <a:t>candidate_models stores table of model names, measured validation errors and prediction times.</a:t>
            </a:r>
          </a:p>
          <a:p xmlns:a="http://schemas.openxmlformats.org/drawingml/2006/main">
            <a:r>
              <a:t/>
            </a:r>
          </a:p>
          <a:p xmlns:a="http://schemas.openxmlformats.org/drawingml/2006/main">
            <a:r>
              <a:t>print(candidate_models)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name  validation_mae  latency_ms</a:t>
            </a:r>
          </a:p>
          <a:p xmlns:a="http://schemas.openxmlformats.org/drawingml/2006/main">
            <a:r>
              <a:t>0  linear        0.673223    0.022194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limits illustrate a decision rule, not an engineering safety standard. The assessment passes its own candidates and limits, which the function must use.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Checking for no rows</a:t>
            </a:r>
          </a:p>
          <a:p xmlns:a="http://schemas.openxmlformats.org/drawingml/2006/main">
            <a:r>
              <a:t>equipment_data.empty is True when the filtered table has no entries. Check it before attempting to select a first row. empty is a property, without parentheses.</a:t>
            </a:r>
          </a:p>
          <a:p xmlns:a="http://schemas.openxmlformats.org/drawingml/2006/main">
            <a:r>
              <a:t/>
            </a:r>
          </a:p>
          <a:p xmlns:a="http://schemas.openxmlformats.org/drawingml/2006/main">
            <a:r>
              <a:t>Sorting by several columns</a:t>
            </a:r>
          </a:p>
          <a:p xmlns:a="http://schemas.openxmlformats.org/drawingml/2006/main">
            <a:r>
              <a:t>equipment_data.sort_values(["validation_mae", "latency_ms", "name"]) sorts ascending by error first. Equal errors use latency, then alphabetical name as tie-breaks.</a:t>
            </a:r>
          </a:p>
          <a:p xmlns:a="http://schemas.openxmlformats.org/drawingml/2006/main">
            <a:r>
              <a:t/>
            </a:r>
          </a:p>
          <a:p xmlns:a="http://schemas.openxmlformats.org/drawingml/2006/main">
            <a:r>
              <a:t>Selecting by row position</a:t>
            </a:r>
          </a:p>
          <a:p xmlns:a="http://schemas.openxmlformats.org/drawingml/2006/main">
            <a:r>
              <a:t>equipment_data.iloc[0] selects the first row by its position, not its label. ["name"] then selects that row’s name field. An empty table has no row at position zero.</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condition: runs its indented statements only when the condition is True. else: handles the other case. Check for a nonzero denominator before division, and for a nonempty table before selecting its first row.</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condition: runs its indented statements only when the condition is True. else: handles the other case. Check for a nonzero denominator before division, and for a nonempty table before selecting its first row.</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error_is_acceptable = candidate_models['validation_mae'] &lt;= 10</a:t>
            </a:r>
          </a:p>
          <a:p xmlns:a="http://schemas.openxmlformats.org/drawingml/2006/main">
            <a:r>
              <a:t>error_is_acceptable stores the result of the displayed expression.</a:t>
            </a:r>
          </a:p>
          <a:p xmlns:a="http://schemas.openxmlformats.org/drawingml/2006/main">
            <a:r>
              <a:t/>
            </a:r>
          </a:p>
          <a:p xmlns:a="http://schemas.openxmlformats.org/drawingml/2006/main">
            <a:r>
              <a:t>time_is_acceptable = candidate_models['latency_ms'] &lt;= 10</a:t>
            </a:r>
          </a:p>
          <a:p xmlns:a="http://schemas.openxmlformats.org/drawingml/2006/main">
            <a:r>
              <a:t>time_is_acceptable stores the result of the displayed expression.</a:t>
            </a:r>
          </a:p>
          <a:p xmlns:a="http://schemas.openxmlformats.org/drawingml/2006/main">
            <a:r>
              <a:t/>
            </a:r>
          </a:p>
          <a:p xmlns:a="http://schemas.openxmlformats.org/drawingml/2006/main">
            <a:r>
              <a:t>model_is_eligible = error_is_acceptable &amp; time_is_acceptable</a:t>
            </a:r>
          </a:p>
          <a:p xmlns:a="http://schemas.openxmlformats.org/drawingml/2006/main">
            <a:r>
              <a:t>model_is_eligible stores the result of the displayed expression.</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must satisfy both the error limit and the time limit. Compare each column with its limit first, then combine the True/False answers with &amp;. Filtering can return no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must satisfy both the error limit and the time limit. Compare each column with its limit first, then combine the True/False answers with &amp;. Filtering can return no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eligible_models = candidate_models[model_is_eligible]</a:t>
            </a:r>
          </a:p>
          <a:p xmlns:a="http://schemas.openxmlformats.org/drawingml/2006/main">
            <a:r>
              <a:t>eligible_models stores candidates satisfying both stated limits.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sort_values orders by error, then time, then name. empty answers whether no rows remain. Check it before iloc[0], which requests the first row by position. Return None when no candidate qualifies.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sort_values orders by error, then time, then name. empty answers whether no rows remain. Check it before iloc[0], which requests the first row by position. Return None when no candidate qualifies.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ranked_models = eligible_models.sort_values(['validation_mae', 'latency_ms', 'name'])</a:t>
            </a:r>
          </a:p>
          <a:p xmlns:a="http://schemas.openxmlformats.org/drawingml/2006/main">
            <a:r>
              <a:t>ranked_models stores eligible candidates sorted by error, time and name, in that order.</a:t>
            </a:r>
          </a:p>
          <a:p xmlns:a="http://schemas.openxmlformats.org/drawingml/2006/main">
            <a:r>
              <a:t/>
            </a:r>
          </a:p>
          <a:p xmlns:a="http://schemas.openxmlformats.org/drawingml/2006/main">
            <a:r>
              <a:t>if ranked_models.empty:</a:t>
            </a:r>
          </a:p>
          <a:p xmlns:a="http://schemas.openxmlformats.org/drawingml/2006/main">
            <a:r>
              <a:t>    selected_model_name = None</a:t>
            </a:r>
          </a:p>
          <a:p xmlns:a="http://schemas.openxmlformats.org/drawingml/2006/main">
            <a:r>
              <a:t>else:</a:t>
            </a:r>
          </a:p>
          <a:p xmlns:a="http://schemas.openxmlformats.org/drawingml/2006/main">
            <a:r>
              <a:t>    selected_model_name = ranked_models.iloc[0]['name']</a:t>
            </a:r>
          </a:p>
          <a:p xmlns:a="http://schemas.openxmlformats.org/drawingml/2006/main">
            <a:r>
              <a:t>Check the condition first, then run only the matching branch. This avoids invalid division or selecting a row that does not exist.</a:t>
            </a:r>
          </a:p>
          <a:p xmlns:a="http://schemas.openxmlformats.org/drawingml/2006/main">
            <a:r>
              <a:t/>
            </a:r>
          </a:p>
          <a:p xmlns:a="http://schemas.openxmlformats.org/drawingml/2006/main">
            <a:r>
              <a:t>print(selected_model_name)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linear</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candidate demonstrates eligibility, not superiority over untested alternatives. A local explanation does not establish causation.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original function names and return types. Do not read a fixed CSV inside the assessed function: hidden tests supply different equipment_records. The separate calling cell reads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Returning a dictionary</a:t>
            </a:r>
          </a:p>
          <a:p xmlns:a="http://schemas.openxmlformats.org/drawingml/2006/main">
            <a:r>
              <a:t>series.to_dict() maps Series labels to values. equipment_data.to_dict("records") instead returns a list of row dictionaries. Choose the form required by the assignment.</a:t>
            </a:r>
          </a:p>
          <a:p xmlns:a="http://schemas.openxmlformats.org/drawingml/2006/main">
            <a:r>
              <a:t/>
            </a:r>
          </a:p>
          <a:p xmlns:a="http://schemas.openxmlformats.org/drawingml/2006/main">
            <a:r>
              <a:t>Grouping rows</a:t>
            </a:r>
          </a:p>
          <a:p xmlns:a="http://schemas.openxmlformats.org/drawingml/2006/main">
            <a:r>
              <a:t>equipment_data.groupby("label")["value"]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mean_load_by_equipment(equipment_records):</a:t>
            </a:r>
          </a:p>
          <a:p xmlns:a="http://schemas.openxmlformats.org/drawingml/2006/main">
            <a:r>
              <a:t>    equipment_data = pd.DataFrame(equipment_records)</a:t>
            </a:r>
          </a:p>
          <a:p xmlns:a="http://schemas.openxmlformats.org/drawingml/2006/main">
            <a:r>
              <a:t>    mean_load_by_equipment_group = equipment_data.groupby('equipment_id')['load_pct'].mean()</a:t>
            </a:r>
          </a:p>
          <a:p xmlns:a="http://schemas.openxmlformats.org/drawingml/2006/main">
            <a:r>
              <a:t>    return mean_load_by_equipment_group.to_dict()</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equipment_records = raw_data.to_dict('records')</a:t>
            </a:r>
          </a:p>
          <a:p xmlns:a="http://schemas.openxmlformats.org/drawingml/2006/main">
            <a:r>
              <a:t>equipment_records stores the input list of row dictionaries supplied to the function.</a:t>
            </a:r>
          </a:p>
          <a:p xmlns:a="http://schemas.openxmlformats.org/drawingml/2006/main">
            <a:r>
              <a:t/>
            </a:r>
          </a:p>
          <a:p xmlns:a="http://schemas.openxmlformats.org/drawingml/2006/main">
            <a:r>
              <a:t>print(mean_load_by_equipment(equipment_records))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{'E1': 54.9475, 'E2': 61.326, 'E3': 53.46933333333333, 'E4': 66.854, 'E5': 48.10133333333333, 'E6': 51.54}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Name this cohort’s target and its unit exactly as displayed. Each row is one operating observation, while equipment_id can repeat across several observations.</a:t>
            </a:r>
          </a:p>
          <a:p xmlns:a="http://schemas.openxmlformats.org/drawingml/2006/main">
            <a:r>
              <a:t/>
            </a:r>
          </a:p>
          <a:p xmlns:a="http://schemas.openxmlformats.org/drawingml/2006/main">
            <a:r>
              <a:t>Worked illustration / lecturer answer</a:t>
            </a:r>
          </a:p>
          <a:p xmlns:a="http://schemas.openxmlformats.org/drawingml/2006/main">
            <a:r>
              <a:t>Explain record_id as the identifier of an observation, load_pct as load expressed in percent and ambient_c as temperature in degrees Celsius. The target records the known answer in training data.</a:t>
            </a:r>
          </a:p>
          <a:p xmlns:a="http://schemas.openxmlformats.org/drawingml/2006/main">
            <a:r>
              <a:t/>
            </a:r>
          </a:p>
          <a:p xmlns:a="http://schemas.openxmlformats.org/drawingml/2006/main">
            <a:r>
              <a:t>Misconception to address</a:t>
            </a:r>
          </a:p>
          <a:p xmlns:a="http://schemas.openxmlformats.org/drawingml/2006/main">
            <a:r>
              <a:t>These are synthetic examples for learning. They do not establish a calibrated physical relationship or justify operation of real equipment.</a:t>
            </a:r>
          </a:p>
          <a:p xmlns:a="http://schemas.openxmlformats.org/drawingml/2006/main">
            <a:r>
              <a:t/>
            </a:r>
          </a:p>
          <a:p xmlns:a="http://schemas.openxmlformats.org/drawingml/2006/main">
            <a:r>
              <a:t>On this slide</a:t>
            </a:r>
          </a:p>
          <a:p xmlns:a="http://schemas.openxmlformats.org/drawingml/2006/main">
            <a:r>
              <a:t>Investigate crusher energy demand.</a:t>
            </a:r>
          </a:p>
          <a:p xmlns:a="http://schemas.openxmlformats.org/drawingml/2006/main">
            <a:r>
              <a:t/>
            </a:r>
          </a:p>
          <a:p xmlns:a="http://schemas.openxmlformats.org/drawingml/2006/main">
            <a:r>
              <a:t>Target units: kWh/t.</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select_model(candidates, max_mae, max_ms)</a:t>
            </a:r>
          </a:p>
          <a:p xmlns:a="http://schemas.openxmlformats.org/drawingml/2006/main">
            <a:r>
              <a:t/>
            </a:r>
          </a:p>
          <a:p xmlns:a="http://schemas.openxmlformats.org/drawingml/2006/main">
            <a:r>
              <a:t>Candidates have name, validation_mae and latency_ms.</a:t>
            </a:r>
          </a:p>
          <a:p xmlns:a="http://schemas.openxmlformats.org/drawingml/2006/main">
            <a:r>
              <a:t/>
            </a:r>
          </a:p>
          <a:p xmlns:a="http://schemas.openxmlformats.org/drawingml/2006/main">
            <a:r>
              <a:t>Keep those meeting both inclusive constraints; select smallest validation_mae, then latency_ms, then name alphabetically.</a:t>
            </a:r>
          </a:p>
          <a:p xmlns:a="http://schemas.openxmlformats.org/drawingml/2006/main">
            <a:r>
              <a:t/>
            </a:r>
          </a:p>
          <a:p xmlns:a="http://schemas.openxmlformats.org/drawingml/2006/main">
            <a:r>
              <a:t>Return the selected name or None.</a:t>
            </a:r>
          </a:p>
          <a:p xmlns:a="http://schemas.openxmlformats.org/drawingml/2006/main">
            <a:r>
              <a:t/>
            </a:r>
          </a:p>
          <a:p xmlns:a="http://schemas.openxmlformats.org/drawingml/2006/main">
            <a:r>
              <a:t>Never use test scores for selection.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regression_errors(actual, predicted)</a:t>
            </a:r>
          </a:p>
          <a:p xmlns:a="http://schemas.openxmlformats.org/drawingml/2006/main">
            <a:r>
              <a:t/>
            </a:r>
          </a:p>
          <a:p xmlns:a="http://schemas.openxmlformats.org/drawingml/2006/main">
            <a:r>
              <a:t>Return mae and rmse, calculated over the same paired observations, with full precision.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recommendation submission</a:t>
            </a:r>
          </a:p>
          <a:p xmlns:a="http://schemas.openxmlformats.org/drawingml/2006/main">
            <a:r>
              <a:t>Explanation to give</a:t>
            </a:r>
          </a:p>
          <a:p xmlns:a="http://schemas.openxmlformats.org/drawingml/2006/main">
            <a:r>
              <a:t>This slide hands over CML3113 W12.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2026-11-27T11:00:00+03:00.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08:00 Kampala</a:t>
            </a:r>
          </a:p>
          <a:p xmlns:a="http://schemas.openxmlformats.org/drawingml/2006/main">
            <a:r>
              <a:t/>
            </a:r>
          </a:p>
          <a:p xmlns:a="http://schemas.openxmlformats.org/drawingml/2006/main">
            <a:r>
              <a:t>Deadline: 27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18 Dec 2026, 08:00 Kampala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12 quiz</a:t>
            </a:r>
          </a:p>
          <a:p xmlns:a="http://schemas.openxmlformats.org/drawingml/2006/main">
            <a:r>
              <a:t>Explanation to give</a:t>
            </a:r>
          </a:p>
          <a:p xmlns:a="http://schemas.openxmlformats.org/drawingml/2006/main">
            <a:r>
              <a:t>This is the CML3113 Week 1 quiz. The student link opens the response form; it does not activate its window. In Quiz Controls use open_W1_CML3113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A recommendation must satisfy the practical limits before it wins on a ranking metric. Explain eligibility and tie-breaking separately.</a:t>
            </a:r>
          </a:p>
          <a:p xmlns:a="http://schemas.openxmlformats.org/drawingml/2006/main">
            <a:r>
              <a:t/>
            </a:r>
          </a:p>
          <a:p xmlns:a="http://schemas.openxmlformats.org/drawingml/2006/main">
            <a:r>
              <a:t>Worked illustration / lecturer answer</a:t>
            </a:r>
          </a:p>
          <a:p xmlns:a="http://schemas.openxmlformats.org/drawingml/2006/main">
            <a:r>
              <a:t>A model at 4 error units and 12 ms fails a 10 ms limit even if its error is attractive. Test exact boundaries before ranking eligible candidate_models.</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justify a valid candidate with evidence and a stated limitation.</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Why evaluate using observations not used to fit that particular model?</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Cross Validation</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Why evaluate using observations not used to fit that particular model?</a:t>
            </a:r>
          </a:p>
          <a:p xmlns:a="http://schemas.openxmlformats.org/drawingml/2006/main">
            <a:r>
              <a:t/>
            </a:r>
          </a:p>
          <a:p xmlns:a="http://schemas.openxmlformats.org/drawingml/2006/main">
            <a:r>
              <a:t>Reference / existing resource</a:t>
            </a:r>
          </a:p>
          <a:p xmlns:a="http://schemas.openxmlformats.org/drawingml/2006/main">
            <a:r>
              <a:t>https://www.youtube.com/watch?v=fSytzGwwBVw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92b31b54f4b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b39b1fcaa64a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b2c83c30b642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c443ebbf3d4a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31201021c84b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5544c5629649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918A29-4990-4D4F-94D2-242F1F8C33A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E6A6B1-52C2-4D20-94AE-8685E295A3D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1AC054-0903-4ABA-B06A-EC5DF3E457B8}"/>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6C8FFA-B827-47A0-826C-9C58A75FF4E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081BEC-16BE-4C1F-BB38-DDF9C1ECA161}"/>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02003A-9A9D-49F1-93A8-AAA8A5A8D25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3F822-CC07-4D0B-8C8D-B4336C05225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6B95AF-E0D8-443F-BB68-DC3B46CAA77D}"/>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6C6F16-D9C3-41C1-9997-32E06A7D316F}"/>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D02741-C918-4E60-AA8E-11FFA8F37EFF}"/>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71624b2cbe4159" /><Relationship Type="http://schemas.openxmlformats.org/officeDocument/2006/relationships/slideLayout" Target="/ppt/slideLayouts/slideLayout1.xml" Id="Rbb4932bdbe2e4340" /><Relationship Type="http://schemas.openxmlformats.org/officeDocument/2006/relationships/slideLayout" Target="/ppt/slideLayouts/slideLayout2.xml" Id="R15c564dd378f4d8d" /><Relationship Type="http://schemas.openxmlformats.org/officeDocument/2006/relationships/slideLayout" Target="/ppt/slideLayouts/slideLayout3.xml" Id="R67db9992c157480a" /><Relationship Type="http://schemas.openxmlformats.org/officeDocument/2006/relationships/slideLayout" Target="/ppt/slideLayouts/slideLayout4.xml" Id="R238b155ebcdd4655" /><Relationship Type="http://schemas.openxmlformats.org/officeDocument/2006/relationships/slideLayout" Target="/ppt/slideLayouts/slideLayout5.xml" Id="R8da7434c31ff4a6f" /><Relationship Type="http://schemas.openxmlformats.org/officeDocument/2006/relationships/slideLayout" Target="/ppt/slideLayouts/slideLayout6.xml" Id="Rfb8cecc3eefa4f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4932bdbe2e4340"/>
    <p:sldLayoutId xmlns:r="http://schemas.openxmlformats.org/officeDocument/2006/relationships" id="2147483650" r:id="R15c564dd378f4d8d"/>
    <p:sldLayoutId xmlns:r="http://schemas.openxmlformats.org/officeDocument/2006/relationships" id="2147483651" r:id="R67db9992c157480a"/>
    <p:sldLayoutId xmlns:r="http://schemas.openxmlformats.org/officeDocument/2006/relationships" id="2147483652" r:id="R238b155ebcdd4655"/>
    <p:sldLayoutId xmlns:r="http://schemas.openxmlformats.org/officeDocument/2006/relationships" id="2147483653" r:id="R8da7434c31ff4a6f"/>
    <p:sldLayoutId xmlns:r="http://schemas.openxmlformats.org/officeDocument/2006/relationships" id="2147483654" r:id="Rfb8cecc3eefa4f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7ed749c07b4661" /><Relationship Type="http://schemas.openxmlformats.org/officeDocument/2006/relationships/image" Target="/ppt/media/image.png" Id="Re69392c6edb54041" /><Relationship Type="http://schemas.openxmlformats.org/officeDocument/2006/relationships/notesSlide" Target="/ppt/notesSlides/notesSlide1.xml" Id="Re6ab604cc56647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4b8f0c777e4e66" /><Relationship Type="http://schemas.openxmlformats.org/officeDocument/2006/relationships/notesSlide" Target="/ppt/notesSlides/notesSlide2.xml" Id="R63c686231dd443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e53fe8ab6646d8" /><Relationship Type="http://schemas.openxmlformats.org/officeDocument/2006/relationships/notesSlide" Target="/ppt/notesSlides/notesSlide3.xml" Id="R7ca9bfe6eec547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7ffa4e5c5c43b3" /><Relationship Type="http://schemas.openxmlformats.org/officeDocument/2006/relationships/notesSlide" Target="/ppt/notesSlides/notesSlide4.xml" Id="Refe9fe78d94048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c7572999fb4df5" /><Relationship Type="http://schemas.openxmlformats.org/officeDocument/2006/relationships/notesSlide" Target="/ppt/notesSlides/notesSlide5.xml" Id="R8a5a5b28586b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9fad233b4c4c80" /><Relationship Type="http://schemas.openxmlformats.org/officeDocument/2006/relationships/notesSlide" Target="/ppt/notesSlides/notesSlide6.xml" Id="R56bd6783f24147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2bb60a80da42a9" /><Relationship Type="http://schemas.openxmlformats.org/officeDocument/2006/relationships/notesSlide" Target="/ppt/notesSlides/notesSlide7.xml" Id="R049690dfd30c4b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6e794897bcf4f2d" /><Relationship Type="http://schemas.openxmlformats.org/officeDocument/2006/relationships/notesSlide" Target="/ppt/notesSlides/notesSlide8.xml" Id="Ra48db1c9e9a245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29a98c65ad49d9" /><Relationship Type="http://schemas.openxmlformats.org/officeDocument/2006/relationships/notesSlide" Target="/ppt/notesSlides/notesSlide9.xml" Id="Raeba2e9e69b54f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aa0a2335b894e97" /><Relationship Type="http://schemas.openxmlformats.org/officeDocument/2006/relationships/notesSlide" Target="/ppt/notesSlides/notesSlide10.xml" Id="Radc3ea8ed70f45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bff50f84204bc8" /><Relationship Type="http://schemas.openxmlformats.org/officeDocument/2006/relationships/notesSlide" Target="/ppt/notesSlides/notesSlide11.xml" Id="Rea851aeed27045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416a79b83a463f" /><Relationship Type="http://schemas.openxmlformats.org/officeDocument/2006/relationships/notesSlide" Target="/ppt/notesSlides/notesSlide12.xml" Id="R9bce760ccf8545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b19d4f96fa24a0d" /><Relationship Type="http://schemas.openxmlformats.org/officeDocument/2006/relationships/notesSlide" Target="/ppt/notesSlides/notesSlide13.xml" Id="R07f692ca5c0b4a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36417a7a144c6e" /><Relationship Type="http://schemas.openxmlformats.org/officeDocument/2006/relationships/notesSlide" Target="/ppt/notesSlides/notesSlide14.xml" Id="Rcff25d8798c142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d77c8c544194f96" /><Relationship Type="http://schemas.openxmlformats.org/officeDocument/2006/relationships/notesSlide" Target="/ppt/notesSlides/notesSlide15.xml" Id="Raf2965dcc4064a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15537c5ef94cbb" /><Relationship Type="http://schemas.openxmlformats.org/officeDocument/2006/relationships/notesSlide" Target="/ppt/notesSlides/notesSlide16.xml" Id="Rbd93099cadd546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7ba145bea4a4306" /><Relationship Type="http://schemas.openxmlformats.org/officeDocument/2006/relationships/notesSlide" Target="/ppt/notesSlides/notesSlide17.xml" Id="Rd8dd0996bd1949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afdbef5e6b41b9" /><Relationship Type="http://schemas.openxmlformats.org/officeDocument/2006/relationships/notesSlide" Target="/ppt/notesSlides/notesSlide18.xml" Id="Ra31b415c8919484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f4a39c5ba134997" /><Relationship Type="http://schemas.openxmlformats.org/officeDocument/2006/relationships/notesSlide" Target="/ppt/notesSlides/notesSlide19.xml" Id="Rcbd1ffea6ac249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ba3b85b86824feb" /><Relationship Type="http://schemas.openxmlformats.org/officeDocument/2006/relationships/notesSlide" Target="/ppt/notesSlides/notesSlide20.xml" Id="Rfe3df38663424c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bd26e7338624ed2" /><Relationship Type="http://schemas.openxmlformats.org/officeDocument/2006/relationships/notesSlide" Target="/ppt/notesSlides/notesSlide21.xml" Id="R5d7ed6bd167045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6c3096ea114dba" /><Relationship Type="http://schemas.openxmlformats.org/officeDocument/2006/relationships/notesSlide" Target="/ppt/notesSlides/notesSlide22.xml" Id="R59cf366f40e94c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285bfaf676044bb" /><Relationship Type="http://schemas.openxmlformats.org/officeDocument/2006/relationships/notesSlide" Target="/ppt/notesSlides/notesSlide23.xml" Id="Ra901b78329a243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39ac30f758e4b76" /><Relationship Type="http://schemas.openxmlformats.org/officeDocument/2006/relationships/notesSlide" Target="/ppt/notesSlides/notesSlide24.xml" Id="R6651ae6614e7491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e2c32a96ae5400a" /><Relationship Type="http://schemas.openxmlformats.org/officeDocument/2006/relationships/notesSlide" Target="/ppt/notesSlides/notesSlide25.xml" Id="Rb1c8e0db294745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fe8ee99e5554105" /><Relationship Type="http://schemas.openxmlformats.org/officeDocument/2006/relationships/notesSlide" Target="/ppt/notesSlides/notesSlide26.xml" Id="R388c54657c7543d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5b91243eb7e4661" /><Relationship Type="http://schemas.openxmlformats.org/officeDocument/2006/relationships/notesSlide" Target="/ppt/notesSlides/notesSlide27.xml" Id="Ra633fca9cf67407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6163f0ebee14382" /><Relationship Type="http://schemas.openxmlformats.org/officeDocument/2006/relationships/notesSlide" Target="/ppt/notesSlides/notesSlide28.xml" Id="R1a867c511a454ee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d02468a79174691" /><Relationship Type="http://schemas.openxmlformats.org/officeDocument/2006/relationships/notesSlide" Target="/ppt/notesSlides/notesSlide29.xml" Id="Rca72fdf0fba643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af2d10ca5614319" /><Relationship Type="http://schemas.openxmlformats.org/officeDocument/2006/relationships/notesSlide" Target="/ppt/notesSlides/notesSlide30.xml" Id="R21512f36549a4f7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e76b153e7874be2" /><Relationship Type="http://schemas.openxmlformats.org/officeDocument/2006/relationships/notesSlide" Target="/ppt/notesSlides/notesSlide31.xml" Id="Rb1c2770cee9b48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3ce0b3ddedc4b59" /><Relationship Type="http://schemas.openxmlformats.org/officeDocument/2006/relationships/notesSlide" Target="/ppt/notesSlides/notesSlide32.xml" Id="Rd411d84392804cc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1d9397a162d44f4" /><Relationship Type="http://schemas.openxmlformats.org/officeDocument/2006/relationships/notesSlide" Target="/ppt/notesSlides/notesSlide33.xml" Id="Rcf49e9bb826d4ff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5c73db3d72c46e7" /><Relationship Type="http://schemas.openxmlformats.org/officeDocument/2006/relationships/notesSlide" Target="/ppt/notesSlides/notesSlide34.xml" Id="R618395f3e2b640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2abe002d8e24ac9" /><Relationship Type="http://schemas.openxmlformats.org/officeDocument/2006/relationships/notesSlide" Target="/ppt/notesSlides/notesSlide35.xml" Id="Rbb664d7063f2426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d92bd1d3e344eb3" /><Relationship Type="http://schemas.openxmlformats.org/officeDocument/2006/relationships/notesSlide" Target="/ppt/notesSlides/notesSlide36.xml" Id="Rdc9514775f80442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3ba6b5fc8d6435d" /><Relationship Type="http://schemas.openxmlformats.org/officeDocument/2006/relationships/notesSlide" Target="/ppt/notesSlides/notesSlide37.xml" Id="R1e9fa7ce18994f9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a2a513955c14e14" /><Relationship Type="http://schemas.openxmlformats.org/officeDocument/2006/relationships/notesSlide" Target="/ppt/notesSlides/notesSlide38.xml" Id="R52baea57705c4e4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6057204db214c62" /><Relationship Type="http://schemas.openxmlformats.org/officeDocument/2006/relationships/notesSlide" Target="/ppt/notesSlides/notesSlide39.xml" Id="R083a4847e751402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c7945dd6a584aaa" /><Relationship Type="http://schemas.openxmlformats.org/officeDocument/2006/relationships/notesSlide" Target="/ppt/notesSlides/notesSlide40.xml" Id="R9a2aaea921b7452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eaea9683975433b" /><Relationship Type="http://schemas.openxmlformats.org/officeDocument/2006/relationships/notesSlide" Target="/ppt/notesSlides/notesSlide41.xml" Id="R89a2187aa1b442a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da27d65fc7246cf" /><Relationship Type="http://schemas.openxmlformats.org/officeDocument/2006/relationships/notesSlide" Target="/ppt/notesSlides/notesSlide42.xml" Id="R7710e68375374d8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e221aa547a3469a" /><Relationship Type="http://schemas.openxmlformats.org/officeDocument/2006/relationships/notesSlide" Target="/ppt/notesSlides/notesSlide43.xml" Id="R14758a71b3ee4f9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e5fdb419c09407b" /><Relationship Type="http://schemas.openxmlformats.org/officeDocument/2006/relationships/notesSlide" Target="/ppt/notesSlides/notesSlide44.xml" Id="Ra2a572a19ddd4da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5f9b88440c514818" /><Relationship Type="http://schemas.openxmlformats.org/officeDocument/2006/relationships/notesSlide" Target="/ppt/notesSlides/notesSlide45.xml" Id="Rd85def00dc2d4d1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9799b95f89a4d17" /><Relationship Type="http://schemas.openxmlformats.org/officeDocument/2006/relationships/notesSlide" Target="/ppt/notesSlides/notesSlide46.xml" Id="R277b5bc6be104e8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0fa3f17d6754068" /><Relationship Type="http://schemas.openxmlformats.org/officeDocument/2006/relationships/notesSlide" Target="/ppt/notesSlides/notesSlide47.xml" Id="R3dbcae078b85463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38470e4e4cb45cd" /><Relationship Type="http://schemas.openxmlformats.org/officeDocument/2006/relationships/notesSlide" Target="/ppt/notesSlides/notesSlide48.xml" Id="Rb749f07c034b48e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775853ab1fa4792" /><Relationship Type="http://schemas.openxmlformats.org/officeDocument/2006/relationships/notesSlide" Target="/ppt/notesSlides/notesSlide49.xml" Id="R903290b65581435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f3640095569c4065" /><Relationship Type="http://schemas.openxmlformats.org/officeDocument/2006/relationships/notesSlide" Target="/ppt/notesSlides/notesSlide50.xml" Id="R59cf2a88dd7541a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07c75adab138403b" /><Relationship Type="http://schemas.openxmlformats.org/officeDocument/2006/relationships/notesSlide" Target="/ppt/notesSlides/notesSlide51.xml" Id="Re0c665be0360445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d07b6ac6cb284a67" /><Relationship Type="http://schemas.openxmlformats.org/officeDocument/2006/relationships/notesSlide" Target="/ppt/notesSlides/notesSlide52.xml" Id="R4a6a0ee96c1d411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a271adb75c64109" /><Relationship Type="http://schemas.openxmlformats.org/officeDocument/2006/relationships/notesSlide" Target="/ppt/notesSlides/notesSlide53.xml" Id="R22731497f373442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4fd1be71b1645cf" /><Relationship Type="http://schemas.openxmlformats.org/officeDocument/2006/relationships/notesSlide" Target="/ppt/notesSlides/notesSlide54.xml" Id="R34135320cf864b1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ca2102567b7748dd" /><Relationship Type="http://schemas.openxmlformats.org/officeDocument/2006/relationships/notesSlide" Target="/ppt/notesSlides/notesSlide55.xml" Id="R8645386416494da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616686584c44ad5" /><Relationship Type="http://schemas.openxmlformats.org/officeDocument/2006/relationships/notesSlide" Target="/ppt/notesSlides/notesSlide56.xml" Id="R721b22f8b943488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357f53cc5a04b95" /><Relationship Type="http://schemas.openxmlformats.org/officeDocument/2006/relationships/notesSlide" Target="/ppt/notesSlides/notesSlide57.xml" Id="R7c76a7d43fd94fd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97bb7a4b2ca4846" /><Relationship Type="http://schemas.openxmlformats.org/officeDocument/2006/relationships/notesSlide" Target="/ppt/notesSlides/notesSlide58.xml" Id="R381c788e13024c5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96a2a3d442bb473e" /><Relationship Type="http://schemas.openxmlformats.org/officeDocument/2006/relationships/notesSlide" Target="/ppt/notesSlides/notesSlide59.xml" Id="R08241597a0054da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65d07798ed94d66" /><Relationship Type="http://schemas.openxmlformats.org/officeDocument/2006/relationships/hyperlink" Target="https://docs.google.com/forms/d/e/1FAIpQLSfSPtMfaziLgaLKx4v0Lla4vYcA58pDDv_b_w33OfZsj0aVHA/viewform" TargetMode="External" Id="Re47c8274093d48ea" /><Relationship Type="http://schemas.openxmlformats.org/officeDocument/2006/relationships/notesSlide" Target="/ppt/notesSlides/notesSlide60.xml" Id="R9c613334ca1e4e8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56b4061c838a4647" /><Relationship Type="http://schemas.openxmlformats.org/officeDocument/2006/relationships/notesSlide" Target="/ppt/notesSlides/notesSlide61.xml" Id="Rbfbddfdf10f041c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90c0c8095b442a9" /><Relationship Type="http://schemas.openxmlformats.org/officeDocument/2006/relationships/image" Target="/ppt/media/image2.png" Id="Rb129c7a220174c5c" /><Relationship Type="http://schemas.openxmlformats.org/officeDocument/2006/relationships/hyperlink" Target="https://forms.gle/XFcLpe6ugzvnoL3s6" TargetMode="External" Id="Rad6e1f07a9b1445e" /><Relationship Type="http://schemas.openxmlformats.org/officeDocument/2006/relationships/notesSlide" Target="/ppt/notesSlides/notesSlide62.xml" Id="Rcc1257aa1b2e47a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1f2843cdcc934572" /><Relationship Type="http://schemas.openxmlformats.org/officeDocument/2006/relationships/notesSlide" Target="/ppt/notesSlides/notesSlide63.xml" Id="R5cc8f5238fa24ca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e5ce6e5b40914986" /><Relationship Type="http://schemas.openxmlformats.org/officeDocument/2006/relationships/hyperlink" Target="https://www.youtube.com/watch?v=fSytzGwwBVw" TargetMode="External" Id="R511bfaf5c5d34287" /><Relationship Type="http://schemas.openxmlformats.org/officeDocument/2006/relationships/notesSlide" Target="/ppt/notesSlides/notesSlide64.xml" Id="Rd658367e3e52406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577C174-26FB-433E-A59A-40CD659AC6CA}"/>
              </a:ext>
            </a:extLst>
          </p:cNvPr>
          <p:cNvPicPr>
            <a:picLocks xmlns:a="http://schemas.openxmlformats.org/drawingml/2006/main" noChangeAspect="1"/>
          </p:cNvPicPr>
          <p:nvPr/>
        </p:nvPicPr>
        <p:blipFill>
          <a:blip xmlns:r="http://schemas.openxmlformats.org/officeDocument/2006/relationships" xmlns:a="http://schemas.openxmlformats.org/drawingml/2006/main" r:embed="Re69392c6edb54041"/>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40B849A-C5BF-419D-8D1F-764E05230776}"/>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9D8743-0468-4A49-892C-80DDD4D3D679}"/>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12</a:t>
            </a:r>
          </a:p>
        </p:txBody>
      </p:sp>
      <p:sp>
        <p:nvSpPr>
          <p:cNvPr id="4" name="">
            <a:extLst xmlns:a="http://schemas.openxmlformats.org/drawingml/2006/main">
              <a:ext uri="{FF2B5EF4-FFF2-40B4-BE49-F238E27FC236}">
                <a16:creationId xmlns:a16="http://schemas.microsoft.com/office/drawing/2014/main" id="{2C3D2B56-E986-4D28-9C96-B5FF55070A1B}"/>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Choosing and explaining a model</a:t>
            </a:r>
          </a:p>
        </p:txBody>
      </p:sp>
      <p:sp>
        <p:nvSpPr>
          <p:cNvPr id="5" name="">
            <a:extLst xmlns:a="http://schemas.openxmlformats.org/drawingml/2006/main">
              <a:ext uri="{FF2B5EF4-FFF2-40B4-BE49-F238E27FC236}">
                <a16:creationId xmlns:a16="http://schemas.microsoft.com/office/drawing/2014/main" id="{B6BEA16E-DC2C-47A6-9A9C-B0C75CD55DB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036AFE21-8BBA-4573-ABAB-8D6E31AD446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27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18507881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5E9753-9BDD-4921-93F2-98E84DF0DE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61FB15-7F30-4116-81BF-84BB75C734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DF2BB0-AC49-4EB5-B1B2-F80BF14F45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19912794-BA3A-47B7-8978-C3B2718A3F2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390062-524B-49A2-9240-B1D0478FE2C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5930F9-FDF0-41E8-80B5-A051682C5D1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018A796A-957C-4DB6-B15F-377F650B223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2725B168-2BF6-4927-9A8F-686AA43229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a:t>
            </a:r>
          </a:p>
        </p:txBody>
      </p:sp>
    </p:spTree>
    <p:extLst>
      <p:ext uri="{BB962C8B-B14F-4D97-AF65-F5344CB8AC3E}">
        <p14:creationId xmlns:p14="http://schemas.microsoft.com/office/powerpoint/2010/main" val="16221424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79EAE5-D56C-495F-BB79-39DC479DD5B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EDC7E3-38D0-4859-A824-F4B1F22A04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6444F55-BE17-45D8-AFD6-89357FE1543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C0958686-8F46-4B03-A85B-983EEFD33CC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A9CEB0-903A-4BC0-B1DB-5093D6356C5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9235448-8B70-4DD0-9C81-E366FA2326A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DF59FDE7-4765-45B6-AB12-9F23E90E845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4CF8DF4E-5CEC-4BA4-98F7-564933FF70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a:t>
            </a:r>
          </a:p>
        </p:txBody>
      </p:sp>
    </p:spTree>
    <p:extLst>
      <p:ext uri="{BB962C8B-B14F-4D97-AF65-F5344CB8AC3E}">
        <p14:creationId xmlns:p14="http://schemas.microsoft.com/office/powerpoint/2010/main" val="2759445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03A96B-E629-42CB-A186-E546523C38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27A372-AFE4-4D6A-92C4-5FF4112C65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3240B5-57E2-4EA6-A2DA-769260058F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46A12BEA-F817-4A12-9672-6BB44A0FCDB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7778FDA-8F7D-44D3-9DD7-FFFA7455BC2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70ECC79B-353F-4BDC-B6DD-FB0E64010E3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4DD10F6-E238-4472-AF17-A2E901640B30}"/>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BBC5C04A-F33F-4818-A696-6270ABF257D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C263F1F-EE44-4BEE-894F-232CAA1D019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AA7B0D16-2BB3-4AFA-BD8D-31E6CC11B9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a:t>
            </a:r>
          </a:p>
        </p:txBody>
      </p:sp>
    </p:spTree>
    <p:extLst>
      <p:ext uri="{BB962C8B-B14F-4D97-AF65-F5344CB8AC3E}">
        <p14:creationId xmlns:p14="http://schemas.microsoft.com/office/powerpoint/2010/main" val="5029872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552AA7-8B48-4223-8E75-A310738983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73A76F-3E6F-4525-BB9B-5E3D53D5DD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4652374-A966-462E-803A-DE2440B215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02286EC-F2CF-488A-8F1B-965EE247DA7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540AFC-E9CD-4911-89D9-F2221297CB0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8005658-53AC-49A6-9AAD-1D8EBC1A532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22E978A9-DAE3-4B75-990D-F6EE5DA3A86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C065B854-644B-40BD-986A-65C890458D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a:t>
            </a:r>
          </a:p>
        </p:txBody>
      </p:sp>
    </p:spTree>
    <p:extLst>
      <p:ext uri="{BB962C8B-B14F-4D97-AF65-F5344CB8AC3E}">
        <p14:creationId xmlns:p14="http://schemas.microsoft.com/office/powerpoint/2010/main" val="15301720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9396CA-DC3E-424F-A49D-CDDF9D0C5C2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50E2BD-5C07-4CE5-860D-05ACA73045E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CD888D-5200-43A4-8449-083E098B33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E0CBACAE-CF1B-48F3-A0AD-FD1DDFC51A8A}"/>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0FF302-C82B-4163-9864-D608175654F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6C7BE9CF-F3D1-41BD-97D4-8B501B4720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6</a:t>
            </a:r>
          </a:p>
        </p:txBody>
      </p:sp>
    </p:spTree>
    <p:extLst>
      <p:ext uri="{BB962C8B-B14F-4D97-AF65-F5344CB8AC3E}">
        <p14:creationId xmlns:p14="http://schemas.microsoft.com/office/powerpoint/2010/main" val="10718724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D8EF85-6E9F-45AC-9FBB-6FD8450D45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8122A8-4687-44B3-8A90-16C61C1B7A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6878D6D-8E16-46C4-BDF5-CD0F58EDD5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4F4A1373-D10B-4A9A-A4A2-BD647A62419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A040BE-E593-4409-B87E-45A3E586B47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1945B35D-9433-4BE9-991F-20311551D7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3399A779-2518-446E-9585-67E14C352A8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2034224-03B7-4B1A-917F-1A73861680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7</a:t>
            </a:r>
          </a:p>
        </p:txBody>
      </p:sp>
    </p:spTree>
    <p:extLst>
      <p:ext uri="{BB962C8B-B14F-4D97-AF65-F5344CB8AC3E}">
        <p14:creationId xmlns:p14="http://schemas.microsoft.com/office/powerpoint/2010/main" val="10466387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08C35C-E352-417F-9557-FC87EDBD795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94778E-AE40-4662-B97C-B347182BB3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6593486-E026-4313-AB1D-AC536CFD12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9EDA3B7E-C4AA-439A-87BC-9F821AA0181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5939A4-A0EC-40B9-8602-6B739A378F9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702646-E358-40DC-9554-74100DD0673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690CE21B-330A-4C59-86C9-0AFD44B22D2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EFDAAED9-1D97-4124-AD27-885D9066C0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8</a:t>
            </a:r>
          </a:p>
        </p:txBody>
      </p:sp>
    </p:spTree>
    <p:extLst>
      <p:ext uri="{BB962C8B-B14F-4D97-AF65-F5344CB8AC3E}">
        <p14:creationId xmlns:p14="http://schemas.microsoft.com/office/powerpoint/2010/main" val="19797601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BCBBF2-975C-4942-85D9-D19B4F3869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7E5CE3-C1F3-4353-807F-3A68508F56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F3BE15-68D6-44A1-9151-286E935A08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8B36BF5-F2A2-4779-A124-09CAFC38205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3621143-E383-4FDA-8199-7CEE5A1751C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82DF072C-716F-4A3A-8F29-6A2FB250B10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205EC83-6FC0-4D8A-A375-5CFBC8C27A3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968482C0-F05A-4F44-9ED6-3C79A400E60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6C3E886-8FB5-4C50-B2BC-F199C868DE9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61210617-7E22-4968-867F-5CC8FF28E5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9</a:t>
            </a:r>
          </a:p>
        </p:txBody>
      </p:sp>
    </p:spTree>
    <p:extLst>
      <p:ext uri="{BB962C8B-B14F-4D97-AF65-F5344CB8AC3E}">
        <p14:creationId xmlns:p14="http://schemas.microsoft.com/office/powerpoint/2010/main" val="1835168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3129DE-C944-4065-B3C5-47F3CC3548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5C2878-A6A8-4442-B635-13DC806A48D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8EBCD2-52A0-4E88-AE99-CF45348F8F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6808646-60A5-4B63-9D3D-085DEA0D5CC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39BA483-DECE-4538-8260-87CF6C60D5C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7138F654-931B-4122-80DC-E145152BE33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3F131A-73EF-4810-B1E3-945A4CF0B97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7C9DB5E9-9B64-4A54-863F-0895D7BA7FE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93A7FC6-6757-45AC-8D27-4B07EB25444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B9087935-E077-461B-9169-445FCBB289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10</a:t>
            </a:r>
          </a:p>
        </p:txBody>
      </p:sp>
    </p:spTree>
    <p:extLst>
      <p:ext uri="{BB962C8B-B14F-4D97-AF65-F5344CB8AC3E}">
        <p14:creationId xmlns:p14="http://schemas.microsoft.com/office/powerpoint/2010/main" val="13088433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E5402B-5909-491E-8947-162F3DBC35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51A7C9-7AFC-4A3E-9453-EF7559DDBC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BBA1CE1-3067-4140-8559-07E1306E9C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2F9588C-2343-4E9F-A27F-F70B9704C03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E2C1C9D-3AFA-48CF-A3A8-E3668235E52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7A716D-ED45-451E-A66B-AF3D778B7B6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02B81CA4-0CA1-442B-9BF6-42923B6E48F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87D9121E-DD19-4976-BDBF-AA47E44F6D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11</a:t>
            </a:r>
          </a:p>
        </p:txBody>
      </p:sp>
    </p:spTree>
    <p:extLst>
      <p:ext uri="{BB962C8B-B14F-4D97-AF65-F5344CB8AC3E}">
        <p14:creationId xmlns:p14="http://schemas.microsoft.com/office/powerpoint/2010/main" val="12225738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3BCFD9-11DE-4EFC-9C12-5AC858D8C7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B83654-7528-4AE7-B1DB-27B2244852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D3BB8E9-C1B0-4E65-85B7-39569426E1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26CCD3AD-D262-4314-8B49-7F0583EEF04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D6FA2C-CA54-4918-95AC-1A0EA997D97E}"/>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7C089EC7-B89B-49E7-BE3F-4CD94E88EBF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139CF3F0-1F6B-4EC3-81E5-768FD7C9E9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12</a:t>
            </a:r>
          </a:p>
        </p:txBody>
      </p:sp>
    </p:spTree>
    <p:extLst>
      <p:ext uri="{BB962C8B-B14F-4D97-AF65-F5344CB8AC3E}">
        <p14:creationId xmlns:p14="http://schemas.microsoft.com/office/powerpoint/2010/main" val="7932969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6805B9-6064-4ECC-80E0-BAB9117DD7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A70E93-5DBA-49BB-BB42-4DA2A935A4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99E5B39-5FA7-439A-A182-B3DCDEEE68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1</a:t>
            </a:r>
          </a:p>
        </p:txBody>
      </p:sp>
      <p:sp>
        <p:nvSpPr>
          <p:cNvPr id="4" name="">
            <a:extLst xmlns:a="http://schemas.openxmlformats.org/drawingml/2006/main">
              <a:ext uri="{FF2B5EF4-FFF2-40B4-BE49-F238E27FC236}">
                <a16:creationId xmlns:a16="http://schemas.microsoft.com/office/drawing/2014/main" id="{CCF5556C-D08A-4A5C-B36A-D4FFA6ED16D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5EF07F-5361-4878-A764-45837A5B24F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A2EFB926-8B6F-459A-8C24-714CA8B42FF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70D42B13-ABD4-4F56-BA9F-D83DCDF7EA4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13636A1-FA79-4D00-BAC8-78CF0DE139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13</a:t>
            </a:r>
          </a:p>
        </p:txBody>
      </p:sp>
    </p:spTree>
    <p:extLst>
      <p:ext uri="{BB962C8B-B14F-4D97-AF65-F5344CB8AC3E}">
        <p14:creationId xmlns:p14="http://schemas.microsoft.com/office/powerpoint/2010/main" val="8668553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5D2713-D5D1-4C31-B27B-0C35154679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68C1C0-8FF7-4043-8B63-B632209BCA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45442CB-D23C-44A3-A949-EC64C2825B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0029E152-653B-4118-A0AD-FEFEEB20127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8D47CA-852C-46AC-952B-5BE3233D30D7}"/>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8E28F51C-DDAA-4B54-87D2-CD52B4EBF2F1}"/>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B78A0BE0-CC03-408A-9795-D8DDB6016F8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14</a:t>
            </a:r>
          </a:p>
        </p:txBody>
      </p:sp>
    </p:spTree>
    <p:extLst>
      <p:ext uri="{BB962C8B-B14F-4D97-AF65-F5344CB8AC3E}">
        <p14:creationId xmlns:p14="http://schemas.microsoft.com/office/powerpoint/2010/main" val="8834107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020AF7-91FF-4945-BCB9-A664668E4A5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04C64B-245A-4161-9D47-BE4EC02CBD8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B4F6B34-EBD3-43CA-9C77-6B3302A44D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2</a:t>
            </a:r>
          </a:p>
        </p:txBody>
      </p:sp>
      <p:sp>
        <p:nvSpPr>
          <p:cNvPr id="4" name="">
            <a:extLst xmlns:a="http://schemas.openxmlformats.org/drawingml/2006/main">
              <a:ext uri="{FF2B5EF4-FFF2-40B4-BE49-F238E27FC236}">
                <a16:creationId xmlns:a16="http://schemas.microsoft.com/office/drawing/2014/main" id="{09AAB435-FB06-4CE8-98FA-B72B2FC9885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9236151-0C55-4C9E-A514-55A53C3853C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0A10B00D-AE40-4C74-9A2E-30B8DA6B74B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81FB7839-A52D-46DE-943B-E55769495F9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A103E6E-E9C3-462A-B498-270A8CBEEB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15</a:t>
            </a:r>
          </a:p>
        </p:txBody>
      </p:sp>
    </p:spTree>
    <p:extLst>
      <p:ext uri="{BB962C8B-B14F-4D97-AF65-F5344CB8AC3E}">
        <p14:creationId xmlns:p14="http://schemas.microsoft.com/office/powerpoint/2010/main" val="11569429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58880A-89CB-44AD-921F-8B5C581D8A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9738BB-095D-4FF1-ADE3-C94023E36F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039E2E7-A7BD-430F-AC95-8B3883DC31D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DFBDE307-C1F2-4AE5-B814-96E2E0E5392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836D56-2959-44C4-A2B1-F3073CF4A14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5588E1-ADAE-43C7-88F6-BDA59F0E801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3CA6A69F-7A57-49EE-86EE-979B773499F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8FB44F5D-3919-41E0-9774-F4CBDAE31A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16</a:t>
            </a:r>
          </a:p>
        </p:txBody>
      </p:sp>
    </p:spTree>
    <p:extLst>
      <p:ext uri="{BB962C8B-B14F-4D97-AF65-F5344CB8AC3E}">
        <p14:creationId xmlns:p14="http://schemas.microsoft.com/office/powerpoint/2010/main" val="8241624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7C9773-C9E2-4174-B505-3B7AD2EFB4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500E3F-347E-4F81-920B-BC41FAED78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E8C210B-C996-422B-A353-7694F7699A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 step 3</a:t>
            </a:r>
          </a:p>
        </p:txBody>
      </p:sp>
      <p:sp>
        <p:nvSpPr>
          <p:cNvPr id="4" name="">
            <a:extLst xmlns:a="http://schemas.openxmlformats.org/drawingml/2006/main">
              <a:ext uri="{FF2B5EF4-FFF2-40B4-BE49-F238E27FC236}">
                <a16:creationId xmlns:a16="http://schemas.microsoft.com/office/drawing/2014/main" id="{DAF05BDF-CA47-4D63-873A-0077F4B1ECD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640A8B-BAE1-47D4-9B98-4F3A9D755E9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4B99EE39-A02B-44A9-9A3D-E7D16D7C689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F813FFFF-BA52-40C6-8D71-C5E2BCE5822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7664DFB6-89A0-4654-893C-326B3B4B8D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17</a:t>
            </a:r>
          </a:p>
        </p:txBody>
      </p:sp>
    </p:spTree>
    <p:extLst>
      <p:ext uri="{BB962C8B-B14F-4D97-AF65-F5344CB8AC3E}">
        <p14:creationId xmlns:p14="http://schemas.microsoft.com/office/powerpoint/2010/main" val="12448513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7F04E1-AF2D-4327-9DD9-63D368B829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053C21-4315-4428-A861-8D710B0745B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19F80BE-6FEB-4D0F-80B5-61A13941BA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a model with missing inputs</a:t>
            </a:r>
          </a:p>
        </p:txBody>
      </p:sp>
      <p:sp>
        <p:nvSpPr>
          <p:cNvPr id="4" name="">
            <a:extLst xmlns:a="http://schemas.openxmlformats.org/drawingml/2006/main">
              <a:ext uri="{FF2B5EF4-FFF2-40B4-BE49-F238E27FC236}">
                <a16:creationId xmlns:a16="http://schemas.microsoft.com/office/drawing/2014/main" id="{D00A43BB-F1CB-4A02-84D5-514782C7472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C6D07BF-25BE-4390-BB93-686C577BD97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B641D24-67CD-4306-A04E-13485775FC7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training_data[features] selects the two input columns as a equipment_data. training_data["target"] selects the observed target as a Series.</a:t>
            </a:r>
          </a:p>
        </p:txBody>
      </p:sp>
      <p:sp>
        <p:nvSpPr>
          <p:cNvPr id="7" name="">
            <a:extLst xmlns:a="http://schemas.openxmlformats.org/drawingml/2006/main">
              <a:ext uri="{FF2B5EF4-FFF2-40B4-BE49-F238E27FC236}">
                <a16:creationId xmlns:a16="http://schemas.microsoft.com/office/drawing/2014/main" id="{A56B00A4-F2DC-4F45-AC93-B1E6234316C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input fill values from training rows. make_pipeline links that operation to LinearRegression. fit learns the steps and predict reuses them.</a:t>
            </a:r>
          </a:p>
        </p:txBody>
      </p:sp>
      <p:sp>
        <p:nvSpPr>
          <p:cNvPr id="8" name="">
            <a:extLst xmlns:a="http://schemas.openxmlformats.org/drawingml/2006/main">
              <a:ext uri="{FF2B5EF4-FFF2-40B4-BE49-F238E27FC236}">
                <a16:creationId xmlns:a16="http://schemas.microsoft.com/office/drawing/2014/main" id="{07C08FE7-E454-498C-B004-7A4304AFC3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18</a:t>
            </a:r>
          </a:p>
        </p:txBody>
      </p:sp>
    </p:spTree>
    <p:extLst>
      <p:ext uri="{BB962C8B-B14F-4D97-AF65-F5344CB8AC3E}">
        <p14:creationId xmlns:p14="http://schemas.microsoft.com/office/powerpoint/2010/main" val="142888226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7A9B8B-3CD3-46B2-BFC7-720AB5BAF4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06A129-3CAF-4EF6-9F4F-CD751B7AC2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8D31D1B-7D96-4598-BBF2-F12D07CF5F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F01F0E7-8520-476D-AB85-461D75B0F1C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DDAF27-7D6C-47EB-B776-00FE754C562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2F4C00-D8A3-43AE-B363-7A14220B6E2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7" name="">
            <a:extLst xmlns:a="http://schemas.openxmlformats.org/drawingml/2006/main">
              <a:ext uri="{FF2B5EF4-FFF2-40B4-BE49-F238E27FC236}">
                <a16:creationId xmlns:a16="http://schemas.microsoft.com/office/drawing/2014/main" id="{A4858265-6116-4F34-B7D1-93335D212DB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B62C7173-71E1-4ED7-BC81-3E7C777D67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19</a:t>
            </a:r>
          </a:p>
        </p:txBody>
      </p:sp>
    </p:spTree>
    <p:extLst>
      <p:ext uri="{BB962C8B-B14F-4D97-AF65-F5344CB8AC3E}">
        <p14:creationId xmlns:p14="http://schemas.microsoft.com/office/powerpoint/2010/main" val="16845473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73EBA4-68C4-4EB3-BAC1-7712A1FC15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F177A6-FB8E-49E4-BAEB-C8E89CE9B4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361328-B2FF-4730-A779-BDBDB544F8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F0D1E479-FC7B-421A-8B42-D0E3F10AA7A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64F151-62BA-4186-9514-74211CC54E4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516FE37-A950-4643-AB05-3E467C62C24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1B5EB910-01BC-48AB-8AFD-5C2E5DD0BC3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5267BF25-0106-44E0-BCD5-E423394224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20</a:t>
            </a:r>
          </a:p>
        </p:txBody>
      </p:sp>
    </p:spTree>
    <p:extLst>
      <p:ext uri="{BB962C8B-B14F-4D97-AF65-F5344CB8AC3E}">
        <p14:creationId xmlns:p14="http://schemas.microsoft.com/office/powerpoint/2010/main" val="7821519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3A0810-7FB7-4FF9-98E7-3B809A2CE13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2BB452-2245-4C3A-9F62-3B3AC28814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3AB068-47A3-4323-BC12-A6F8CE81E3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7394ED3D-4835-46D1-AB40-EDB5E59F5E9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E1598B-1295-48B7-BBBA-ED75BB60D6F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ADC372-6546-4FA7-B15C-732B26A456C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AD24FDED-7B33-4055-899C-2EFC7BD7F3C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C037CBC6-6BF3-4D0E-8E94-3BE171FF1D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21</a:t>
            </a:r>
          </a:p>
        </p:txBody>
      </p:sp>
    </p:spTree>
    <p:extLst>
      <p:ext uri="{BB962C8B-B14F-4D97-AF65-F5344CB8AC3E}">
        <p14:creationId xmlns:p14="http://schemas.microsoft.com/office/powerpoint/2010/main" val="211657526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EC52D4-9E44-422C-9FAA-A06EFD52F9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474DAE-9E23-4F72-BE0B-EC3C5ED7BD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20F5ABA-164E-43C4-8AB1-ACE058497F7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 / Selecting a short preview</a:t>
            </a:r>
          </a:p>
        </p:txBody>
      </p:sp>
      <p:sp>
        <p:nvSpPr>
          <p:cNvPr id="4" name="">
            <a:extLst xmlns:a="http://schemas.openxmlformats.org/drawingml/2006/main">
              <a:ext uri="{FF2B5EF4-FFF2-40B4-BE49-F238E27FC236}">
                <a16:creationId xmlns:a16="http://schemas.microsoft.com/office/drawing/2014/main" id="{9149A725-DD74-4179-9B6A-2273868C003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145E36-96BB-4D9D-A206-D0733A543FC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B97673-9BF3-45B8-97EE-E09DD5ADE20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7" name="">
            <a:extLst xmlns:a="http://schemas.openxmlformats.org/drawingml/2006/main">
              <a:ext uri="{FF2B5EF4-FFF2-40B4-BE49-F238E27FC236}">
                <a16:creationId xmlns:a16="http://schemas.microsoft.com/office/drawing/2014/main" id="{C850E3EF-3B01-4B47-9D56-75B78F07CB7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values[:5] selects positions 0 through 4, or fewer if the sequence is shorter. The stop position is excluded. This preview does not change the full array stored in the variable.</a:t>
            </a:r>
          </a:p>
        </p:txBody>
      </p:sp>
      <p:sp>
        <p:nvSpPr>
          <p:cNvPr id="8" name="">
            <a:extLst xmlns:a="http://schemas.openxmlformats.org/drawingml/2006/main">
              <a:ext uri="{FF2B5EF4-FFF2-40B4-BE49-F238E27FC236}">
                <a16:creationId xmlns:a16="http://schemas.microsoft.com/office/drawing/2014/main" id="{A2F4DA4A-04DC-4684-8AE5-8256C03B0F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22</a:t>
            </a:r>
          </a:p>
        </p:txBody>
      </p:sp>
    </p:spTree>
    <p:extLst>
      <p:ext uri="{BB962C8B-B14F-4D97-AF65-F5344CB8AC3E}">
        <p14:creationId xmlns:p14="http://schemas.microsoft.com/office/powerpoint/2010/main" val="7012165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4CB07A-DD7D-4732-BBA3-2F6D5AFF3B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784FCB-8738-4DB0-8B80-A4880C7E73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B81658-3B47-45E2-AF78-FFC2BD7FAA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BBB5906B-1A10-4F7C-B16C-7C19048886E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773DA6-C7E1-4F46-9DC6-01FE347C062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24189EFB-A662-4485-AC06-4B9A0065901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7F5C635-0999-41E3-8D31-4AB5033FB41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D37F88FD-CD5A-4BFA-A327-224436D2F93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C3D7D17-178E-4362-8C80-59F8B5F8695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C2243503-9FA6-48ED-A7BB-814426DDD6D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23</a:t>
            </a:r>
          </a:p>
        </p:txBody>
      </p:sp>
    </p:spTree>
    <p:extLst>
      <p:ext uri="{BB962C8B-B14F-4D97-AF65-F5344CB8AC3E}">
        <p14:creationId xmlns:p14="http://schemas.microsoft.com/office/powerpoint/2010/main" val="16392290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287BEF-5578-4DD2-81C5-9ECEBB4DABD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AA07FE-5867-4942-A643-B41BF0E3FB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74940F-84B5-4159-9144-FB0E251F09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0E6A8FF5-C44D-4571-8483-3E9A923B09A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9E5821-A9BB-4A71-80B4-1DC745B36401}"/>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CE416F8E-F9FA-4713-B5C6-36D981ED9FB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7E03AC10-06A8-4B2F-ACE9-734DCEA80F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24</a:t>
            </a:r>
          </a:p>
        </p:txBody>
      </p:sp>
    </p:spTree>
    <p:extLst>
      <p:ext uri="{BB962C8B-B14F-4D97-AF65-F5344CB8AC3E}">
        <p14:creationId xmlns:p14="http://schemas.microsoft.com/office/powerpoint/2010/main" val="30050091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FB1CD6-A988-44FE-8764-839E0237DF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7BC8D7-FA7B-4A24-88DE-D00C87F5B0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5CABA23-DE57-404B-95C9-660CE0F7B4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1</a:t>
            </a:r>
          </a:p>
        </p:txBody>
      </p:sp>
      <p:sp>
        <p:nvSpPr>
          <p:cNvPr id="4" name="">
            <a:extLst xmlns:a="http://schemas.openxmlformats.org/drawingml/2006/main">
              <a:ext uri="{FF2B5EF4-FFF2-40B4-BE49-F238E27FC236}">
                <a16:creationId xmlns:a16="http://schemas.microsoft.com/office/drawing/2014/main" id="{F500C764-BDD8-4BE1-BF84-E412469DFD3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4A1957-C2F4-4E3B-8681-066E70FF572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p:txBody>
      </p:sp>
      <p:sp>
        <p:nvSpPr>
          <p:cNvPr id="6" name="">
            <a:extLst xmlns:a="http://schemas.openxmlformats.org/drawingml/2006/main">
              <a:ext uri="{FF2B5EF4-FFF2-40B4-BE49-F238E27FC236}">
                <a16:creationId xmlns:a16="http://schemas.microsoft.com/office/drawing/2014/main" id="{02EAE26A-F5FE-4B30-AD09-EBC2B00A5A3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F0F00BF5-E63A-449C-9990-D5C8F725078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B9E6D76-A21A-4E5D-964C-3D9912A674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25</a:t>
            </a:r>
          </a:p>
        </p:txBody>
      </p:sp>
    </p:spTree>
    <p:extLst>
      <p:ext uri="{BB962C8B-B14F-4D97-AF65-F5344CB8AC3E}">
        <p14:creationId xmlns:p14="http://schemas.microsoft.com/office/powerpoint/2010/main" val="200770459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7B6E16-9681-4E11-AC08-48780749B6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C8F744-3B93-466D-B05E-D176FFA1836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FADF771-A1FF-47A2-900F-14A87479EF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AAF4F33E-4836-4AEC-B1F2-C0DA1562DA3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6F13E0-1531-46CC-B4C6-1A5455C442A2}"/>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3F277717-05F5-418E-9643-6B19AEA168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26</a:t>
            </a:r>
          </a:p>
        </p:txBody>
      </p:sp>
    </p:spTree>
    <p:extLst>
      <p:ext uri="{BB962C8B-B14F-4D97-AF65-F5344CB8AC3E}">
        <p14:creationId xmlns:p14="http://schemas.microsoft.com/office/powerpoint/2010/main" val="45719423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A70E41-C226-4077-B80B-5A5E6C59F4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C789C1-A6E5-4DB8-AFD6-A1FFE9B830F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B0FEDB0-B287-44CD-AEE2-C46782AA2D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 step 2</a:t>
            </a:r>
          </a:p>
        </p:txBody>
      </p:sp>
      <p:sp>
        <p:nvSpPr>
          <p:cNvPr id="4" name="">
            <a:extLst xmlns:a="http://schemas.openxmlformats.org/drawingml/2006/main">
              <a:ext uri="{FF2B5EF4-FFF2-40B4-BE49-F238E27FC236}">
                <a16:creationId xmlns:a16="http://schemas.microsoft.com/office/drawing/2014/main" id="{4E7B7278-4DC0-489A-8A1A-1BBE0586D0E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0C7F28-5087-48C1-BFDC-69391722772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print(validation_predictions[:5].round(3).tolist())</a:t>
            </a:r>
          </a:p>
        </p:txBody>
      </p:sp>
      <p:sp>
        <p:nvSpPr>
          <p:cNvPr id="6" name="">
            <a:extLst xmlns:a="http://schemas.openxmlformats.org/drawingml/2006/main">
              <a:ext uri="{FF2B5EF4-FFF2-40B4-BE49-F238E27FC236}">
                <a16:creationId xmlns:a16="http://schemas.microsoft.com/office/drawing/2014/main" id="{FD949BCB-0C3E-4CCC-BADD-66A626DB679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5684FFF5-435D-4F0E-8EC2-AAC1C5BB9A0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1B50E107-BDF4-42A6-B91B-743FADFB0B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27</a:t>
            </a:r>
          </a:p>
        </p:txBody>
      </p:sp>
    </p:spTree>
    <p:extLst>
      <p:ext uri="{BB962C8B-B14F-4D97-AF65-F5344CB8AC3E}">
        <p14:creationId xmlns:p14="http://schemas.microsoft.com/office/powerpoint/2010/main" val="36586955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7C915F-B466-4BEA-9F59-51273261C6F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794E55-3F20-46D4-9782-95B6FB6FB60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E81A623-4637-4845-9A6C-50CB37960C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actual values and predictions</a:t>
            </a:r>
          </a:p>
        </p:txBody>
      </p:sp>
      <p:sp>
        <p:nvSpPr>
          <p:cNvPr id="4" name="">
            <a:extLst xmlns:a="http://schemas.openxmlformats.org/drawingml/2006/main">
              <a:ext uri="{FF2B5EF4-FFF2-40B4-BE49-F238E27FC236}">
                <a16:creationId xmlns:a16="http://schemas.microsoft.com/office/drawing/2014/main" id="{0DD6AD58-B761-4ED4-9C10-B3536E8EE36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73ED88-BA79-4C44-9782-463356AD64E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50F443-CA22-44DD-B8FE-73CA920B1A2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Every validation row has an actual target and its corresponding prediction. Subtract in the same order. abs() gives error magnitude.</a:t>
            </a:r>
          </a:p>
        </p:txBody>
      </p:sp>
      <p:sp>
        <p:nvSpPr>
          <p:cNvPr id="7" name="">
            <a:extLst xmlns:a="http://schemas.openxmlformats.org/drawingml/2006/main">
              <a:ext uri="{FF2B5EF4-FFF2-40B4-BE49-F238E27FC236}">
                <a16:creationId xmlns:a16="http://schemas.microsoft.com/office/drawing/2014/main" id="{E8172155-BBF5-4E30-9D76-224A463226C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MAE averages absolute baseline_errors. RMSE squares errors, averages them, then takes the square root. Both have the target’s unit.</a:t>
            </a:r>
          </a:p>
        </p:txBody>
      </p:sp>
      <p:sp>
        <p:nvSpPr>
          <p:cNvPr id="8" name="">
            <a:extLst xmlns:a="http://schemas.openxmlformats.org/drawingml/2006/main">
              <a:ext uri="{FF2B5EF4-FFF2-40B4-BE49-F238E27FC236}">
                <a16:creationId xmlns:a16="http://schemas.microsoft.com/office/drawing/2014/main" id="{C4C5D8C4-029B-4AB6-8A66-3C90D1FCC5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28</a:t>
            </a:r>
          </a:p>
        </p:txBody>
      </p:sp>
    </p:spTree>
    <p:extLst>
      <p:ext uri="{BB962C8B-B14F-4D97-AF65-F5344CB8AC3E}">
        <p14:creationId xmlns:p14="http://schemas.microsoft.com/office/powerpoint/2010/main" val="20831423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AEA4F6-88D4-48F4-838A-79C86400D6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7F55C5-1AA2-4425-A0AE-B0E854CBCF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5DB5782-5A87-4C5E-89B6-4D32146A44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79158BB3-F97B-4562-91EF-7C505559BA0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394D735-1DC6-43D8-87A4-61149DBAF2D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8381C262-A821-4446-A8CC-919EA996A88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E085C2A-E466-44B9-A3FC-1030561D2B2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06213547-A579-4287-A326-A3F68319A678}"/>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C58C2DF-2224-43F4-A6C8-1E78CC8C4EDE}"/>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9E5C5E23-9170-4236-87D5-3EC6DF5E76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29</a:t>
            </a:r>
          </a:p>
        </p:txBody>
      </p:sp>
    </p:spTree>
    <p:extLst>
      <p:ext uri="{BB962C8B-B14F-4D97-AF65-F5344CB8AC3E}">
        <p14:creationId xmlns:p14="http://schemas.microsoft.com/office/powerpoint/2010/main" val="4878832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3AFE1F-7651-4B45-A859-5E1D2C10C6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85E401-BF03-42DD-829D-3E0434709A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516FDB7-84B9-49C2-BEE2-99049B1324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264E38D8-F8ED-4B27-9D3F-02141A4614D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D2D92E-D48D-4990-844C-210D4FFBA39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Magnitude of each error: series.abs() makes negative values positive while leaving nonnegative values unchanged. Averaging these magnitudes gives mean absolute error.</a:t>
            </a:r>
          </a:p>
        </p:txBody>
      </p:sp>
      <p:sp>
        <p:nvSpPr>
          <p:cNvPr id="6" name="">
            <a:extLst xmlns:a="http://schemas.openxmlformats.org/drawingml/2006/main">
              <a:ext uri="{FF2B5EF4-FFF2-40B4-BE49-F238E27FC236}">
                <a16:creationId xmlns:a16="http://schemas.microsoft.com/office/drawing/2014/main" id="{A20ADBB1-1B76-4199-9A8A-2B04E06E33D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30</a:t>
            </a:r>
          </a:p>
        </p:txBody>
      </p:sp>
    </p:spTree>
    <p:extLst>
      <p:ext uri="{BB962C8B-B14F-4D97-AF65-F5344CB8AC3E}">
        <p14:creationId xmlns:p14="http://schemas.microsoft.com/office/powerpoint/2010/main" val="212292153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A09290-EAF5-4434-9C43-770EB18B4BA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43BA85-3054-4515-A0E5-D15B51F907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E31414D-9DB4-4E9E-BBEE-8063152365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Squared error and square root</a:t>
            </a:r>
          </a:p>
        </p:txBody>
      </p:sp>
      <p:sp>
        <p:nvSpPr>
          <p:cNvPr id="4" name="">
            <a:extLst xmlns:a="http://schemas.openxmlformats.org/drawingml/2006/main">
              <a:ext uri="{FF2B5EF4-FFF2-40B4-BE49-F238E27FC236}">
                <a16:creationId xmlns:a16="http://schemas.microsoft.com/office/drawing/2014/main" id="{4FAAFC65-2857-4791-9379-07E7ACD97B0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127CC9-0690-478A-9BAB-370AC3878C2D}"/>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6" name="">
            <a:extLst xmlns:a="http://schemas.openxmlformats.org/drawingml/2006/main">
              <a:ext uri="{FF2B5EF4-FFF2-40B4-BE49-F238E27FC236}">
                <a16:creationId xmlns:a16="http://schemas.microsoft.com/office/drawing/2014/main" id="{C530976D-4886-4910-81C6-3EF4C5E4534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31</a:t>
            </a:r>
          </a:p>
        </p:txBody>
      </p:sp>
    </p:spTree>
    <p:extLst>
      <p:ext uri="{BB962C8B-B14F-4D97-AF65-F5344CB8AC3E}">
        <p14:creationId xmlns:p14="http://schemas.microsoft.com/office/powerpoint/2010/main" val="57760422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D61E82-AE9C-4B93-BB2A-2AEFE6986C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4F508A-8DCA-4F87-B5BA-91DCF4C8F6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E771589-6289-4F96-BFC5-0F8A9CC449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Line up observations and predictions</a:t>
            </a:r>
          </a:p>
        </p:txBody>
      </p:sp>
      <p:sp>
        <p:nvSpPr>
          <p:cNvPr id="4" name="">
            <a:extLst xmlns:a="http://schemas.openxmlformats.org/drawingml/2006/main">
              <a:ext uri="{FF2B5EF4-FFF2-40B4-BE49-F238E27FC236}">
                <a16:creationId xmlns:a16="http://schemas.microsoft.com/office/drawing/2014/main" id="{B51B0323-2772-4135-9790-D08544B46B3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327184-6590-4031-81D4-BC901A2497B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 record IDs and observed targets from validation rows.</a:t>
            </a:r>
          </a:p>
        </p:txBody>
      </p:sp>
      <p:sp>
        <p:nvSpPr>
          <p:cNvPr id="6" name="">
            <a:extLst xmlns:a="http://schemas.openxmlformats.org/drawingml/2006/main">
              <a:ext uri="{FF2B5EF4-FFF2-40B4-BE49-F238E27FC236}">
                <a16:creationId xmlns:a16="http://schemas.microsoft.com/office/drawing/2014/main" id="{7FEB219F-1EC2-4B58-83F4-F6B80AAF1A56}"/>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predictions in that same order.</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now pairs one observation with its own predicted value.</a:t>
            </a:r>
          </a:p>
        </p:txBody>
      </p:sp>
      <p:sp>
        <p:nvSpPr>
          <p:cNvPr id="7" name="">
            <a:extLst xmlns:a="http://schemas.openxmlformats.org/drawingml/2006/main">
              <a:ext uri="{FF2B5EF4-FFF2-40B4-BE49-F238E27FC236}">
                <a16:creationId xmlns:a16="http://schemas.microsoft.com/office/drawing/2014/main" id="{8504B310-BA81-44E3-A306-E18439A7B0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32</a:t>
            </a:r>
          </a:p>
        </p:txBody>
      </p:sp>
    </p:spTree>
    <p:extLst>
      <p:ext uri="{BB962C8B-B14F-4D97-AF65-F5344CB8AC3E}">
        <p14:creationId xmlns:p14="http://schemas.microsoft.com/office/powerpoint/2010/main" val="12706209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91C543-8826-4BC6-87EE-FCB31AF211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21247F-906D-446E-BB68-1DD5AE41BF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5308DD0-23D1-4F38-AA97-D10F44E8C6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 step 1</a:t>
            </a:r>
          </a:p>
        </p:txBody>
      </p:sp>
      <p:sp>
        <p:nvSpPr>
          <p:cNvPr id="4" name="">
            <a:extLst xmlns:a="http://schemas.openxmlformats.org/drawingml/2006/main">
              <a:ext uri="{FF2B5EF4-FFF2-40B4-BE49-F238E27FC236}">
                <a16:creationId xmlns:a16="http://schemas.microsoft.com/office/drawing/2014/main" id="{0DEAB08C-D022-4CA9-8875-9F2FB64FCD9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3481DF-8EA7-4F04-9709-834EAD6752F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 =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["record_id",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validation_results["predicted"] = validation_predictions</a:t>
            </a:r>
          </a:p>
        </p:txBody>
      </p:sp>
      <p:sp>
        <p:nvSpPr>
          <p:cNvPr id="6" name="">
            <a:extLst xmlns:a="http://schemas.openxmlformats.org/drawingml/2006/main">
              <a:ext uri="{FF2B5EF4-FFF2-40B4-BE49-F238E27FC236}">
                <a16:creationId xmlns:a16="http://schemas.microsoft.com/office/drawing/2014/main" id="{18045A51-141B-4201-8754-4C32CED35E0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AC4C709B-3171-4251-BBC6-0071151A2FB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1796FD23-4A9E-4819-9EE6-7368581CB0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33</a:t>
            </a:r>
          </a:p>
        </p:txBody>
      </p:sp>
    </p:spTree>
    <p:extLst>
      <p:ext uri="{BB962C8B-B14F-4D97-AF65-F5344CB8AC3E}">
        <p14:creationId xmlns:p14="http://schemas.microsoft.com/office/powerpoint/2010/main" val="6863548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C8143A-C8AE-4CB7-A11D-04EE45C89A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D96457-83FD-4E7B-8FF3-9D6F6B0D14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B353287-6947-4B45-B302-47CF428467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Measure how far predictions missed</a:t>
            </a:r>
          </a:p>
        </p:txBody>
      </p:sp>
      <p:sp>
        <p:nvSpPr>
          <p:cNvPr id="4" name="">
            <a:extLst xmlns:a="http://schemas.openxmlformats.org/drawingml/2006/main">
              <a:ext uri="{FF2B5EF4-FFF2-40B4-BE49-F238E27FC236}">
                <a16:creationId xmlns:a16="http://schemas.microsoft.com/office/drawing/2014/main" id="{B03C0AC7-E1FF-4BEA-9BD9-CA7A8AB9851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47A395-1E55-4513-83CC-7F8C7218333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Subtract predicted from observed values.</a:t>
            </a:r>
          </a:p>
        </p:txBody>
      </p:sp>
      <p:sp>
        <p:nvSpPr>
          <p:cNvPr id="6" name="">
            <a:extLst xmlns:a="http://schemas.openxmlformats.org/drawingml/2006/main">
              <a:ext uri="{FF2B5EF4-FFF2-40B4-BE49-F238E27FC236}">
                <a16:creationId xmlns:a16="http://schemas.microsoft.com/office/drawing/2014/main" id="{0AA1D9CD-7EB6-472A-A719-D4963C30BDE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errors mean underprediction; negative errors mean overprediction. abs removes signs for MAE.</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Squaring before averaging and taking a square root gives RMSE.</a:t>
            </a:r>
          </a:p>
        </p:txBody>
      </p:sp>
      <p:sp>
        <p:nvSpPr>
          <p:cNvPr id="7" name="">
            <a:extLst xmlns:a="http://schemas.openxmlformats.org/drawingml/2006/main">
              <a:ext uri="{FF2B5EF4-FFF2-40B4-BE49-F238E27FC236}">
                <a16:creationId xmlns:a16="http://schemas.microsoft.com/office/drawing/2014/main" id="{A14063F7-F5D0-4DE8-AE63-62A4D7A3BE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34</a:t>
            </a:r>
          </a:p>
        </p:txBody>
      </p:sp>
    </p:spTree>
    <p:extLst>
      <p:ext uri="{BB962C8B-B14F-4D97-AF65-F5344CB8AC3E}">
        <p14:creationId xmlns:p14="http://schemas.microsoft.com/office/powerpoint/2010/main" val="192523549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6C2B86-B40C-4AF9-B923-C7E8DA0BA5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B1F7B2-92D1-4B50-AB9B-0BFB3FFDD5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B075DDA-DDAE-4802-A4F7-EED5B97A7F7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 step 2</a:t>
            </a:r>
          </a:p>
        </p:txBody>
      </p:sp>
      <p:sp>
        <p:nvSpPr>
          <p:cNvPr id="4" name="">
            <a:extLst xmlns:a="http://schemas.openxmlformats.org/drawingml/2006/main">
              <a:ext uri="{FF2B5EF4-FFF2-40B4-BE49-F238E27FC236}">
                <a16:creationId xmlns:a16="http://schemas.microsoft.com/office/drawing/2014/main" id="{0480A613-2E46-4671-AA93-ED7C152A037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18F8E1-FCC4-4643-8176-352BA3E08F3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prediction_errors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validation_results["target"] - validation_results["predicted"]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prediction_errors.abs().mean()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(prediction_errors**2).mean()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print(validation_results.head())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print(round(float(mae), 4), round(float(rmse), 4))</a:t>
            </a:r>
          </a:p>
        </p:txBody>
      </p:sp>
      <p:sp>
        <p:nvSpPr>
          <p:cNvPr id="6" name="">
            <a:extLst xmlns:a="http://schemas.openxmlformats.org/drawingml/2006/main">
              <a:ext uri="{FF2B5EF4-FFF2-40B4-BE49-F238E27FC236}">
                <a16:creationId xmlns:a16="http://schemas.microsoft.com/office/drawing/2014/main" id="{18A9F513-56D7-4E6C-AA4B-0B3F5B39249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B7558B2A-57CF-493F-9D83-51A1F05EC8F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068075A4-D576-45B7-B21D-83EFCBE9FC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35</a:t>
            </a:r>
          </a:p>
        </p:txBody>
      </p:sp>
    </p:spTree>
    <p:extLst>
      <p:ext uri="{BB962C8B-B14F-4D97-AF65-F5344CB8AC3E}">
        <p14:creationId xmlns:p14="http://schemas.microsoft.com/office/powerpoint/2010/main" val="209863508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191B1B-A9FA-45EF-966C-431FA3FC530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905472-119E-4D30-B995-D200ECEB6F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B15E430-32BD-49C3-B75C-EA3CC16C88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Candidate evidence and latency</a:t>
            </a:r>
          </a:p>
        </p:txBody>
      </p:sp>
      <p:sp>
        <p:nvSpPr>
          <p:cNvPr id="4" name="">
            <a:extLst xmlns:a="http://schemas.openxmlformats.org/drawingml/2006/main">
              <a:ext uri="{FF2B5EF4-FFF2-40B4-BE49-F238E27FC236}">
                <a16:creationId xmlns:a16="http://schemas.microsoft.com/office/drawing/2014/main" id="{75F6895A-6079-467F-B9FA-EE622670C8F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5362A6-BACA-46B2-ADF9-975476CCDFC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44888A-4733-4415-B6E2-2BBF0272132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CSV supplies observations, not a table of model candidates or timings. Calculate validation MAE from its held-out observations.</a:t>
            </a:r>
          </a:p>
        </p:txBody>
      </p:sp>
      <p:sp>
        <p:nvSpPr>
          <p:cNvPr id="7" name="">
            <a:extLst xmlns:a="http://schemas.openxmlformats.org/drawingml/2006/main">
              <a:ext uri="{FF2B5EF4-FFF2-40B4-BE49-F238E27FC236}">
                <a16:creationId xmlns:a16="http://schemas.microsoft.com/office/drawing/2014/main" id="{406DDAF3-4CBD-409F-B947-9D6128C289B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Measure prediction time on this computer. Timing varies by machine and repeated run, so record the measurement conditions.</a:t>
            </a:r>
          </a:p>
        </p:txBody>
      </p:sp>
      <p:sp>
        <p:nvSpPr>
          <p:cNvPr id="8" name="">
            <a:extLst xmlns:a="http://schemas.openxmlformats.org/drawingml/2006/main">
              <a:ext uri="{FF2B5EF4-FFF2-40B4-BE49-F238E27FC236}">
                <a16:creationId xmlns:a16="http://schemas.microsoft.com/office/drawing/2014/main" id="{B1E25ED4-8E44-4770-BFBC-114D6236B4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36</a:t>
            </a:r>
          </a:p>
        </p:txBody>
      </p:sp>
    </p:spTree>
    <p:extLst>
      <p:ext uri="{BB962C8B-B14F-4D97-AF65-F5344CB8AC3E}">
        <p14:creationId xmlns:p14="http://schemas.microsoft.com/office/powerpoint/2010/main" val="4020984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64F1A5-B17E-48C0-BD9D-6E5ADDE759A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C8768B-0AEB-4FF2-B3F6-43D3AC91B6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5F5754A-D24D-434C-BD16-5E5C03E228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779251B-0485-4DF8-B450-5B0EA864B78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D3F82D-F243-4515-BCA1-2578AFC545C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6" name="">
            <a:extLst xmlns:a="http://schemas.openxmlformats.org/drawingml/2006/main">
              <a:ext uri="{FF2B5EF4-FFF2-40B4-BE49-F238E27FC236}">
                <a16:creationId xmlns:a16="http://schemas.microsoft.com/office/drawing/2014/main" id="{A6AEB97D-4326-4FA3-975B-AF98A2B4C8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37</a:t>
            </a:r>
          </a:p>
        </p:txBody>
      </p:sp>
    </p:spTree>
    <p:extLst>
      <p:ext uri="{BB962C8B-B14F-4D97-AF65-F5344CB8AC3E}">
        <p14:creationId xmlns:p14="http://schemas.microsoft.com/office/powerpoint/2010/main" val="84774008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18ACC-68FE-42B1-8ADC-1B1307B26B1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C373EC-57CD-4B2C-A245-EF3D747755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140DD0-7792-4367-B075-CEFF9B89DCB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Measuring elapsed time</a:t>
            </a:r>
          </a:p>
        </p:txBody>
      </p:sp>
      <p:sp>
        <p:nvSpPr>
          <p:cNvPr id="4" name="">
            <a:extLst xmlns:a="http://schemas.openxmlformats.org/drawingml/2006/main">
              <a:ext uri="{FF2B5EF4-FFF2-40B4-BE49-F238E27FC236}">
                <a16:creationId xmlns:a16="http://schemas.microsoft.com/office/drawing/2014/main" id="{BAEC1403-6091-4B5C-A1BD-6A4E17A43618}"/>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FF7A3E-5652-48D8-A509-1A1CFAFE2A49}"/>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perf_counter() reads a high-resolution clock in seconds. Subtract the earlier reading from the later one, then multiply by 1000 for milliseconds. One measured run is an illustration, not a reliable performance benchmark.</a:t>
            </a:r>
          </a:p>
        </p:txBody>
      </p:sp>
      <p:sp>
        <p:nvSpPr>
          <p:cNvPr id="6" name="">
            <a:extLst xmlns:a="http://schemas.openxmlformats.org/drawingml/2006/main">
              <a:ext uri="{FF2B5EF4-FFF2-40B4-BE49-F238E27FC236}">
                <a16:creationId xmlns:a16="http://schemas.microsoft.com/office/drawing/2014/main" id="{E7F719BD-55B0-41FE-9E41-1956844A9F7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38</a:t>
            </a:r>
          </a:p>
        </p:txBody>
      </p:sp>
    </p:spTree>
    <p:extLst>
      <p:ext uri="{BB962C8B-B14F-4D97-AF65-F5344CB8AC3E}">
        <p14:creationId xmlns:p14="http://schemas.microsoft.com/office/powerpoint/2010/main" val="198870032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AF6767-A5DB-4C09-B59F-14A2087A89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CEFE09-5E98-4B0F-AC22-1EAA9AEBDFE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D27C175-E90C-4A15-A415-2DD99C31A6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Time prediction, not training</a:t>
            </a:r>
          </a:p>
        </p:txBody>
      </p:sp>
      <p:sp>
        <p:nvSpPr>
          <p:cNvPr id="4" name="">
            <a:extLst xmlns:a="http://schemas.openxmlformats.org/drawingml/2006/main">
              <a:ext uri="{FF2B5EF4-FFF2-40B4-BE49-F238E27FC236}">
                <a16:creationId xmlns:a16="http://schemas.microsoft.com/office/drawing/2014/main" id="{FAB1EDC5-9F29-4F77-BD08-F273169E5D7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104306-0128-4865-B7BD-247893F64CA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perf_counter reads seconds from a high-resolution clock.</a:t>
            </a:r>
          </a:p>
        </p:txBody>
      </p:sp>
      <p:sp>
        <p:nvSpPr>
          <p:cNvPr id="6" name="">
            <a:extLst xmlns:a="http://schemas.openxmlformats.org/drawingml/2006/main">
              <a:ext uri="{FF2B5EF4-FFF2-40B4-BE49-F238E27FC236}">
                <a16:creationId xmlns:a16="http://schemas.microsoft.com/office/drawing/2014/main" id="{891E2C2E-DAC9-4FB7-924E-BB2CCFF94F3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it immediately before and after predict.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Convert elapsed seconds to milliseconds and divide by row count.</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timing is illustrative: repeated measurements are needed for a reliable speed claim.</a:t>
            </a:r>
          </a:p>
        </p:txBody>
      </p:sp>
      <p:sp>
        <p:nvSpPr>
          <p:cNvPr id="7" name="">
            <a:extLst xmlns:a="http://schemas.openxmlformats.org/drawingml/2006/main">
              <a:ext uri="{FF2B5EF4-FFF2-40B4-BE49-F238E27FC236}">
                <a16:creationId xmlns:a16="http://schemas.microsoft.com/office/drawing/2014/main" id="{4B40DF37-AC2D-458E-B1CF-A1F8FB0814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39</a:t>
            </a:r>
          </a:p>
        </p:txBody>
      </p:sp>
    </p:spTree>
    <p:extLst>
      <p:ext uri="{BB962C8B-B14F-4D97-AF65-F5344CB8AC3E}">
        <p14:creationId xmlns:p14="http://schemas.microsoft.com/office/powerpoint/2010/main" val="175267797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A11235-0416-40A5-978C-4B53B396E1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EC16C4-CACD-4E56-9896-E6152458DC1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0EADC7B-674F-4F9B-BA1D-C63CF1DC33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1</a:t>
            </a:r>
          </a:p>
        </p:txBody>
      </p:sp>
      <p:sp>
        <p:nvSpPr>
          <p:cNvPr id="4" name="">
            <a:extLst xmlns:a="http://schemas.openxmlformats.org/drawingml/2006/main">
              <a:ext uri="{FF2B5EF4-FFF2-40B4-BE49-F238E27FC236}">
                <a16:creationId xmlns:a16="http://schemas.microsoft.com/office/drawing/2014/main" id="{DCE3723D-F407-4DEC-9B42-E301F00E489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76749B-B685-4FED-888B-F5647B44581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time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prediction_start_time =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prediction_time_ms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(perf_counter() - prediction_start_time)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1000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len(validation_data)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5DE72276-692D-4F3E-8A34-44C29505CB7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AB4B030-F4F5-4AB3-A5E9-C2AB10CA40E1}"/>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prediction_start_time: timer reading immediately before predicting the batch.</a:t>
            </a:r>
          </a:p>
        </p:txBody>
      </p:sp>
      <p:sp>
        <p:nvSpPr>
          <p:cNvPr id="8" name="">
            <a:extLst xmlns:a="http://schemas.openxmlformats.org/drawingml/2006/main">
              <a:ext uri="{FF2B5EF4-FFF2-40B4-BE49-F238E27FC236}">
                <a16:creationId xmlns:a16="http://schemas.microsoft.com/office/drawing/2014/main" id="{411C15C8-5ACA-410A-9EE2-2DE581977E7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29FBF88D-0752-424C-936B-02F2FD0998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40</a:t>
            </a:r>
          </a:p>
        </p:txBody>
      </p:sp>
    </p:spTree>
    <p:extLst>
      <p:ext uri="{BB962C8B-B14F-4D97-AF65-F5344CB8AC3E}">
        <p14:creationId xmlns:p14="http://schemas.microsoft.com/office/powerpoint/2010/main" val="52017126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B4A27C-EE8D-4AB8-B477-7CBE515A6F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C4F600-C062-4674-ACC6-B5F5F746E0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B70167B-80F8-47D3-B114-8D8176BB84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2</a:t>
            </a:r>
          </a:p>
        </p:txBody>
      </p:sp>
      <p:sp>
        <p:nvSpPr>
          <p:cNvPr id="4" name="">
            <a:extLst xmlns:a="http://schemas.openxmlformats.org/drawingml/2006/main">
              <a:ext uri="{FF2B5EF4-FFF2-40B4-BE49-F238E27FC236}">
                <a16:creationId xmlns:a16="http://schemas.microsoft.com/office/drawing/2014/main" id="{B683EA24-290D-42D3-94E6-5E33D935B60B}"/>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7ED832-4FC4-4317-851B-293DE528A34A}"/>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candidate_models: table of model names, measured validation errors and prediction times.</a:t>
            </a:r>
          </a:p>
        </p:txBody>
      </p:sp>
      <p:sp>
        <p:nvSpPr>
          <p:cNvPr id="6" name="">
            <a:extLst xmlns:a="http://schemas.openxmlformats.org/drawingml/2006/main">
              <a:ext uri="{FF2B5EF4-FFF2-40B4-BE49-F238E27FC236}">
                <a16:creationId xmlns:a16="http://schemas.microsoft.com/office/drawing/2014/main" id="{55F41292-BB88-46C8-84BB-15EF9A1488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41</a:t>
            </a:r>
          </a:p>
        </p:txBody>
      </p:sp>
    </p:spTree>
    <p:extLst>
      <p:ext uri="{BB962C8B-B14F-4D97-AF65-F5344CB8AC3E}">
        <p14:creationId xmlns:p14="http://schemas.microsoft.com/office/powerpoint/2010/main" val="164003230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C91B78-0FCA-4AF5-AE99-7B1DF94E22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AB62CA-90D8-419B-BD51-443209920B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188B775-4BC4-421D-A1B2-F774C992F1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 step 2</a:t>
            </a:r>
          </a:p>
        </p:txBody>
      </p:sp>
      <p:sp>
        <p:nvSpPr>
          <p:cNvPr id="4" name="">
            <a:extLst xmlns:a="http://schemas.openxmlformats.org/drawingml/2006/main">
              <a:ext uri="{FF2B5EF4-FFF2-40B4-BE49-F238E27FC236}">
                <a16:creationId xmlns:a16="http://schemas.microsoft.com/office/drawing/2014/main" id="{4954919E-DFDB-4D79-B2D8-06A346D386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73825F-49F8-4760-9B4C-B5FB198B46C1}"/>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candidate_models = pd.DataFrame(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"name": ["linear"],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[float(mae)],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"latency_ms": [prediction_time_ms],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print(candidate_models)</a:t>
            </a:r>
          </a:p>
        </p:txBody>
      </p:sp>
      <p:sp>
        <p:nvSpPr>
          <p:cNvPr id="6" name="">
            <a:extLst xmlns:a="http://schemas.openxmlformats.org/drawingml/2006/main">
              <a:ext uri="{FF2B5EF4-FFF2-40B4-BE49-F238E27FC236}">
                <a16:creationId xmlns:a16="http://schemas.microsoft.com/office/drawing/2014/main" id="{5001C658-D5F7-42C4-9239-F8A31F93C2D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09E8A0D-A583-42C7-857A-61196DE19049}"/>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prediction_start_time: timer reading immediately before predicting the batch.</a:t>
            </a:r>
          </a:p>
        </p:txBody>
      </p:sp>
      <p:sp>
        <p:nvSpPr>
          <p:cNvPr id="8" name="">
            <a:extLst xmlns:a="http://schemas.openxmlformats.org/drawingml/2006/main">
              <a:ext uri="{FF2B5EF4-FFF2-40B4-BE49-F238E27FC236}">
                <a16:creationId xmlns:a16="http://schemas.microsoft.com/office/drawing/2014/main" id="{582A726F-3514-4284-A902-A9960E862FC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588BF07C-20CF-4831-8B78-2F6EE3CE4E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42</a:t>
            </a:r>
          </a:p>
        </p:txBody>
      </p:sp>
    </p:spTree>
    <p:extLst>
      <p:ext uri="{BB962C8B-B14F-4D97-AF65-F5344CB8AC3E}">
        <p14:creationId xmlns:p14="http://schemas.microsoft.com/office/powerpoint/2010/main" val="102828557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C0AEEA-E1F3-4A4A-ABE2-67797499CA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BE6365-4666-423D-8744-28AF1573B82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F53774E-47D0-4C7F-A6D6-8737CCED66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Constraints and tie-breaks</a:t>
            </a:r>
          </a:p>
        </p:txBody>
      </p:sp>
      <p:sp>
        <p:nvSpPr>
          <p:cNvPr id="4" name="">
            <a:extLst xmlns:a="http://schemas.openxmlformats.org/drawingml/2006/main">
              <a:ext uri="{FF2B5EF4-FFF2-40B4-BE49-F238E27FC236}">
                <a16:creationId xmlns:a16="http://schemas.microsoft.com/office/drawing/2014/main" id="{5A3DFEEA-C540-484A-9322-163F689E1C7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D0B7C4-0A51-4CE2-99D4-133216EF0F6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51A48CA-FDBE-4AEE-ABB1-8AD4987AB3E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classroom decision, use MAE at most 10 target units and mean latency at most 10 ms per observation. These are stated practice requirements.</a:t>
            </a:r>
          </a:p>
        </p:txBody>
      </p:sp>
      <p:sp>
        <p:nvSpPr>
          <p:cNvPr id="7" name="">
            <a:extLst xmlns:a="http://schemas.openxmlformats.org/drawingml/2006/main">
              <a:ext uri="{FF2B5EF4-FFF2-40B4-BE49-F238E27FC236}">
                <a16:creationId xmlns:a16="http://schemas.microsoft.com/office/drawing/2014/main" id="{E6D7CCD3-B3BE-403F-9995-CB3A8EC21FB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Filter both limits inclusively. sort_values ranks eligible rows by validation_mae, then latency_ms, then name. empty detects no eligible rows.</a:t>
            </a:r>
          </a:p>
        </p:txBody>
      </p:sp>
      <p:sp>
        <p:nvSpPr>
          <p:cNvPr id="8" name="">
            <a:extLst xmlns:a="http://schemas.openxmlformats.org/drawingml/2006/main">
              <a:ext uri="{FF2B5EF4-FFF2-40B4-BE49-F238E27FC236}">
                <a16:creationId xmlns:a16="http://schemas.microsoft.com/office/drawing/2014/main" id="{CA3431BF-6D75-4624-B927-C9ABBF8B179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43</a:t>
            </a:r>
          </a:p>
        </p:txBody>
      </p:sp>
    </p:spTree>
    <p:extLst>
      <p:ext uri="{BB962C8B-B14F-4D97-AF65-F5344CB8AC3E}">
        <p14:creationId xmlns:p14="http://schemas.microsoft.com/office/powerpoint/2010/main" val="171465330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694E3E-3456-44C1-AD4B-7CE58B5C9F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0FE46C-60D4-49AD-8B67-8F0E3964C0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F6895BF-C2D1-4880-B91A-DB84ADF112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A16766B-DCD6-421D-A61E-D51CA342DB9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40CEE3-FB2B-48F9-AF4A-B888174BF39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Checking for no rows: equipment_data.empty is True when the filtered table has no entries. Check it before attempting to select a first row. empty is a property, without parentheses.</a:t>
            </a:r>
          </a:p>
        </p:txBody>
      </p:sp>
      <p:sp>
        <p:nvSpPr>
          <p:cNvPr id="6" name="">
            <a:extLst xmlns:a="http://schemas.openxmlformats.org/drawingml/2006/main">
              <a:ext uri="{FF2B5EF4-FFF2-40B4-BE49-F238E27FC236}">
                <a16:creationId xmlns:a16="http://schemas.microsoft.com/office/drawing/2014/main" id="{C3831647-B178-44D2-8401-3414D775845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AB0336A-7D8E-49E2-955B-4CBDC063E25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Sorting by several columns: equipment_data.sort_values(["validation_mae", "latency_ms", "name"]) sorts ascending by error first. Equal errors use latency, then alphabetical name as tie-breaks.</a:t>
            </a:r>
          </a:p>
        </p:txBody>
      </p:sp>
      <p:sp>
        <p:nvSpPr>
          <p:cNvPr id="8" name="">
            <a:extLst xmlns:a="http://schemas.openxmlformats.org/drawingml/2006/main">
              <a:ext uri="{FF2B5EF4-FFF2-40B4-BE49-F238E27FC236}">
                <a16:creationId xmlns:a16="http://schemas.microsoft.com/office/drawing/2014/main" id="{F2C26B2C-AEA2-4429-A948-B9F769F51E9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3F6710A-053D-41B0-B2B4-2FF715EBDE68}"/>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by row position: equipment_data.iloc[0] selects the first row by its position, not its label. ["name"] then selects that row’s name field. An empty table has no row at position zero.</a:t>
            </a:r>
          </a:p>
        </p:txBody>
      </p:sp>
      <p:sp>
        <p:nvSpPr>
          <p:cNvPr id="10" name="">
            <a:extLst xmlns:a="http://schemas.openxmlformats.org/drawingml/2006/main">
              <a:ext uri="{FF2B5EF4-FFF2-40B4-BE49-F238E27FC236}">
                <a16:creationId xmlns:a16="http://schemas.microsoft.com/office/drawing/2014/main" id="{9C4740F2-F25C-4B07-9F19-56A432CEF3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44</a:t>
            </a:r>
          </a:p>
        </p:txBody>
      </p:sp>
    </p:spTree>
    <p:extLst>
      <p:ext uri="{BB962C8B-B14F-4D97-AF65-F5344CB8AC3E}">
        <p14:creationId xmlns:p14="http://schemas.microsoft.com/office/powerpoint/2010/main" val="88183292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ED45AA-8CAE-4C33-9FF4-0E1C65B0DD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48B36A-7394-4606-B622-3B4334BBCA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6136AF2-178A-4CA3-BE93-BD34EC5A67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a condition before calculating</a:t>
            </a:r>
          </a:p>
        </p:txBody>
      </p:sp>
      <p:sp>
        <p:nvSpPr>
          <p:cNvPr id="4" name="">
            <a:extLst xmlns:a="http://schemas.openxmlformats.org/drawingml/2006/main">
              <a:ext uri="{FF2B5EF4-FFF2-40B4-BE49-F238E27FC236}">
                <a16:creationId xmlns:a16="http://schemas.microsoft.com/office/drawing/2014/main" id="{5A078FE7-50AF-4B71-87BA-E20EA3D00A4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2B7E6A6-5BD6-41C1-9F74-DDB28B35A872}"/>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if condition: runs its indented statements only when the condition is True. else: handles the other case. Check for a nonzero denominator before division, and for a nonempty table before selecting its first row.</a:t>
            </a:r>
          </a:p>
        </p:txBody>
      </p:sp>
      <p:sp>
        <p:nvSpPr>
          <p:cNvPr id="6" name="">
            <a:extLst xmlns:a="http://schemas.openxmlformats.org/drawingml/2006/main">
              <a:ext uri="{FF2B5EF4-FFF2-40B4-BE49-F238E27FC236}">
                <a16:creationId xmlns:a16="http://schemas.microsoft.com/office/drawing/2014/main" id="{A37B531F-363D-40F7-84EC-00B9EEC45F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45</a:t>
            </a:r>
          </a:p>
        </p:txBody>
      </p:sp>
    </p:spTree>
    <p:extLst>
      <p:ext uri="{BB962C8B-B14F-4D97-AF65-F5344CB8AC3E}">
        <p14:creationId xmlns:p14="http://schemas.microsoft.com/office/powerpoint/2010/main" val="73683019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A9173F-DB99-4784-A04F-15926006157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F6F6-D8A1-48E2-AADE-AEFCD990DE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A564946-0133-40B7-B16D-8E7DFE4C48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1</a:t>
            </a:r>
          </a:p>
        </p:txBody>
      </p:sp>
      <p:sp>
        <p:nvSpPr>
          <p:cNvPr id="4" name="">
            <a:extLst xmlns:a="http://schemas.openxmlformats.org/drawingml/2006/main">
              <a:ext uri="{FF2B5EF4-FFF2-40B4-BE49-F238E27FC236}">
                <a16:creationId xmlns:a16="http://schemas.microsoft.com/office/drawing/2014/main" id="{9EEFB8DC-B89B-4DFC-BBAA-F57DBA6DB68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1E2324-4011-4CB7-A083-E02BD920901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error_is_acceptable = candidate_models["validation_mae"]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time_is_acceptable = candidate_models["latency_ms"]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model_is_eligible = error_is_acceptable &amp; time_is_acceptable</a:t>
            </a:r>
          </a:p>
        </p:txBody>
      </p:sp>
      <p:sp>
        <p:nvSpPr>
          <p:cNvPr id="6" name="">
            <a:extLst xmlns:a="http://schemas.openxmlformats.org/drawingml/2006/main">
              <a:ext uri="{FF2B5EF4-FFF2-40B4-BE49-F238E27FC236}">
                <a16:creationId xmlns:a16="http://schemas.microsoft.com/office/drawing/2014/main" id="{889B8B6E-C30E-43A7-8A7E-6373AAB2F4B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72B7B125-9855-4B72-946F-E57F8F31900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6CAD54F-593C-4772-A953-41E90678DA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46</a:t>
            </a:r>
          </a:p>
        </p:txBody>
      </p:sp>
    </p:spTree>
    <p:extLst>
      <p:ext uri="{BB962C8B-B14F-4D97-AF65-F5344CB8AC3E}">
        <p14:creationId xmlns:p14="http://schemas.microsoft.com/office/powerpoint/2010/main" val="9508382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A8333B-266C-4A9D-BFDD-E1C099E481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AFF571-D234-4873-860D-60E233D8E2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CB8B4CB-0B70-4240-9352-B8B348E778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Apply both model-selection rules</a:t>
            </a:r>
          </a:p>
        </p:txBody>
      </p:sp>
      <p:sp>
        <p:nvSpPr>
          <p:cNvPr id="4" name="">
            <a:extLst xmlns:a="http://schemas.openxmlformats.org/drawingml/2006/main">
              <a:ext uri="{FF2B5EF4-FFF2-40B4-BE49-F238E27FC236}">
                <a16:creationId xmlns:a16="http://schemas.microsoft.com/office/drawing/2014/main" id="{C1770DE4-6219-4D1A-9E77-77EA70B0104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9D5364-37CC-4F66-97ED-2F169053F788}"/>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candidate must satisfy both the error limit and the time limit.</a:t>
            </a:r>
          </a:p>
        </p:txBody>
      </p:sp>
      <p:sp>
        <p:nvSpPr>
          <p:cNvPr id="6" name="">
            <a:extLst xmlns:a="http://schemas.openxmlformats.org/drawingml/2006/main">
              <a:ext uri="{FF2B5EF4-FFF2-40B4-BE49-F238E27FC236}">
                <a16:creationId xmlns:a16="http://schemas.microsoft.com/office/drawing/2014/main" id="{0C8D3C6C-DD6D-4400-BAA6-CD76A312566A}"/>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each column with its limit first, then combine the True/False answers with &amp;.</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Filtering can return no rows.</a:t>
            </a:r>
          </a:p>
        </p:txBody>
      </p:sp>
      <p:sp>
        <p:nvSpPr>
          <p:cNvPr id="7" name="">
            <a:extLst xmlns:a="http://schemas.openxmlformats.org/drawingml/2006/main">
              <a:ext uri="{FF2B5EF4-FFF2-40B4-BE49-F238E27FC236}">
                <a16:creationId xmlns:a16="http://schemas.microsoft.com/office/drawing/2014/main" id="{EFB398E1-489D-4435-A270-EFFDF164C1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47</a:t>
            </a:r>
          </a:p>
        </p:txBody>
      </p:sp>
    </p:spTree>
    <p:extLst>
      <p:ext uri="{BB962C8B-B14F-4D97-AF65-F5344CB8AC3E}">
        <p14:creationId xmlns:p14="http://schemas.microsoft.com/office/powerpoint/2010/main" val="24239955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EFDDAD-23B4-4558-B717-4D78CD548AD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F9FAEB-C863-4888-8A59-5FBC60168F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492451E-63E1-45BF-A60C-280C03748A7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2</a:t>
            </a:r>
          </a:p>
        </p:txBody>
      </p:sp>
      <p:sp>
        <p:nvSpPr>
          <p:cNvPr id="4" name="">
            <a:extLst xmlns:a="http://schemas.openxmlformats.org/drawingml/2006/main">
              <a:ext uri="{FF2B5EF4-FFF2-40B4-BE49-F238E27FC236}">
                <a16:creationId xmlns:a16="http://schemas.microsoft.com/office/drawing/2014/main" id="{29784998-36D7-4EA6-A0A7-0DD26B54FFE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25C8F64-5DF6-4A12-B8BB-CEF97BBA242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eligible_models = candidate_models[model_is_eligible]</a:t>
            </a:r>
          </a:p>
        </p:txBody>
      </p:sp>
      <p:sp>
        <p:nvSpPr>
          <p:cNvPr id="6" name="">
            <a:extLst xmlns:a="http://schemas.openxmlformats.org/drawingml/2006/main">
              <a:ext uri="{FF2B5EF4-FFF2-40B4-BE49-F238E27FC236}">
                <a16:creationId xmlns:a16="http://schemas.microsoft.com/office/drawing/2014/main" id="{27B68F00-C89A-405E-BB85-A41935FF9ED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513EF9E4-52E6-46F3-92CA-A96DD5D3DA1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7072C1AE-8995-456A-9E4A-83F1E4B597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48</a:t>
            </a:r>
          </a:p>
        </p:txBody>
      </p:sp>
    </p:spTree>
    <p:extLst>
      <p:ext uri="{BB962C8B-B14F-4D97-AF65-F5344CB8AC3E}">
        <p14:creationId xmlns:p14="http://schemas.microsoft.com/office/powerpoint/2010/main" val="46014518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E6CDC7-E569-4B5F-9DDB-5A9D34361F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B25A63-E3EA-4D27-83D3-C82DFEA609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420446-EBE9-4140-BBE2-2F0F8F1DF8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only if an eligible model exists</a:t>
            </a:r>
          </a:p>
        </p:txBody>
      </p:sp>
      <p:sp>
        <p:nvSpPr>
          <p:cNvPr id="4" name="">
            <a:extLst xmlns:a="http://schemas.openxmlformats.org/drawingml/2006/main">
              <a:ext uri="{FF2B5EF4-FFF2-40B4-BE49-F238E27FC236}">
                <a16:creationId xmlns:a16="http://schemas.microsoft.com/office/drawing/2014/main" id="{B4DD1DBD-F1B1-486A-A357-A10F2D82BAB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2A554A-4D51-4823-883D-48A7612B68C5}"/>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sort_values orders by error, then time, then name. empty answers whether no rows remain.</a:t>
            </a:r>
          </a:p>
        </p:txBody>
      </p:sp>
      <p:sp>
        <p:nvSpPr>
          <p:cNvPr id="6" name="">
            <a:extLst xmlns:a="http://schemas.openxmlformats.org/drawingml/2006/main">
              <a:ext uri="{FF2B5EF4-FFF2-40B4-BE49-F238E27FC236}">
                <a16:creationId xmlns:a16="http://schemas.microsoft.com/office/drawing/2014/main" id="{4E52E81D-53F1-42A7-A6F4-21F417FCF43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it before iloc[0], which requests the first row by position.</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None when no candidate qualifies.</a:t>
            </a:r>
          </a:p>
        </p:txBody>
      </p:sp>
      <p:sp>
        <p:nvSpPr>
          <p:cNvPr id="7" name="">
            <a:extLst xmlns:a="http://schemas.openxmlformats.org/drawingml/2006/main">
              <a:ext uri="{FF2B5EF4-FFF2-40B4-BE49-F238E27FC236}">
                <a16:creationId xmlns:a16="http://schemas.microsoft.com/office/drawing/2014/main" id="{965A597B-4AFA-4E12-8B04-4AB03C8900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49</a:t>
            </a:r>
          </a:p>
        </p:txBody>
      </p:sp>
    </p:spTree>
    <p:extLst>
      <p:ext uri="{BB962C8B-B14F-4D97-AF65-F5344CB8AC3E}">
        <p14:creationId xmlns:p14="http://schemas.microsoft.com/office/powerpoint/2010/main" val="120885701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2FDEA6-478A-4C32-80F1-8C95E91698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799A5F-CCF0-4834-884E-A8132D988C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42C9FFB-17E7-4A65-AFEF-183F63ACA1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 step 3</a:t>
            </a:r>
          </a:p>
        </p:txBody>
      </p:sp>
      <p:sp>
        <p:nvSpPr>
          <p:cNvPr id="4" name="">
            <a:extLst xmlns:a="http://schemas.openxmlformats.org/drawingml/2006/main">
              <a:ext uri="{FF2B5EF4-FFF2-40B4-BE49-F238E27FC236}">
                <a16:creationId xmlns:a16="http://schemas.microsoft.com/office/drawing/2014/main" id="{12B25760-240B-470F-BDCA-712DFCCB79A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96208F-5B00-4B58-B64F-1340E284B5C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ranked_models = eligible_models.sort_values(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"latency_ms", "name"]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ranked_models.empty: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a:t>
            </a:r>
            <a:r>
              <a:rPr sz="1875" b="0">
                <a:solidFill>
                  <a:srgbClr val="FFB080"/>
                </a:solidFill>
                <a:latin typeface="Courier New"/>
                <a:ea typeface="Courier New"/>
                <a:cs typeface="Courier New"/>
              </a:rPr>
              <a:t>None</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else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ranked_models.iloc[0]["name"]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print(selected_model_name)</a:t>
            </a:r>
          </a:p>
        </p:txBody>
      </p:sp>
      <p:sp>
        <p:nvSpPr>
          <p:cNvPr id="6" name="">
            <a:extLst xmlns:a="http://schemas.openxmlformats.org/drawingml/2006/main">
              <a:ext uri="{FF2B5EF4-FFF2-40B4-BE49-F238E27FC236}">
                <a16:creationId xmlns:a16="http://schemas.microsoft.com/office/drawing/2014/main" id="{F6976CA9-8C4A-4A81-A138-749932BC89A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9B783180-67BB-4EC7-A733-DF0F75D082C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FCB454A8-EC84-4D4B-BCE9-4ACEA7FF7D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50</a:t>
            </a:r>
          </a:p>
        </p:txBody>
      </p:sp>
    </p:spTree>
    <p:extLst>
      <p:ext uri="{BB962C8B-B14F-4D97-AF65-F5344CB8AC3E}">
        <p14:creationId xmlns:p14="http://schemas.microsoft.com/office/powerpoint/2010/main" val="8177297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AFE50A-F5F9-4F38-977D-18B8DD2CB8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49C16C-D2D8-40D1-A353-C475421A57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28A44F7-4D76-4E33-B64D-6779FDDFB0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Interpreting the recommendation</a:t>
            </a:r>
          </a:p>
        </p:txBody>
      </p:sp>
      <p:sp>
        <p:nvSpPr>
          <p:cNvPr id="4" name="">
            <a:extLst xmlns:a="http://schemas.openxmlformats.org/drawingml/2006/main">
              <a:ext uri="{FF2B5EF4-FFF2-40B4-BE49-F238E27FC236}">
                <a16:creationId xmlns:a16="http://schemas.microsoft.com/office/drawing/2014/main" id="{B9218DB2-E4DD-4D15-9A71-2BED6A6A13C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E93D65-693D-4650-A82A-9B0FDBEF878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7AEC37-6251-4025-A591-17352B4F6BB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State the data, split, metric, timing method and constraints. Report when the measured model fails a requirement.</a:t>
            </a:r>
          </a:p>
        </p:txBody>
      </p:sp>
      <p:sp>
        <p:nvSpPr>
          <p:cNvPr id="7" name="">
            <a:extLst xmlns:a="http://schemas.openxmlformats.org/drawingml/2006/main">
              <a:ext uri="{FF2B5EF4-FFF2-40B4-BE49-F238E27FC236}">
                <a16:creationId xmlns:a16="http://schemas.microsoft.com/office/drawing/2014/main" id="{2D2629FA-4247-4484-BF8D-42D22A8B576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Tune hyperparameters using validation or cross-validation_data. Preserve the final test until the choice is fixed.</a:t>
            </a:r>
          </a:p>
        </p:txBody>
      </p:sp>
      <p:sp>
        <p:nvSpPr>
          <p:cNvPr id="8" name="">
            <a:extLst xmlns:a="http://schemas.openxmlformats.org/drawingml/2006/main">
              <a:ext uri="{FF2B5EF4-FFF2-40B4-BE49-F238E27FC236}">
                <a16:creationId xmlns:a16="http://schemas.microsoft.com/office/drawing/2014/main" id="{61A10BE4-8A1B-493D-890B-73C492B417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51</a:t>
            </a:r>
          </a:p>
        </p:txBody>
      </p:sp>
    </p:spTree>
    <p:extLst>
      <p:ext uri="{BB962C8B-B14F-4D97-AF65-F5344CB8AC3E}">
        <p14:creationId xmlns:p14="http://schemas.microsoft.com/office/powerpoint/2010/main" val="57691618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DCD899-B594-435A-8A89-3DA0B28718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2A1BC5-5C4E-4F0E-B36F-B95B90244E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2C3979F-CA76-4E7E-8F8E-03A8127FCC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8DF50A25-4798-4283-BEA2-2EF439C8FC1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E6589B-4C5E-495B-BE51-7F25B626CD3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CDB53B6-07D9-4559-BE05-1A3407D6483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3AC5D95A-1ACB-4C39-AE9F-77F9DE29E75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validation_results.</a:t>
            </a:r>
          </a:p>
        </p:txBody>
      </p:sp>
      <p:sp>
        <p:nvSpPr>
          <p:cNvPr id="8" name="">
            <a:extLst xmlns:a="http://schemas.openxmlformats.org/drawingml/2006/main">
              <a:ext uri="{FF2B5EF4-FFF2-40B4-BE49-F238E27FC236}">
                <a16:creationId xmlns:a16="http://schemas.microsoft.com/office/drawing/2014/main" id="{76B27D45-E307-4A5F-BB4C-6770EED0D6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52</a:t>
            </a:r>
          </a:p>
        </p:txBody>
      </p:sp>
    </p:spTree>
    <p:extLst>
      <p:ext uri="{BB962C8B-B14F-4D97-AF65-F5344CB8AC3E}">
        <p14:creationId xmlns:p14="http://schemas.microsoft.com/office/powerpoint/2010/main" val="52272933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04CF34-686F-4C8B-A579-0ECCE264D0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A9488F-E941-4AE9-A460-D67B18D6A03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EFF5D71-14DA-4441-8BC7-837C6E4C22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BEA40FB-50B8-43D8-B2DA-764769243A5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F2C853-1462-40D5-BED7-67E9A5F40F0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21794C-A6C2-4016-A4A2-6871FF6E364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7" name="">
            <a:extLst xmlns:a="http://schemas.openxmlformats.org/drawingml/2006/main">
              <a:ext uri="{FF2B5EF4-FFF2-40B4-BE49-F238E27FC236}">
                <a16:creationId xmlns:a16="http://schemas.microsoft.com/office/drawing/2014/main" id="{7D600C53-E6D9-43FB-86CE-20EA2335C2F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8" name="">
            <a:extLst xmlns:a="http://schemas.openxmlformats.org/drawingml/2006/main">
              <a:ext uri="{FF2B5EF4-FFF2-40B4-BE49-F238E27FC236}">
                <a16:creationId xmlns:a16="http://schemas.microsoft.com/office/drawing/2014/main" id="{5E63BD9A-9676-4D82-80CA-CFA50FEE81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53</a:t>
            </a:r>
          </a:p>
        </p:txBody>
      </p:sp>
    </p:spTree>
    <p:extLst>
      <p:ext uri="{BB962C8B-B14F-4D97-AF65-F5344CB8AC3E}">
        <p14:creationId xmlns:p14="http://schemas.microsoft.com/office/powerpoint/2010/main" val="89960987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E47A7B-998B-497F-8096-7568770C35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8B5661-0562-4973-B91E-BF3DE66F6C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0A038B9-8AE4-448B-AF00-E76994EB01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8DA4EA87-E9F9-4F9A-A35A-046412394CF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9B2A97-FB01-4F42-8582-F3802FB9EA75}"/>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353BEAD1-855D-4B7F-91AF-17CD27F5DB9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54</a:t>
            </a:r>
          </a:p>
        </p:txBody>
      </p:sp>
    </p:spTree>
    <p:extLst>
      <p:ext uri="{BB962C8B-B14F-4D97-AF65-F5344CB8AC3E}">
        <p14:creationId xmlns:p14="http://schemas.microsoft.com/office/powerpoint/2010/main" val="142793881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6E917E-3DDB-40DF-B4ED-23602157F2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04A72F-6D58-474B-B0BC-C81C663390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371444-6DCB-4B19-9C86-E1F520B347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0F6C2E6B-B251-407D-ACA5-E323C42E665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CA21D5-5CF7-4748-A43B-BF3A8EDC9DD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0FE1AF58-0655-4F55-BFA8-A6EE3983FC8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19FC3061-6E2B-4506-B854-E62FB108F8A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1560ED4C-C07F-4F0C-99CF-BF7DB225B3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55</a:t>
            </a:r>
          </a:p>
        </p:txBody>
      </p:sp>
    </p:spTree>
    <p:extLst>
      <p:ext uri="{BB962C8B-B14F-4D97-AF65-F5344CB8AC3E}">
        <p14:creationId xmlns:p14="http://schemas.microsoft.com/office/powerpoint/2010/main" val="153548222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DA2C49-D91B-4938-A9C3-F302494B3B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1F7BB7-8060-4F51-8A5E-41634B7ECB8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140D643-7571-43C1-B4A4-6EDF7CD4C8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DB0D11C3-936B-485C-9A88-0DF7A7FBEF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D1CA73B-3A9A-457A-89B9-B20F7BB23A1B}"/>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crusher energy demand.</a:t>
            </a:r>
          </a:p>
        </p:txBody>
      </p:sp>
      <p:sp>
        <p:nvSpPr>
          <p:cNvPr id="6" name="">
            <a:extLst xmlns:a="http://schemas.openxmlformats.org/drawingml/2006/main">
              <a:ext uri="{FF2B5EF4-FFF2-40B4-BE49-F238E27FC236}">
                <a16:creationId xmlns:a16="http://schemas.microsoft.com/office/drawing/2014/main" id="{F3811966-6BBA-4F7A-8783-941AC3DB79A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6E2E87B-A6EC-4A11-80FD-4FA1D7B7AD2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kWh/t.</a:t>
            </a:r>
          </a:p>
        </p:txBody>
      </p:sp>
      <p:sp>
        <p:nvSpPr>
          <p:cNvPr id="8" name="">
            <a:extLst xmlns:a="http://schemas.openxmlformats.org/drawingml/2006/main">
              <a:ext uri="{FF2B5EF4-FFF2-40B4-BE49-F238E27FC236}">
                <a16:creationId xmlns:a16="http://schemas.microsoft.com/office/drawing/2014/main" id="{DD7D86E9-F1D9-4175-A797-DD17AC89D6F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6B1B14-A2B1-4A05-98C9-E535B548E39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93E787EC-810B-4864-A6E0-A5B5AE3E8C5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7FE9F70-1744-4DED-8069-B833D79CC72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AC9AEAB2-74F0-4A19-BDFE-16970F7F1F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56</a:t>
            </a:r>
          </a:p>
        </p:txBody>
      </p:sp>
    </p:spTree>
    <p:extLst>
      <p:ext uri="{BB962C8B-B14F-4D97-AF65-F5344CB8AC3E}">
        <p14:creationId xmlns:p14="http://schemas.microsoft.com/office/powerpoint/2010/main" val="34757406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B6CBBD-06CE-48E6-B83E-9AC481E38F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442A85-5C34-4506-81B1-BD73AA1772A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2C5994DF-735F-45CF-9522-9AFDBA90AE2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select_model(candidates, max_mae, max_ms)</a:t>
            </a:r>
          </a:p>
        </p:txBody>
      </p:sp>
      <p:sp>
        <p:nvSpPr>
          <p:cNvPr id="4" name="">
            <a:extLst xmlns:a="http://schemas.openxmlformats.org/drawingml/2006/main">
              <a:ext uri="{FF2B5EF4-FFF2-40B4-BE49-F238E27FC236}">
                <a16:creationId xmlns:a16="http://schemas.microsoft.com/office/drawing/2014/main" id="{636A20CB-4A2F-42C5-BE17-16578ADB629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9BEABF-1F74-4D01-9625-48B97A83BCAB}"/>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Candidates have name, validation_mae and latency_ms.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Keep those meeting both inclusive constraints; select smallest validation_mae, then latency_ms, then name alphabetically.</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the selected name or None.</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Never use test scores for selection.</a:t>
            </a:r>
          </a:p>
        </p:txBody>
      </p:sp>
      <p:sp>
        <p:nvSpPr>
          <p:cNvPr id="6" name="">
            <a:extLst xmlns:a="http://schemas.openxmlformats.org/drawingml/2006/main">
              <a:ext uri="{FF2B5EF4-FFF2-40B4-BE49-F238E27FC236}">
                <a16:creationId xmlns:a16="http://schemas.microsoft.com/office/drawing/2014/main" id="{D94C22EC-2AFB-469B-AB41-36F348CD79D8}"/>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D51336A-2BD4-4F80-902F-83D47CDA65CD}"/>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578A7ED-EDBD-4A53-B76C-022B510BE2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57</a:t>
            </a:r>
          </a:p>
        </p:txBody>
      </p:sp>
    </p:spTree>
    <p:extLst>
      <p:ext uri="{BB962C8B-B14F-4D97-AF65-F5344CB8AC3E}">
        <p14:creationId xmlns:p14="http://schemas.microsoft.com/office/powerpoint/2010/main" val="17251393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BA1435-5A13-4670-B01F-E9BD1E0D3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08B2A9-BAFE-4171-89EF-4855FBDAFC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5E3A9996-803B-423A-B4D9-48477D993B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9A98EB95-800F-444F-A7EA-05F6D718E1C0}"/>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3B1121-A7A3-4E9F-8CE6-6F68334AC350}"/>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0F6273F4-4833-4A29-8F4C-155F1F28831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9803FD-E431-44F4-8519-3CD708068EBF}"/>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DEAB6B7-858F-4BFF-B2A5-BA05D9B420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58</a:t>
            </a:r>
          </a:p>
        </p:txBody>
      </p:sp>
    </p:spTree>
    <p:extLst>
      <p:ext uri="{BB962C8B-B14F-4D97-AF65-F5344CB8AC3E}">
        <p14:creationId xmlns:p14="http://schemas.microsoft.com/office/powerpoint/2010/main" val="1955997395"/>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D2D650-56CF-4E61-81E1-B2BDF1CD56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0DAE063-73E5-43B9-B150-62CC79E642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C2168A9-5142-42CC-83DA-5BBC0E6610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D39E5032-C017-48CC-84CB-E88601B4593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0CC917D-B04B-4E13-A7F5-3F1744E4BC1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3A9110C9-B024-4B92-8BEA-F34ED2FF065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49585C6-5793-415A-BC36-C01AF92E8F0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068E0973-7AB7-44E6-9054-99D486D9BD6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CDE278-17B0-4BE2-9541-BC07770E627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812396AD-61A9-4F70-8406-C674A29C9FC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E048161-E37C-45B3-97D0-DC91CE4DD333}"/>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6066009B-7A2F-47C3-B932-99D9E8BB06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59</a:t>
            </a:r>
          </a:p>
        </p:txBody>
      </p:sp>
    </p:spTree>
    <p:extLst>
      <p:ext uri="{BB962C8B-B14F-4D97-AF65-F5344CB8AC3E}">
        <p14:creationId xmlns:p14="http://schemas.microsoft.com/office/powerpoint/2010/main" val="54000735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6E650F-D518-403C-82E4-A904361C87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B9C0ED-BD32-4F4F-BA03-7B43CA9EB7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BCB7D16B-B443-4964-BB8F-F0B0834414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Model recommendation submission</a:t>
            </a:r>
          </a:p>
        </p:txBody>
      </p:sp>
      <p:sp>
        <p:nvSpPr>
          <p:cNvPr id="4" name="">
            <a:extLst xmlns:a="http://schemas.openxmlformats.org/drawingml/2006/main">
              <a:ext uri="{FF2B5EF4-FFF2-40B4-BE49-F238E27FC236}">
                <a16:creationId xmlns:a16="http://schemas.microsoft.com/office/drawing/2014/main" id="{CCA99A47-621C-4118-88A4-5375CA767E55}"/>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2B2A11D-F7CD-4CCA-86B3-722AAC25DC45}"/>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08:00 Kampala</a:t>
            </a:r>
          </a:p>
        </p:txBody>
      </p:sp>
      <p:sp>
        <p:nvSpPr>
          <p:cNvPr id="6" name="">
            <a:extLst xmlns:a="http://schemas.openxmlformats.org/drawingml/2006/main">
              <a:ext uri="{FF2B5EF4-FFF2-40B4-BE49-F238E27FC236}">
                <a16:creationId xmlns:a16="http://schemas.microsoft.com/office/drawing/2014/main" id="{94BF4413-2A8C-41AD-80C7-16E48CD94F3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B40FB38-076E-4CD3-BA55-F7EBCF0B9D2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Nov 2026, 11:00 Kampala</a:t>
            </a:r>
          </a:p>
        </p:txBody>
      </p:sp>
      <p:sp>
        <p:nvSpPr>
          <p:cNvPr id="8" name="">
            <a:extLst xmlns:a="http://schemas.openxmlformats.org/drawingml/2006/main">
              <a:ext uri="{FF2B5EF4-FFF2-40B4-BE49-F238E27FC236}">
                <a16:creationId xmlns:a16="http://schemas.microsoft.com/office/drawing/2014/main" id="{C189E179-9AB0-4090-A5AD-CDB856A46EB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A52C0FD-88E4-4D16-8BCC-8C6078F2C99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63C7B11C-2DC9-4265-812E-4564BAE6407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EDF19C6-644A-445A-B703-10C2DE4E6A51}"/>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8F1050CC-D189-44D3-BCE4-3DE59604EF5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985771-843A-4A7A-9B2D-2A6533CCD9B9}"/>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47c8274093d48ea"/>
              </a:rPr>
              <a:t>Open W12 assignment form</a:t>
            </a:r>
          </a:p>
        </p:txBody>
      </p:sp>
      <p:sp>
        <p:nvSpPr>
          <p:cNvPr id="14" name="">
            <a:extLst xmlns:a="http://schemas.openxmlformats.org/drawingml/2006/main">
              <a:ext uri="{FF2B5EF4-FFF2-40B4-BE49-F238E27FC236}">
                <a16:creationId xmlns:a16="http://schemas.microsoft.com/office/drawing/2014/main" id="{A33F0705-9B0D-486B-A7A0-4F18E59DBF8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https://docs.google.com/forms/d/e/1FAIpQLSfSPtMfaziLgaLKx4v0Lla4vYcA58pDDv_b_w33OfZsj0aVHA/viewform</a:t>
            </a:r>
          </a:p>
        </p:txBody>
      </p:sp>
      <p:sp>
        <p:nvSpPr>
          <p:cNvPr id="15" name="">
            <a:extLst xmlns:a="http://schemas.openxmlformats.org/drawingml/2006/main">
              <a:ext uri="{FF2B5EF4-FFF2-40B4-BE49-F238E27FC236}">
                <a16:creationId xmlns:a16="http://schemas.microsoft.com/office/drawing/2014/main" id="{FC8A124C-BAE5-4C10-8AC9-E247C42565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60</a:t>
            </a:r>
          </a:p>
        </p:txBody>
      </p:sp>
    </p:spTree>
    <p:extLst>
      <p:ext uri="{BB962C8B-B14F-4D97-AF65-F5344CB8AC3E}">
        <p14:creationId xmlns:p14="http://schemas.microsoft.com/office/powerpoint/2010/main" val="15054636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413AD5-1414-43A5-9F00-5522C11365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4079A6-13D7-4467-8BEE-2537BB4037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E9DB6BE-6D8A-41BF-A401-C0BA1AC906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93C001B9-68D7-478A-BB74-BEC58B84A6D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B89C11-E424-4E94-B685-4B76BBDB3F2E}"/>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18F40724-06FF-48AA-A68D-4BC4940D435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74D791-5A62-4E1E-96D1-43457C78812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16363450-61B0-4813-840F-F565504F87E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85042A5-4611-47C0-B599-E8D4EE44D89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3DD95075-7D10-49A9-86DB-438F008819C4}"/>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EEBD24B-0885-4DE6-BE50-0FA33D22FF9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08:00 Kampala</a:t>
            </a:r>
          </a:p>
        </p:txBody>
      </p:sp>
      <p:sp>
        <p:nvSpPr>
          <p:cNvPr id="12" name="">
            <a:extLst xmlns:a="http://schemas.openxmlformats.org/drawingml/2006/main">
              <a:ext uri="{FF2B5EF4-FFF2-40B4-BE49-F238E27FC236}">
                <a16:creationId xmlns:a16="http://schemas.microsoft.com/office/drawing/2014/main" id="{B67ADE4D-62DC-4274-9311-9862E2458CE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61</a:t>
            </a:r>
          </a:p>
        </p:txBody>
      </p:sp>
    </p:spTree>
    <p:extLst>
      <p:ext uri="{BB962C8B-B14F-4D97-AF65-F5344CB8AC3E}">
        <p14:creationId xmlns:p14="http://schemas.microsoft.com/office/powerpoint/2010/main" val="177995763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FEA9A0-64D9-4B7C-BE54-9E96793AF8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8BB8FA-CD93-4151-8EA1-CA3E374C35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319D7750-7150-4712-B21B-BE9AB1E0B3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12 quiz</a:t>
            </a:r>
          </a:p>
        </p:txBody>
      </p:sp>
      <p:sp>
        <p:nvSpPr>
          <p:cNvPr id="4" name="">
            <a:extLst xmlns:a="http://schemas.openxmlformats.org/drawingml/2006/main">
              <a:ext uri="{FF2B5EF4-FFF2-40B4-BE49-F238E27FC236}">
                <a16:creationId xmlns:a16="http://schemas.microsoft.com/office/drawing/2014/main" id="{ADCF2ACA-0F35-4586-8037-36E3DE7E727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EDDFFEB-B582-425B-835E-1A3EE2CB184D}"/>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A6465FAF-B1D2-44B4-B408-1A74EDF721AD}"/>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7F90093-5110-4B1A-8345-87DED2C90900}"/>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0714FBF8-BBA3-44E8-8186-3FEA2C2C2066}"/>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64C8B00-EB73-488A-ACCB-41B3236DB9E8}"/>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D46A2FEF-472A-41D5-B275-F4A999B0D04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923C212-933E-4783-81A5-D9A511154951}"/>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2CD1EDD4-DC5D-4217-A4DF-6269E0BDEB4D}"/>
              </a:ext>
            </a:extLst>
          </p:cNvPr>
          <p:cNvPicPr>
            <a:picLocks xmlns:a="http://schemas.openxmlformats.org/drawingml/2006/main" noChangeAspect="1"/>
          </p:cNvPicPr>
          <p:nvPr/>
        </p:nvPicPr>
        <p:blipFill>
          <a:blip xmlns:r="http://schemas.openxmlformats.org/officeDocument/2006/relationships" xmlns:a="http://schemas.openxmlformats.org/drawingml/2006/main" r:embed="Rb129c7a220174c5c"/>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23E6E50-BDBB-4B88-91DF-0E665CCEC0D4}"/>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56128D27-E771-4E49-9D06-0887A5749BD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C095F2B-FA29-4785-A546-B89B591FAC0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d6e1f07a9b1445e"/>
              </a:rPr>
              <a:t>Open this week’s quiz</a:t>
            </a:r>
          </a:p>
        </p:txBody>
      </p:sp>
      <p:sp>
        <p:nvSpPr>
          <p:cNvPr id="16" name="">
            <a:extLst xmlns:a="http://schemas.openxmlformats.org/drawingml/2006/main">
              <a:ext uri="{FF2B5EF4-FFF2-40B4-BE49-F238E27FC236}">
                <a16:creationId xmlns:a16="http://schemas.microsoft.com/office/drawing/2014/main" id="{F8D2FAF0-4D81-4123-A97A-8EBEE976C235}"/>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https://forms.gle/XFcLpe6ugzvnoL3s6</a:t>
            </a:r>
          </a:p>
        </p:txBody>
      </p:sp>
      <p:sp>
        <p:nvSpPr>
          <p:cNvPr id="17" name="">
            <a:extLst xmlns:a="http://schemas.openxmlformats.org/drawingml/2006/main">
              <a:ext uri="{FF2B5EF4-FFF2-40B4-BE49-F238E27FC236}">
                <a16:creationId xmlns:a16="http://schemas.microsoft.com/office/drawing/2014/main" id="{6D7963A1-8278-48FE-9491-807F88C5FC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62</a:t>
            </a:r>
          </a:p>
        </p:txBody>
      </p:sp>
    </p:spTree>
    <p:extLst>
      <p:ext uri="{BB962C8B-B14F-4D97-AF65-F5344CB8AC3E}">
        <p14:creationId xmlns:p14="http://schemas.microsoft.com/office/powerpoint/2010/main" val="450971119"/>
      </p:ext>
    </p:extLst>
  </p:cSld>
</p:sld>
</file>

<file path=ppt/slides/slide6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636AB-1044-4AA6-87E9-4B5BC9234D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5428D061-5335-47B4-A621-F9667C04F7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ED7CD088-4559-4EF3-9F4F-98527F5D5D3B}"/>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94ACDD30-3B20-4FC8-A822-97E887FB1E5C}"/>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11C4499B-23C8-41F9-BC83-37F988EC9BF2}"/>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4346E2F8-26F0-4849-8BD1-9FB488BAA2E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12   63</a:t>
            </a:r>
          </a:p>
        </p:txBody>
      </p:sp>
    </p:spTree>
    <p:extLst>
      <p:ext uri="{BB962C8B-B14F-4D97-AF65-F5344CB8AC3E}">
        <p14:creationId xmlns:p14="http://schemas.microsoft.com/office/powerpoint/2010/main" val="6518883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4EEF0A-20B6-4AC8-A87D-093851E50BB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A04D09-AA2E-47DB-9D11-790403D0E16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634F7630-43CF-4386-A0AF-75027E4070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5D2C30F8-C4C1-438A-BC05-C051828E1243}"/>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1E12B7-A260-43BD-87B6-B788106C89F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EF63357D-54B9-4CA2-9F08-CD71626B718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B519280-6E57-4A2F-B2E1-C805C7A712AA}"/>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Cross Validation</a:t>
            </a:r>
          </a:p>
        </p:txBody>
      </p:sp>
      <p:sp>
        <p:nvSpPr>
          <p:cNvPr id="8" name="">
            <a:extLst xmlns:a="http://schemas.openxmlformats.org/drawingml/2006/main">
              <a:ext uri="{FF2B5EF4-FFF2-40B4-BE49-F238E27FC236}">
                <a16:creationId xmlns:a16="http://schemas.microsoft.com/office/drawing/2014/main" id="{DDF03466-2CA4-4FF4-8FB8-5938B56D71D6}"/>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125071-8F34-4CEF-A955-26B1826F28A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ACE469E6-09F4-4D06-A29D-2584C92B6E4C}"/>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9DBFA91-C8D9-4695-A04C-4A965F6FE2D1}"/>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Why evaluate using observations not used to fit that particular model?</a:t>
            </a:r>
          </a:p>
        </p:txBody>
      </p:sp>
      <p:sp>
        <p:nvSpPr>
          <p:cNvPr id="12" name="">
            <a:extLst xmlns:a="http://schemas.openxmlformats.org/drawingml/2006/main">
              <a:ext uri="{FF2B5EF4-FFF2-40B4-BE49-F238E27FC236}">
                <a16:creationId xmlns:a16="http://schemas.microsoft.com/office/drawing/2014/main" id="{03635C87-321B-4A6E-9595-8C74B5757832}"/>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155EBF-30B4-4BD0-B3DC-EE117B84211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511bfaf5c5d34287"/>
              </a:rPr>
              <a:t>Open explainer video</a:t>
            </a:r>
          </a:p>
        </p:txBody>
      </p:sp>
      <p:sp>
        <p:nvSpPr>
          <p:cNvPr id="14" name="">
            <a:extLst xmlns:a="http://schemas.openxmlformats.org/drawingml/2006/main">
              <a:ext uri="{FF2B5EF4-FFF2-40B4-BE49-F238E27FC236}">
                <a16:creationId xmlns:a16="http://schemas.microsoft.com/office/drawing/2014/main" id="{0DE82595-7661-41D4-9DCA-22E6A9ACC829}"/>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D8205FD8-4EE3-4A3C-AA05-2F3581287F7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12   64</a:t>
            </a:r>
          </a:p>
        </p:txBody>
      </p:sp>
    </p:spTree>
    <p:extLst>
      <p:ext uri="{BB962C8B-B14F-4D97-AF65-F5344CB8AC3E}">
        <p14:creationId xmlns:p14="http://schemas.microsoft.com/office/powerpoint/2010/main" val="7709297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2026-10-20T18:01:19.0380000Z</dcterms:created>
  <dcterms:modified xsi:type="dcterms:W3CDTF">2026-10-20T18:01:19.0380000Z</dcterms:modified>
</coreProperties>
</file>