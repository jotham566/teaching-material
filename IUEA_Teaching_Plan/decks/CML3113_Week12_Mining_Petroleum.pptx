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50417dd92c489b" /><Relationship Type="http://schemas.openxmlformats.org/officeDocument/2006/relationships/extended-properties" Target="/docProps/app.xml" Id="Rcbc330f8daab46fa" /><Relationship Type="http://schemas.openxmlformats.org/officeDocument/2006/relationships/officeDocument" Target="/ppt/presentation.xml" Id="R9778c2c59fba4158" /></Relationships>
</file>

<file path=ppt/presentation.xml><?xml version="1.0" encoding="utf-8"?>
<p:presentation xmlns:p="http://schemas.openxmlformats.org/presentationml/2006/main">
  <p:sldMasterIdLst>
    <p:sldMasterId xmlns:r="http://schemas.openxmlformats.org/officeDocument/2006/relationships" id="2147483648" r:id="R08de77d81485410a"/>
  </p:sldMasterIdLst>
  <p:notesMasterIdLst>
    <p:notesMasterId xmlns:r="http://schemas.openxmlformats.org/officeDocument/2006/relationships" r:id="Rf44cbe5188b64aac"/>
  </p:notesMasterIdLst>
  <p:sldIdLst>
    <p:sldId xmlns:r="http://schemas.openxmlformats.org/officeDocument/2006/relationships" id="256" r:id="R8b2c1e472e0e43b8"/>
    <p:sldId xmlns:r="http://schemas.openxmlformats.org/officeDocument/2006/relationships" id="257" r:id="Rc089f433cd90488b"/>
    <p:sldId xmlns:r="http://schemas.openxmlformats.org/officeDocument/2006/relationships" id="258" r:id="R462b2ab01cdf4418"/>
    <p:sldId xmlns:r="http://schemas.openxmlformats.org/officeDocument/2006/relationships" id="259" r:id="Rc23d1cf022e0423b"/>
    <p:sldId xmlns:r="http://schemas.openxmlformats.org/officeDocument/2006/relationships" id="260" r:id="R1899196fdb2c42f4"/>
    <p:sldId xmlns:r="http://schemas.openxmlformats.org/officeDocument/2006/relationships" id="261" r:id="R297f6bf01d134fa7"/>
    <p:sldId xmlns:r="http://schemas.openxmlformats.org/officeDocument/2006/relationships" id="262" r:id="R807f81857c1b41a5"/>
    <p:sldId xmlns:r="http://schemas.openxmlformats.org/officeDocument/2006/relationships" id="263" r:id="R8b5b7128cb0c410b"/>
    <p:sldId xmlns:r="http://schemas.openxmlformats.org/officeDocument/2006/relationships" id="264" r:id="Redf7b5ad9b1f47ee"/>
    <p:sldId xmlns:r="http://schemas.openxmlformats.org/officeDocument/2006/relationships" id="265" r:id="Rddc8b38d90bb49d3"/>
    <p:sldId xmlns:r="http://schemas.openxmlformats.org/officeDocument/2006/relationships" id="266" r:id="Rbe68b1c6b03c4962"/>
    <p:sldId xmlns:r="http://schemas.openxmlformats.org/officeDocument/2006/relationships" id="267" r:id="R097f3d6dcaf74a5e"/>
    <p:sldId xmlns:r="http://schemas.openxmlformats.org/officeDocument/2006/relationships" id="268" r:id="R326e817ab3d64535"/>
    <p:sldId xmlns:r="http://schemas.openxmlformats.org/officeDocument/2006/relationships" id="269" r:id="R2247fb5c3a0d42f8"/>
    <p:sldId xmlns:r="http://schemas.openxmlformats.org/officeDocument/2006/relationships" id="270" r:id="R2af28d2bf5eb4a5b"/>
    <p:sldId xmlns:r="http://schemas.openxmlformats.org/officeDocument/2006/relationships" id="271" r:id="R9735ca9473a242b7"/>
    <p:sldId xmlns:r="http://schemas.openxmlformats.org/officeDocument/2006/relationships" id="272" r:id="R5b20a54089fb4a3e"/>
    <p:sldId xmlns:r="http://schemas.openxmlformats.org/officeDocument/2006/relationships" id="273" r:id="R26cb2137e4f24aad"/>
    <p:sldId xmlns:r="http://schemas.openxmlformats.org/officeDocument/2006/relationships" id="274" r:id="R616ccb3555624b7d"/>
    <p:sldId xmlns:r="http://schemas.openxmlformats.org/officeDocument/2006/relationships" id="275" r:id="R027793f69c454aef"/>
    <p:sldId xmlns:r="http://schemas.openxmlformats.org/officeDocument/2006/relationships" id="276" r:id="R2cbdb5cc0b5d4084"/>
    <p:sldId xmlns:r="http://schemas.openxmlformats.org/officeDocument/2006/relationships" id="277" r:id="R2e22b73adc1642d1"/>
    <p:sldId xmlns:r="http://schemas.openxmlformats.org/officeDocument/2006/relationships" id="278" r:id="R57a65aaf99b1438e"/>
    <p:sldId xmlns:r="http://schemas.openxmlformats.org/officeDocument/2006/relationships" id="279" r:id="R7235314f522949e0"/>
    <p:sldId xmlns:r="http://schemas.openxmlformats.org/officeDocument/2006/relationships" id="280" r:id="R07a0597e84664c95"/>
    <p:sldId xmlns:r="http://schemas.openxmlformats.org/officeDocument/2006/relationships" id="281" r:id="R379d315872d54d46"/>
    <p:sldId xmlns:r="http://schemas.openxmlformats.org/officeDocument/2006/relationships" id="282" r:id="Ra530524ba6484ce5"/>
    <p:sldId xmlns:r="http://schemas.openxmlformats.org/officeDocument/2006/relationships" id="283" r:id="R041ae05581eb49d5"/>
    <p:sldId xmlns:r="http://schemas.openxmlformats.org/officeDocument/2006/relationships" id="284" r:id="Rd5e798e0fbb44c24"/>
    <p:sldId xmlns:r="http://schemas.openxmlformats.org/officeDocument/2006/relationships" id="285" r:id="Re6d5321ab3d84694"/>
    <p:sldId xmlns:r="http://schemas.openxmlformats.org/officeDocument/2006/relationships" id="286" r:id="Rf5197add76784b1d"/>
    <p:sldId xmlns:r="http://schemas.openxmlformats.org/officeDocument/2006/relationships" id="287" r:id="R89f2a1870dac413e"/>
    <p:sldId xmlns:r="http://schemas.openxmlformats.org/officeDocument/2006/relationships" id="288" r:id="R47d7d8d54ce542a0"/>
    <p:sldId xmlns:r="http://schemas.openxmlformats.org/officeDocument/2006/relationships" id="289" r:id="R0060b4043e3241b3"/>
    <p:sldId xmlns:r="http://schemas.openxmlformats.org/officeDocument/2006/relationships" id="290" r:id="R9971848949ab4796"/>
    <p:sldId xmlns:r="http://schemas.openxmlformats.org/officeDocument/2006/relationships" id="291" r:id="Rc7631a22f0f0488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3c64a990e94240" /><Relationship Type="http://schemas.openxmlformats.org/officeDocument/2006/relationships/slideMaster" Target="/ppt/slideMasters/slideMaster1.xml" Id="R08de77d81485410a" /><Relationship Type="http://schemas.openxmlformats.org/officeDocument/2006/relationships/notesMaster" Target="/ppt/notesMasters/notesMaster1.xml" Id="Rf44cbe5188b64aac" /><Relationship Type="http://schemas.openxmlformats.org/officeDocument/2006/relationships/presProps" Target="/ppt/presProps.xml" Id="R455b17f312084115" /><Relationship Type="http://schemas.openxmlformats.org/officeDocument/2006/relationships/tableStyles" Target="/ppt/tableStyles.xml" Id="R8c1f5d0f2b10439c" /><Relationship Type="http://schemas.openxmlformats.org/officeDocument/2006/relationships/slide" Target="/ppt/slides/slide1.xml" Id="R8b2c1e472e0e43b8" /><Relationship Type="http://schemas.openxmlformats.org/officeDocument/2006/relationships/slide" Target="/ppt/slides/slide2.xml" Id="Rc089f433cd90488b" /><Relationship Type="http://schemas.openxmlformats.org/officeDocument/2006/relationships/slide" Target="/ppt/slides/slide3.xml" Id="R462b2ab01cdf4418" /><Relationship Type="http://schemas.openxmlformats.org/officeDocument/2006/relationships/slide" Target="/ppt/slides/slide4.xml" Id="Rc23d1cf022e0423b" /><Relationship Type="http://schemas.openxmlformats.org/officeDocument/2006/relationships/slide" Target="/ppt/slides/slide5.xml" Id="R1899196fdb2c42f4" /><Relationship Type="http://schemas.openxmlformats.org/officeDocument/2006/relationships/slide" Target="/ppt/slides/slide6.xml" Id="R297f6bf01d134fa7" /><Relationship Type="http://schemas.openxmlformats.org/officeDocument/2006/relationships/slide" Target="/ppt/slides/slide7.xml" Id="R807f81857c1b41a5" /><Relationship Type="http://schemas.openxmlformats.org/officeDocument/2006/relationships/slide" Target="/ppt/slides/slide8.xml" Id="R8b5b7128cb0c410b" /><Relationship Type="http://schemas.openxmlformats.org/officeDocument/2006/relationships/slide" Target="/ppt/slides/slide9.xml" Id="Redf7b5ad9b1f47ee" /><Relationship Type="http://schemas.openxmlformats.org/officeDocument/2006/relationships/slide" Target="/ppt/slides/slide10.xml" Id="Rddc8b38d90bb49d3" /><Relationship Type="http://schemas.openxmlformats.org/officeDocument/2006/relationships/slide" Target="/ppt/slides/slide11.xml" Id="Rbe68b1c6b03c4962" /><Relationship Type="http://schemas.openxmlformats.org/officeDocument/2006/relationships/slide" Target="/ppt/slides/slide12.xml" Id="R097f3d6dcaf74a5e" /><Relationship Type="http://schemas.openxmlformats.org/officeDocument/2006/relationships/slide" Target="/ppt/slides/slide13.xml" Id="R326e817ab3d64535" /><Relationship Type="http://schemas.openxmlformats.org/officeDocument/2006/relationships/slide" Target="/ppt/slides/slide14.xml" Id="R2247fb5c3a0d42f8" /><Relationship Type="http://schemas.openxmlformats.org/officeDocument/2006/relationships/slide" Target="/ppt/slides/slide15.xml" Id="R2af28d2bf5eb4a5b" /><Relationship Type="http://schemas.openxmlformats.org/officeDocument/2006/relationships/slide" Target="/ppt/slides/slide16.xml" Id="R9735ca9473a242b7" /><Relationship Type="http://schemas.openxmlformats.org/officeDocument/2006/relationships/slide" Target="/ppt/slides/slide17.xml" Id="R5b20a54089fb4a3e" /><Relationship Type="http://schemas.openxmlformats.org/officeDocument/2006/relationships/slide" Target="/ppt/slides/slide18.xml" Id="R26cb2137e4f24aad" /><Relationship Type="http://schemas.openxmlformats.org/officeDocument/2006/relationships/slide" Target="/ppt/slides/slide19.xml" Id="R616ccb3555624b7d" /><Relationship Type="http://schemas.openxmlformats.org/officeDocument/2006/relationships/slide" Target="/ppt/slides/slide20.xml" Id="R027793f69c454aef" /><Relationship Type="http://schemas.openxmlformats.org/officeDocument/2006/relationships/slide" Target="/ppt/slides/slide21.xml" Id="R2cbdb5cc0b5d4084" /><Relationship Type="http://schemas.openxmlformats.org/officeDocument/2006/relationships/slide" Target="/ppt/slides/slide22.xml" Id="R2e22b73adc1642d1" /><Relationship Type="http://schemas.openxmlformats.org/officeDocument/2006/relationships/slide" Target="/ppt/slides/slide23.xml" Id="R57a65aaf99b1438e" /><Relationship Type="http://schemas.openxmlformats.org/officeDocument/2006/relationships/slide" Target="/ppt/slides/slide24.xml" Id="R7235314f522949e0" /><Relationship Type="http://schemas.openxmlformats.org/officeDocument/2006/relationships/slide" Target="/ppt/slides/slide25.xml" Id="R07a0597e84664c95" /><Relationship Type="http://schemas.openxmlformats.org/officeDocument/2006/relationships/slide" Target="/ppt/slides/slide26.xml" Id="R379d315872d54d46" /><Relationship Type="http://schemas.openxmlformats.org/officeDocument/2006/relationships/slide" Target="/ppt/slides/slide27.xml" Id="Ra530524ba6484ce5" /><Relationship Type="http://schemas.openxmlformats.org/officeDocument/2006/relationships/slide" Target="/ppt/slides/slide28.xml" Id="R041ae05581eb49d5" /><Relationship Type="http://schemas.openxmlformats.org/officeDocument/2006/relationships/slide" Target="/ppt/slides/slide29.xml" Id="Rd5e798e0fbb44c24" /><Relationship Type="http://schemas.openxmlformats.org/officeDocument/2006/relationships/slide" Target="/ppt/slides/slide30.xml" Id="Re6d5321ab3d84694" /><Relationship Type="http://schemas.openxmlformats.org/officeDocument/2006/relationships/slide" Target="/ppt/slides/slide31.xml" Id="Rf5197add76784b1d" /><Relationship Type="http://schemas.openxmlformats.org/officeDocument/2006/relationships/slide" Target="/ppt/slides/slide32.xml" Id="R89f2a1870dac413e" /><Relationship Type="http://schemas.openxmlformats.org/officeDocument/2006/relationships/slide" Target="/ppt/slides/slide33.xml" Id="R47d7d8d54ce542a0" /><Relationship Type="http://schemas.openxmlformats.org/officeDocument/2006/relationships/slide" Target="/ppt/slides/slide34.xml" Id="R0060b4043e3241b3" /><Relationship Type="http://schemas.openxmlformats.org/officeDocument/2006/relationships/slide" Target="/ppt/slides/slide35.xml" Id="R9971848949ab4796" /><Relationship Type="http://schemas.openxmlformats.org/officeDocument/2006/relationships/slide" Target="/ppt/slides/slide36.xml" Id="Rc7631a22f0f048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44b28501514f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0d635a31de44f7" /><Relationship Type="http://schemas.openxmlformats.org/officeDocument/2006/relationships/notesMaster" Target="/ppt/notesMasters/notesMaster1.xml" Id="R487e88a1c6884d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ad434196814bb5" /><Relationship Type="http://schemas.openxmlformats.org/officeDocument/2006/relationships/notesMaster" Target="/ppt/notesMasters/notesMaster1.xml" Id="Rf40c5f82abee4c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43ab5b971d488d" /><Relationship Type="http://schemas.openxmlformats.org/officeDocument/2006/relationships/notesMaster" Target="/ppt/notesMasters/notesMaster1.xml" Id="Ra7ec2556a18c41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52824212e24129" /><Relationship Type="http://schemas.openxmlformats.org/officeDocument/2006/relationships/notesMaster" Target="/ppt/notesMasters/notesMaster1.xml" Id="R81f74d006c7e40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128fc9600241ba" /><Relationship Type="http://schemas.openxmlformats.org/officeDocument/2006/relationships/notesMaster" Target="/ppt/notesMasters/notesMaster1.xml" Id="Raa5c323a3ec24b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a632902ab24366" /><Relationship Type="http://schemas.openxmlformats.org/officeDocument/2006/relationships/notesMaster" Target="/ppt/notesMasters/notesMaster1.xml" Id="R6aee84210d2342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9246050c504e1a" /><Relationship Type="http://schemas.openxmlformats.org/officeDocument/2006/relationships/notesMaster" Target="/ppt/notesMasters/notesMaster1.xml" Id="R69bda9cccc1941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154afb994f418b" /><Relationship Type="http://schemas.openxmlformats.org/officeDocument/2006/relationships/notesMaster" Target="/ppt/notesMasters/notesMaster1.xml" Id="R9f9f0b1ea9614e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463252f0af44fb" /><Relationship Type="http://schemas.openxmlformats.org/officeDocument/2006/relationships/notesMaster" Target="/ppt/notesMasters/notesMaster1.xml" Id="R51a579ad534348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6b948eed2c344c6" /><Relationship Type="http://schemas.openxmlformats.org/officeDocument/2006/relationships/notesMaster" Target="/ppt/notesMasters/notesMaster1.xml" Id="R691c8ca610434f1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03e9e8db474cf5" /><Relationship Type="http://schemas.openxmlformats.org/officeDocument/2006/relationships/notesMaster" Target="/ppt/notesMasters/notesMaster1.xml" Id="R0bd005c7b5d54e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a473f9aeca414f" /><Relationship Type="http://schemas.openxmlformats.org/officeDocument/2006/relationships/notesMaster" Target="/ppt/notesMasters/notesMaster1.xml" Id="R152ea7df649a40d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fcb181dd3b43c4" /><Relationship Type="http://schemas.openxmlformats.org/officeDocument/2006/relationships/notesMaster" Target="/ppt/notesMasters/notesMaster1.xml" Id="R86e3d5c4552e453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8cfe556e1c44ef2" /><Relationship Type="http://schemas.openxmlformats.org/officeDocument/2006/relationships/notesMaster" Target="/ppt/notesMasters/notesMaster1.xml" Id="Rb5b4dcd2ba1946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83ab832e7641e7" /><Relationship Type="http://schemas.openxmlformats.org/officeDocument/2006/relationships/notesMaster" Target="/ppt/notesMasters/notesMaster1.xml" Id="R2ada33dea86444f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173c896cde74e58" /><Relationship Type="http://schemas.openxmlformats.org/officeDocument/2006/relationships/notesMaster" Target="/ppt/notesMasters/notesMaster1.xml" Id="R42415c2b1cff459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0699d69de284434" /><Relationship Type="http://schemas.openxmlformats.org/officeDocument/2006/relationships/notesMaster" Target="/ppt/notesMasters/notesMaster1.xml" Id="R50020310bf1a4e7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146310cd2e454d" /><Relationship Type="http://schemas.openxmlformats.org/officeDocument/2006/relationships/notesMaster" Target="/ppt/notesMasters/notesMaster1.xml" Id="R5bc2162117604ef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a6df5ea1b642a8" /><Relationship Type="http://schemas.openxmlformats.org/officeDocument/2006/relationships/notesMaster" Target="/ppt/notesMasters/notesMaster1.xml" Id="R5dd53e0527a6436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6ff7f9a69c434e" /><Relationship Type="http://schemas.openxmlformats.org/officeDocument/2006/relationships/notesMaster" Target="/ppt/notesMasters/notesMaster1.xml" Id="Ra3a1effa6ccf4d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f4d9d0df684d05" /><Relationship Type="http://schemas.openxmlformats.org/officeDocument/2006/relationships/notesMaster" Target="/ppt/notesMasters/notesMaster1.xml" Id="R72fbf7dead1c4a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da4197949824fbf" /><Relationship Type="http://schemas.openxmlformats.org/officeDocument/2006/relationships/notesMaster" Target="/ppt/notesMasters/notesMaster1.xml" Id="Rd149ea3f4d4e43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960e2cd828f452e" /><Relationship Type="http://schemas.openxmlformats.org/officeDocument/2006/relationships/notesMaster" Target="/ppt/notesMasters/notesMaster1.xml" Id="Rb7992f58ec5e455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b4db138f75643ed" /><Relationship Type="http://schemas.openxmlformats.org/officeDocument/2006/relationships/notesMaster" Target="/ppt/notesMasters/notesMaster1.xml" Id="Rbc3b784c21ac479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01c38a01a734828" /><Relationship Type="http://schemas.openxmlformats.org/officeDocument/2006/relationships/notesMaster" Target="/ppt/notesMasters/notesMaster1.xml" Id="Rd61fbb6c64ef4dc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cb7b3f8cc242dd" /><Relationship Type="http://schemas.openxmlformats.org/officeDocument/2006/relationships/notesMaster" Target="/ppt/notesMasters/notesMaster1.xml" Id="Re9a7a758643a428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13c9fae6d4a4270" /><Relationship Type="http://schemas.openxmlformats.org/officeDocument/2006/relationships/notesMaster" Target="/ppt/notesMasters/notesMaster1.xml" Id="R1ad95832cd40419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e32860da1054c9f" /><Relationship Type="http://schemas.openxmlformats.org/officeDocument/2006/relationships/notesMaster" Target="/ppt/notesMasters/notesMaster1.xml" Id="R4400bb0b732f4cb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7b6f377f1e64e64" /><Relationship Type="http://schemas.openxmlformats.org/officeDocument/2006/relationships/notesMaster" Target="/ppt/notesMasters/notesMaster1.xml" Id="Reccb115f2adc464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6d98c44ea794008" /><Relationship Type="http://schemas.openxmlformats.org/officeDocument/2006/relationships/notesMaster" Target="/ppt/notesMasters/notesMaster1.xml" Id="R5b5545a79d5b4a0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1f84d9384ee4a61" /><Relationship Type="http://schemas.openxmlformats.org/officeDocument/2006/relationships/notesMaster" Target="/ppt/notesMasters/notesMaster1.xml" Id="R98bc8f12604f42e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ba4807bc35b497c" /><Relationship Type="http://schemas.openxmlformats.org/officeDocument/2006/relationships/notesMaster" Target="/ppt/notesMasters/notesMaster1.xml" Id="R34c93e4fa5b8473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16d447779a74d4a" /><Relationship Type="http://schemas.openxmlformats.org/officeDocument/2006/relationships/notesMaster" Target="/ppt/notesMasters/notesMaster1.xml" Id="R6fb0ee7c8ac04f6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c81cedf9e5d47d3" /><Relationship Type="http://schemas.openxmlformats.org/officeDocument/2006/relationships/notesMaster" Target="/ppt/notesMasters/notesMaster1.xml" Id="R0017beced1da48b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46279810dd4494f" /><Relationship Type="http://schemas.openxmlformats.org/officeDocument/2006/relationships/notesMaster" Target="/ppt/notesMasters/notesMaster1.xml" Id="Rf3a788a4f0b1491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5fd09302c644cb8" /><Relationship Type="http://schemas.openxmlformats.org/officeDocument/2006/relationships/notesMaster" Target="/ppt/notesMasters/notesMaster1.xml" Id="Ra1121e4d756041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and explaining a model</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Choosing and explaining a model.</a:t>
            </a:r>
          </a:p>
          <a:p xmlns:a="http://schemas.openxmlformats.org/drawingml/2006/main">
            <a:r>
              <a:t/>
            </a:r>
          </a:p>
          <a:p xmlns:a="http://schemas.openxmlformats.org/drawingml/2006/main">
            <a:r>
              <a:t>EXPLAIN</a:t>
            </a:r>
          </a:p>
          <a:p xmlns:a="http://schemas.openxmlformats.org/drawingml/2006/main">
            <a:r>
              <a:t>Check model requirements before ranking candidates.</a:t>
            </a:r>
          </a:p>
          <a:p xmlns:a="http://schemas.openxmlformats.org/drawingml/2006/main">
            <a:r>
              <a:t/>
            </a:r>
          </a:p>
          <a:p xmlns:a="http://schemas.openxmlformats.org/drawingml/2006/main">
            <a:r>
              <a:t>Apply the tie-break rule and explain the choice.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already calculate validation errors. Now we combine those errors with a practical constraint and an explicit tie-break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The lowest prediction error may come from a model that is too slow for the stated task. We apply the published constraints before ranking eligible models.</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Constraint and Latency.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Constraint and Latency</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Constraint: A condition a candidate must satisfy, such as MAE at most 3 and latency at most 10 ms.</a:t>
            </a:r>
          </a:p>
          <a:p xmlns:a="http://schemas.openxmlformats.org/drawingml/2006/main">
            <a:r>
              <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Tie-break and Hyperparameter.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Tie-break and Hyperparameter</a:t>
            </a:r>
          </a:p>
          <a:p xmlns:a="http://schemas.openxmlformats.org/drawingml/2006/main">
            <a:r>
              <a:t/>
            </a:r>
          </a:p>
          <a:p xmlns:a="http://schemas.openxmlformats.org/drawingml/2006/main">
            <a:r>
              <a:t>CONNECT</a:t>
            </a:r>
          </a:p>
          <a:p xmlns:a="http://schemas.openxmlformats.org/drawingml/2006/main">
            <a:r>
              <a:t>Previous slide: Constraint and Latency.</a:t>
            </a:r>
          </a:p>
          <a:p xmlns:a="http://schemas.openxmlformats.org/drawingml/2006/main">
            <a:r>
              <a:t/>
            </a:r>
          </a:p>
          <a:p xmlns:a="http://schemas.openxmlformats.org/drawingml/2006/main">
            <a:r>
              <a:t>EXPLAIN</a:t>
            </a:r>
          </a:p>
          <a:p xmlns:a="http://schemas.openxmlformats.org/drawingml/2006/main">
            <a:r>
              <a:t>Tie-break: A published rule for choosing between candidates that tie on the main criterion.</a:t>
            </a:r>
          </a:p>
          <a:p xmlns:a="http://schemas.openxmlformats.org/drawingml/2006/main">
            <a:r>
              <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Error and practical constraints.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Previous slide: Tie-break and Hyperparameter.</a:t>
            </a:r>
          </a:p>
          <a:p xmlns:a="http://schemas.openxmlformats.org/drawingml/2006/main">
            <a:r>
              <a:t/>
            </a:r>
          </a:p>
          <a:p xmlns:a="http://schemas.openxmlformats.org/drawingml/2006/main">
            <a:r>
              <a:t>EXPLAIN</a:t>
            </a:r>
          </a:p>
          <a:p xmlns:a="http://schemas.openxmlformats.org/drawingml/2006/main">
            <a:r>
              <a:t>A smaller error can require more computation.</a:t>
            </a:r>
          </a:p>
          <a:p xmlns:a="http://schemas.openxmlformats.org/drawingml/2006/main">
            <a:r>
              <a:t/>
            </a:r>
          </a:p>
          <a:p xmlns:a="http://schemas.openxmlformats.org/drawingml/2006/main">
            <a:r>
              <a:t>A candidate must meet every stated requirement.</a:t>
            </a:r>
          </a:p>
          <a:p xmlns:a="http://schemas.openxmlformats.org/drawingml/2006/main">
            <a:r>
              <a:t/>
            </a:r>
          </a:p>
          <a:p xmlns:a="http://schemas.openxmlformats.org/drawingml/2006/main">
            <a:r>
              <a:t>Compare eligible models on the same validation observations.</a:t>
            </a:r>
          </a:p>
          <a:p xmlns:a="http://schemas.openxmlformats.org/drawingml/2006/main">
            <a:r>
              <a:t/>
            </a:r>
          </a:p>
          <a:p xmlns:a="http://schemas.openxmlformats.org/drawingml/2006/main">
            <a:r>
              <a:t>Follow the published tie-break rule when scores tie.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model comparison needs a fair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Previous slide: Error and practical constraints.</a:t>
            </a:r>
          </a:p>
          <a:p xmlns:a="http://schemas.openxmlformats.org/drawingml/2006/main">
            <a:r>
              <a:t/>
            </a:r>
          </a:p>
          <a:p xmlns:a="http://schemas.openxmlformats.org/drawingml/2006/main">
            <a:r>
              <a:t>EXPLAIN</a:t>
            </a:r>
          </a:p>
          <a:p xmlns:a="http://schemas.openxmlformats.org/drawingml/2006/main">
            <a:r>
              <a:t>Use the same validation observations for every candidate.</a:t>
            </a:r>
          </a:p>
          <a:p xmlns:a="http://schemas.openxmlformats.org/drawingml/2006/main">
            <a:r>
              <a:t/>
            </a:r>
          </a:p>
          <a:p xmlns:a="http://schemas.openxmlformats.org/drawingml/2006/main">
            <a:r>
              <a:t>Fit preprocessing on training data only.</a:t>
            </a:r>
          </a:p>
          <a:p xmlns:a="http://schemas.openxmlformats.org/drawingml/2006/main">
            <a:r>
              <a:t/>
            </a:r>
          </a:p>
          <a:p xmlns:a="http://schemas.openxmlformats.org/drawingml/2006/main">
            <a:r>
              <a:t>Choose the error measure and practical requirements before inspecting results.</a:t>
            </a:r>
          </a:p>
          <a:p xmlns:a="http://schemas.openxmlformats.org/drawingml/2006/main">
            <a:r>
              <a:t/>
            </a:r>
          </a:p>
          <a:p xmlns:a="http://schemas.openxmlformats.org/drawingml/2006/main">
            <a:r>
              <a:t>LECTURER CUE</a:t>
            </a:r>
          </a:p>
          <a:p xmlns:a="http://schemas.openxmlformats.org/drawingml/2006/main">
            <a:r>
              <a:t>A tree asks successive questions. A forest combines many trees. More complexity does not guarantee better validation performance. The task’s tie-break rule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Eligibility comes before ranking.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Previous slide: A model comparison needs a fair test.</a:t>
            </a:r>
          </a:p>
          <a:p xmlns:a="http://schemas.openxmlformats.org/drawingml/2006/main">
            <a:r>
              <a:t/>
            </a:r>
          </a:p>
          <a:p xmlns:a="http://schemas.openxmlformats.org/drawingml/2006/main">
            <a:r>
              <a:t>EXPLAIN</a:t>
            </a:r>
          </a:p>
          <a:p xmlns:a="http://schemas.openxmlformats.org/drawingml/2006/main">
            <a:r>
              <a:t>First check every stated requirement for each candidate.</a:t>
            </a:r>
          </a:p>
          <a:p xmlns:a="http://schemas.openxmlformats.org/drawingml/2006/main">
            <a:r>
              <a:t/>
            </a:r>
          </a:p>
          <a:p xmlns:a="http://schemas.openxmlformats.org/drawingml/2006/main">
            <a:r>
              <a:t>Reject a candidate that fails even one requirement.</a:t>
            </a:r>
          </a:p>
          <a:p xmlns:a="http://schemas.openxmlformats.org/drawingml/2006/main">
            <a:r>
              <a:t/>
            </a:r>
          </a:p>
          <a:p xmlns:a="http://schemas.openxmlformats.org/drawingml/2006/main">
            <a:r>
              <a:t>Rank the eligible candidates using the published tie-break rule.</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constrained model choice.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Previous slide: Eligibility comes before ranking.</a:t>
            </a:r>
          </a:p>
          <a:p xmlns:a="http://schemas.openxmlformats.org/drawingml/2006/main">
            <a:r>
              <a:t/>
            </a:r>
          </a:p>
          <a:p xmlns:a="http://schemas.openxmlformats.org/drawingml/2006/main">
            <a:r>
              <a:t>EXPLAIN</a:t>
            </a:r>
          </a:p>
          <a:p xmlns:a="http://schemas.openxmlformats.org/drawingml/2006/main">
            <a:r>
              <a:t>Candidate | Validation error | Time (ms)</a:t>
            </a:r>
          </a:p>
          <a:p xmlns:a="http://schemas.openxmlformats.org/drawingml/2006/main">
            <a:r>
              <a:t/>
            </a:r>
          </a:p>
          <a:p xmlns:a="http://schemas.openxmlformats.org/drawingml/2006/main">
            <a:r>
              <a:t>simple | 3 | 2</a:t>
            </a:r>
          </a:p>
          <a:p xmlns:a="http://schemas.openxmlformats.org/drawingml/2006/main">
            <a:r>
              <a:t/>
            </a:r>
          </a:p>
          <a:p xmlns:a="http://schemas.openxmlformats.org/drawingml/2006/main">
            <a:r>
              <a:t>complex | 1 | 20</a:t>
            </a:r>
          </a:p>
          <a:p xmlns:a="http://schemas.openxmlformats.org/drawingml/2006/main">
            <a:r>
              <a:t/>
            </a:r>
          </a:p>
          <a:p xmlns:a="http://schemas.openxmlformats.org/drawingml/2006/main">
            <a:r>
              <a:t>Invented requirements: error at most 3 and time at most 10 ms.</a:t>
            </a:r>
          </a:p>
          <a:p xmlns:a="http://schemas.openxmlformats.org/drawingml/2006/main">
            <a:r>
              <a:t/>
            </a:r>
          </a:p>
          <a:p xmlns:a="http://schemas.openxmlformats.org/drawingml/2006/main">
            <a:r>
              <a:t>LECTURER CUE</a:t>
            </a:r>
          </a:p>
          <a:p xmlns:a="http://schemas.openxmlformats.org/drawingml/2006/main">
            <a:r>
              <a:t>Invented requirements: error at most 3 and time at most 10 ms. Only simple is eligible. No result here is a measured engineering benchmark.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Candidate records and eligibility.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Candidate records and eligibility</a:t>
            </a:r>
          </a:p>
          <a:p xmlns:a="http://schemas.openxmlformats.org/drawingml/2006/main">
            <a:r>
              <a:t/>
            </a:r>
          </a:p>
          <a:p xmlns:a="http://schemas.openxmlformats.org/drawingml/2006/main">
            <a:r>
              <a:t>CONNECT</a:t>
            </a:r>
          </a:p>
          <a:p xmlns:a="http://schemas.openxmlformats.org/drawingml/2006/main">
            <a:r>
              <a:t>Previous slide: A constrained model choice.</a:t>
            </a:r>
          </a:p>
          <a:p xmlns:a="http://schemas.openxmlformats.org/drawingml/2006/main">
            <a:r>
              <a:t/>
            </a:r>
          </a:p>
          <a:p xmlns:a="http://schemas.openxmlformats.org/drawingml/2006/main">
            <a:r>
              <a:t>EXPLAIN</a:t>
            </a:r>
          </a:p>
          <a:p xmlns:a="http://schemas.openxmlformats.org/drawingml/2006/main">
            <a:r>
              <a:t>A candidate is one model under consideration. Its dictionary records a name, a validation error and measured run time.</a:t>
            </a:r>
          </a:p>
          <a:p xmlns:a="http://schemas.openxmlformats.org/drawingml/2006/main">
            <a:r>
              <a:t/>
            </a:r>
          </a:p>
          <a:p xmlns:a="http://schemas.openxmlformats.org/drawingml/2006/main">
            <a:r>
              <a:t>An eligible candidate meets every published constraint. Build a list of eligible records first. If the list is empty, use the task’s specified no-candidate result.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(1/2)</a:t>
            </a:r>
          </a:p>
          <a:p xmlns:a="http://schemas.openxmlformats.org/drawingml/2006/main">
            <a:r>
              <a:t/>
            </a:r>
          </a:p>
          <a:p xmlns:a="http://schemas.openxmlformats.org/drawingml/2006/main">
            <a:r>
              <a:t>CONNECT</a:t>
            </a:r>
          </a:p>
          <a:p xmlns:a="http://schemas.openxmlformats.org/drawingml/2006/main">
            <a:r>
              <a:t>Previous slide: Candidate records and eligibility.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names = []</a:t>
            </a:r>
          </a:p>
          <a:p xmlns:a="http://schemas.openxmlformats.org/drawingml/2006/main">
            <a:r>
              <a:t>for item in eligible:</a:t>
            </a:r>
          </a:p>
          <a:p xmlns:a="http://schemas.openxmlformats.org/drawingml/2006/main">
            <a:r>
              <a:t>    names.append(item["name"])</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(2/2)</a:t>
            </a:r>
          </a:p>
          <a:p xmlns:a="http://schemas.openxmlformats.org/drawingml/2006/main">
            <a:r>
              <a:t/>
            </a:r>
          </a:p>
          <a:p xmlns:a="http://schemas.openxmlformats.org/drawingml/2006/main">
            <a:r>
              <a:t>CONNECT</a:t>
            </a:r>
          </a:p>
          <a:p xmlns:a="http://schemas.openxmlformats.org/drawingml/2006/main">
            <a:r>
              <a:t>Previous slide: Model selection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print(names)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results</a:t>
            </a:r>
          </a:p>
          <a:p xmlns:a="http://schemas.openxmlformats.org/drawingml/2006/main">
            <a:r>
              <a:t/>
            </a:r>
          </a:p>
          <a:p xmlns:a="http://schemas.openxmlformats.org/drawingml/2006/main">
            <a:r>
              <a:t>CONNECT</a:t>
            </a:r>
          </a:p>
          <a:p xmlns:a="http://schemas.openxmlformats.org/drawingml/2006/main">
            <a:r>
              <a:t>Previous slide: Model selection in Python (2/2).</a:t>
            </a:r>
          </a:p>
          <a:p xmlns:a="http://schemas.openxmlformats.org/drawingml/2006/main">
            <a:r>
              <a:t/>
            </a:r>
          </a:p>
          <a:p xmlns:a="http://schemas.openxmlformats.org/drawingml/2006/main">
            <a:r>
              <a:t>EXPLAIN</a:t>
            </a:r>
          </a:p>
          <a:p xmlns:a="http://schemas.openxmlformats.org/drawingml/2006/main">
            <a:r>
              <a:t>['simple']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tuple supplies an ordered ranking key.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Previous slide: Model selection results.</a:t>
            </a:r>
          </a:p>
          <a:p xmlns:a="http://schemas.openxmlformats.org/drawingml/2006/main">
            <a:r>
              <a:t/>
            </a:r>
          </a:p>
          <a:p xmlns:a="http://schemas.openxmlformats.org/drawingml/2006/main">
            <a:r>
              <a:t>EXPLAIN</a:t>
            </a:r>
          </a:p>
          <a:p xmlns:a="http://schemas.openxmlformats.org/drawingml/2006/main">
            <a:r>
              <a:t>A tuple holds several values in order, such as (error, time, name).</a:t>
            </a:r>
          </a:p>
          <a:p xmlns:a="http://schemas.openxmlformats.org/drawingml/2006/main">
            <a:r>
              <a:t/>
            </a:r>
          </a:p>
          <a:p xmlns:a="http://schemas.openxmlformats.org/drawingml/2006/main">
            <a:r>
              <a:t>Python compares the first values. A tie moves the comparison to the second.</a:t>
            </a:r>
          </a:p>
          <a:p xmlns:a="http://schemas.openxmlformats.org/drawingml/2006/main">
            <a:r>
              <a:t/>
            </a:r>
          </a:p>
          <a:p xmlns:a="http://schemas.openxmlformats.org/drawingml/2006/main">
            <a:r>
              <a:t>If those also tie, the third value decides.</a:t>
            </a:r>
          </a:p>
          <a:p xmlns:a="http://schemas.openxmlformats.org/drawingml/2006/main">
            <a:r>
              <a:t/>
            </a:r>
          </a:p>
          <a:p xmlns:a="http://schemas.openxmlformats.org/drawingml/2006/main">
            <a:r>
              <a:t>LECTURER CUE</a:t>
            </a:r>
          </a:p>
          <a:p xmlns:a="http://schemas.openxmlformats.org/drawingml/2006/main">
            <a:r>
              <a:t>Demonstrate dictionary field access and ordered comparisons before asking learners to implement selection. A sorted list key can be a tuple: first metric, then speed, then name.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tuple ranking key.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tuple ranking key</a:t>
            </a:r>
          </a:p>
          <a:p xmlns:a="http://schemas.openxmlformats.org/drawingml/2006/main">
            <a:r>
              <a:t/>
            </a:r>
          </a:p>
          <a:p xmlns:a="http://schemas.openxmlformats.org/drawingml/2006/main">
            <a:r>
              <a:t>CONNECT</a:t>
            </a:r>
          </a:p>
          <a:p xmlns:a="http://schemas.openxmlformats.org/drawingml/2006/main">
            <a:r>
              <a:t>Previous slide: A tuple supplies an ordered ranking key.</a:t>
            </a:r>
          </a:p>
          <a:p xmlns:a="http://schemas.openxmlformats.org/drawingml/2006/main">
            <a:r>
              <a:t/>
            </a:r>
          </a:p>
          <a:p xmlns:a="http://schemas.openxmlformats.org/drawingml/2006/main">
            <a:r>
              <a:t>EXPLAIN</a:t>
            </a:r>
          </a:p>
          <a:p xmlns:a="http://schemas.openxmlformats.org/drawingml/2006/main">
            <a:r>
              <a:t>Candidate | Key: error, ms, name | Position</a:t>
            </a:r>
          </a:p>
          <a:p xmlns:a="http://schemas.openxmlformats.org/drawingml/2006/main">
            <a:r>
              <a:t/>
            </a:r>
          </a:p>
          <a:p xmlns:a="http://schemas.openxmlformats.org/drawingml/2006/main">
            <a:r>
              <a:t>beta | (2, 5, "beta") | 1: lower error</a:t>
            </a:r>
          </a:p>
          <a:p xmlns:a="http://schemas.openxmlformats.org/drawingml/2006/main">
            <a:r>
              <a:t/>
            </a:r>
          </a:p>
          <a:p xmlns:a="http://schemas.openxmlformats.org/drawingml/2006/main">
            <a:r>
              <a:t>alpha | (3, 1, "alpha") | 2: tie on error; faster</a:t>
            </a:r>
          </a:p>
          <a:p xmlns:a="http://schemas.openxmlformats.org/drawingml/2006/main">
            <a:r>
              <a:t/>
            </a:r>
          </a:p>
          <a:p xmlns:a="http://schemas.openxmlformats.org/drawingml/2006/main">
            <a:r>
              <a:t>gamma | (3, 2, "gamma") | 3: same error; slower</a:t>
            </a:r>
          </a:p>
          <a:p xmlns:a="http://schemas.openxmlformats.org/drawingml/2006/main">
            <a:r>
              <a:t/>
            </a:r>
          </a:p>
          <a:p xmlns:a="http://schemas.openxmlformats.org/drawingml/2006/main">
            <a:r>
              <a:t>Only eligible candidates reach ranking. If error and time tie, compare the names alphabetically.</a:t>
            </a:r>
          </a:p>
          <a:p xmlns:a="http://schemas.openxmlformats.org/drawingml/2006/main">
            <a:r>
              <a:t/>
            </a:r>
          </a:p>
          <a:p xmlns:a="http://schemas.openxmlformats.org/drawingml/2006/main">
            <a:r>
              <a:t>Read the rows in order. Only eligible candidates reach ranking. If error and time tie, compare the names alphabetically.</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Pass a function as the sorting key.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Pass a function as the sorting key</a:t>
            </a:r>
          </a:p>
          <a:p xmlns:a="http://schemas.openxmlformats.org/drawingml/2006/main">
            <a:r>
              <a:t/>
            </a:r>
          </a:p>
          <a:p xmlns:a="http://schemas.openxmlformats.org/drawingml/2006/main">
            <a:r>
              <a:t>CONNECT</a:t>
            </a:r>
          </a:p>
          <a:p xmlns:a="http://schemas.openxmlformats.org/drawingml/2006/main">
            <a:r>
              <a:t>Previous slide: Trace a tuple ranking key.</a:t>
            </a:r>
          </a:p>
          <a:p xmlns:a="http://schemas.openxmlformats.org/drawingml/2006/main">
            <a:r>
              <a:t/>
            </a:r>
          </a:p>
          <a:p xmlns:a="http://schemas.openxmlformats.org/drawingml/2006/main">
            <a:r>
              <a:t>EXPLAIN</a:t>
            </a:r>
          </a:p>
          <a:p xmlns:a="http://schemas.openxmlformats.org/drawingml/2006/main">
            <a:r>
              <a:t>sorted returns a new list in order. In sorted(eligible, key=rank), rank is the function itself, passed without calling it.</a:t>
            </a:r>
          </a:p>
          <a:p xmlns:a="http://schemas.openxmlformats.org/drawingml/2006/main">
            <a:r>
              <a:t/>
            </a:r>
          </a:p>
          <a:p xmlns:a="http://schemas.openxmlformats.org/drawingml/2006/main">
            <a:r>
              <a:t>sorted calls rank(item) for each candidate and compares the returned tuples. Writing rank() here would call it immediately without its required input.</a:t>
            </a:r>
          </a:p>
          <a:p xmlns:a="http://schemas.openxmlformats.org/drawingml/2006/main">
            <a:r>
              <a:t/>
            </a:r>
          </a:p>
          <a:p xmlns:a="http://schemas.openxmlformats.org/drawingml/2006/main">
            <a:r>
              <a:t>The original eligible list is unchanged. Check len(ordered) before using ordered[0], because an empty list has no first position.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tie-break rule.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Previous slide: Pass a function as the sorting key.</a:t>
            </a:r>
          </a:p>
          <a:p xmlns:a="http://schemas.openxmlformats.org/drawingml/2006/main">
            <a:r>
              <a:t/>
            </a:r>
          </a:p>
          <a:p xmlns:a="http://schemas.openxmlformats.org/drawingml/2006/main">
            <a:r>
              <a:t>EXPLAIN</a:t>
            </a:r>
          </a:p>
          <a:p xmlns:a="http://schemas.openxmlformats.org/drawingml/2006/main">
            <a:r>
              <a:t>A tuple is an ordered group of values.</a:t>
            </a:r>
          </a:p>
          <a:p xmlns:a="http://schemas.openxmlformats.org/drawingml/2006/main">
            <a:r>
              <a:t/>
            </a:r>
          </a:p>
          <a:p xmlns:a="http://schemas.openxmlformats.org/drawingml/2006/main">
            <a:r>
              <a:t>Python compares the first item, then the second when tied, then the third.</a:t>
            </a:r>
          </a:p>
          <a:p xmlns:a="http://schemas.openxmlformats.org/drawingml/2006/main">
            <a:r>
              <a:t/>
            </a:r>
          </a:p>
          <a:p xmlns:a="http://schemas.openxmlformats.org/drawingml/2006/main">
            <a:r>
              <a:t>The key function gives sorted the tuple for each candidate.</a:t>
            </a:r>
          </a:p>
          <a:p xmlns:a="http://schemas.openxmlformats.org/drawingml/2006/main">
            <a:r>
              <a:t/>
            </a:r>
          </a:p>
          <a:p xmlns:a="http://schemas.openxmlformats.org/drawingml/2006/main">
            <a:r>
              <a:t>Guard an empty list before selecting position zero.</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named function.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Previous slide: Sorting with a tie-break rule.</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key=rank | Use rank to build each comparison key</a:t>
            </a:r>
          </a:p>
          <a:p xmlns:a="http://schemas.openxmlformats.org/drawingml/2006/main">
            <a:r>
              <a:t/>
            </a:r>
          </a:p>
          <a:p xmlns:a="http://schemas.openxmlformats.org/drawingml/2006/main">
            <a:r>
              <a:t>sorted(eligible, key=rank) | Return a newly ordered list</a:t>
            </a:r>
          </a:p>
          <a:p xmlns:a="http://schemas.openxmlformats.org/drawingml/2006/main">
            <a:r>
              <a:t/>
            </a:r>
          </a:p>
          <a:p xmlns:a="http://schemas.openxmlformats.org/drawingml/2006/main">
            <a:r>
              <a:t>ordered[0] | Select its first item</a:t>
            </a:r>
          </a:p>
          <a:p xmlns:a="http://schemas.openxmlformats.org/drawingml/2006/main">
            <a:r>
              <a:t/>
            </a:r>
          </a:p>
          <a:p xmlns:a="http://schemas.openxmlformats.org/drawingml/2006/main">
            <a:r>
              <a:t>len(ordered) == 0 | Check for no eligible candidate</a:t>
            </a:r>
          </a:p>
          <a:p xmlns:a="http://schemas.openxmlformats.org/drawingml/2006/main">
            <a:r>
              <a:t/>
            </a:r>
          </a:p>
          <a:p xmlns:a="http://schemas.openxmlformats.org/drawingml/2006/main">
            <a:r>
              <a:t>Check for an empty list before accessing position zero.</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Sorting with a tie-break rule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Previous slide: Sorting with a named function.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Complete practice code:</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Local explanation and Conditions of use.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Local explanation and Conditions of use</a:t>
            </a:r>
          </a:p>
          <a:p xmlns:a="http://schemas.openxmlformats.org/drawingml/2006/main">
            <a:r>
              <a:t/>
            </a:r>
          </a:p>
          <a:p xmlns:a="http://schemas.openxmlformats.org/drawingml/2006/main">
            <a:r>
              <a:t>CONNECT</a:t>
            </a:r>
          </a:p>
          <a:p xmlns:a="http://schemas.openxmlformats.org/drawingml/2006/main">
            <a:r>
              <a:t>Previous slide: Sorting with a tie-break rule in Python.</a:t>
            </a:r>
          </a:p>
          <a:p xmlns:a="http://schemas.openxmlformats.org/drawingml/2006/main">
            <a:r>
              <a:t/>
            </a:r>
          </a:p>
          <a:p xmlns:a="http://schemas.openxmlformats.org/drawingml/2006/main">
            <a:r>
              <a:t>EXPLAIN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recommendation needs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Previous slide: Local explanation and Conditions of use.</a:t>
            </a:r>
          </a:p>
          <a:p xmlns:a="http://schemas.openxmlformats.org/drawingml/2006/main">
            <a:r>
              <a:t/>
            </a:r>
          </a:p>
          <a:p xmlns:a="http://schemas.openxmlformats.org/drawingml/2006/main">
            <a:r>
              <a:t>EXPLAIN</a:t>
            </a:r>
          </a:p>
          <a:p xmlns:a="http://schemas.openxmlformats.org/drawingml/2006/main">
            <a:r>
              <a:t>State the question and the chosen candidate.</a:t>
            </a:r>
          </a:p>
          <a:p xmlns:a="http://schemas.openxmlformats.org/drawingml/2006/main">
            <a:r>
              <a:t/>
            </a:r>
          </a:p>
          <a:p xmlns:a="http://schemas.openxmlformats.org/drawingml/2006/main">
            <a:r>
              <a:t>Give the evaluation result and the constraint it satisfies.</a:t>
            </a:r>
          </a:p>
          <a:p xmlns:a="http://schemas.openxmlformats.org/drawingml/2006/main">
            <a:r>
              <a:t/>
            </a:r>
          </a:p>
          <a:p xmlns:a="http://schemas.openxmlformats.org/drawingml/2006/main">
            <a:r>
              <a:t>State a limitation and the evidence that could change the recommendation.</a:t>
            </a:r>
          </a:p>
          <a:p xmlns:a="http://schemas.openxmlformats.org/drawingml/2006/main">
            <a:r>
              <a:t/>
            </a:r>
          </a:p>
          <a:p xmlns:a="http://schemas.openxmlformats.org/drawingml/2006/main">
            <a:r>
              <a:t>LECTURER CUE</a:t>
            </a:r>
          </a:p>
          <a:p xmlns:a="http://schemas.openxmlformats.org/drawingml/2006/main">
            <a:r>
              <a:t>Write a short recommendation: question, fair comparison, chosen candidate, reason, limitation and what new evidence could change the choice.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A recommendation needs evidence.</a:t>
            </a:r>
          </a:p>
          <a:p xmlns:a="http://schemas.openxmlformats.org/drawingml/2006/main">
            <a:r>
              <a:t/>
            </a:r>
          </a:p>
          <a:p xmlns:a="http://schemas.openxmlformats.org/drawingml/2006/main">
            <a:r>
              <a:t>EXPLAIN</a:t>
            </a:r>
          </a:p>
          <a:p xmlns:a="http://schemas.openxmlformats.org/drawingml/2006/main">
            <a:r>
              <a:t>Example: A third model has error 3 and latency 1 ms. Under lowest error then lowest latency, which eligible model wins?</a:t>
            </a:r>
          </a:p>
          <a:p xmlns:a="http://schemas.openxmlformats.org/drawingml/2006/main">
            <a:r>
              <a:t/>
            </a:r>
          </a:p>
          <a:p xmlns:a="http://schemas.openxmlformats.org/drawingml/2006/main">
            <a:r>
              <a:t>Answer: The third model. Both eligible models have error 3, but 1 ms is faster than 2 ms.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The third model. Both eligible models have error 3, but 1 ms is faster than 2 ms.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W12 uses fields name, validation_mae and latency_ms.</a:t>
            </a:r>
          </a:p>
          <a:p xmlns:a="http://schemas.openxmlformats.org/drawingml/2006/main">
            <a:r>
              <a:t/>
            </a:r>
          </a:p>
          <a:p xmlns:a="http://schemas.openxmlformats.org/drawingml/2006/main">
            <a:r>
              <a:t>Meet both inclusive constraints, then rank by error, latency and alphabetical name.</a:t>
            </a:r>
          </a:p>
          <a:p xmlns:a="http://schemas.openxmlformats.org/drawingml/2006/main">
            <a:r>
              <a:t/>
            </a:r>
          </a:p>
          <a:p xmlns:a="http://schemas.openxmlformats.org/drawingml/2006/main">
            <a:r>
              <a:t>Return None if no candidate qualifies.</a:t>
            </a:r>
          </a:p>
          <a:p xmlns:a="http://schemas.openxmlformats.org/drawingml/2006/main">
            <a:r>
              <a:t/>
            </a:r>
          </a:p>
          <a:p xmlns:a="http://schemas.openxmlformats.org/drawingml/2006/main">
            <a:r>
              <a:t>Complete the error function and interpret the separately supplied scenario.</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Keep project comparisons and graded interfaces distinct.</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Fair comparison and explanation.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Compare the same metric on the same validation cases with the same preprocessing rules.</a:t>
            </a:r>
          </a:p>
          <a:p xmlns:a="http://schemas.openxmlformats.org/drawingml/2006/main">
            <a:r>
              <a:t/>
            </a:r>
          </a:p>
          <a:p xmlns:a="http://schemas.openxmlformats.org/drawingml/2006/main">
            <a:r>
              <a:t>A small difference needs context, including variation across splits.</a:t>
            </a:r>
          </a:p>
          <a:p xmlns:a="http://schemas.openxmlformats.org/drawingml/2006/main">
            <a:r>
              <a:t/>
            </a:r>
          </a:p>
          <a:p xmlns:a="http://schemas.openxmlformats.org/drawingml/2006/main">
            <a:r>
              <a:t>Code run out of order can overwrite the variable holding a model; restart and run from the top.</a:t>
            </a:r>
          </a:p>
          <a:p xmlns:a="http://schemas.openxmlformats.org/drawingml/2006/main">
            <a:r>
              <a:t/>
            </a:r>
          </a:p>
          <a:p xmlns:a="http://schemas.openxmlformats.org/drawingml/2006/main">
            <a:r>
              <a:t>A local explanation addresses one prediction; global importance summarises many.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Fair comparison and explanation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Previous slide: Fair comparison and explanation.</a:t>
            </a:r>
          </a:p>
          <a:p xmlns:a="http://schemas.openxmlformats.org/drawingml/2006/main">
            <a:r>
              <a:t/>
            </a:r>
          </a:p>
          <a:p xmlns:a="http://schemas.openxmlformats.org/drawingml/2006/main">
            <a:r>
              <a:t>EXPLAIN</a:t>
            </a:r>
          </a:p>
          <a:p xmlns:a="http://schemas.openxmlformats.org/drawingml/2006/main">
            <a:r>
              <a:t>A post-hoc explanation of a complex model is not its directly readable internal rule.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Fair comparison and explanation continued.</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select_model(candidates, max_mae, max_ms).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Candidates have name, validation_mae and latency_ms.</a:t>
            </a:r>
          </a:p>
          <a:p xmlns:a="http://schemas.openxmlformats.org/drawingml/2006/main">
            <a:r>
              <a:t/>
            </a:r>
          </a:p>
          <a:p xmlns:a="http://schemas.openxmlformats.org/drawingml/2006/main">
            <a:r>
              <a:t>Keep those meeting both inclusive constraints; select smallest validation_mae, then latency_ms, then name alphabetically.</a:t>
            </a:r>
          </a:p>
          <a:p xmlns:a="http://schemas.openxmlformats.org/drawingml/2006/main">
            <a:r>
              <a:t/>
            </a:r>
          </a:p>
          <a:p xmlns:a="http://schemas.openxmlformats.org/drawingml/2006/main">
            <a:r>
              <a:t>Return the selected name or None.</a:t>
            </a:r>
          </a:p>
          <a:p xmlns:a="http://schemas.openxmlformats.org/drawingml/2006/main">
            <a:r>
              <a:t/>
            </a:r>
          </a:p>
          <a:p xmlns:a="http://schemas.openxmlformats.org/drawingml/2006/main">
            <a:r>
              <a:t>Never use test scores for selection.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regression_errors(actual, predicted).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Previous slide: select_model(candidates, max_mae, max_ms).</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regression_errors(actual, predicted).</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Model recommendation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27 Nov 2026, 08:00 Kampala</a:t>
            </a:r>
          </a:p>
          <a:p xmlns:a="http://schemas.openxmlformats.org/drawingml/2006/main">
            <a:r>
              <a:t/>
            </a:r>
          </a:p>
          <a:p xmlns:a="http://schemas.openxmlformats.org/drawingml/2006/main">
            <a:r>
              <a:t>Deadline: 27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Model recommendation submission.</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12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open_W12_CML3113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12 quiz.</a:t>
            </a:r>
          </a:p>
          <a:p xmlns:a="http://schemas.openxmlformats.org/drawingml/2006/main">
            <a:r>
              <a:t/>
            </a:r>
          </a:p>
          <a:p xmlns:a="http://schemas.openxmlformats.org/drawingml/2006/main">
            <a:r>
              <a:t>EXPLAIN</a:t>
            </a:r>
          </a:p>
          <a:p xmlns:a="http://schemas.openxmlformats.org/drawingml/2006/main">
            <a:r>
              <a:t>You can justify a valid candidate with evidence and a stated limitation.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f2536366f5047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fff7439209477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7ef9365c559472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ba723d7a064e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85bf363961740f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5367b2a08594a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F4682C7-2CD5-4361-BD08-076C6AFE95A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94364AA-4A5B-4252-AC8B-10ACD8142CF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F9F5502-73BB-4E6C-94A6-675B9DC8A52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BD718709-63E8-407A-B4EA-A32B74FDA94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B592F6F-648D-4C71-BA87-D467C19F7FA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4E7246B-E9D2-4649-A060-FCCD2D27DC3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68DAFCA-5F34-4CB6-B519-2EBDBE39BEF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1840E4C-BD38-4E51-AB86-7888BEFFF9A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7631FC0-BCA3-4A56-B497-E690D823C5A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5C01E79-5121-40F7-8599-E0FBD37603B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2E1FC0C-6820-4648-8DD8-1CA9FC6C70E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6B91AB-BAE3-4C12-B8E8-1A894FAB619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4DBA58-06E0-44EE-9D92-5D18A4B9960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0929F7F-167C-44D8-97F4-4653F16FF82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E1C08A7-23AB-4199-ACEA-64A77C1410F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9489faad9c45f5" /><Relationship Type="http://schemas.openxmlformats.org/officeDocument/2006/relationships/slideLayout" Target="/ppt/slideLayouts/slideLayout1.xml" Id="R2c6e9b5494aa4fe4" /><Relationship Type="http://schemas.openxmlformats.org/officeDocument/2006/relationships/slideLayout" Target="/ppt/slideLayouts/slideLayout2.xml" Id="Rf6bbfcbc326447be" /><Relationship Type="http://schemas.openxmlformats.org/officeDocument/2006/relationships/slideLayout" Target="/ppt/slideLayouts/slideLayout3.xml" Id="Rd260545f2f4f4a99" /><Relationship Type="http://schemas.openxmlformats.org/officeDocument/2006/relationships/slideLayout" Target="/ppt/slideLayouts/slideLayout4.xml" Id="Rbdb6195da4314b6d" /><Relationship Type="http://schemas.openxmlformats.org/officeDocument/2006/relationships/slideLayout" Target="/ppt/slideLayouts/slideLayout5.xml" Id="R2c3cbb96af664ccf" /><Relationship Type="http://schemas.openxmlformats.org/officeDocument/2006/relationships/slideLayout" Target="/ppt/slideLayouts/slideLayout6.xml" Id="R7fb3fe2aca7d429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6e9b5494aa4fe4"/>
    <p:sldLayoutId xmlns:r="http://schemas.openxmlformats.org/officeDocument/2006/relationships" id="2147483650" r:id="Rf6bbfcbc326447be"/>
    <p:sldLayoutId xmlns:r="http://schemas.openxmlformats.org/officeDocument/2006/relationships" id="2147483651" r:id="Rd260545f2f4f4a99"/>
    <p:sldLayoutId xmlns:r="http://schemas.openxmlformats.org/officeDocument/2006/relationships" id="2147483652" r:id="Rbdb6195da4314b6d"/>
    <p:sldLayoutId xmlns:r="http://schemas.openxmlformats.org/officeDocument/2006/relationships" id="2147483653" r:id="R2c3cbb96af664ccf"/>
    <p:sldLayoutId xmlns:r="http://schemas.openxmlformats.org/officeDocument/2006/relationships" id="2147483654" r:id="R7fb3fe2aca7d429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a7473813e794672" /><Relationship Type="http://schemas.openxmlformats.org/officeDocument/2006/relationships/image" Target="/ppt/media/image.png" Id="R851c9aa392ac44be" /><Relationship Type="http://schemas.openxmlformats.org/officeDocument/2006/relationships/notesSlide" Target="/ppt/notesSlides/notesSlide1.xml" Id="R3e5caf36c6ab48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681cc8a6864a0b" /><Relationship Type="http://schemas.openxmlformats.org/officeDocument/2006/relationships/notesSlide" Target="/ppt/notesSlides/notesSlide2.xml" Id="Rb5e40d7ba3a5481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c6501f96e3d4e2a" /><Relationship Type="http://schemas.openxmlformats.org/officeDocument/2006/relationships/notesSlide" Target="/ppt/notesSlides/notesSlide3.xml" Id="R37e79abbf8dd4f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7742ce447dd4e62" /><Relationship Type="http://schemas.openxmlformats.org/officeDocument/2006/relationships/notesSlide" Target="/ppt/notesSlides/notesSlide4.xml" Id="R64f8aa6c15a341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72814960c648f5" /><Relationship Type="http://schemas.openxmlformats.org/officeDocument/2006/relationships/notesSlide" Target="/ppt/notesSlides/notesSlide5.xml" Id="Rf5ce17660a6649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4042ab785784304" /><Relationship Type="http://schemas.openxmlformats.org/officeDocument/2006/relationships/notesSlide" Target="/ppt/notesSlides/notesSlide6.xml" Id="R3dc4b57025a0451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c8720425c7c4c7d" /><Relationship Type="http://schemas.openxmlformats.org/officeDocument/2006/relationships/notesSlide" Target="/ppt/notesSlides/notesSlide7.xml" Id="R093797142aba45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ab2c6c29956473e" /><Relationship Type="http://schemas.openxmlformats.org/officeDocument/2006/relationships/notesSlide" Target="/ppt/notesSlides/notesSlide8.xml" Id="R53381500c45a47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eeb93766a6d4f57" /><Relationship Type="http://schemas.openxmlformats.org/officeDocument/2006/relationships/notesSlide" Target="/ppt/notesSlides/notesSlide9.xml" Id="R5362c1e8f2be46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2b2a4e66d234743" /><Relationship Type="http://schemas.openxmlformats.org/officeDocument/2006/relationships/notesSlide" Target="/ppt/notesSlides/notesSlide10.xml" Id="Raaec05b022fa4e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fe23d7996064c7e" /><Relationship Type="http://schemas.openxmlformats.org/officeDocument/2006/relationships/notesSlide" Target="/ppt/notesSlides/notesSlide11.xml" Id="R09511a892dc142a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3c0678f3974ff3" /><Relationship Type="http://schemas.openxmlformats.org/officeDocument/2006/relationships/notesSlide" Target="/ppt/notesSlides/notesSlide12.xml" Id="Rea8a8af316cc46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c0dd3b997fe4287" /><Relationship Type="http://schemas.openxmlformats.org/officeDocument/2006/relationships/notesSlide" Target="/ppt/notesSlides/notesSlide13.xml" Id="R1cfdfea332704f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b3c0bb59d3c4827" /><Relationship Type="http://schemas.openxmlformats.org/officeDocument/2006/relationships/notesSlide" Target="/ppt/notesSlides/notesSlide14.xml" Id="R9ac9644e23ed44d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15ee30c2333478d" /><Relationship Type="http://schemas.openxmlformats.org/officeDocument/2006/relationships/notesSlide" Target="/ppt/notesSlides/notesSlide15.xml" Id="R476618651e614e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1ce72237c1c482b" /><Relationship Type="http://schemas.openxmlformats.org/officeDocument/2006/relationships/notesSlide" Target="/ppt/notesSlides/notesSlide16.xml" Id="R697c2ea9dede4a7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fbb3d1a3f5e4b1d" /><Relationship Type="http://schemas.openxmlformats.org/officeDocument/2006/relationships/notesSlide" Target="/ppt/notesSlides/notesSlide17.xml" Id="Rf4b411e426a9479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ab8e96074c24005" /><Relationship Type="http://schemas.openxmlformats.org/officeDocument/2006/relationships/notesSlide" Target="/ppt/notesSlides/notesSlide18.xml" Id="Rf39139a5f14a45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25d3e6f3c784639" /><Relationship Type="http://schemas.openxmlformats.org/officeDocument/2006/relationships/notesSlide" Target="/ppt/notesSlides/notesSlide19.xml" Id="R774ee6a99f22486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de654e809bb4102" /><Relationship Type="http://schemas.openxmlformats.org/officeDocument/2006/relationships/notesSlide" Target="/ppt/notesSlides/notesSlide20.xml" Id="Rdf17ae97bb55470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5c5a6c7e21d435c" /><Relationship Type="http://schemas.openxmlformats.org/officeDocument/2006/relationships/notesSlide" Target="/ppt/notesSlides/notesSlide21.xml" Id="R904cc7aff04c4a5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0adf03eecda4db0" /><Relationship Type="http://schemas.openxmlformats.org/officeDocument/2006/relationships/notesSlide" Target="/ppt/notesSlides/notesSlide22.xml" Id="R37b2c9bfb9554ef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133ffdfafc64369" /><Relationship Type="http://schemas.openxmlformats.org/officeDocument/2006/relationships/notesSlide" Target="/ppt/notesSlides/notesSlide23.xml" Id="R8316d265f34f42c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dcf2a55b8814064" /><Relationship Type="http://schemas.openxmlformats.org/officeDocument/2006/relationships/notesSlide" Target="/ppt/notesSlides/notesSlide24.xml" Id="R94825d809bba439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beaa617b2e74df6" /><Relationship Type="http://schemas.openxmlformats.org/officeDocument/2006/relationships/notesSlide" Target="/ppt/notesSlides/notesSlide25.xml" Id="R06901a372cdb46b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f009e7f1d9a4a2d" /><Relationship Type="http://schemas.openxmlformats.org/officeDocument/2006/relationships/notesSlide" Target="/ppt/notesSlides/notesSlide26.xml" Id="R381081323fd84ba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413ebc345694a36" /><Relationship Type="http://schemas.openxmlformats.org/officeDocument/2006/relationships/notesSlide" Target="/ppt/notesSlides/notesSlide27.xml" Id="R54754b471c6f4d1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b0da34ac9c8485b" /><Relationship Type="http://schemas.openxmlformats.org/officeDocument/2006/relationships/notesSlide" Target="/ppt/notesSlides/notesSlide28.xml" Id="R399504c38eef429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8063915c6c04c3f" /><Relationship Type="http://schemas.openxmlformats.org/officeDocument/2006/relationships/notesSlide" Target="/ppt/notesSlides/notesSlide29.xml" Id="R79a7894b3ac4405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9a110c32ffe4975" /><Relationship Type="http://schemas.openxmlformats.org/officeDocument/2006/relationships/notesSlide" Target="/ppt/notesSlides/notesSlide30.xml" Id="Ra53e6870d00f4d5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edd02c8eeb14755" /><Relationship Type="http://schemas.openxmlformats.org/officeDocument/2006/relationships/notesSlide" Target="/ppt/notesSlides/notesSlide31.xml" Id="R899a89b125914f5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9911ad2892547a0" /><Relationship Type="http://schemas.openxmlformats.org/officeDocument/2006/relationships/hyperlink" Target="https://docs.google.com/forms/d/e/1FAIpQLSfSPtMfaziLgaLKx4v0Lla4vYcA58pDDv_b_w33OfZsj0aVHA/viewform" TargetMode="External" Id="R9abab1407c734c65" /><Relationship Type="http://schemas.openxmlformats.org/officeDocument/2006/relationships/notesSlide" Target="/ppt/notesSlides/notesSlide32.xml" Id="R408f3e02f28f4fd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9702a882b4043f8" /><Relationship Type="http://schemas.openxmlformats.org/officeDocument/2006/relationships/notesSlide" Target="/ppt/notesSlides/notesSlide33.xml" Id="R41fd1a4a5fe74c9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59d2657f3a24482" /><Relationship Type="http://schemas.openxmlformats.org/officeDocument/2006/relationships/image" Target="/ppt/media/image2.png" Id="R8b539807785a41fb" /><Relationship Type="http://schemas.openxmlformats.org/officeDocument/2006/relationships/hyperlink" Target="https://forms.gle/XFcLpe6ugzvnoL3s6" TargetMode="External" Id="Re272a1f76fc54065" /><Relationship Type="http://schemas.openxmlformats.org/officeDocument/2006/relationships/notesSlide" Target="/ppt/notesSlides/notesSlide34.xml" Id="R55809c234df24b1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6999223d9ab4cf7" /><Relationship Type="http://schemas.openxmlformats.org/officeDocument/2006/relationships/notesSlide" Target="/ppt/notesSlides/notesSlide35.xml" Id="Rcf74d26d1c00419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0b1d2c2b0c84ffb" /><Relationship Type="http://schemas.openxmlformats.org/officeDocument/2006/relationships/hyperlink" Target="https://www.youtube.com/watch?v=fSytzGwwBVw" TargetMode="External" Id="R69a2bf4706344aa2" /><Relationship Type="http://schemas.openxmlformats.org/officeDocument/2006/relationships/notesSlide" Target="/ppt/notesSlides/notesSlide36.xml" Id="R252ef65f56c9445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51c9aa392ac44b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9CA4B00-46D0-4338-B3EC-34F936705FF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2D9A592-34F6-4B96-8EFA-9A3054EF61E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736795C1-BDFE-4507-A6F7-AEFCAC22988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8AC00FE3-9818-4A5E-8AED-DA88180E7AB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A618FAC-DE50-42A8-B3CD-4D12A03900F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1883208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313052-C8EC-4616-9D5C-031B9E35E6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7DCDB8-D57F-4466-8BB8-19755DAE3F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4245852-5B1C-42D0-99AC-97DC9D7366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461BD60-E25B-485D-9F43-D70E6B1496D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8B5E43-FEAC-4E09-A305-B4A083AE76F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0CE3E47-5BA5-40B7-985F-53422690039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C83986AD-0D4A-4560-899A-43814D5DC06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C0AB76E-F544-443E-A7D7-3A7EE0B57C3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BE4B29F0-E619-492C-9420-F073D6C9D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7563094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7E8828-D96B-462C-B97F-EF04D1D166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F1C183-219E-4134-AF93-0B84D33A1C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A87C7D-616A-4945-ADF2-4B3C41824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5616AA08-09A9-45D6-B23D-3D4E03B5B24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2F8087-43CD-46D2-90B8-EC1BCA93F4B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2B63C943-3976-4DA1-82AA-27317BDC407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51107C51-5B89-4EEB-BBAF-ECEA118C29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a:t>
            </a:r>
          </a:p>
        </p:txBody>
      </p:sp>
    </p:spTree>
    <p:extLst>
      <p:ext uri="{BB962C8B-B14F-4D97-AF65-F5344CB8AC3E}">
        <p14:creationId xmlns:p14="http://schemas.microsoft.com/office/powerpoint/2010/main" val="16614041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828F65-7BB8-4240-9EAA-902ACFF6BC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50C54C-E06C-4548-9214-411674659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152995-796B-4FBD-BD5A-4046BA33E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7CA30B8A-EA77-4249-8555-250E3254C95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5130E-EB50-4477-8A7A-1CE906058E2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84E5A5BF-B28F-4B13-9F9D-3A4C78B8941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B9D9EE34-2D40-4E5A-895C-247E9B80BD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15616847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BCD0DB-D26E-475A-BF8A-BD9169E903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540877-34AE-4885-9124-D6AD3ED3B5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E4054A0-77A9-4579-9BE3-1F2D31CC4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EDE7D3E0-FEEC-4302-B3E5-8D4C431987A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C32AD3-8356-4557-9E57-3C5E193ED7A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10880797-A0EA-4635-8E8A-AEB803A0604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4219AAE2-DD86-4844-ABB5-39423FD3630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F43E52D-30D3-4BD0-B15E-AD5B1007514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FDCBBA97-242A-4417-B329-0C3429AA602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BC534CF4-56F0-40E2-A5B6-42711B1957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21463758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EC43CF-1850-4C25-9654-5A7A7F9109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04C209-EA5E-4652-B62E-AC1940EADA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95B6F3C-82C6-4D25-B172-4379B22B7A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069D0419-6A51-48BE-98EC-BF0396691B0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CB54C2-DF84-4D6D-BC00-791A223059E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038BF671-A885-42A6-AF0F-DB601045F26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307B20DC-C78E-4657-B87A-4960B625D43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CE239D-7734-4336-A0EA-530FE52510E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B37C134A-8308-455B-9BF7-B43C92B42E4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5A321A38-7820-406C-9A7C-BF07203390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3154281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A516F9-1DC8-4EDF-A9FF-3B912AB4B0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837342-58E8-45F7-9611-7F940BEF03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8CB525-88E7-4876-B721-1B8F059CA4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F89E334C-F7C0-4DD6-A966-414E2AD8B4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36E038-7D19-4232-9AFC-3DCD078904F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C7C0B55C-55C4-4082-B709-A3BBB941C7C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276747-D1CC-4654-9E6B-CD487B05330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701CB592-5357-4169-BDE3-2ADFE7A1C61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4660CD-1110-43C0-9556-BD16E0C3B54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3DB5A873-2DAE-4850-BBB9-3CEBB39A25A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94B3DA4-FC5E-4D3E-B6C9-BC18B0CE50B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64D36ED9-2772-4E83-9C92-10209A62C5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10786468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A18743-B44A-4DCA-997A-7F7F7BF74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377825-9C4B-432F-8FA0-3D0F55DEAA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C94DF0-B651-4028-BE11-E5A25BBFFC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F42CA703-A64B-417A-B969-44D93CE1FA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F8F371-0BB4-40A6-B5C4-91D65014EF8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AE57F3D8-A3E7-4086-A4BD-527FB6E5435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0017F4-6B27-4455-B25A-B1BE737385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4152A5F3-8485-4C4E-9FEE-29707425483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77795A-282E-4018-9EF9-2181A23A2A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745D4C64-5A93-4F7D-AC50-BEA1E90FFC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20424543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8B1E5E-667B-4B96-B806-94B222F68B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BCA7D1-F66D-4995-97AB-04802AE18F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E7CD21-967B-4C9F-B1B4-15ACBE062E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954F2358-ADE1-4E40-B08F-7F3EBE2DF7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714DA6D-FE34-4582-BBF3-84A79F7947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044BD064-7B45-4A68-B280-B347EAFF48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C5F04F-1E47-48C9-B58E-973D26B395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8A522FE2-505D-444C-9C7F-E922075491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68E945-0EBF-48AD-A67F-E145978E601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9E254F1A-5B93-43C5-90FC-4CACB54D03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92087038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2C1075-4A38-43FE-8DB0-641F5A4E2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D18930-E2B6-41C5-915E-9D4F306785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9CAA9F6-02C4-4B88-BED6-54520666A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477865D-AD78-4EC6-9A83-BD89BCF113E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C26B4765-1165-4DDA-95E9-8A6C4D257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33983997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3DEF78-456E-4287-9BD1-14A282D47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1FC49F-E880-4FE2-9A1F-F82F5AF029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690F48-DA07-4306-99FB-A29AB2B92F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C225849F-60FB-40D5-8FCF-55D3785D8A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CBBEC0-D289-4270-8A9D-89FED1A1E91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24D7BA-D0ED-4964-BE61-86A9A2CC6D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7C33D30A-D289-4C8B-BFAA-504E631598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08C86863-0C7F-4CB5-B472-61AA8E3780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11</a:t>
            </a:r>
          </a:p>
        </p:txBody>
      </p:sp>
    </p:spTree>
    <p:extLst>
      <p:ext uri="{BB962C8B-B14F-4D97-AF65-F5344CB8AC3E}">
        <p14:creationId xmlns:p14="http://schemas.microsoft.com/office/powerpoint/2010/main" val="193713256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731225-9C76-42FF-95BA-EFAC55F768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84E920-DBB0-4B67-8932-A9ED6AAF3C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0FD173-3FE3-4437-AA5D-368B7B2111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033976CD-40FF-41F1-830A-35CC7484B6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7F6618-6153-4B57-BFE5-6F2251D3CF3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990AD1CA-8882-41D0-BA83-239EE026AC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34BBCB8-CA46-4999-8F12-50B4413DFEA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33F4921-17DD-44EA-A820-2E3D6098D6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12</a:t>
            </a:r>
          </a:p>
        </p:txBody>
      </p:sp>
    </p:spTree>
    <p:extLst>
      <p:ext uri="{BB962C8B-B14F-4D97-AF65-F5344CB8AC3E}">
        <p14:creationId xmlns:p14="http://schemas.microsoft.com/office/powerpoint/2010/main" val="18263837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9C632B7-F9D5-48DA-869C-47F13F91E2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8479D0-1DBD-4423-8EF0-340BC8719F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5CEAB7-09B1-4AE7-BAFF-3DE1BFD021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7708DD9E-AB24-4FC9-9DCA-375EC64033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5DEC2E-9176-4621-9F4D-F8068F9B703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CE9F5DA3-B681-4A03-8A1C-5096E5FD5D4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4B50CD3-63CB-4684-8E92-9EEBA8849E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40572E81-C6EB-4DE7-AE87-CDE71157E3D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62DCC02E-A72C-4616-A72F-3124676BA4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15393788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11A472-1029-4A97-A3AE-BEADFB169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8614C5-437D-4190-B397-661AF003E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8A4797E-4891-4946-B2CA-14EE43980B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DFF29059-8A9E-4E14-B0E0-F050A1316EA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EBCF4D-23F4-466C-AE48-7F773F9EDF2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DA7D8792-8A50-479D-A198-AC499D57ADA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BF2DF16-0F1C-4B8B-844E-933719B94E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20696979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A2761A-598E-453D-A465-8236291C7F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7737EC-1E91-4566-83D8-DBF7148284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79D979-EC80-4D6C-8527-D5F7C0B203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97FBDC26-0150-4F64-9EE9-A9EA3AB67E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A5A43B-B99F-43BE-B174-DFC75CC85DB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F3314C45-5CF5-427A-AE4B-D6FBA666A4B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BA960F-00EA-42A5-81BC-0C77F2E9F19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CEB965D8-EE15-461B-A4ED-A0E9F34539E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AA4987-7C85-4D3B-A87D-5244EF1F58D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37BBCA48-5015-4049-9763-7F49528484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6191155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76E5ED-F821-43AD-80B0-0A14B91193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185E7B-57A4-4888-942A-F827E23CD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643A8F2-2487-41C1-A451-F448A28554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tuple ranking key</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Key: error, ms, name</a:t>
                      </a:r>
                    </a:p>
                  </a:txBody>
                  <a:tcPr marL="91440" marR="91440" marT="45720" marB="45720">
                    <a:solidFill>
                      <a:srgbClr val="2E7D6F"/>
                    </a:solidFill>
                  </a:tcPr>
                </a:tc>
                <a:tc>
                  <a:txBody>
                    <a:bodyPr/>
                    <a:lstStyle/>
                    <a:p>
                      <a:r>
                        <a:rPr sz="2025" b="1">
                          <a:solidFill>
                            <a:srgbClr val="FFFFFF"/>
                          </a:solidFill>
                          <a:latin typeface="Calibri"/>
                          <a:ea typeface="Calibri"/>
                          <a:cs typeface="Calibri"/>
                        </a:rPr>
                        <a:t>Position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5, "beta")</a:t>
                      </a:r>
                    </a:p>
                  </a:txBody>
                  <a:tcPr marL="91440" marR="91440" marT="45720" marB="45720">
                    <a:solidFill>
                      <a:srgbClr val="EEF3F6"/>
                    </a:solidFill>
                  </a:tcPr>
                </a:tc>
                <a:tc>
                  <a:txBody>
                    <a:bodyPr/>
                    <a:lstStyle/>
                    <a:p>
                      <a:r>
                        <a:rPr sz="2025" b="0">
                          <a:solidFill>
                            <a:srgbClr val="1C3144"/>
                          </a:solidFill>
                          <a:latin typeface="Calibri"/>
                          <a:ea typeface="Calibri"/>
                          <a:cs typeface="Calibri"/>
                        </a:rPr>
                        <a:t>1: lower error</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(3, 1, "alpha")</a:t>
                      </a:r>
                    </a:p>
                  </a:txBody>
                  <a:tcPr marL="91440" marR="91440" marT="45720" marB="45720">
                    <a:solidFill>
                      <a:srgbClr val="FFFFFF"/>
                    </a:solidFill>
                  </a:tcPr>
                </a:tc>
                <a:tc>
                  <a:txBody>
                    <a:bodyPr/>
                    <a:lstStyle/>
                    <a:p>
                      <a:r>
                        <a:rPr sz="2025" b="0">
                          <a:solidFill>
                            <a:srgbClr val="1C3144"/>
                          </a:solidFill>
                          <a:latin typeface="Calibri"/>
                          <a:ea typeface="Calibri"/>
                          <a:cs typeface="Calibri"/>
                        </a:rPr>
                        <a:t>2: tie on error; faster</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2, "gamma")</a:t>
                      </a:r>
                    </a:p>
                  </a:txBody>
                  <a:tcPr marL="91440" marR="91440" marT="45720" marB="45720">
                    <a:solidFill>
                      <a:srgbClr val="EEF3F6"/>
                    </a:solidFill>
                  </a:tcPr>
                </a:tc>
                <a:tc>
                  <a:txBody>
                    <a:bodyPr/>
                    <a:lstStyle/>
                    <a:p>
                      <a:r>
                        <a:rPr sz="2025" b="0">
                          <a:solidFill>
                            <a:srgbClr val="1C3144"/>
                          </a:solidFill>
                          <a:latin typeface="Calibri"/>
                          <a:ea typeface="Calibri"/>
                          <a:cs typeface="Calibri"/>
                        </a:rPr>
                        <a:t>3: same error; slower</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7559F3F-8EB4-4D0B-B351-5CA8799DF1C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eligible candidates reach ranking. If error and time tie, compare the names alphabetically.</a:t>
            </a:r>
          </a:p>
        </p:txBody>
      </p:sp>
      <p:sp>
        <p:nvSpPr>
          <p:cNvPr id="6" name="">
            <a:extLst xmlns:a="http://schemas.openxmlformats.org/drawingml/2006/main">
              <a:ext uri="{FF2B5EF4-FFF2-40B4-BE49-F238E27FC236}">
                <a16:creationId xmlns:a16="http://schemas.microsoft.com/office/drawing/2014/main" id="{B49901D1-65C4-46F3-AB59-60E70B36FB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4082794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25E43C-F2F4-4ECB-B7B2-D2C2D0D9E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7C8449-441C-4AF1-8940-EDB514D8AD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64A648-EBC9-46F1-954E-D221664A4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 a function as the sorting key</a:t>
            </a:r>
          </a:p>
        </p:txBody>
      </p:sp>
      <p:sp>
        <p:nvSpPr>
          <p:cNvPr id="4" name="">
            <a:extLst xmlns:a="http://schemas.openxmlformats.org/drawingml/2006/main">
              <a:ext uri="{FF2B5EF4-FFF2-40B4-BE49-F238E27FC236}">
                <a16:creationId xmlns:a16="http://schemas.microsoft.com/office/drawing/2014/main" id="{FDFE3963-73EC-48B8-8998-873969316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3C230F-2482-46F4-A729-C3631C614CD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returns a new list in order. In sorted(eligible, key=rank), rank is the function itself, passed without calling it.</a:t>
            </a:r>
          </a:p>
        </p:txBody>
      </p:sp>
      <p:sp>
        <p:nvSpPr>
          <p:cNvPr id="6" name="">
            <a:extLst xmlns:a="http://schemas.openxmlformats.org/drawingml/2006/main">
              <a:ext uri="{FF2B5EF4-FFF2-40B4-BE49-F238E27FC236}">
                <a16:creationId xmlns:a16="http://schemas.microsoft.com/office/drawing/2014/main" id="{30C172AF-AFE1-4B86-97B9-C0E974CDFF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35FAC6-0807-4832-A739-CAD584F067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sorted calls rank(item) for each candidate and compares the returned tuples. Writing rank() here would call it immediately without its required input.</a:t>
            </a:r>
          </a:p>
        </p:txBody>
      </p:sp>
      <p:sp>
        <p:nvSpPr>
          <p:cNvPr id="8" name="">
            <a:extLst xmlns:a="http://schemas.openxmlformats.org/drawingml/2006/main">
              <a:ext uri="{FF2B5EF4-FFF2-40B4-BE49-F238E27FC236}">
                <a16:creationId xmlns:a16="http://schemas.microsoft.com/office/drawing/2014/main" id="{D88B813F-6E5D-4081-8433-E2D5DE5102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D0CB90-5064-4D08-9E69-E4961461454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original eligible list is unchanged. Check len(ordered) before using ordered[0], because an empty list has no first position.</a:t>
            </a:r>
          </a:p>
        </p:txBody>
      </p:sp>
      <p:sp>
        <p:nvSpPr>
          <p:cNvPr id="10" name="">
            <a:extLst xmlns:a="http://schemas.openxmlformats.org/drawingml/2006/main">
              <a:ext uri="{FF2B5EF4-FFF2-40B4-BE49-F238E27FC236}">
                <a16:creationId xmlns:a16="http://schemas.microsoft.com/office/drawing/2014/main" id="{0F56BD4A-AE5B-4021-9A1D-F484AA448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49009209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BC065E-7BDE-4A80-A61F-9E38709B5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948A28-B4FA-40C9-8B1F-5ED8E3245C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26FAA7-07E5-4951-B74E-B202647FFA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80218FA6-6ED8-4AAA-9EB6-D4098F4449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DB09FB-C6E1-4B64-8D75-6B844970D5C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3CED2879-A32A-4C3B-8584-8978E5CB2E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4AEE1A-088C-4150-9896-19F854971CC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36B4A642-AF3C-4EE1-8676-FFF2335B8A3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FACDEC-A72D-4996-A1AD-A48F12159A9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FF9CCF4B-1EB9-4C50-BAB3-09AC40D8A78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7C987C-CBC5-4644-AF39-556AB6D951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688FCD2D-90E6-4FCA-A894-1E7111A2DB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96751807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F3A66A-AD2D-443C-B471-9D1404A61E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09A22A-4BE0-45F1-A5AB-383FB90688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2E59486-71D1-430A-9606-0D8A8453C1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AB4C5D1-891A-4523-B723-AD3770E9F56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B51081A0-CCBF-4337-94D8-89AF3C638F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181252673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BA0FB7-9933-456D-9FBB-2CC0C54C2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6C51CB-0B4D-4013-8A38-77EF069529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2DDA1A0-4137-4F74-AE0E-E902DE9E21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68DE7C9F-F036-41B3-BB41-6A630B4AABF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8C3713-16E5-4511-B84F-F2FA4EA9813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6300920A-378B-4880-833A-C8E422491CC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79C34D4F-BF53-4D44-AFC3-684C2B80B2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C5E1E24-9CAE-45AF-BFAD-636B1D254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20</a:t>
            </a:r>
          </a:p>
        </p:txBody>
      </p:sp>
    </p:spTree>
    <p:extLst>
      <p:ext uri="{BB962C8B-B14F-4D97-AF65-F5344CB8AC3E}">
        <p14:creationId xmlns:p14="http://schemas.microsoft.com/office/powerpoint/2010/main" val="2932128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456570-2705-45D3-A383-794534229B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8DD851-AA6B-4CA0-AEA3-3D98A9AF13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C8AC763-4789-416A-878F-30EC96A12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09D1DA5B-FA87-4D1B-8AEF-610EFF64F08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97E053-5924-4071-B2C5-DD7624F5BC0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E0801DDC-BFC4-4C7A-9E5F-A036F0DA31F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17396458-0EA9-464C-B4E5-A5C43EE6299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8AD2FB8-D178-4E05-A610-7406DA593C0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52E6D8C7-4088-41CB-95EC-78885ABAC49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491C2F8E-5D8B-4F9B-96EA-277A1B298C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30351715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CA07D5-98CC-4CD4-BA4D-5E144FF5A0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493B78-09D2-4260-9E75-E5635D614E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B53C51F-38F3-40D6-89A5-3C378ABF2C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42474D78-A89E-498D-83A6-EF5E237E6D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D5721E-632A-44C8-9D2B-66F11E223F8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4043D5CF-4E5F-4483-9204-62DB68FE6E6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9CBFDB-1065-421E-8F49-86126D41EB3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70CC114B-1028-4BEA-8CB8-B78E7564517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F2A8B8-CBC7-40C3-A0EF-A666507A366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88DF98F2-AA7F-4463-B7FA-F4F1B24ADA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22</a:t>
            </a:r>
          </a:p>
        </p:txBody>
      </p:sp>
    </p:spTree>
    <p:extLst>
      <p:ext uri="{BB962C8B-B14F-4D97-AF65-F5344CB8AC3E}">
        <p14:creationId xmlns:p14="http://schemas.microsoft.com/office/powerpoint/2010/main" val="18481277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4F9B6C-28BC-4C70-8D58-AC6AD2033C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A9ACF8-1792-4182-B9AC-D853FB13C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6049D3-20DF-4F60-96F9-998FA19B48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27D949E-EDEE-4DA4-A595-397EE77CDDD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63C471-6DE7-4DE0-B4EA-8B0D0C171B4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55B41A-B5A9-4449-8EB0-23A1372856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428D24A3-F55A-42BA-8A4C-6064047F4C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369C75C1-33CE-4BBC-ABD4-CC55DF513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158867360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295D8C-A0DE-4107-ADCA-16D3C36DF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116281-2993-4FC1-9ED6-24DBE3DDE6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30E4FF-FCBE-4AF2-87BD-55EBAEA4EF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AA27F0A-DC99-47BD-9076-B18F5712C5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EBAF8E-6419-4B7C-BFA4-F278A3E02C5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6EB6C01C-4321-40F6-8D2A-E8F5ACBFEF9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5F4077-1A42-435F-9424-8EF26785998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5E59BAF9-C4BC-4AB8-B5F4-A36E6CA5AC2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BDF958-A69D-4226-8486-2A24D568BA4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47A879BA-FE66-4F49-8FA7-B5EF26C5038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10F120-E3A4-4BFB-95E6-893C8538052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E5E6AD96-8D01-41D9-941C-6A4018A61C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103639938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BDFBCD-CA8C-47CC-9BDC-01681D63AB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3A05EC-88B6-4FF3-9837-2DC668575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16BD198-7F1D-4DA5-8B39-18DD8DDFB5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35EB4C8-45C6-4D0F-AD4C-4FC9C3CBF3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C6065E-AA6A-4876-A985-3A3E78782F4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7E763952-4C4F-48E4-A37D-1E40A79C02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25</a:t>
            </a:r>
          </a:p>
        </p:txBody>
      </p:sp>
    </p:spTree>
    <p:extLst>
      <p:ext uri="{BB962C8B-B14F-4D97-AF65-F5344CB8AC3E}">
        <p14:creationId xmlns:p14="http://schemas.microsoft.com/office/powerpoint/2010/main" val="5554860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24B799-FAF6-41BB-A9FC-62297E5762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97AA18-CCA1-49D5-AFCB-2555181821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023750-3D31-4789-B22D-71E63EB1F2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F093E53E-B531-45B9-AF1A-7E7CC4402D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0A92A1-810E-4616-A3B5-1FD70D8DCEC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10868AE3-F582-46DD-A2FF-A201A1B5971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04CB2B-0176-42D6-A08F-7856E3725FF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521370A7-81B1-45C9-B239-B5359800526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78D1FB-A53F-43E8-ABC4-43C23F902E0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00FEE267-A552-412E-B366-B001BC2A8ED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93FB35-EB90-4E88-8CD6-C28965202EF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3A3B869E-932C-4A3D-816F-49EF474044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21391609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B074CE-F98D-4E29-9136-DCD9A982A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79EA0-7666-47AF-B2B4-1E452D0A88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F7AD47-9E4B-4A84-9BEB-F88E47C232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E0065848-A1E3-41A5-BE6E-DD35712D162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56B1F9-B13E-45AE-985D-033E5CF6E39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D2A5CEBC-4466-48BA-9898-75D45566CF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94243034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281ACD-7E3A-4D10-9D54-FEEEB50DBB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720A0C-4CA7-4F52-AC8B-D218223D3E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561E7B-DFC8-4112-907A-7CE867DE5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3C3E567-808D-4CF9-B881-F0E0841A94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2CB745-B75B-403B-8612-1830B6DB353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DA51C55E-4FE6-4297-9970-97E139A81FA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A1BB6B-29A9-4835-8AF3-9DD89BF68D3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1346F225-D3A4-43F2-A4C2-7A3662D471B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15E781-5F69-4FA8-B7CE-298E0F1BEF5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BA39D3B-621C-4184-B6B4-D79318475A7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DEDFEA-E264-4919-A633-AE12E10ADE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7D0627E8-85A4-4457-841F-FCB8F27F14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49059832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15973B-996D-4508-AFD0-422F790A5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18B426-3A24-44C7-8069-E86F02E403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F812F87-0841-4179-8529-3D57E8D150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175C66BB-4441-4985-B0AB-01DC93E0CC9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D25D03-2A6A-4292-B8A8-B8191E01C2E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8A74D55C-6D7D-458D-8FFF-7F23121B1AE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7A53E89-6D32-48E4-9ED4-39406660EED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AE62283-A490-4EE4-B924-2213B8E59F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4162260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F071F9-F9E2-4665-AF11-EBE775D639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C68552-875E-4D92-A36A-575B438085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DE349E-88F6-44B3-8675-CEA9C96F9E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55DDD024-8B6E-4515-B94B-87F96D88036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E76DE8-7446-40A2-BE44-E1814113BB5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24B4691-C8D0-47CB-967E-751C33A8D90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AF4592-57FA-4606-AE11-E4B75571D3B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EAFB6C-7079-40D7-BF4D-1FE25F3D8D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30</a:t>
            </a:r>
          </a:p>
        </p:txBody>
      </p:sp>
    </p:spTree>
    <p:extLst>
      <p:ext uri="{BB962C8B-B14F-4D97-AF65-F5344CB8AC3E}">
        <p14:creationId xmlns:p14="http://schemas.microsoft.com/office/powerpoint/2010/main" val="9521247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5D8C58-DE22-4006-B2D6-99457CF36D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C4A2A7-399C-4623-9AE0-62579A229C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855E4FA-D42A-45EC-B07A-65B0A86D48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8823B95-AD78-4499-BC44-A165A68B67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128654-26C2-42D2-85B1-29AD2CE5A9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15047E6-3EF4-4365-9D8A-77C063DEEB6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5C67E4-2A40-46BF-BD86-70BD1963DA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C75813F-F095-4194-84CF-99161DC9344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8BBF28-4D11-4C10-9799-BB3A9EE401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141A4E7-7431-4829-A746-0BB5708BBD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8BE647B-CC5D-4957-95C2-8A809B6AFB0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1CC9336F-7E01-4E7B-82D0-2CF3D0CF84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31</a:t>
            </a:r>
          </a:p>
        </p:txBody>
      </p:sp>
    </p:spTree>
    <p:extLst>
      <p:ext uri="{BB962C8B-B14F-4D97-AF65-F5344CB8AC3E}">
        <p14:creationId xmlns:p14="http://schemas.microsoft.com/office/powerpoint/2010/main" val="207115686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437BEF5-1B24-4B55-8D79-8FC182F1C8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58C51B-6575-4254-9697-FA6507B435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B02D9B5-4216-4FFF-A81A-FF292142B9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1C9CED6C-30B1-491B-9B6C-415C53A68DB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69E239-BF76-4215-AD42-A5E0C87D05C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B84417DD-E1AF-40E7-881B-F188ED744CD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E9718A-3FAE-42B2-A77C-F66052414AB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B92EF821-4C3B-4F7C-A584-2182C2EBB9F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D9ADE3-053D-4667-A5C7-C5F67C4972C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DC951AD-ACE6-4CF6-B4E2-8FC19E93EC2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567AF8-3B6C-4639-95FE-5FA3B831C5E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195A4A6-582B-4F50-A9AC-840761E8D8B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41E467C-54DD-4BD1-A1C6-18AD60F5181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abab1407c734c65"/>
              </a:rPr>
              <a:t>Open W12 assignment form</a:t>
            </a:r>
          </a:p>
        </p:txBody>
      </p:sp>
      <p:sp>
        <p:nvSpPr>
          <p:cNvPr id="14" name="">
            <a:extLst xmlns:a="http://schemas.openxmlformats.org/drawingml/2006/main">
              <a:ext uri="{FF2B5EF4-FFF2-40B4-BE49-F238E27FC236}">
                <a16:creationId xmlns:a16="http://schemas.microsoft.com/office/drawing/2014/main" id="{A22007C2-7068-4DAA-868B-61299704E4E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https://docs.google.com/forms/d/e/1FAIpQLSfSPtMfaziLgaLKx4v0Lla4vYcA58pDDv_b_w33OfZsj0aVHA/viewform</a:t>
            </a:r>
          </a:p>
        </p:txBody>
      </p:sp>
      <p:sp>
        <p:nvSpPr>
          <p:cNvPr id="15" name="">
            <a:extLst xmlns:a="http://schemas.openxmlformats.org/drawingml/2006/main">
              <a:ext uri="{FF2B5EF4-FFF2-40B4-BE49-F238E27FC236}">
                <a16:creationId xmlns:a16="http://schemas.microsoft.com/office/drawing/2014/main" id="{16BBB05E-8F37-48AE-A1B0-341773EE5D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32</a:t>
            </a:r>
          </a:p>
        </p:txBody>
      </p:sp>
    </p:spTree>
    <p:extLst>
      <p:ext uri="{BB962C8B-B14F-4D97-AF65-F5344CB8AC3E}">
        <p14:creationId xmlns:p14="http://schemas.microsoft.com/office/powerpoint/2010/main" val="145903210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86A7D92-21BB-4181-B537-4EEE79912B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292572-49C9-4647-8566-6F1165AEF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30C60E-11DB-478A-828E-8FDB343FEE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33A40B7-4241-49F6-B592-F4C9E073E4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7CAB58-C3B7-4272-80C5-30DD1ED517A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299B7DA-C9E0-4EF9-9ECA-4D54D0044C5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351D31-FF7B-4852-8E5C-3002FCCA67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B1797C42-3AB9-45A5-BFC9-011D68027F9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1F16D7-5449-47A9-9980-422CF97BDC3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E7D1E436-D257-41CE-8B40-B7C3F0A48FA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5570400-E33F-4541-8E26-28C352BD843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BD40334C-9AD8-4FD2-B90E-AC87720E15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33</a:t>
            </a:r>
          </a:p>
        </p:txBody>
      </p:sp>
    </p:spTree>
    <p:extLst>
      <p:ext uri="{BB962C8B-B14F-4D97-AF65-F5344CB8AC3E}">
        <p14:creationId xmlns:p14="http://schemas.microsoft.com/office/powerpoint/2010/main" val="96444087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8F4B982-2071-445A-BC7D-132E9F9557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B8749F-C060-4CC9-86D5-F436DEE045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7147B2F-8243-41DC-800B-A5B6BAC718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A336F126-4C15-4F83-803E-816749EBD7B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A4169E-89DB-4CB8-8E70-D4F93D9DDB4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E8EE50B-ECDA-4EF2-BD1A-0BC373B67E8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BE9AF3-3449-4FFB-B416-4AD9226785B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B25BBEC-10E1-4563-BBC0-25836D5F37C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5E2479-2C89-49B2-B57B-7691A6A6503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6416F1D-CA71-47A5-BEC6-8E0064A79E1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E3B687-9EBE-40A5-A22C-A410699E9E9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b539807785a41f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B286EC5-1347-4D8C-8B80-DD4B8900349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976BA98-730A-4114-93BD-62688781DBA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9818F60-369F-428D-AD31-A72B2B6C5CC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272a1f76fc54065"/>
              </a:rPr>
              <a:t>Open this week’s quiz</a:t>
            </a:r>
          </a:p>
        </p:txBody>
      </p:sp>
      <p:sp>
        <p:nvSpPr>
          <p:cNvPr id="16" name="">
            <a:extLst xmlns:a="http://schemas.openxmlformats.org/drawingml/2006/main">
              <a:ext uri="{FF2B5EF4-FFF2-40B4-BE49-F238E27FC236}">
                <a16:creationId xmlns:a16="http://schemas.microsoft.com/office/drawing/2014/main" id="{9A697D24-951A-448C-AEE1-C7DC8318FB6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https://forms.gle/XFcLpe6ugzvnoL3s6</a:t>
            </a:r>
          </a:p>
        </p:txBody>
      </p:sp>
      <p:sp>
        <p:nvSpPr>
          <p:cNvPr id="17" name="">
            <a:extLst xmlns:a="http://schemas.openxmlformats.org/drawingml/2006/main">
              <a:ext uri="{FF2B5EF4-FFF2-40B4-BE49-F238E27FC236}">
                <a16:creationId xmlns:a16="http://schemas.microsoft.com/office/drawing/2014/main" id="{11F47641-BCB0-4F23-886C-712B4F885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34</a:t>
            </a:r>
          </a:p>
        </p:txBody>
      </p:sp>
    </p:spTree>
    <p:extLst>
      <p:ext uri="{BB962C8B-B14F-4D97-AF65-F5344CB8AC3E}">
        <p14:creationId xmlns:p14="http://schemas.microsoft.com/office/powerpoint/2010/main" val="401170928"/>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7EC8C3-048B-4A4E-B64C-FA8B38092A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F624452-25D6-4055-90B6-FFFB91564B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B7E5F36-2599-4759-87B0-1A6B03D0D32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15E5661-D556-45E9-B6EC-78C4EC10549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9D627939-630B-4B28-90E6-97F98F21004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95630A8-0EA5-4F34-8FDC-1E78C7364D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35</a:t>
            </a:r>
          </a:p>
        </p:txBody>
      </p:sp>
    </p:spTree>
    <p:extLst>
      <p:ext uri="{BB962C8B-B14F-4D97-AF65-F5344CB8AC3E}">
        <p14:creationId xmlns:p14="http://schemas.microsoft.com/office/powerpoint/2010/main" val="117033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EA856D-122E-4C47-B994-938E019F08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47A164-920E-40C2-ABF4-FE6D228912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8564645-42F1-43A7-8CCE-F324F95A7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18CDE0D-1FE1-4B12-941E-E979A2A2A94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7567D4-7D37-4BDE-AFFB-AC3867B051A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64832BE-415E-459F-BD7D-7DFC9C72A7E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337A2B-8529-4002-8AC3-8FB61BC5C81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9CDFBA02-CDCD-4780-91A0-34B4D05BCE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A0929C-E4DD-480A-A017-78527DE63AB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9787D4E0-1750-432E-91D7-B300EE634F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B7CEF7-974C-437D-A718-FB1181EBD964}"/>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65297F86-3F71-4022-8475-71ED1F2141C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D3CDDB8-43E3-4C11-B13B-250FAC4DEF6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9a2bf4706344aa2"/>
              </a:rPr>
              <a:t>Open explainer video</a:t>
            </a:r>
          </a:p>
        </p:txBody>
      </p:sp>
      <p:sp>
        <p:nvSpPr>
          <p:cNvPr id="14" name="">
            <a:extLst xmlns:a="http://schemas.openxmlformats.org/drawingml/2006/main">
              <a:ext uri="{FF2B5EF4-FFF2-40B4-BE49-F238E27FC236}">
                <a16:creationId xmlns:a16="http://schemas.microsoft.com/office/drawing/2014/main" id="{CA5E5FAB-CD40-42FF-9B00-EA383D46979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B97BA232-1CE9-45E8-88DF-C3C2C7CDB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36</a:t>
            </a:r>
          </a:p>
        </p:txBody>
      </p:sp>
    </p:spTree>
    <p:extLst>
      <p:ext uri="{BB962C8B-B14F-4D97-AF65-F5344CB8AC3E}">
        <p14:creationId xmlns:p14="http://schemas.microsoft.com/office/powerpoint/2010/main" val="7803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2026-09-28T21:44:18.1630000Z</dcterms:created>
  <dcterms:modified xsi:type="dcterms:W3CDTF">2026-09-28T21:44:18.1630000Z</dcterms:modified>
</coreProperties>
</file>