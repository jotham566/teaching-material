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7c73ffc3a664803" /><Relationship Type="http://schemas.openxmlformats.org/officeDocument/2006/relationships/extended-properties" Target="/docProps/app.xml" Id="R47734d755bc646d2" /><Relationship Type="http://schemas.openxmlformats.org/officeDocument/2006/relationships/officeDocument" Target="/ppt/presentation.xml" Id="R5d6bff85869145b0" /></Relationships>
</file>

<file path=ppt/presentation.xml><?xml version="1.0" encoding="utf-8"?>
<p:presentation xmlns:p="http://schemas.openxmlformats.org/presentationml/2006/main">
  <p:sldMasterIdLst>
    <p:sldMasterId xmlns:r="http://schemas.openxmlformats.org/officeDocument/2006/relationships" id="2147483648" r:id="R5912c77326134937"/>
  </p:sldMasterIdLst>
  <p:notesMasterIdLst>
    <p:notesMasterId xmlns:r="http://schemas.openxmlformats.org/officeDocument/2006/relationships" r:id="Rc0ad1888b1c34d89"/>
  </p:notesMasterIdLst>
  <p:sldIdLst>
    <p:sldId xmlns:r="http://schemas.openxmlformats.org/officeDocument/2006/relationships" id="256" r:id="R2508220402fc4913"/>
    <p:sldId xmlns:r="http://schemas.openxmlformats.org/officeDocument/2006/relationships" id="257" r:id="Rc694ae04fb4645f6"/>
    <p:sldId xmlns:r="http://schemas.openxmlformats.org/officeDocument/2006/relationships" id="258" r:id="R592de8ec39cc4fb2"/>
    <p:sldId xmlns:r="http://schemas.openxmlformats.org/officeDocument/2006/relationships" id="259" r:id="Red00f092ec0a453a"/>
    <p:sldId xmlns:r="http://schemas.openxmlformats.org/officeDocument/2006/relationships" id="260" r:id="Rbe41c1898ccf401d"/>
    <p:sldId xmlns:r="http://schemas.openxmlformats.org/officeDocument/2006/relationships" id="261" r:id="R9447488e2dbe42d4"/>
    <p:sldId xmlns:r="http://schemas.openxmlformats.org/officeDocument/2006/relationships" id="262" r:id="R995b45a2be2f4f2f"/>
    <p:sldId xmlns:r="http://schemas.openxmlformats.org/officeDocument/2006/relationships" id="263" r:id="R0d1c4253f18841a2"/>
    <p:sldId xmlns:r="http://schemas.openxmlformats.org/officeDocument/2006/relationships" id="264" r:id="R974631176fca4240"/>
    <p:sldId xmlns:r="http://schemas.openxmlformats.org/officeDocument/2006/relationships" id="265" r:id="R7d25f91e8d454ad4"/>
    <p:sldId xmlns:r="http://schemas.openxmlformats.org/officeDocument/2006/relationships" id="266" r:id="Rb1adc77f7d8b48c8"/>
    <p:sldId xmlns:r="http://schemas.openxmlformats.org/officeDocument/2006/relationships" id="267" r:id="Rc74a6e2c0cac4fa0"/>
    <p:sldId xmlns:r="http://schemas.openxmlformats.org/officeDocument/2006/relationships" id="268" r:id="R99b0393f11ae444b"/>
    <p:sldId xmlns:r="http://schemas.openxmlformats.org/officeDocument/2006/relationships" id="269" r:id="R96358465c4db4e1a"/>
    <p:sldId xmlns:r="http://schemas.openxmlformats.org/officeDocument/2006/relationships" id="270" r:id="R2a32c0dc4bfe415e"/>
    <p:sldId xmlns:r="http://schemas.openxmlformats.org/officeDocument/2006/relationships" id="271" r:id="R240026ca6fb34085"/>
    <p:sldId xmlns:r="http://schemas.openxmlformats.org/officeDocument/2006/relationships" id="272" r:id="R89d83c9a48834c00"/>
    <p:sldId xmlns:r="http://schemas.openxmlformats.org/officeDocument/2006/relationships" id="273" r:id="R8606ce09dff64ea3"/>
    <p:sldId xmlns:r="http://schemas.openxmlformats.org/officeDocument/2006/relationships" id="274" r:id="Rc8a23d8de83b4d20"/>
    <p:sldId xmlns:r="http://schemas.openxmlformats.org/officeDocument/2006/relationships" id="275" r:id="R0bbfb9074fa043bc"/>
    <p:sldId xmlns:r="http://schemas.openxmlformats.org/officeDocument/2006/relationships" id="276" r:id="Re618c02f8616465d"/>
    <p:sldId xmlns:r="http://schemas.openxmlformats.org/officeDocument/2006/relationships" id="277" r:id="Reeaf586323c84eeb"/>
    <p:sldId xmlns:r="http://schemas.openxmlformats.org/officeDocument/2006/relationships" id="278" r:id="Rcd6fd77c5ceb4f70"/>
    <p:sldId xmlns:r="http://schemas.openxmlformats.org/officeDocument/2006/relationships" id="279" r:id="Rb9a382fdcbcf49eb"/>
    <p:sldId xmlns:r="http://schemas.openxmlformats.org/officeDocument/2006/relationships" id="280" r:id="Re726f9373ae94676"/>
    <p:sldId xmlns:r="http://schemas.openxmlformats.org/officeDocument/2006/relationships" id="281" r:id="R483455ecc6d143ae"/>
    <p:sldId xmlns:r="http://schemas.openxmlformats.org/officeDocument/2006/relationships" id="282" r:id="Rffeee960a19346cb"/>
    <p:sldId xmlns:r="http://schemas.openxmlformats.org/officeDocument/2006/relationships" id="283" r:id="Rbec2d7e6f2c24ee6"/>
    <p:sldId xmlns:r="http://schemas.openxmlformats.org/officeDocument/2006/relationships" id="284" r:id="R22e494d33c2a4e41"/>
    <p:sldId xmlns:r="http://schemas.openxmlformats.org/officeDocument/2006/relationships" id="285" r:id="R8f22509c2a4b4688"/>
    <p:sldId xmlns:r="http://schemas.openxmlformats.org/officeDocument/2006/relationships" id="286" r:id="Rcc8d4106b5764f6a"/>
    <p:sldId xmlns:r="http://schemas.openxmlformats.org/officeDocument/2006/relationships" id="287" r:id="R9e71d8327d794557"/>
    <p:sldId xmlns:r="http://schemas.openxmlformats.org/officeDocument/2006/relationships" id="288" r:id="Rfaa0619cde844953"/>
    <p:sldId xmlns:r="http://schemas.openxmlformats.org/officeDocument/2006/relationships" id="289" r:id="R8f67e9e4ccdd43c0"/>
    <p:sldId xmlns:r="http://schemas.openxmlformats.org/officeDocument/2006/relationships" id="290" r:id="Re0a3496b88934c29"/>
    <p:sldId xmlns:r="http://schemas.openxmlformats.org/officeDocument/2006/relationships" id="291" r:id="R3b65235efd564eed"/>
    <p:sldId xmlns:r="http://schemas.openxmlformats.org/officeDocument/2006/relationships" id="292" r:id="R95facc3daa3a4970"/>
    <p:sldId xmlns:r="http://schemas.openxmlformats.org/officeDocument/2006/relationships" id="293" r:id="R75cbc04a8520438e"/>
    <p:sldId xmlns:r="http://schemas.openxmlformats.org/officeDocument/2006/relationships" id="294" r:id="R97fe5ce2c7b74799"/>
    <p:sldId xmlns:r="http://schemas.openxmlformats.org/officeDocument/2006/relationships" id="295" r:id="Re5cffac4dbce4d23"/>
    <p:sldId xmlns:r="http://schemas.openxmlformats.org/officeDocument/2006/relationships" id="296" r:id="R0685c5c25b3d4589"/>
    <p:sldId xmlns:r="http://schemas.openxmlformats.org/officeDocument/2006/relationships" id="297" r:id="Rcd9d3e1680e04040"/>
    <p:sldId xmlns:r="http://schemas.openxmlformats.org/officeDocument/2006/relationships" id="298" r:id="R94473c848f7f4097"/>
    <p:sldId xmlns:r="http://schemas.openxmlformats.org/officeDocument/2006/relationships" id="299" r:id="R1d2b33fffb08474a"/>
    <p:sldId xmlns:r="http://schemas.openxmlformats.org/officeDocument/2006/relationships" id="300" r:id="R77ef6f42e28249b4"/>
    <p:sldId xmlns:r="http://schemas.openxmlformats.org/officeDocument/2006/relationships" id="301" r:id="R3c35231f838144a9"/>
    <p:sldId xmlns:r="http://schemas.openxmlformats.org/officeDocument/2006/relationships" id="302" r:id="R79a1816b278b4bb3"/>
    <p:sldId xmlns:r="http://schemas.openxmlformats.org/officeDocument/2006/relationships" id="303" r:id="R6c2c0c55199343fd"/>
    <p:sldId xmlns:r="http://schemas.openxmlformats.org/officeDocument/2006/relationships" id="304" r:id="Rd1ed517116414bc8"/>
    <p:sldId xmlns:r="http://schemas.openxmlformats.org/officeDocument/2006/relationships" id="305" r:id="R6184a2d503f14248"/>
    <p:sldId xmlns:r="http://schemas.openxmlformats.org/officeDocument/2006/relationships" id="306" r:id="Re0dcee6916a041fc"/>
    <p:sldId xmlns:r="http://schemas.openxmlformats.org/officeDocument/2006/relationships" id="307" r:id="R259e6b1d5bfa49e8"/>
    <p:sldId xmlns:r="http://schemas.openxmlformats.org/officeDocument/2006/relationships" id="308" r:id="R645364d67bc84e6a"/>
    <p:sldId xmlns:r="http://schemas.openxmlformats.org/officeDocument/2006/relationships" id="309" r:id="Rbe34a04249474d64"/>
    <p:sldId xmlns:r="http://schemas.openxmlformats.org/officeDocument/2006/relationships" id="310" r:id="R9a1c22ec93b849b2"/>
    <p:sldId xmlns:r="http://schemas.openxmlformats.org/officeDocument/2006/relationships" id="311" r:id="R6879c2fbde744e26"/>
    <p:sldId xmlns:r="http://schemas.openxmlformats.org/officeDocument/2006/relationships" id="312" r:id="Ra5b9ffa2f0294376"/>
    <p:sldId xmlns:r="http://schemas.openxmlformats.org/officeDocument/2006/relationships" id="313" r:id="R20216cef4b0945ca"/>
    <p:sldId xmlns:r="http://schemas.openxmlformats.org/officeDocument/2006/relationships" id="314" r:id="Rc3728e4ce9614706"/>
    <p:sldId xmlns:r="http://schemas.openxmlformats.org/officeDocument/2006/relationships" id="315" r:id="R6ac07804bc1f42f4"/>
    <p:sldId xmlns:r="http://schemas.openxmlformats.org/officeDocument/2006/relationships" id="316" r:id="R5f9ba7740a8b4191"/>
    <p:sldId xmlns:r="http://schemas.openxmlformats.org/officeDocument/2006/relationships" id="317" r:id="R94ea1e444ba340c0"/>
    <p:sldId xmlns:r="http://schemas.openxmlformats.org/officeDocument/2006/relationships" id="318" r:id="R157df986b18a4777"/>
    <p:sldId xmlns:r="http://schemas.openxmlformats.org/officeDocument/2006/relationships" id="319" r:id="R9b149708ca814417"/>
    <p:sldId xmlns:r="http://schemas.openxmlformats.org/officeDocument/2006/relationships" id="320" r:id="Rdc59f4b3c160413a"/>
    <p:sldId xmlns:r="http://schemas.openxmlformats.org/officeDocument/2006/relationships" id="321" r:id="Rbe18b68216254b3f"/>
    <p:sldId xmlns:r="http://schemas.openxmlformats.org/officeDocument/2006/relationships" id="322" r:id="Ra7cd8e9e4d484785"/>
    <p:sldId xmlns:r="http://schemas.openxmlformats.org/officeDocument/2006/relationships" id="323" r:id="R7caf34ec0d684611"/>
    <p:sldId xmlns:r="http://schemas.openxmlformats.org/officeDocument/2006/relationships" id="324" r:id="R847235a3031a4cc0"/>
    <p:sldId xmlns:r="http://schemas.openxmlformats.org/officeDocument/2006/relationships" id="325" r:id="Rbb5a74eaa6554ed2"/>
    <p:sldId xmlns:r="http://schemas.openxmlformats.org/officeDocument/2006/relationships" id="326" r:id="Rc3842f6a83c4460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42b7c0744740b0" /><Relationship Type="http://schemas.openxmlformats.org/officeDocument/2006/relationships/slideMaster" Target="/ppt/slideMasters/slideMaster1.xml" Id="R5912c77326134937" /><Relationship Type="http://schemas.openxmlformats.org/officeDocument/2006/relationships/notesMaster" Target="/ppt/notesMasters/notesMaster1.xml" Id="Rc0ad1888b1c34d89" /><Relationship Type="http://schemas.openxmlformats.org/officeDocument/2006/relationships/presProps" Target="/ppt/presProps.xml" Id="R9dd7ab1b4c8b4e20" /><Relationship Type="http://schemas.openxmlformats.org/officeDocument/2006/relationships/tableStyles" Target="/ppt/tableStyles.xml" Id="Rc122390cc3df4ae0" /><Relationship Type="http://schemas.openxmlformats.org/officeDocument/2006/relationships/slide" Target="/ppt/slides/slide1.xml" Id="R2508220402fc4913" /><Relationship Type="http://schemas.openxmlformats.org/officeDocument/2006/relationships/slide" Target="/ppt/slides/slide2.xml" Id="Rc694ae04fb4645f6" /><Relationship Type="http://schemas.openxmlformats.org/officeDocument/2006/relationships/slide" Target="/ppt/slides/slide3.xml" Id="R592de8ec39cc4fb2" /><Relationship Type="http://schemas.openxmlformats.org/officeDocument/2006/relationships/slide" Target="/ppt/slides/slide4.xml" Id="Red00f092ec0a453a" /><Relationship Type="http://schemas.openxmlformats.org/officeDocument/2006/relationships/slide" Target="/ppt/slides/slide5.xml" Id="Rbe41c1898ccf401d" /><Relationship Type="http://schemas.openxmlformats.org/officeDocument/2006/relationships/slide" Target="/ppt/slides/slide6.xml" Id="R9447488e2dbe42d4" /><Relationship Type="http://schemas.openxmlformats.org/officeDocument/2006/relationships/slide" Target="/ppt/slides/slide7.xml" Id="R995b45a2be2f4f2f" /><Relationship Type="http://schemas.openxmlformats.org/officeDocument/2006/relationships/slide" Target="/ppt/slides/slide8.xml" Id="R0d1c4253f18841a2" /><Relationship Type="http://schemas.openxmlformats.org/officeDocument/2006/relationships/slide" Target="/ppt/slides/slide9.xml" Id="R974631176fca4240" /><Relationship Type="http://schemas.openxmlformats.org/officeDocument/2006/relationships/slide" Target="/ppt/slides/slide10.xml" Id="R7d25f91e8d454ad4" /><Relationship Type="http://schemas.openxmlformats.org/officeDocument/2006/relationships/slide" Target="/ppt/slides/slide11.xml" Id="Rb1adc77f7d8b48c8" /><Relationship Type="http://schemas.openxmlformats.org/officeDocument/2006/relationships/slide" Target="/ppt/slides/slide12.xml" Id="Rc74a6e2c0cac4fa0" /><Relationship Type="http://schemas.openxmlformats.org/officeDocument/2006/relationships/slide" Target="/ppt/slides/slide13.xml" Id="R99b0393f11ae444b" /><Relationship Type="http://schemas.openxmlformats.org/officeDocument/2006/relationships/slide" Target="/ppt/slides/slide14.xml" Id="R96358465c4db4e1a" /><Relationship Type="http://schemas.openxmlformats.org/officeDocument/2006/relationships/slide" Target="/ppt/slides/slide15.xml" Id="R2a32c0dc4bfe415e" /><Relationship Type="http://schemas.openxmlformats.org/officeDocument/2006/relationships/slide" Target="/ppt/slides/slide16.xml" Id="R240026ca6fb34085" /><Relationship Type="http://schemas.openxmlformats.org/officeDocument/2006/relationships/slide" Target="/ppt/slides/slide17.xml" Id="R89d83c9a48834c00" /><Relationship Type="http://schemas.openxmlformats.org/officeDocument/2006/relationships/slide" Target="/ppt/slides/slide18.xml" Id="R8606ce09dff64ea3" /><Relationship Type="http://schemas.openxmlformats.org/officeDocument/2006/relationships/slide" Target="/ppt/slides/slide19.xml" Id="Rc8a23d8de83b4d20" /><Relationship Type="http://schemas.openxmlformats.org/officeDocument/2006/relationships/slide" Target="/ppt/slides/slide20.xml" Id="R0bbfb9074fa043bc" /><Relationship Type="http://schemas.openxmlformats.org/officeDocument/2006/relationships/slide" Target="/ppt/slides/slide21.xml" Id="Re618c02f8616465d" /><Relationship Type="http://schemas.openxmlformats.org/officeDocument/2006/relationships/slide" Target="/ppt/slides/slide22.xml" Id="Reeaf586323c84eeb" /><Relationship Type="http://schemas.openxmlformats.org/officeDocument/2006/relationships/slide" Target="/ppt/slides/slide23.xml" Id="Rcd6fd77c5ceb4f70" /><Relationship Type="http://schemas.openxmlformats.org/officeDocument/2006/relationships/slide" Target="/ppt/slides/slide24.xml" Id="Rb9a382fdcbcf49eb" /><Relationship Type="http://schemas.openxmlformats.org/officeDocument/2006/relationships/slide" Target="/ppt/slides/slide25.xml" Id="Re726f9373ae94676" /><Relationship Type="http://schemas.openxmlformats.org/officeDocument/2006/relationships/slide" Target="/ppt/slides/slide26.xml" Id="R483455ecc6d143ae" /><Relationship Type="http://schemas.openxmlformats.org/officeDocument/2006/relationships/slide" Target="/ppt/slides/slide27.xml" Id="Rffeee960a19346cb" /><Relationship Type="http://schemas.openxmlformats.org/officeDocument/2006/relationships/slide" Target="/ppt/slides/slide28.xml" Id="Rbec2d7e6f2c24ee6" /><Relationship Type="http://schemas.openxmlformats.org/officeDocument/2006/relationships/slide" Target="/ppt/slides/slide29.xml" Id="R22e494d33c2a4e41" /><Relationship Type="http://schemas.openxmlformats.org/officeDocument/2006/relationships/slide" Target="/ppt/slides/slide30.xml" Id="R8f22509c2a4b4688" /><Relationship Type="http://schemas.openxmlformats.org/officeDocument/2006/relationships/slide" Target="/ppt/slides/slide31.xml" Id="Rcc8d4106b5764f6a" /><Relationship Type="http://schemas.openxmlformats.org/officeDocument/2006/relationships/slide" Target="/ppt/slides/slide32.xml" Id="R9e71d8327d794557" /><Relationship Type="http://schemas.openxmlformats.org/officeDocument/2006/relationships/slide" Target="/ppt/slides/slide33.xml" Id="Rfaa0619cde844953" /><Relationship Type="http://schemas.openxmlformats.org/officeDocument/2006/relationships/slide" Target="/ppt/slides/slide34.xml" Id="R8f67e9e4ccdd43c0" /><Relationship Type="http://schemas.openxmlformats.org/officeDocument/2006/relationships/slide" Target="/ppt/slides/slide35.xml" Id="Re0a3496b88934c29" /><Relationship Type="http://schemas.openxmlformats.org/officeDocument/2006/relationships/slide" Target="/ppt/slides/slide36.xml" Id="R3b65235efd564eed" /><Relationship Type="http://schemas.openxmlformats.org/officeDocument/2006/relationships/slide" Target="/ppt/slides/slide37.xml" Id="R95facc3daa3a4970" /><Relationship Type="http://schemas.openxmlformats.org/officeDocument/2006/relationships/slide" Target="/ppt/slides/slide38.xml" Id="R75cbc04a8520438e" /><Relationship Type="http://schemas.openxmlformats.org/officeDocument/2006/relationships/slide" Target="/ppt/slides/slide39.xml" Id="R97fe5ce2c7b74799" /><Relationship Type="http://schemas.openxmlformats.org/officeDocument/2006/relationships/slide" Target="/ppt/slides/slide40.xml" Id="Re5cffac4dbce4d23" /><Relationship Type="http://schemas.openxmlformats.org/officeDocument/2006/relationships/slide" Target="/ppt/slides/slide41.xml" Id="R0685c5c25b3d4589" /><Relationship Type="http://schemas.openxmlformats.org/officeDocument/2006/relationships/slide" Target="/ppt/slides/slide42.xml" Id="Rcd9d3e1680e04040" /><Relationship Type="http://schemas.openxmlformats.org/officeDocument/2006/relationships/slide" Target="/ppt/slides/slide43.xml" Id="R94473c848f7f4097" /><Relationship Type="http://schemas.openxmlformats.org/officeDocument/2006/relationships/slide" Target="/ppt/slides/slide44.xml" Id="R1d2b33fffb08474a" /><Relationship Type="http://schemas.openxmlformats.org/officeDocument/2006/relationships/slide" Target="/ppt/slides/slide45.xml" Id="R77ef6f42e28249b4" /><Relationship Type="http://schemas.openxmlformats.org/officeDocument/2006/relationships/slide" Target="/ppt/slides/slide46.xml" Id="R3c35231f838144a9" /><Relationship Type="http://schemas.openxmlformats.org/officeDocument/2006/relationships/slide" Target="/ppt/slides/slide47.xml" Id="R79a1816b278b4bb3" /><Relationship Type="http://schemas.openxmlformats.org/officeDocument/2006/relationships/slide" Target="/ppt/slides/slide48.xml" Id="R6c2c0c55199343fd" /><Relationship Type="http://schemas.openxmlformats.org/officeDocument/2006/relationships/slide" Target="/ppt/slides/slide49.xml" Id="Rd1ed517116414bc8" /><Relationship Type="http://schemas.openxmlformats.org/officeDocument/2006/relationships/slide" Target="/ppt/slides/slide50.xml" Id="R6184a2d503f14248" /><Relationship Type="http://schemas.openxmlformats.org/officeDocument/2006/relationships/slide" Target="/ppt/slides/slide51.xml" Id="Re0dcee6916a041fc" /><Relationship Type="http://schemas.openxmlformats.org/officeDocument/2006/relationships/slide" Target="/ppt/slides/slide52.xml" Id="R259e6b1d5bfa49e8" /><Relationship Type="http://schemas.openxmlformats.org/officeDocument/2006/relationships/slide" Target="/ppt/slides/slide53.xml" Id="R645364d67bc84e6a" /><Relationship Type="http://schemas.openxmlformats.org/officeDocument/2006/relationships/slide" Target="/ppt/slides/slide54.xml" Id="Rbe34a04249474d64" /><Relationship Type="http://schemas.openxmlformats.org/officeDocument/2006/relationships/slide" Target="/ppt/slides/slide55.xml" Id="R9a1c22ec93b849b2" /><Relationship Type="http://schemas.openxmlformats.org/officeDocument/2006/relationships/slide" Target="/ppt/slides/slide56.xml" Id="R6879c2fbde744e26" /><Relationship Type="http://schemas.openxmlformats.org/officeDocument/2006/relationships/slide" Target="/ppt/slides/slide57.xml" Id="Ra5b9ffa2f0294376" /><Relationship Type="http://schemas.openxmlformats.org/officeDocument/2006/relationships/slide" Target="/ppt/slides/slide58.xml" Id="R20216cef4b0945ca" /><Relationship Type="http://schemas.openxmlformats.org/officeDocument/2006/relationships/slide" Target="/ppt/slides/slide59.xml" Id="Rc3728e4ce9614706" /><Relationship Type="http://schemas.openxmlformats.org/officeDocument/2006/relationships/slide" Target="/ppt/slides/slide60.xml" Id="R6ac07804bc1f42f4" /><Relationship Type="http://schemas.openxmlformats.org/officeDocument/2006/relationships/slide" Target="/ppt/slides/slide61.xml" Id="R5f9ba7740a8b4191" /><Relationship Type="http://schemas.openxmlformats.org/officeDocument/2006/relationships/slide" Target="/ppt/slides/slide62.xml" Id="R94ea1e444ba340c0" /><Relationship Type="http://schemas.openxmlformats.org/officeDocument/2006/relationships/slide" Target="/ppt/slides/slide63.xml" Id="R157df986b18a4777" /><Relationship Type="http://schemas.openxmlformats.org/officeDocument/2006/relationships/slide" Target="/ppt/slides/slide64.xml" Id="R9b149708ca814417" /><Relationship Type="http://schemas.openxmlformats.org/officeDocument/2006/relationships/slide" Target="/ppt/slides/slide65.xml" Id="Rdc59f4b3c160413a" /><Relationship Type="http://schemas.openxmlformats.org/officeDocument/2006/relationships/slide" Target="/ppt/slides/slide66.xml" Id="Rbe18b68216254b3f" /><Relationship Type="http://schemas.openxmlformats.org/officeDocument/2006/relationships/slide" Target="/ppt/slides/slide67.xml" Id="Ra7cd8e9e4d484785" /><Relationship Type="http://schemas.openxmlformats.org/officeDocument/2006/relationships/slide" Target="/ppt/slides/slide68.xml" Id="R7caf34ec0d684611" /><Relationship Type="http://schemas.openxmlformats.org/officeDocument/2006/relationships/slide" Target="/ppt/slides/slide69.xml" Id="R847235a3031a4cc0" /><Relationship Type="http://schemas.openxmlformats.org/officeDocument/2006/relationships/slide" Target="/ppt/slides/slide70.xml" Id="Rbb5a74eaa6554ed2" /><Relationship Type="http://schemas.openxmlformats.org/officeDocument/2006/relationships/slide" Target="/ppt/slides/slide71.xml" Id="Rc3842f6a83c4460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67fdfcb4b1941d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86fe3e0d6a2403b" /><Relationship Type="http://schemas.openxmlformats.org/officeDocument/2006/relationships/notesMaster" Target="/ppt/notesMasters/notesMaster1.xml" Id="Rb3575a9c5f1546df" /></Relationships>
</file>

<file path=ppt/notesSlides/_rels/notesSlide2.xml.rels>&#65279;<?xml version="1.0" encoding="utf-8"?><Relationships xmlns="http://schemas.openxmlformats.org/package/2006/relationships"><Relationship Type="http://schemas.openxmlformats.org/officeDocument/2006/relationships/slide" Target="/ppt/slides/slide2.xml" Id="Ra02b873642dd466d" /><Relationship Type="http://schemas.openxmlformats.org/officeDocument/2006/relationships/notesMaster" Target="/ppt/notesMasters/notesMaster1.xml" Id="R0635bce8454e481b" /></Relationships>
</file>

<file path=ppt/notesSlides/_rels/notesSlide3.xml.rels>&#65279;<?xml version="1.0" encoding="utf-8"?><Relationships xmlns="http://schemas.openxmlformats.org/package/2006/relationships"><Relationship Type="http://schemas.openxmlformats.org/officeDocument/2006/relationships/slide" Target="/ppt/slides/slide3.xml" Id="Ra152e1a824944753" /><Relationship Type="http://schemas.openxmlformats.org/officeDocument/2006/relationships/notesMaster" Target="/ppt/notesMasters/notesMaster1.xml" Id="R6d3098d7a92a4937" /></Relationships>
</file>

<file path=ppt/notesSlides/_rels/notesSlide4.xml.rels>&#65279;<?xml version="1.0" encoding="utf-8"?><Relationships xmlns="http://schemas.openxmlformats.org/package/2006/relationships"><Relationship Type="http://schemas.openxmlformats.org/officeDocument/2006/relationships/slide" Target="/ppt/slides/slide4.xml" Id="R3cb9207ec3d04a2e" /><Relationship Type="http://schemas.openxmlformats.org/officeDocument/2006/relationships/notesMaster" Target="/ppt/notesMasters/notesMaster1.xml" Id="Rc996d254fc7b48e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bd95e922d64bc5" /><Relationship Type="http://schemas.openxmlformats.org/officeDocument/2006/relationships/notesMaster" Target="/ppt/notesMasters/notesMaster1.xml" Id="R28dd81bd852e46b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c677c314f4245b6" /><Relationship Type="http://schemas.openxmlformats.org/officeDocument/2006/relationships/notesMaster" Target="/ppt/notesMasters/notesMaster1.xml" Id="Race0f768c6ee471e"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5fe1be5b3c4407" /><Relationship Type="http://schemas.openxmlformats.org/officeDocument/2006/relationships/notesMaster" Target="/ppt/notesMasters/notesMaster1.xml" Id="R6674f372b5124d6e" /></Relationships>
</file>

<file path=ppt/notesSlides/_rels/notesSlide8.xml.rels>&#65279;<?xml version="1.0" encoding="utf-8"?><Relationships xmlns="http://schemas.openxmlformats.org/package/2006/relationships"><Relationship Type="http://schemas.openxmlformats.org/officeDocument/2006/relationships/slide" Target="/ppt/slides/slide8.xml" Id="R2a0e6b586e634153" /><Relationship Type="http://schemas.openxmlformats.org/officeDocument/2006/relationships/notesMaster" Target="/ppt/notesMasters/notesMaster1.xml" Id="R172bfb85346b4d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0aa8144b4d0e4002" /><Relationship Type="http://schemas.openxmlformats.org/officeDocument/2006/relationships/notesMaster" Target="/ppt/notesMasters/notesMaster1.xml" Id="Rd65b0670867d47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50dcef591cf4dec" /><Relationship Type="http://schemas.openxmlformats.org/officeDocument/2006/relationships/notesMaster" Target="/ppt/notesMasters/notesMaster1.xml" Id="R83e18398688a420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187cc47e56b4fba" /><Relationship Type="http://schemas.openxmlformats.org/officeDocument/2006/relationships/notesMaster" Target="/ppt/notesMasters/notesMaster1.xml" Id="R74b060c96fa14ce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9a714805f994ff9" /><Relationship Type="http://schemas.openxmlformats.org/officeDocument/2006/relationships/notesMaster" Target="/ppt/notesMasters/notesMaster1.xml" Id="R9fae6aa619074f5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2bb3a3e760c4f1e" /><Relationship Type="http://schemas.openxmlformats.org/officeDocument/2006/relationships/notesMaster" Target="/ppt/notesMasters/notesMaster1.xml" Id="R37b0d90d723d490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8cc143cdd934dd2" /><Relationship Type="http://schemas.openxmlformats.org/officeDocument/2006/relationships/notesMaster" Target="/ppt/notesMasters/notesMaster1.xml" Id="R8ae4abb83fac401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073ee004c644a33" /><Relationship Type="http://schemas.openxmlformats.org/officeDocument/2006/relationships/notesMaster" Target="/ppt/notesMasters/notesMaster1.xml" Id="Rfc2874afb5e140c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73b62d8d4c84c79" /><Relationship Type="http://schemas.openxmlformats.org/officeDocument/2006/relationships/notesMaster" Target="/ppt/notesMasters/notesMaster1.xml" Id="R27adda8e3cbb40e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0c9be59ab1d43cc" /><Relationship Type="http://schemas.openxmlformats.org/officeDocument/2006/relationships/notesMaster" Target="/ppt/notesMasters/notesMaster1.xml" Id="Raa9ab9f9828a4bd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3e41ef2d80478b" /><Relationship Type="http://schemas.openxmlformats.org/officeDocument/2006/relationships/notesMaster" Target="/ppt/notesMasters/notesMaster1.xml" Id="R7ca1cf7a3abc421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f5b05c51f7d4768" /><Relationship Type="http://schemas.openxmlformats.org/officeDocument/2006/relationships/notesMaster" Target="/ppt/notesMasters/notesMaster1.xml" Id="Ra0f1f000fd1b448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1b60b4bc1844918" /><Relationship Type="http://schemas.openxmlformats.org/officeDocument/2006/relationships/notesMaster" Target="/ppt/notesMasters/notesMaster1.xml" Id="Rf8ad1054e25d476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e8578893ad944c7" /><Relationship Type="http://schemas.openxmlformats.org/officeDocument/2006/relationships/notesMaster" Target="/ppt/notesMasters/notesMaster1.xml" Id="R16e75f44ce07447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a68f4bd475a4835" /><Relationship Type="http://schemas.openxmlformats.org/officeDocument/2006/relationships/notesMaster" Target="/ppt/notesMasters/notesMaster1.xml" Id="Rf78d52a579264c1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123fe01fab14a70" /><Relationship Type="http://schemas.openxmlformats.org/officeDocument/2006/relationships/notesMaster" Target="/ppt/notesMasters/notesMaster1.xml" Id="R5c1e9c2b7d75402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eed784078964440" /><Relationship Type="http://schemas.openxmlformats.org/officeDocument/2006/relationships/notesMaster" Target="/ppt/notesMasters/notesMaster1.xml" Id="Rdad65c7c531745a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00e3272cd984209" /><Relationship Type="http://schemas.openxmlformats.org/officeDocument/2006/relationships/notesMaster" Target="/ppt/notesMasters/notesMaster1.xml" Id="R3d9ed36383304d4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cfdda41b52e4397" /><Relationship Type="http://schemas.openxmlformats.org/officeDocument/2006/relationships/notesMaster" Target="/ppt/notesMasters/notesMaster1.xml" Id="R22a60033c7ca468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eaf1a4bb14d4d94" /><Relationship Type="http://schemas.openxmlformats.org/officeDocument/2006/relationships/notesMaster" Target="/ppt/notesMasters/notesMaster1.xml" Id="R38b2063ec0d9457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68e5c2bee274492" /><Relationship Type="http://schemas.openxmlformats.org/officeDocument/2006/relationships/notesMaster" Target="/ppt/notesMasters/notesMaster1.xml" Id="Rfa077fea37ce4a2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a7bbac35e164461" /><Relationship Type="http://schemas.openxmlformats.org/officeDocument/2006/relationships/notesMaster" Target="/ppt/notesMasters/notesMaster1.xml" Id="R8a456aee1889460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2631f39e2dc49ed" /><Relationship Type="http://schemas.openxmlformats.org/officeDocument/2006/relationships/notesMaster" Target="/ppt/notesMasters/notesMaster1.xml" Id="R7891ee7c1626411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b88297b62704743" /><Relationship Type="http://schemas.openxmlformats.org/officeDocument/2006/relationships/notesMaster" Target="/ppt/notesMasters/notesMaster1.xml" Id="Rf0eb9a0219544df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00d96a6270e4bc5" /><Relationship Type="http://schemas.openxmlformats.org/officeDocument/2006/relationships/notesMaster" Target="/ppt/notesMasters/notesMaster1.xml" Id="R3f29773b139d40c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dac9e2dda584e6c" /><Relationship Type="http://schemas.openxmlformats.org/officeDocument/2006/relationships/notesMaster" Target="/ppt/notesMasters/notesMaster1.xml" Id="R3d881cd3d4b540c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abde71fa99349dc" /><Relationship Type="http://schemas.openxmlformats.org/officeDocument/2006/relationships/notesMaster" Target="/ppt/notesMasters/notesMaster1.xml" Id="Re38ba7ff1407480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58d6325e98d4cde" /><Relationship Type="http://schemas.openxmlformats.org/officeDocument/2006/relationships/notesMaster" Target="/ppt/notesMasters/notesMaster1.xml" Id="Rb83744304b324c7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5d5fa6a85a9457b" /><Relationship Type="http://schemas.openxmlformats.org/officeDocument/2006/relationships/notesMaster" Target="/ppt/notesMasters/notesMaster1.xml" Id="R8b46422d0ffa40b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8f2f7554283409a" /><Relationship Type="http://schemas.openxmlformats.org/officeDocument/2006/relationships/notesMaster" Target="/ppt/notesMasters/notesMaster1.xml" Id="Rbd9b60a7f7924ee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da03e4b33bd4138" /><Relationship Type="http://schemas.openxmlformats.org/officeDocument/2006/relationships/notesMaster" Target="/ppt/notesMasters/notesMaster1.xml" Id="R9e3ad2c235ff4ac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f01f39b654b4fda" /><Relationship Type="http://schemas.openxmlformats.org/officeDocument/2006/relationships/notesMaster" Target="/ppt/notesMasters/notesMaster1.xml" Id="R7c4c702b180645b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69e5501bd454092" /><Relationship Type="http://schemas.openxmlformats.org/officeDocument/2006/relationships/notesMaster" Target="/ppt/notesMasters/notesMaster1.xml" Id="Rb54698a2414c40f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5bad44a47524502" /><Relationship Type="http://schemas.openxmlformats.org/officeDocument/2006/relationships/notesMaster" Target="/ppt/notesMasters/notesMaster1.xml" Id="R1a459b00c3ca445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d78126b24d1484b" /><Relationship Type="http://schemas.openxmlformats.org/officeDocument/2006/relationships/notesMaster" Target="/ppt/notesMasters/notesMaster1.xml" Id="R627bcfa5e33f497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0009b0edcb042b6" /><Relationship Type="http://schemas.openxmlformats.org/officeDocument/2006/relationships/notesMaster" Target="/ppt/notesMasters/notesMaster1.xml" Id="Re47650f9adc44f0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2cfaa428e184517" /><Relationship Type="http://schemas.openxmlformats.org/officeDocument/2006/relationships/notesMaster" Target="/ppt/notesMasters/notesMaster1.xml" Id="Rbb553b276c5f4a0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b0ec6a5594a4a74" /><Relationship Type="http://schemas.openxmlformats.org/officeDocument/2006/relationships/notesMaster" Target="/ppt/notesMasters/notesMaster1.xml" Id="R6e3d39311b93425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51a8a07a10d4e20" /><Relationship Type="http://schemas.openxmlformats.org/officeDocument/2006/relationships/notesMaster" Target="/ppt/notesMasters/notesMaster1.xml" Id="R95149c6ccadd4c2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156919178c54843" /><Relationship Type="http://schemas.openxmlformats.org/officeDocument/2006/relationships/notesMaster" Target="/ppt/notesMasters/notesMaster1.xml" Id="R7a4730e4cd5343a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c4c3d965beb4c8f" /><Relationship Type="http://schemas.openxmlformats.org/officeDocument/2006/relationships/notesMaster" Target="/ppt/notesMasters/notesMaster1.xml" Id="Rebe90570ed354d8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56315cfc35f45f7" /><Relationship Type="http://schemas.openxmlformats.org/officeDocument/2006/relationships/notesMaster" Target="/ppt/notesMasters/notesMaster1.xml" Id="R4c3e0ce6f67d4ef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db1c0cd8fb2478a" /><Relationship Type="http://schemas.openxmlformats.org/officeDocument/2006/relationships/notesMaster" Target="/ppt/notesMasters/notesMaster1.xml" Id="Rd5a0466d5d964ad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67f52af5cae4088" /><Relationship Type="http://schemas.openxmlformats.org/officeDocument/2006/relationships/notesMaster" Target="/ppt/notesMasters/notesMaster1.xml" Id="Ra03c87d1073249d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f17ce71937148db" /><Relationship Type="http://schemas.openxmlformats.org/officeDocument/2006/relationships/notesMaster" Target="/ppt/notesMasters/notesMaster1.xml" Id="R0700afdb205c415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86a8e3056044217" /><Relationship Type="http://schemas.openxmlformats.org/officeDocument/2006/relationships/notesMaster" Target="/ppt/notesMasters/notesMaster1.xml" Id="R153954a25e0d4d6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94ea695bba14280" /><Relationship Type="http://schemas.openxmlformats.org/officeDocument/2006/relationships/notesMaster" Target="/ppt/notesMasters/notesMaster1.xml" Id="Rd8401a3ec5b145c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4a8f6f80e394de1" /><Relationship Type="http://schemas.openxmlformats.org/officeDocument/2006/relationships/notesMaster" Target="/ppt/notesMasters/notesMaster1.xml" Id="R64a65ce0fb8e4ea3"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2bcbc33ecce4b9a" /><Relationship Type="http://schemas.openxmlformats.org/officeDocument/2006/relationships/notesMaster" Target="/ppt/notesMasters/notesMaster1.xml" Id="R35cc429b4236471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97a2d8205624871" /><Relationship Type="http://schemas.openxmlformats.org/officeDocument/2006/relationships/notesMaster" Target="/ppt/notesMasters/notesMaster1.xml" Id="Ra768d774303346e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806e824c9284064" /><Relationship Type="http://schemas.openxmlformats.org/officeDocument/2006/relationships/notesMaster" Target="/ppt/notesMasters/notesMaster1.xml" Id="R528a99c2497f4d2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ffd688e7e8844bc" /><Relationship Type="http://schemas.openxmlformats.org/officeDocument/2006/relationships/notesMaster" Target="/ppt/notesMasters/notesMaster1.xml" Id="R94c05efedb7d4584"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a7d07446804422d" /><Relationship Type="http://schemas.openxmlformats.org/officeDocument/2006/relationships/notesMaster" Target="/ppt/notesMasters/notesMaster1.xml" Id="R5e38f06f1feb410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86cc7f19a934b76" /><Relationship Type="http://schemas.openxmlformats.org/officeDocument/2006/relationships/notesMaster" Target="/ppt/notesMasters/notesMaster1.xml" Id="R9330b4234ff94c03"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f210a0626714679" /><Relationship Type="http://schemas.openxmlformats.org/officeDocument/2006/relationships/notesMaster" Target="/ppt/notesMasters/notesMaster1.xml" Id="Rb4230e9917fb462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593cbc662314ab5" /><Relationship Type="http://schemas.openxmlformats.org/officeDocument/2006/relationships/notesMaster" Target="/ppt/notesMasters/notesMaster1.xml" Id="Raefa15db4e6848f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88fa0b1e4684fb2" /><Relationship Type="http://schemas.openxmlformats.org/officeDocument/2006/relationships/notesMaster" Target="/ppt/notesMasters/notesMaster1.xml" Id="R1a0cf14743aa4ac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3e70c9a09d34b6a" /><Relationship Type="http://schemas.openxmlformats.org/officeDocument/2006/relationships/notesMaster" Target="/ppt/notesMasters/notesMaster1.xml" Id="R3ef1b379208045f2"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f015ea59efd4195" /><Relationship Type="http://schemas.openxmlformats.org/officeDocument/2006/relationships/notesMaster" Target="/ppt/notesMasters/notesMaster1.xml" Id="Rbd1ca3b88a9346f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6be07a73f504a71" /><Relationship Type="http://schemas.openxmlformats.org/officeDocument/2006/relationships/notesMaster" Target="/ppt/notesMasters/notesMaster1.xml" Id="R73adcb9a9b1347ee"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ed6afe3f62704b1e" /><Relationship Type="http://schemas.openxmlformats.org/officeDocument/2006/relationships/notesMaster" Target="/ppt/notesMasters/notesMaster1.xml" Id="R7453867a3913407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dfd4af0fc28473a" /><Relationship Type="http://schemas.openxmlformats.org/officeDocument/2006/relationships/notesMaster" Target="/ppt/notesMasters/notesMaster1.xml" Id="R7de68b12933a4524"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5abea01a76b426f" /><Relationship Type="http://schemas.openxmlformats.org/officeDocument/2006/relationships/notesMaster" Target="/ppt/notesMasters/notesMaster1.xml" Id="Rb0bc949a030845d7"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89e860ecbfc94b23" /><Relationship Type="http://schemas.openxmlformats.org/officeDocument/2006/relationships/notesMaster" Target="/ppt/notesMasters/notesMaster1.xml" Id="Rd0ced4ed089e4f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Lists loops and reading a table</a:t>
            </a:r>
          </a:p>
          <a:p xmlns:a="http://schemas.openxmlformats.org/drawingml/2006/main">
            <a:r>
              <a:t>CML3112, Week 4, slide 1</a:t>
            </a:r>
          </a:p>
          <a:p xmlns:a="http://schemas.openxmlformats.org/drawingml/2006/main">
            <a:r>
              <a:t/>
            </a:r>
          </a:p>
          <a:p xmlns:a="http://schemas.openxmlformats.org/drawingml/2006/main">
            <a:r>
              <a:t>Explanation to give</a:t>
            </a:r>
          </a:p>
          <a:p xmlns:a="http://schemas.openxmlformats.org/drawingml/2006/main">
            <a:r>
              <a:t>Move from one calculation to many records. Lists supply ordered values, loops visit them, dictionaries label fields and CSV files store the observations.</a:t>
            </a:r>
          </a:p>
          <a:p xmlns:a="http://schemas.openxmlformats.org/drawingml/2006/main">
            <a:r>
              <a:t/>
            </a:r>
          </a:p>
          <a:p xmlns:a="http://schemas.openxmlformats.org/drawingml/2006/main">
            <a:r>
              <a:t>Worked illustration / lecturer answer</a:t>
            </a:r>
          </a:p>
          <a:p xmlns:a="http://schemas.openxmlformats.org/drawingml/2006/main">
            <a:r>
              <a:t>For readings 2, 4 and 6, the running total is 2, then 6, then 12. Count 3 gives mean 4.0. A group needs its own total and count.</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Civil Engineering and Architecture</a:t>
            </a:r>
          </a:p>
          <a:p xmlns:a="http://schemas.openxmlformats.org/drawingml/2006/main">
            <a:r>
              <a:t/>
            </a:r>
          </a:p>
          <a:p xmlns:a="http://schemas.openxmlformats.org/drawingml/2006/main">
            <a:r>
              <a:t>Continue to</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Today’s learning</a:t>
            </a:r>
          </a:p>
          <a:p xmlns:a="http://schemas.openxmlformats.org/drawingml/2006/main">
            <a:r>
              <a:t>CML3112, Week 4, slide 2</a:t>
            </a:r>
          </a:p>
          <a:p xmlns:a="http://schemas.openxmlformats.org/drawingml/2006/main">
            <a:r>
              <a:t/>
            </a:r>
          </a:p>
          <a:p xmlns:a="http://schemas.openxmlformats.org/drawingml/2006/main">
            <a:r>
              <a:t>Explanation to give</a:t>
            </a:r>
          </a:p>
          <a:p xmlns:a="http://schemas.openxmlformats.org/drawingml/2006/main">
            <a:r>
              <a:t>Move from one calculation to many records. Lists supply ordered values, loops visit them, dictionaries label fields and CSV files store the observations.</a:t>
            </a:r>
          </a:p>
          <a:p xmlns:a="http://schemas.openxmlformats.org/drawingml/2006/main">
            <a:r>
              <a:t/>
            </a:r>
          </a:p>
          <a:p xmlns:a="http://schemas.openxmlformats.org/drawingml/2006/main">
            <a:r>
              <a:t>Worked illustration / lecturer answer</a:t>
            </a:r>
          </a:p>
          <a:p xmlns:a="http://schemas.openxmlformats.org/drawingml/2006/main">
            <a:r>
              <a:t>For readings 2, 4 and 6, the running total is 2, then 6, then 12. Count 3 gives mean 4.0. A group needs its own total and count.</a:t>
            </a:r>
          </a:p>
          <a:p xmlns:a="http://schemas.openxmlformats.org/drawingml/2006/main">
            <a:r>
              <a:t/>
            </a:r>
          </a:p>
          <a:p xmlns:a="http://schemas.openxmlformats.org/drawingml/2006/main">
            <a:r>
              <a:t>Misconception to address</a:t>
            </a:r>
          </a:p>
          <a:p xmlns:a="http://schemas.openxmlformats.org/drawingml/2006/main">
            <a:r>
              <a:t>At the end, check the specific outcome shown here using a small previously demonstrated example. A completed file without an explanation is not evidence of understanding.</a:t>
            </a:r>
          </a:p>
          <a:p xmlns:a="http://schemas.openxmlformats.org/drawingml/2006/main">
            <a:r>
              <a:t/>
            </a:r>
          </a:p>
          <a:p xmlns:a="http://schemas.openxmlformats.org/drawingml/2006/main">
            <a:r>
              <a:t>On this slide</a:t>
            </a:r>
          </a:p>
          <a:p xmlns:a="http://schemas.openxmlformats.org/drawingml/2006/main">
            <a:r>
              <a:t>Read lists and dictionary fields.</a:t>
            </a:r>
          </a:p>
          <a:p xmlns:a="http://schemas.openxmlformats.org/drawingml/2006/main">
            <a:r>
              <a:t/>
            </a:r>
          </a:p>
          <a:p xmlns:a="http://schemas.openxmlformats.org/drawingml/2006/main">
            <a:r>
              <a:t>Trace a loop, read CSV rows and calculate summaries.</a:t>
            </a:r>
          </a:p>
          <a:p xmlns:a="http://schemas.openxmlformats.org/drawingml/2006/main">
            <a:r>
              <a:t/>
            </a:r>
          </a:p>
          <a:p xmlns:a="http://schemas.openxmlformats.org/drawingml/2006/main">
            <a:r>
              <a:t>Continue to</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Connection to the previous lesson</a:t>
            </a:r>
          </a:p>
          <a:p xmlns:a="http://schemas.openxmlformats.org/drawingml/2006/main">
            <a:r>
              <a:t>CML3112, Week 4, slide 3</a:t>
            </a:r>
          </a:p>
          <a:p xmlns:a="http://schemas.openxmlformats.org/drawingml/2006/main">
            <a:r>
              <a:t/>
            </a:r>
          </a:p>
          <a:p xmlns:a="http://schemas.openxmlformats.org/drawingml/2006/main">
            <a:r>
              <a:t>Explanation to give</a:t>
            </a:r>
          </a:p>
          <a:p xmlns:a="http://schemas.openxmlformats.org/drawingml/2006/main">
            <a:r>
              <a:t>Move from one calculation to many records. Lists supply ordered values, loops visit them, dictionaries label fields and CSV files store the observations.</a:t>
            </a:r>
          </a:p>
          <a:p xmlns:a="http://schemas.openxmlformats.org/drawingml/2006/main">
            <a:r>
              <a:t/>
            </a:r>
          </a:p>
          <a:p xmlns:a="http://schemas.openxmlformats.org/drawingml/2006/main">
            <a:r>
              <a:t>Worked illustration / lecturer answer</a:t>
            </a:r>
          </a:p>
          <a:p xmlns:a="http://schemas.openxmlformats.org/drawingml/2006/main">
            <a:r>
              <a:t>For readings 2, 4 and 6, the running total is 2, then 6, then 12. Count 3 gives mean 4.0. A group needs its own total and count.</a:t>
            </a:r>
          </a:p>
          <a:p xmlns:a="http://schemas.openxmlformats.org/drawingml/2006/main">
            <a:r>
              <a:t/>
            </a:r>
          </a:p>
          <a:p xmlns:a="http://schemas.openxmlformats.org/drawingml/2006/main">
            <a:r>
              <a:t>Misconception to address</a:t>
            </a:r>
          </a:p>
          <a:p xmlns:a="http://schemas.openxmlformats.org/drawingml/2006/main">
            <a:r>
              <a:t>Connect this to the previous result named on this slide. Demonstrate the first step again if necessary; there is no requirement for partner work before the explanation.</a:t>
            </a:r>
          </a:p>
          <a:p xmlns:a="http://schemas.openxmlformats.org/drawingml/2006/main">
            <a:r>
              <a:t/>
            </a:r>
          </a:p>
          <a:p xmlns:a="http://schemas.openxmlformats.org/drawingml/2006/main">
            <a:r>
              <a:t>On this slide</a:t>
            </a:r>
          </a:p>
          <a:p xmlns:a="http://schemas.openxmlformats.org/drawingml/2006/main">
            <a:r>
              <a:t>Week 3 introduced values, function inputs and results, conditions and list positions. Now we repeat a calculation across records, then organise those records by keys.</a:t>
            </a:r>
          </a:p>
          <a:p xmlns:a="http://schemas.openxmlformats.org/drawingml/2006/main">
            <a:r>
              <a:t/>
            </a:r>
          </a:p>
          <a:p xmlns:a="http://schemas.openxmlformats.org/drawingml/2006/main">
            <a:r>
              <a:t>Continue to</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this week’s tools are needed</a:t>
            </a:r>
          </a:p>
          <a:p xmlns:a="http://schemas.openxmlformats.org/drawingml/2006/main">
            <a:r>
              <a:t>CML3112, Week 4, slide 4</a:t>
            </a:r>
          </a:p>
          <a:p xmlns:a="http://schemas.openxmlformats.org/drawingml/2006/main">
            <a:r>
              <a:t/>
            </a:r>
          </a:p>
          <a:p xmlns:a="http://schemas.openxmlformats.org/drawingml/2006/main">
            <a:r>
              <a:t>Explanation to give</a:t>
            </a:r>
          </a:p>
          <a:p xmlns:a="http://schemas.openxmlformats.org/drawingml/2006/main">
            <a:r>
              <a:t>Move from one calculation to many records. Lists supply ordered values, loops visit them, dictionaries label fields and CSV files store the observations.</a:t>
            </a:r>
          </a:p>
          <a:p xmlns:a="http://schemas.openxmlformats.org/drawingml/2006/main">
            <a:r>
              <a:t/>
            </a:r>
          </a:p>
          <a:p xmlns:a="http://schemas.openxmlformats.org/drawingml/2006/main">
            <a:r>
              <a:t>Worked illustration / lecturer answer</a:t>
            </a:r>
          </a:p>
          <a:p xmlns:a="http://schemas.openxmlformats.org/drawingml/2006/main">
            <a:r>
              <a:t>For readings 2, 4 and 6, the running total is 2, then 6, then 12. Count 3 gives mean 4.0. A group needs its own total and count.</a:t>
            </a:r>
          </a:p>
          <a:p xmlns:a="http://schemas.openxmlformats.org/drawingml/2006/main">
            <a:r>
              <a:t/>
            </a:r>
          </a:p>
          <a:p xmlns:a="http://schemas.openxmlformats.org/drawingml/2006/main">
            <a:r>
              <a:t>Misconception to address</a:t>
            </a:r>
          </a:p>
          <a:p xmlns:a="http://schemas.openxmlformats.org/drawingml/2006/main">
            <a:r>
              <a:t>Connect this to the previous result named on this slide. Demonstrate the first step again if necessary; there is no requirement for partner work before the explanation.</a:t>
            </a:r>
          </a:p>
          <a:p xmlns:a="http://schemas.openxmlformats.org/drawingml/2006/main">
            <a:r>
              <a:t/>
            </a:r>
          </a:p>
          <a:p xmlns:a="http://schemas.openxmlformats.org/drawingml/2006/main">
            <a:r>
              <a:t>On this slide</a:t>
            </a:r>
          </a:p>
          <a:p xmlns:a="http://schemas.openxmlformats.org/drawingml/2006/main">
            <a:r>
              <a:t>Sensor readings arrive as records in a CSV file. We first learn the Python collections and loops needed to read those records and summarise them.</a:t>
            </a:r>
          </a:p>
          <a:p xmlns:a="http://schemas.openxmlformats.org/drawingml/2006/main">
            <a:r>
              <a:t/>
            </a:r>
          </a:p>
          <a:p xmlns:a="http://schemas.openxmlformats.org/drawingml/2006/main">
            <a:r>
              <a:t>Continue to</a:t>
            </a:r>
          </a:p>
          <a:p xmlns:a="http://schemas.openxmlformats.org/drawingml/2006/main">
            <a:r>
              <a:t>List and 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List and index</a:t>
            </a:r>
          </a:p>
          <a:p xmlns:a="http://schemas.openxmlformats.org/drawingml/2006/main">
            <a:r>
              <a:t>CML3112, Week 4, slide 5</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On this slide</a:t>
            </a:r>
          </a:p>
          <a:p xmlns:a="http://schemas.openxmlformats.org/drawingml/2006/main">
            <a:r>
              <a:t>List and index: A list holds values in order: [2, 4, 6]. Square brackets select a position. readings[0] selects the first item, 2.</a:t>
            </a:r>
          </a:p>
          <a:p xmlns:a="http://schemas.openxmlformats.org/drawingml/2006/main">
            <a:r>
              <a:t/>
            </a:r>
          </a:p>
          <a:p xmlns:a="http://schemas.openxmlformats.org/drawingml/2006/main">
            <a:r>
              <a:t>Continue to</a:t>
            </a:r>
          </a:p>
          <a:p xmlns:a="http://schemas.openxmlformats.org/drawingml/2006/main">
            <a:r>
              <a:t>A list position starts at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position starts at zero</a:t>
            </a:r>
          </a:p>
          <a:p xmlns:a="http://schemas.openxmlformats.org/drawingml/2006/main">
            <a:r>
              <a:t>CML3112, Week 4, slide 6</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On this slide</a:t>
            </a:r>
          </a:p>
          <a:p xmlns:a="http://schemas.openxmlformats.org/drawingml/2006/main">
            <a:r>
              <a:t>In [2, 4, 6], position 0 holds 2.</a:t>
            </a:r>
          </a:p>
          <a:p xmlns:a="http://schemas.openxmlformats.org/drawingml/2006/main">
            <a:r>
              <a:t/>
            </a:r>
          </a:p>
          <a:p xmlns:a="http://schemas.openxmlformats.org/drawingml/2006/main">
            <a:r>
              <a:t>Position 1 holds 4. Position 2 holds 6.</a:t>
            </a:r>
          </a:p>
          <a:p xmlns:a="http://schemas.openxmlformats.org/drawingml/2006/main">
            <a:r>
              <a:t/>
            </a:r>
          </a:p>
          <a:p xmlns:a="http://schemas.openxmlformats.org/drawingml/2006/main">
            <a:r>
              <a:t>There is no position 3 in this three-item list.</a:t>
            </a:r>
          </a:p>
          <a:p xmlns:a="http://schemas.openxmlformats.org/drawingml/2006/main">
            <a:r>
              <a:t/>
            </a:r>
          </a:p>
          <a:p xmlns:a="http://schemas.openxmlformats.org/drawingml/2006/main">
            <a:r>
              <a:t>Continue to</a:t>
            </a:r>
          </a:p>
          <a:p xmlns:a="http://schemas.openxmlformats.org/drawingml/2006/main">
            <a:r>
              <a:t>Read list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list operations</a:t>
            </a:r>
          </a:p>
          <a:p xmlns:a="http://schemas.openxmlformats.org/drawingml/2006/main">
            <a:r>
              <a:t>CML3112, Week 4, slide 7</a:t>
            </a:r>
          </a:p>
          <a:p xmlns:a="http://schemas.openxmlformats.org/drawingml/2006/main">
            <a:r>
              <a:t/>
            </a:r>
          </a:p>
          <a:p xmlns:a="http://schemas.openxmlformats.org/drawingml/2006/main">
            <a:r>
              <a:t>Explanation to give</a:t>
            </a:r>
          </a:p>
          <a:p xmlns:a="http://schemas.openxmlformats.org/drawingml/2006/main">
            <a:r>
              <a:t>Walk through append, replacement and selection separately. append adds a new last item; values[1] = 9 replaces the item at position 1; values[1] retrieves it.</a:t>
            </a:r>
          </a:p>
          <a:p xmlns:a="http://schemas.openxmlformats.org/drawingml/2006/main">
            <a:r>
              <a:t/>
            </a:r>
          </a:p>
          <a:p xmlns:a="http://schemas.openxmlformats.org/drawingml/2006/main">
            <a:r>
              <a:t>Worked illustration / lecturer answer</a:t>
            </a:r>
          </a:p>
          <a:p xmlns:a="http://schemas.openxmlformats.org/drawingml/2006/main">
            <a:r>
              <a:t>Starting with [2, 4], append(6) gives [2, 4, 6]. Assigning values[1] = 9 then gives [2, 9, 6], still three items.</a:t>
            </a:r>
          </a:p>
          <a:p xmlns:a="http://schemas.openxmlformats.org/drawingml/2006/main">
            <a:r>
              <a:t/>
            </a:r>
          </a:p>
          <a:p xmlns:a="http://schemas.openxmlformats.org/drawingml/2006/main">
            <a:r>
              <a:t>Misconception to address</a:t>
            </a:r>
          </a:p>
          <a:p xmlns:a="http://schemas.openxmlformats.org/drawingml/2006/main">
            <a:r>
              <a:t>append changes the list and returns None. Do not write values = values.append(6), which would replace the list name with None.</a:t>
            </a:r>
          </a:p>
          <a:p xmlns:a="http://schemas.openxmlformats.org/drawingml/2006/main">
            <a:r>
              <a:t/>
            </a:r>
          </a:p>
          <a:p xmlns:a="http://schemas.openxmlformats.org/drawingml/2006/main">
            <a:r>
              <a:t>On this slide</a:t>
            </a:r>
          </a:p>
          <a:p xmlns:a="http://schemas.openxmlformats.org/drawingml/2006/main">
            <a:r>
              <a:t>append and len: readings.append(8) adds 8 to the end of the list. len(readings) counts its items. The dot selects an operation belonging to that object; parentheses call it.</a:t>
            </a:r>
          </a:p>
          <a:p xmlns:a="http://schemas.openxmlformats.org/drawingml/2006/main">
            <a:r>
              <a:t>Slice: readings[1:3] selects positions 1 and 2. The stop position 3 is excluded. A slice produces a new list; it does not remove items from the original.</a:t>
            </a:r>
          </a:p>
          <a:p xmlns:a="http://schemas.openxmlformats.org/drawingml/2006/main">
            <a:r>
              <a:t/>
            </a:r>
          </a:p>
          <a:p xmlns:a="http://schemas.openxmlformats.org/drawingml/2006/main">
            <a:r>
              <a:t>Continue to</a:t>
            </a:r>
          </a:p>
          <a:p xmlns:a="http://schemas.openxmlformats.org/drawingml/2006/main">
            <a:r>
              <a:t>A list stores items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stores items in order</a:t>
            </a:r>
          </a:p>
          <a:p xmlns:a="http://schemas.openxmlformats.org/drawingml/2006/main">
            <a:r>
              <a:t>CML3112, Week 4, slide 8</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Read the displayed code line by line</a:t>
            </a:r>
          </a:p>
          <a:p xmlns:a="http://schemas.openxmlformats.org/drawingml/2006/main">
            <a:r>
              <a:t>readings = [2, 4,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print(readings[0])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readings.append(8)</a:t>
            </a:r>
          </a:p>
          <a:p xmlns:a="http://schemas.openxmlformats.org/drawingml/2006/main">
            <a:r>
              <a:t>Evaluate the argument and add it as one new item at the end of this list.</a:t>
            </a:r>
          </a:p>
          <a:p xmlns:a="http://schemas.openxmlformats.org/drawingml/2006/main">
            <a:r>
              <a:t/>
            </a:r>
          </a:p>
          <a:p xmlns:a="http://schemas.openxmlformats.org/drawingml/2006/main">
            <a:r>
              <a:t>print(len(readings))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print(readings[1:3])</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 builds a list. Positions start at zero. The slice stops before position 3.</a:t>
            </a:r>
          </a:p>
          <a:p xmlns:a="http://schemas.openxmlformats.org/drawingml/2006/main">
            <a:r>
              <a:t/>
            </a:r>
          </a:p>
          <a:p xmlns:a="http://schemas.openxmlformats.org/drawingml/2006/main">
            <a:r>
              <a:t>Continue to</a:t>
            </a:r>
          </a:p>
          <a:p xmlns:a="http://schemas.openxmlformats.org/drawingml/2006/main">
            <a:r>
              <a:t>Trace the list changes</a:t>
            </a:r>
          </a:p>
          <a:p xmlns:a="http://schemas.openxmlformats.org/drawingml/2006/main">
            <a:r>
              <a:t/>
            </a:r>
          </a:p>
          <a:p xmlns:a="http://schemas.openxmlformats.org/drawingml/2006/main">
            <a:r>
              <a:t>Output from the supplied CSV (this cohort):</a:t>
            </a:r>
          </a:p>
          <a:p xmlns:a="http://schemas.openxmlformats.org/drawingml/2006/main">
            <a:r>
              <a:t>2</a:t>
            </a:r>
          </a:p>
          <a:p xmlns:a="http://schemas.openxmlformats.org/drawingml/2006/main">
            <a:r>
              <a:t>4</a:t>
            </a:r>
          </a:p>
          <a:p xmlns:a="http://schemas.openxmlformats.org/drawingml/2006/main">
            <a:r>
              <a:t>[4, 6]</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a:t>
            </a:r>
          </a:p>
          <a:p xmlns:a="http://schemas.openxmlformats.org/drawingml/2006/main">
            <a:r>
              <a:t>4</a:t>
            </a:r>
          </a:p>
          <a:p xmlns:a="http://schemas.openxmlformats.org/drawingml/2006/main">
            <a:r>
              <a:t>[4,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list changes</a:t>
            </a:r>
          </a:p>
          <a:p xmlns:a="http://schemas.openxmlformats.org/drawingml/2006/main">
            <a:r>
              <a:t>CML3112, Week 4, slide 9</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On this slide</a:t>
            </a:r>
          </a:p>
          <a:p xmlns:a="http://schemas.openxmlformats.org/drawingml/2006/main">
            <a:r>
              <a:t>Instruction | List afterwards | Displayed output</a:t>
            </a:r>
          </a:p>
          <a:p xmlns:a="http://schemas.openxmlformats.org/drawingml/2006/main">
            <a:r>
              <a:t>readings = [2, 4, 6] | [2, 4, 6] | Nothing yet</a:t>
            </a:r>
          </a:p>
          <a:p xmlns:a="http://schemas.openxmlformats.org/drawingml/2006/main">
            <a:r>
              <a:t>print(readings[0]) | [2, 4, 6] | 2</a:t>
            </a:r>
          </a:p>
          <a:p xmlns:a="http://schemas.openxmlformats.org/drawingml/2006/main">
            <a:r>
              <a:t>readings.append(8) | [2, 4, 6, 8] | Nothing yet</a:t>
            </a:r>
          </a:p>
          <a:p xmlns:a="http://schemas.openxmlformats.org/drawingml/2006/main">
            <a:r>
              <a:t>print(readings[1:3]) | [2, 4, 6, 8] | [4, 6]</a:t>
            </a:r>
          </a:p>
          <a:p xmlns:a="http://schemas.openxmlformats.org/drawingml/2006/main">
            <a:r>
              <a:t>len reports 4 after append. A slice excludes its stop position and leaves the original list intact.</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 loop repeats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repeats instructions</a:t>
            </a:r>
          </a:p>
          <a:p xmlns:a="http://schemas.openxmlformats.org/drawingml/2006/main">
            <a:r>
              <a:t>CML3112, Week 4, slide 10</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On this slide</a:t>
            </a:r>
          </a:p>
          <a:p xmlns:a="http://schemas.openxmlformats.org/drawingml/2006/main">
            <a:r>
              <a:t>A loop runs a block more than once. One execution of the block is called an iteration.</a:t>
            </a:r>
          </a:p>
          <a:p xmlns:a="http://schemas.openxmlformats.org/drawingml/2006/main">
            <a:r>
              <a:t/>
            </a:r>
          </a:p>
          <a:p xmlns:a="http://schemas.openxmlformats.org/drawingml/2006/main">
            <a:r>
              <a:t>for takes one item at a time from a collection. Use it when each item needs the same action.</a:t>
            </a:r>
          </a:p>
          <a:p xmlns:a="http://schemas.openxmlformats.org/drawingml/2006/main">
            <a:r>
              <a:t/>
            </a:r>
          </a:p>
          <a:p xmlns:a="http://schemas.openxmlformats.org/drawingml/2006/main">
            <a:r>
              <a:t>while repeats while a condition stays True. Use it when a condition controls repetition.</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Read every part of a for header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every part of a for header</a:t>
            </a:r>
          </a:p>
          <a:p xmlns:a="http://schemas.openxmlformats.org/drawingml/2006/main">
            <a:r>
              <a:t>CML3112, Week 4, slide 11</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On this slide</a:t>
            </a:r>
          </a:p>
          <a:p xmlns:a="http://schemas.openxmlformats.org/drawingml/2006/main">
            <a:r>
              <a:t>In for reading in readings:, for introduces repetition, reading names the current item, and readings is the collection to visit.</a:t>
            </a:r>
          </a:p>
          <a:p xmlns:a="http://schemas.openxmlformats.org/drawingml/2006/main">
            <a:r>
              <a:t/>
            </a:r>
          </a:p>
          <a:p xmlns:a="http://schemas.openxmlformats.org/drawingml/2006/main">
            <a:r>
              <a:t>in connects the current-item name to that collection. The colon begins the loop body. Four spaces mark each instruction that repeats.</a:t>
            </a:r>
          </a:p>
          <a:p xmlns:a="http://schemas.openxmlformats.org/drawingml/2006/main">
            <a:r>
              <a:t/>
            </a:r>
          </a:p>
          <a:p xmlns:a="http://schemas.openxmlformats.org/drawingml/2006/main">
            <a:r>
              <a:t>reading is a name we choose; it is assigned the next item automatically. It is not the same name as readings. After the last item, execution leaves the loop.</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Visit each item without calculating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Visit each item without calculating</a:t>
            </a:r>
          </a:p>
          <a:p xmlns:a="http://schemas.openxmlformats.org/drawingml/2006/main">
            <a:r>
              <a:t>CML3112, Week 4, slide 12</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Read the displayed code line by line</a:t>
            </a:r>
          </a:p>
          <a:p xmlns:a="http://schemas.openxmlformats.org/drawingml/2006/main">
            <a:r>
              <a:t>readings = [2, 4,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for reading in readings:</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print(reading)</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print("finished")</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2; 4; 6; finished</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Trace the for loop item by item</a:t>
            </a:r>
          </a:p>
          <a:p xmlns:a="http://schemas.openxmlformats.org/drawingml/2006/main">
            <a:r>
              <a:t/>
            </a:r>
          </a:p>
          <a:p xmlns:a="http://schemas.openxmlformats.org/drawingml/2006/main">
            <a:r>
              <a:t>Output from the supplied CSV (this cohort):</a:t>
            </a:r>
          </a:p>
          <a:p xmlns:a="http://schemas.openxmlformats.org/drawingml/2006/main">
            <a:r>
              <a:t>2</a:t>
            </a:r>
          </a:p>
          <a:p xmlns:a="http://schemas.openxmlformats.org/drawingml/2006/main">
            <a:r>
              <a:t>4</a:t>
            </a:r>
          </a:p>
          <a:p xmlns:a="http://schemas.openxmlformats.org/drawingml/2006/main">
            <a:r>
              <a:t>6</a:t>
            </a:r>
          </a:p>
          <a:p xmlns:a="http://schemas.openxmlformats.org/drawingml/2006/main">
            <a:r>
              <a:t>finished</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a:t>
            </a:r>
          </a:p>
          <a:p xmlns:a="http://schemas.openxmlformats.org/drawingml/2006/main">
            <a:r>
              <a:t>4</a:t>
            </a:r>
          </a:p>
          <a:p xmlns:a="http://schemas.openxmlformats.org/drawingml/2006/main">
            <a:r>
              <a:t>6</a:t>
            </a:r>
          </a:p>
          <a:p xmlns:a="http://schemas.openxmlformats.org/drawingml/2006/main">
            <a:r>
              <a:t>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for loop item by item</a:t>
            </a:r>
          </a:p>
          <a:p xmlns:a="http://schemas.openxmlformats.org/drawingml/2006/main">
            <a:r>
              <a:t>CML3112, Week 4, slide 13</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On this slide</a:t>
            </a:r>
          </a:p>
          <a:p xmlns:a="http://schemas.openxmlformats.org/drawingml/2006/main">
            <a:r>
              <a:t>Step | Current reading | Action</a:t>
            </a:r>
          </a:p>
          <a:p xmlns:a="http://schemas.openxmlformats.org/drawingml/2006/main">
            <a:r>
              <a:t>First item | 2 | Print 2</a:t>
            </a:r>
          </a:p>
          <a:p xmlns:a="http://schemas.openxmlformats.org/drawingml/2006/main">
            <a:r>
              <a:t>Second item | 4 | Print 4</a:t>
            </a:r>
          </a:p>
          <a:p xmlns:a="http://schemas.openxmlformats.org/drawingml/2006/main">
            <a:r>
              <a:t>Third item | 6 | Print 6</a:t>
            </a:r>
          </a:p>
          <a:p xmlns:a="http://schemas.openxmlformats.org/drawingml/2006/main">
            <a:r>
              <a:t>No items left | No new item | Leave loop; print finished</a:t>
            </a:r>
          </a:p>
          <a:p xmlns:a="http://schemas.openxmlformats.org/drawingml/2006/main">
            <a:r>
              <a:t>An empty list runs the body zero times. It still reaches the outside line.</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Updating a counter inside a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Updating a counter inside a loop</a:t>
            </a:r>
          </a:p>
          <a:p xmlns:a="http://schemas.openxmlformats.org/drawingml/2006/main">
            <a:r>
              <a:t>CML3112, Week 4, slide 14</a:t>
            </a:r>
          </a:p>
          <a:p xmlns:a="http://schemas.openxmlformats.org/drawingml/2006/main">
            <a:r>
              <a:t/>
            </a:r>
          </a:p>
          <a:p xmlns:a="http://schemas.openxmlformats.org/drawingml/2006/main">
            <a:r>
              <a:t>Explanation to give</a:t>
            </a:r>
          </a:p>
          <a:p xmlns:a="http://schemas.openxmlformats.org/drawingml/2006/main">
            <a:r>
              <a:t>Read the right-hand occurrence of the name as its old value. Calculate the new value, then replace the old association. This is why an update works in programming even though count = count + 1 is not an algebraic equality.</a:t>
            </a:r>
          </a:p>
          <a:p xmlns:a="http://schemas.openxmlformats.org/drawingml/2006/main">
            <a:r>
              <a:t/>
            </a:r>
          </a:p>
          <a:p xmlns:a="http://schemas.openxmlformats.org/drawingml/2006/main">
            <a:r>
              <a:t>Worked illustration / lecturer answer</a:t>
            </a:r>
          </a:p>
          <a:p xmlns:a="http://schemas.openxmlformats.org/drawingml/2006/main">
            <a:r>
              <a:t>Start at count = 2. The update computes 2 + 1 and count becomes 3. Another execution of the update gives 4. Re-executing the initialisation first returns the sequence to 2, then 3.</a:t>
            </a:r>
          </a:p>
          <a:p xmlns:a="http://schemas.openxmlformats.org/drawingml/2006/main">
            <a:r>
              <a:t/>
            </a:r>
          </a:p>
          <a:p xmlns:a="http://schemas.openxmlformats.org/drawingml/2006/main">
            <a:r>
              <a:t>Misconception to address</a:t>
            </a:r>
          </a:p>
          <a:p xmlns:a="http://schemas.openxmlformats.org/drawingml/2006/main">
            <a:r>
              <a:t>Initialise a running counter before the loop. Resetting it inside the loop throws away earlier progress.</a:t>
            </a:r>
          </a:p>
          <a:p xmlns:a="http://schemas.openxmlformats.org/drawingml/2006/main">
            <a:r>
              <a:t/>
            </a:r>
          </a:p>
          <a:p xmlns:a="http://schemas.openxmlformats.org/drawingml/2006/main">
            <a:r>
              <a:t>On this slide</a:t>
            </a:r>
          </a:p>
          <a:p xmlns:a="http://schemas.openxmlformats.org/drawingml/2006/main">
            <a:r>
              <a:t>A counter records how many times an event happens. Set count = 0 before the loop, then count = count + 1 inside it.</a:t>
            </a:r>
          </a:p>
          <a:p xmlns:a="http://schemas.openxmlformats.org/drawingml/2006/main">
            <a:r>
              <a:t/>
            </a:r>
          </a:p>
          <a:p xmlns:a="http://schemas.openxmlformats.org/drawingml/2006/main">
            <a:r>
              <a:t>count += 1 is a shorter spelling for that numeric update. Similarly, total += reading means total = total + reading.</a:t>
            </a:r>
          </a:p>
          <a:p xmlns:a="http://schemas.openxmlformats.org/drawingml/2006/main">
            <a:r>
              <a:t/>
            </a:r>
          </a:p>
          <a:p xmlns:a="http://schemas.openxmlformats.org/drawingml/2006/main">
            <a:r>
              <a:t>The initial value belongs outside the loop. Resetting count to zero inside every iteration loses the earlier count.</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Count the visited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 the visited items</a:t>
            </a:r>
          </a:p>
          <a:p xmlns:a="http://schemas.openxmlformats.org/drawingml/2006/main">
            <a:r>
              <a:t>CML3112, Week 4, slide 15</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Read the displayed code line by line</a:t>
            </a:r>
          </a:p>
          <a:p xmlns:a="http://schemas.openxmlformats.org/drawingml/2006/main">
            <a:r>
              <a:t>count = 0</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for reading in [2, 4, 6]:</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count += 1</a:t>
            </a:r>
          </a:p>
          <a:p xmlns:a="http://schemas.openxmlformats.org/drawingml/2006/main">
            <a:r>
              <a:t>Add the right-hand amount to the current stored value, then keep the updated value.</a:t>
            </a:r>
          </a:p>
          <a:p xmlns:a="http://schemas.openxmlformats.org/drawingml/2006/main">
            <a:r>
              <a:t/>
            </a:r>
          </a:p>
          <a:p xmlns:a="http://schemas.openxmlformats.org/drawingml/2006/main">
            <a:r>
              <a:t>print(count)</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3</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Accumulator</a:t>
            </a:r>
          </a:p>
          <a:p xmlns:a="http://schemas.openxmlformats.org/drawingml/2006/main">
            <a:r>
              <a:t/>
            </a:r>
          </a:p>
          <a:p xmlns:a="http://schemas.openxmlformats.org/drawingml/2006/main">
            <a:r>
              <a:t>Output from the supplied CSV (this cohort):</a:t>
            </a:r>
          </a:p>
          <a:p xmlns:a="http://schemas.openxmlformats.org/drawingml/2006/main">
            <a:r>
              <a:t>3</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Accumulator</a:t>
            </a:r>
          </a:p>
          <a:p xmlns:a="http://schemas.openxmlformats.org/drawingml/2006/main">
            <a:r>
              <a:t>CML3112, Week 4, slide 16</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Accumulator: A running total. Set it to zero before the loop, add inside the loop, and read the final total afterward.</a:t>
            </a:r>
          </a:p>
          <a:p xmlns:a="http://schemas.openxmlformats.org/drawingml/2006/main">
            <a:r>
              <a:t/>
            </a:r>
          </a:p>
          <a:p xmlns:a="http://schemas.openxmlformats.org/drawingml/2006/main">
            <a:r>
              <a:t>Continue to</a:t>
            </a:r>
          </a:p>
          <a:p xmlns:a="http://schemas.openxmlformats.org/drawingml/2006/main">
            <a:r>
              <a:t>A loop repeats an indented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repeats an indented block</a:t>
            </a:r>
          </a:p>
          <a:p xmlns:a="http://schemas.openxmlformats.org/drawingml/2006/main">
            <a:r>
              <a:t>CML3112, Week 4, slide 17</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On this slide</a:t>
            </a:r>
          </a:p>
          <a:p xmlns:a="http://schemas.openxmlformats.org/drawingml/2006/main">
            <a:r>
              <a:t>for reading in readings: takes one item at a time.</a:t>
            </a:r>
          </a:p>
          <a:p xmlns:a="http://schemas.openxmlformats.org/drawingml/2006/main">
            <a:r>
              <a:t/>
            </a:r>
          </a:p>
          <a:p xmlns:a="http://schemas.openxmlformats.org/drawingml/2006/main">
            <a:r>
              <a:t>The colon starts the block. Four spaces show which lines repeat.</a:t>
            </a:r>
          </a:p>
          <a:p xmlns:a="http://schemas.openxmlformats.org/drawingml/2006/main">
            <a:r>
              <a:t/>
            </a:r>
          </a:p>
          <a:p xmlns:a="http://schemas.openxmlformats.org/drawingml/2006/main">
            <a:r>
              <a:t>A running total must start at zero before the loop.</a:t>
            </a:r>
          </a:p>
          <a:p xmlns:a="http://schemas.openxmlformats.org/drawingml/2006/main">
            <a:r>
              <a:t/>
            </a:r>
          </a:p>
          <a:p xmlns:a="http://schemas.openxmlformats.org/drawingml/2006/main">
            <a:r>
              <a:t>Continue to</a:t>
            </a:r>
          </a:p>
          <a:p xmlns:a="http://schemas.openxmlformats.org/drawingml/2006/main">
            <a:r>
              <a:t>A mean uses a total and a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mean uses a total and a count</a:t>
            </a:r>
          </a:p>
          <a:p xmlns:a="http://schemas.openxmlformats.org/drawingml/2006/main">
            <a:r>
              <a:t>CML3112, Week 4, slide 18</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Start the total at 0. Add 2, then 4, then 6.</a:t>
            </a:r>
          </a:p>
          <a:p xmlns:a="http://schemas.openxmlformats.org/drawingml/2006/main">
            <a:r>
              <a:t/>
            </a:r>
          </a:p>
          <a:p xmlns:a="http://schemas.openxmlformats.org/drawingml/2006/main">
            <a:r>
              <a:t>The final total is 12. The count is 3.</a:t>
            </a:r>
          </a:p>
          <a:p xmlns:a="http://schemas.openxmlformats.org/drawingml/2006/main">
            <a:r>
              <a:t/>
            </a:r>
          </a:p>
          <a:p xmlns:a="http://schemas.openxmlformats.org/drawingml/2006/main">
            <a:r>
              <a:t>12 / 3 gives the mean 4. An empty list needs a separate rule.</a:t>
            </a:r>
          </a:p>
          <a:p xmlns:a="http://schemas.openxmlformats.org/drawingml/2006/main">
            <a:r>
              <a:t/>
            </a:r>
          </a:p>
          <a:p xmlns:a="http://schemas.openxmlformats.org/drawingml/2006/main">
            <a:r>
              <a:t>Continue to</a:t>
            </a:r>
          </a:p>
          <a:p xmlns:a="http://schemas.openxmlformats.org/drawingml/2006/main">
            <a:r>
              <a:t>A loop changes the running total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changes the running total</a:t>
            </a:r>
          </a:p>
          <a:p xmlns:a="http://schemas.openxmlformats.org/drawingml/2006/main">
            <a:r>
              <a:t>CML3112, Week 4, slide 19</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This illustration uses six separate readings. Next we trace the smaller list [2, 4, 6] using the same running-total rule.</a:t>
            </a:r>
          </a:p>
          <a:p xmlns:a="http://schemas.openxmlformats.org/drawingml/2006/main">
            <a:r>
              <a:t/>
            </a:r>
          </a:p>
          <a:p xmlns:a="http://schemas.openxmlformats.org/drawingml/2006/main">
            <a:r>
              <a:t>Continue to</a:t>
            </a:r>
          </a:p>
          <a:p xmlns:a="http://schemas.openxmlformats.org/drawingml/2006/main">
            <a:r>
              <a:t>Tracing the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Tracing the loop</a:t>
            </a:r>
          </a:p>
          <a:p xmlns:a="http://schemas.openxmlformats.org/drawingml/2006/main">
            <a:r>
              <a:t>CML3112, Week 4, slide 20</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Step | reading | total after addition</a:t>
            </a:r>
          </a:p>
          <a:p xmlns:a="http://schemas.openxmlformats.org/drawingml/2006/main">
            <a:r>
              <a:t>Before loop | — | 0</a:t>
            </a:r>
          </a:p>
          <a:p xmlns:a="http://schemas.openxmlformats.org/drawingml/2006/main">
            <a:r>
              <a:t>First | 2 | 2</a:t>
            </a:r>
          </a:p>
          <a:p xmlns:a="http://schemas.openxmlformats.org/drawingml/2006/main">
            <a:r>
              <a:t>Second | 4 | 6</a:t>
            </a:r>
          </a:p>
          <a:p xmlns:a="http://schemas.openxmlformats.org/drawingml/2006/main">
            <a:r>
              <a:t>Third | 6 | 12</a:t>
            </a:r>
          </a:p>
          <a:p xmlns:a="http://schemas.openxmlformats.org/drawingml/2006/main">
            <a:r>
              <a:t>There are three readings.</a:t>
            </a:r>
          </a:p>
          <a:p xmlns:a="http://schemas.openxmlformats.org/drawingml/2006/main">
            <a:r>
              <a:t/>
            </a:r>
          </a:p>
          <a:p xmlns:a="http://schemas.openxmlformats.org/drawingml/2006/main">
            <a:r>
              <a:t>Continue to</a:t>
            </a:r>
          </a:p>
          <a:p xmlns:a="http://schemas.openxmlformats.org/drawingml/2006/main">
            <a:r>
              <a:t>Lists loops and records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Lists loops and records in Python</a:t>
            </a:r>
          </a:p>
          <a:p xmlns:a="http://schemas.openxmlformats.org/drawingml/2006/main">
            <a:r>
              <a:t>CML3112, Week 4, slide 21</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Read the displayed code line by line</a:t>
            </a:r>
          </a:p>
          <a:p xmlns:a="http://schemas.openxmlformats.org/drawingml/2006/main">
            <a:r>
              <a:t>readings = [2, 4,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total = 0</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for reading in readings:</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total = total + reading</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mean = total / len(readings)</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print(mean)</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Continue to</a:t>
            </a:r>
          </a:p>
          <a:p xmlns:a="http://schemas.openxmlformats.org/drawingml/2006/main">
            <a:r>
              <a:t>Lists loops and records results</a:t>
            </a:r>
          </a:p>
          <a:p xmlns:a="http://schemas.openxmlformats.org/drawingml/2006/main">
            <a:r>
              <a:t/>
            </a:r>
          </a:p>
          <a:p xmlns:a="http://schemas.openxmlformats.org/drawingml/2006/main">
            <a:r>
              <a:t>Output from the supplied CSV (this cohort):</a:t>
            </a:r>
          </a:p>
          <a:p xmlns:a="http://schemas.openxmlformats.org/drawingml/2006/main">
            <a:r>
              <a:t>4.0</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Lists loops and records results</a:t>
            </a:r>
          </a:p>
          <a:p xmlns:a="http://schemas.openxmlformats.org/drawingml/2006/main">
            <a:r>
              <a:t>CML3112, Week 4, slide 22</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4.0</a:t>
            </a:r>
          </a:p>
          <a:p xmlns:a="http://schemas.openxmlformats.org/drawingml/2006/main">
            <a:r>
              <a:t/>
            </a:r>
          </a:p>
          <a:p xmlns:a="http://schemas.openxmlformats.org/drawingml/2006/main">
            <a:r>
              <a:t>Continue to</a:t>
            </a:r>
          </a:p>
          <a:p xmlns:a="http://schemas.openxmlformats.org/drawingml/2006/main">
            <a:r>
              <a:t>The built-in summary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built-in summary functions</a:t>
            </a:r>
          </a:p>
          <a:p xmlns:a="http://schemas.openxmlformats.org/drawingml/2006/main">
            <a:r>
              <a:t>CML3112, Week 4, slide 23</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Function | Question it answers | For [2, 4, 6]</a:t>
            </a:r>
          </a:p>
          <a:p xmlns:a="http://schemas.openxmlformats.org/drawingml/2006/main">
            <a:r>
              <a:t>len | How many items? | 3</a:t>
            </a:r>
          </a:p>
          <a:p xmlns:a="http://schemas.openxmlformats.org/drawingml/2006/main">
            <a:r>
              <a:t>sum | What is their total? | 12</a:t>
            </a:r>
          </a:p>
          <a:p xmlns:a="http://schemas.openxmlformats.org/drawingml/2006/main">
            <a:r>
              <a:t>min | Which is smallest? | 2</a:t>
            </a:r>
          </a:p>
          <a:p xmlns:a="http://schemas.openxmlformats.org/drawingml/2006/main">
            <a:r>
              <a:t>max | Which is largest? | 6</a:t>
            </a:r>
          </a:p>
          <a:p xmlns:a="http://schemas.openxmlformats.org/drawingml/2006/main">
            <a:r>
              <a:t>These functions already exist in Python. min and max need at least one item unless an explicit default is supplied.</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Built-in summaries of a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Built-in summaries of a list</a:t>
            </a:r>
          </a:p>
          <a:p xmlns:a="http://schemas.openxmlformats.org/drawingml/2006/main">
            <a:r>
              <a:t>CML3112, Week 4, slide 24</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Read the displayed code line by line</a:t>
            </a:r>
          </a:p>
          <a:p xmlns:a="http://schemas.openxmlformats.org/drawingml/2006/main">
            <a:r>
              <a:t>readings = [2, 4,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print(sum(readings))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print(len(readings))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print(min(readings))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print(max(readings))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12, 3, 2, 6. sum totals; len counts; min and max select the smallest and largest.</a:t>
            </a:r>
          </a:p>
          <a:p xmlns:a="http://schemas.openxmlformats.org/drawingml/2006/main">
            <a:r>
              <a:t/>
            </a:r>
          </a:p>
          <a:p xmlns:a="http://schemas.openxmlformats.org/drawingml/2006/main">
            <a:r>
              <a:t>Continue to</a:t>
            </a:r>
          </a:p>
          <a:p xmlns:a="http://schemas.openxmlformats.org/drawingml/2006/main">
            <a:r>
              <a:t>A while loop checks before each repetition</a:t>
            </a:r>
          </a:p>
          <a:p xmlns:a="http://schemas.openxmlformats.org/drawingml/2006/main">
            <a:r>
              <a:t/>
            </a:r>
          </a:p>
          <a:p xmlns:a="http://schemas.openxmlformats.org/drawingml/2006/main">
            <a:r>
              <a:t>Output from the supplied CSV (this cohort):</a:t>
            </a:r>
          </a:p>
          <a:p xmlns:a="http://schemas.openxmlformats.org/drawingml/2006/main">
            <a:r>
              <a:t>12</a:t>
            </a:r>
          </a:p>
          <a:p xmlns:a="http://schemas.openxmlformats.org/drawingml/2006/main">
            <a:r>
              <a:t>3</a:t>
            </a:r>
          </a:p>
          <a:p xmlns:a="http://schemas.openxmlformats.org/drawingml/2006/main">
            <a:r>
              <a:t>2</a:t>
            </a:r>
          </a:p>
          <a:p xmlns:a="http://schemas.openxmlformats.org/drawingml/2006/main">
            <a:r>
              <a:t>6</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12</a:t>
            </a:r>
          </a:p>
          <a:p xmlns:a="http://schemas.openxmlformats.org/drawingml/2006/main">
            <a:r>
              <a:t>3</a:t>
            </a:r>
          </a:p>
          <a:p xmlns:a="http://schemas.openxmlformats.org/drawingml/2006/main">
            <a:r>
              <a:t>2</a:t>
            </a:r>
          </a:p>
          <a:p xmlns:a="http://schemas.openxmlformats.org/drawingml/2006/main">
            <a:r>
              <a:t>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while loop checks before each repetition</a:t>
            </a:r>
          </a:p>
          <a:p xmlns:a="http://schemas.openxmlformats.org/drawingml/2006/main">
            <a:r>
              <a:t>CML3112, Week 4, slide 25</a:t>
            </a:r>
          </a:p>
          <a:p xmlns:a="http://schemas.openxmlformats.org/drawingml/2006/main">
            <a:r>
              <a:t/>
            </a:r>
          </a:p>
          <a:p xmlns:a="http://schemas.openxmlformats.org/drawingml/2006/main">
            <a:r>
              <a:t>Explanation to give</a:t>
            </a:r>
          </a:p>
          <a:p xmlns:a="http://schemas.openxmlformats.org/drawingml/2006/main">
            <a:r>
              <a:t>while tests a condition before each iteration. Unlike for over a fixed list, it needs a route that eventually makes the condition False. Trace both the test and the state update.</a:t>
            </a:r>
          </a:p>
          <a:p xmlns:a="http://schemas.openxmlformats.org/drawingml/2006/main">
            <a:r>
              <a:t/>
            </a:r>
          </a:p>
          <a:p xmlns:a="http://schemas.openxmlformats.org/drawingml/2006/main">
            <a:r>
              <a:t>Worked illustration / lecturer answer</a:t>
            </a:r>
          </a:p>
          <a:p xmlns:a="http://schemas.openxmlformats.org/drawingml/2006/main">
            <a:r>
              <a:t>With count = 0 and while count &lt; 3, print then increment yields 0, 1 and 2. The next test sees count 3 and stops before printing it.</a:t>
            </a:r>
          </a:p>
          <a:p xmlns:a="http://schemas.openxmlformats.org/drawingml/2006/main">
            <a:r>
              <a:t/>
            </a:r>
          </a:p>
          <a:p xmlns:a="http://schemas.openxmlformats.org/drawingml/2006/main">
            <a:r>
              <a:t>Misconception to address</a:t>
            </a:r>
          </a:p>
          <a:p xmlns:a="http://schemas.openxmlformats.org/drawingml/2006/main">
            <a:r>
              <a:t>If count is never updated, the condition stays True. Interrupt a stuck runtime rather than waiting indefinitely, then identify the missing update.</a:t>
            </a:r>
          </a:p>
          <a:p xmlns:a="http://schemas.openxmlformats.org/drawingml/2006/main">
            <a:r>
              <a:t/>
            </a:r>
          </a:p>
          <a:p xmlns:a="http://schemas.openxmlformats.org/drawingml/2006/main">
            <a:r>
              <a:t>On this slide</a:t>
            </a:r>
          </a:p>
          <a:p xmlns:a="http://schemas.openxmlformats.org/drawingml/2006/main">
            <a:r>
              <a:t>while count &lt; 3: tests the condition before entering its indented block. True enters the block; False skips it and continues after the loop.</a:t>
            </a:r>
          </a:p>
          <a:p xmlns:a="http://schemas.openxmlformats.org/drawingml/2006/main">
            <a:r>
              <a:t/>
            </a:r>
          </a:p>
          <a:p xmlns:a="http://schemas.openxmlformats.org/drawingml/2006/main">
            <a:r>
              <a:t>At the end of the body, return to the condition and test again. Unlike for, while does not automatically move to the next list item.</a:t>
            </a:r>
          </a:p>
          <a:p xmlns:a="http://schemas.openxmlformats.org/drawingml/2006/main">
            <a:r>
              <a:t/>
            </a:r>
          </a:p>
          <a:p xmlns:a="http://schemas.openxmlformats.org/drawingml/2006/main">
            <a:r>
              <a:t>Something must make the condition become False, or the loop may continue indefinitely. In our example, count increases on every iteration.</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 while loop with a stopping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while loop with a stopping condition</a:t>
            </a:r>
          </a:p>
          <a:p xmlns:a="http://schemas.openxmlformats.org/drawingml/2006/main">
            <a:r>
              <a:t>CML3112, Week 4, slide 26</a:t>
            </a:r>
          </a:p>
          <a:p xmlns:a="http://schemas.openxmlformats.org/drawingml/2006/main">
            <a:r>
              <a:t/>
            </a:r>
          </a:p>
          <a:p xmlns:a="http://schemas.openxmlformats.org/drawingml/2006/main">
            <a:r>
              <a:t>Explanation to give</a:t>
            </a:r>
          </a:p>
          <a:p xmlns:a="http://schemas.openxmlformats.org/drawingml/2006/main">
            <a:r>
              <a:t>while tests a condition before each iteration. Unlike for over a fixed list, it needs a route that eventually makes the condition False. Trace both the test and the state update.</a:t>
            </a:r>
          </a:p>
          <a:p xmlns:a="http://schemas.openxmlformats.org/drawingml/2006/main">
            <a:r>
              <a:t/>
            </a:r>
          </a:p>
          <a:p xmlns:a="http://schemas.openxmlformats.org/drawingml/2006/main">
            <a:r>
              <a:t>Worked illustration / lecturer answer</a:t>
            </a:r>
          </a:p>
          <a:p xmlns:a="http://schemas.openxmlformats.org/drawingml/2006/main">
            <a:r>
              <a:t>With count = 0 and while count &lt; 3, print then increment yields 0, 1 and 2. The next test sees count 3 and stops before printing it.</a:t>
            </a:r>
          </a:p>
          <a:p xmlns:a="http://schemas.openxmlformats.org/drawingml/2006/main">
            <a:r>
              <a:t/>
            </a:r>
          </a:p>
          <a:p xmlns:a="http://schemas.openxmlformats.org/drawingml/2006/main">
            <a:r>
              <a:t>Misconception to address</a:t>
            </a:r>
          </a:p>
          <a:p xmlns:a="http://schemas.openxmlformats.org/drawingml/2006/main">
            <a:r>
              <a:t>If count is never updated, the condition stays True. Interrupt a stuck runtime rather than waiting indefinitely, then identify the missing update.</a:t>
            </a:r>
          </a:p>
          <a:p xmlns:a="http://schemas.openxmlformats.org/drawingml/2006/main">
            <a:r>
              <a:t/>
            </a:r>
          </a:p>
          <a:p xmlns:a="http://schemas.openxmlformats.org/drawingml/2006/main">
            <a:r>
              <a:t>Read the displayed code line by line</a:t>
            </a:r>
          </a:p>
          <a:p xmlns:a="http://schemas.openxmlformats.org/drawingml/2006/main">
            <a:r>
              <a:t>count = 0</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while count &lt; 3:</a:t>
            </a:r>
          </a:p>
          <a:p xmlns:a="http://schemas.openxmlformats.org/drawingml/2006/main">
            <a:r>
              <a:t>Test this condition before each repetition. Stop when it becomes False.</a:t>
            </a:r>
          </a:p>
          <a:p xmlns:a="http://schemas.openxmlformats.org/drawingml/2006/main">
            <a:r>
              <a:t/>
            </a:r>
          </a:p>
          <a:p xmlns:a="http://schemas.openxmlformats.org/drawingml/2006/main">
            <a:r>
              <a:t>print(count)</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count = count + 1</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print("finished")</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0; 1; 2; finished</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Trace the while condition and update</a:t>
            </a:r>
          </a:p>
          <a:p xmlns:a="http://schemas.openxmlformats.org/drawingml/2006/main">
            <a:r>
              <a:t/>
            </a:r>
          </a:p>
          <a:p xmlns:a="http://schemas.openxmlformats.org/drawingml/2006/main">
            <a:r>
              <a:t>Output from the supplied CSV (this cohort):</a:t>
            </a:r>
          </a:p>
          <a:p xmlns:a="http://schemas.openxmlformats.org/drawingml/2006/main">
            <a:r>
              <a:t>0</a:t>
            </a:r>
          </a:p>
          <a:p xmlns:a="http://schemas.openxmlformats.org/drawingml/2006/main">
            <a:r>
              <a:t>1</a:t>
            </a:r>
          </a:p>
          <a:p xmlns:a="http://schemas.openxmlformats.org/drawingml/2006/main">
            <a:r>
              <a:t>2</a:t>
            </a:r>
          </a:p>
          <a:p xmlns:a="http://schemas.openxmlformats.org/drawingml/2006/main">
            <a:r>
              <a:t>finished</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0</a:t>
            </a:r>
          </a:p>
          <a:p xmlns:a="http://schemas.openxmlformats.org/drawingml/2006/main">
            <a:r>
              <a:t>1</a:t>
            </a:r>
          </a:p>
          <a:p xmlns:a="http://schemas.openxmlformats.org/drawingml/2006/main">
            <a:r>
              <a:t>2</a:t>
            </a:r>
          </a:p>
          <a:p xmlns:a="http://schemas.openxmlformats.org/drawingml/2006/main">
            <a:r>
              <a:t>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while condition and update</a:t>
            </a:r>
          </a:p>
          <a:p xmlns:a="http://schemas.openxmlformats.org/drawingml/2006/main">
            <a:r>
              <a:t>CML3112, Week 4, slide 27</a:t>
            </a:r>
          </a:p>
          <a:p xmlns:a="http://schemas.openxmlformats.org/drawingml/2006/main">
            <a:r>
              <a:t/>
            </a:r>
          </a:p>
          <a:p xmlns:a="http://schemas.openxmlformats.org/drawingml/2006/main">
            <a:r>
              <a:t>Explanation to give</a:t>
            </a:r>
          </a:p>
          <a:p xmlns:a="http://schemas.openxmlformats.org/drawingml/2006/main">
            <a:r>
              <a:t>while tests a condition before each iteration. Unlike for over a fixed list, it needs a route that eventually makes the condition False. Trace both the test and the state update.</a:t>
            </a:r>
          </a:p>
          <a:p xmlns:a="http://schemas.openxmlformats.org/drawingml/2006/main">
            <a:r>
              <a:t/>
            </a:r>
          </a:p>
          <a:p xmlns:a="http://schemas.openxmlformats.org/drawingml/2006/main">
            <a:r>
              <a:t>Worked illustration / lecturer answer</a:t>
            </a:r>
          </a:p>
          <a:p xmlns:a="http://schemas.openxmlformats.org/drawingml/2006/main">
            <a:r>
              <a:t>With count = 0 and while count &lt; 3, print then increment yields 0, 1 and 2. The next test sees count 3 and stops before printing it.</a:t>
            </a:r>
          </a:p>
          <a:p xmlns:a="http://schemas.openxmlformats.org/drawingml/2006/main">
            <a:r>
              <a:t/>
            </a:r>
          </a:p>
          <a:p xmlns:a="http://schemas.openxmlformats.org/drawingml/2006/main">
            <a:r>
              <a:t>Misconception to address</a:t>
            </a:r>
          </a:p>
          <a:p xmlns:a="http://schemas.openxmlformats.org/drawingml/2006/main">
            <a:r>
              <a:t>If count is never updated, the condition stays True. Interrupt a stuck runtime rather than waiting indefinitely, then identify the missing update.</a:t>
            </a:r>
          </a:p>
          <a:p xmlns:a="http://schemas.openxmlformats.org/drawingml/2006/main">
            <a:r>
              <a:t/>
            </a:r>
          </a:p>
          <a:p xmlns:a="http://schemas.openxmlformats.org/drawingml/2006/main">
            <a:r>
              <a:t>On this slide</a:t>
            </a:r>
          </a:p>
          <a:p xmlns:a="http://schemas.openxmlformats.org/drawingml/2006/main">
            <a:r>
              <a:t>count before test | count &lt; 3 | Body and next count</a:t>
            </a:r>
          </a:p>
          <a:p xmlns:a="http://schemas.openxmlformats.org/drawingml/2006/main">
            <a:r>
              <a:t>0 | True | Print 0; update to 1</a:t>
            </a:r>
          </a:p>
          <a:p xmlns:a="http://schemas.openxmlformats.org/drawingml/2006/main">
            <a:r>
              <a:t>1 | True | Print 1; update to 2</a:t>
            </a:r>
          </a:p>
          <a:p xmlns:a="http://schemas.openxmlformats.org/drawingml/2006/main">
            <a:r>
              <a:t>2 | True | Print 2; update to 3</a:t>
            </a:r>
          </a:p>
          <a:p xmlns:a="http://schemas.openxmlformats.org/drawingml/2006/main">
            <a:r>
              <a:t>3 | False | Skip body; print finished</a:t>
            </a:r>
          </a:p>
          <a:p xmlns:a="http://schemas.openxmlformats.org/drawingml/2006/main">
            <a:r>
              <a:t>If count starts at 3, the body runs zero times. The condition is tested first.</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Preventing an endless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Preventing an endless loop</a:t>
            </a:r>
          </a:p>
          <a:p xmlns:a="http://schemas.openxmlformats.org/drawingml/2006/main">
            <a:r>
              <a:t>CML3112, Week 4, slide 28</a:t>
            </a:r>
          </a:p>
          <a:p xmlns:a="http://schemas.openxmlformats.org/drawingml/2006/main">
            <a:r>
              <a:t/>
            </a:r>
          </a:p>
          <a:p xmlns:a="http://schemas.openxmlformats.org/drawingml/2006/main">
            <a:r>
              <a:t>Explanation to give</a:t>
            </a:r>
          </a:p>
          <a:p xmlns:a="http://schemas.openxmlformats.org/drawingml/2006/main">
            <a:r>
              <a:t>while tests a condition before each iteration. Unlike for over a fixed list, it needs a route that eventually makes the condition False. Trace both the test and the state update.</a:t>
            </a:r>
          </a:p>
          <a:p xmlns:a="http://schemas.openxmlformats.org/drawingml/2006/main">
            <a:r>
              <a:t/>
            </a:r>
          </a:p>
          <a:p xmlns:a="http://schemas.openxmlformats.org/drawingml/2006/main">
            <a:r>
              <a:t>Worked illustration / lecturer answer</a:t>
            </a:r>
          </a:p>
          <a:p xmlns:a="http://schemas.openxmlformats.org/drawingml/2006/main">
            <a:r>
              <a:t>With count = 0 and while count &lt; 3, print then increment yields 0, 1 and 2. The next test sees count 3 and stops before printing it.</a:t>
            </a:r>
          </a:p>
          <a:p xmlns:a="http://schemas.openxmlformats.org/drawingml/2006/main">
            <a:r>
              <a:t/>
            </a:r>
          </a:p>
          <a:p xmlns:a="http://schemas.openxmlformats.org/drawingml/2006/main">
            <a:r>
              <a:t>Misconception to address</a:t>
            </a:r>
          </a:p>
          <a:p xmlns:a="http://schemas.openxmlformats.org/drawingml/2006/main">
            <a:r>
              <a:t>If count is never updated, the condition stays True. Interrupt a stuck runtime rather than waiting indefinitely, then identify the missing update.</a:t>
            </a:r>
          </a:p>
          <a:p xmlns:a="http://schemas.openxmlformats.org/drawingml/2006/main">
            <a:r>
              <a:t/>
            </a:r>
          </a:p>
          <a:p xmlns:a="http://schemas.openxmlformats.org/drawingml/2006/main">
            <a:r>
              <a:t>On this slide</a:t>
            </a:r>
          </a:p>
          <a:p xmlns:a="http://schemas.openxmlformats.org/drawingml/2006/main">
            <a:r>
              <a:t>If the update is missing, count remains 0. The question 0 &lt; 3 stays True, so the body keeps running.</a:t>
            </a:r>
          </a:p>
          <a:p xmlns:a="http://schemas.openxmlformats.org/drawingml/2006/main">
            <a:r>
              <a:t/>
            </a:r>
          </a:p>
          <a:p xmlns:a="http://schemas.openxmlformats.org/drawingml/2006/main">
            <a:r>
              <a:t>In Colab, click the running cell’s stop button or use Runtime → Interrupt execution. Fix the condition or update before running again.</a:t>
            </a:r>
          </a:p>
          <a:p xmlns:a="http://schemas.openxmlformats.org/drawingml/2006/main">
            <a:r>
              <a:t/>
            </a:r>
          </a:p>
          <a:p xmlns:a="http://schemas.openxmlformats.org/drawingml/2006/main">
            <a:r>
              <a:t>Do not run an intentionally endless example. Trace the unchanged value on the slide to see why it would fail.</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Choosing if for or while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Choosing if for or while</a:t>
            </a:r>
          </a:p>
          <a:p xmlns:a="http://schemas.openxmlformats.org/drawingml/2006/main">
            <a:r>
              <a:t>CML3112, Week 4, slide 29</a:t>
            </a:r>
          </a:p>
          <a:p xmlns:a="http://schemas.openxmlformats.org/drawingml/2006/main">
            <a:r>
              <a:t/>
            </a:r>
          </a:p>
          <a:p xmlns:a="http://schemas.openxmlformats.org/drawingml/2006/main">
            <a:r>
              <a:t>Explanation to give</a:t>
            </a:r>
          </a:p>
          <a:p xmlns:a="http://schemas.openxmlformats.org/drawingml/2006/main">
            <a:r>
              <a:t>if makes a decision once, for visits members of a collection, and while repeats while a condition remains True. Choose the construct by the job before writing syntax.</a:t>
            </a:r>
          </a:p>
          <a:p xmlns:a="http://schemas.openxmlformats.org/drawingml/2006/main">
            <a:r>
              <a:t/>
            </a:r>
          </a:p>
          <a:p xmlns:a="http://schemas.openxmlformats.org/drawingml/2006/main">
            <a:r>
              <a:t>Worked illustration / lecturer answer</a:t>
            </a:r>
          </a:p>
          <a:p xmlns:a="http://schemas.openxmlformats.org/drawingml/2006/main">
            <a:r>
              <a:t>For three recorded temperatures, for visits all three. Inside it, if reading &gt; 30 decides whether to count that observation. while is appropriate when repetition depends on a changing condition.</a:t>
            </a:r>
          </a:p>
          <a:p xmlns:a="http://schemas.openxmlformats.org/drawingml/2006/main">
            <a:r>
              <a:t/>
            </a:r>
          </a:p>
          <a:p xmlns:a="http://schemas.openxmlformats.org/drawingml/2006/main">
            <a:r>
              <a:t>Misconception to address</a:t>
            </a:r>
          </a:p>
          <a:p xmlns:a="http://schemas.openxmlformats.org/drawingml/2006/main">
            <a:r>
              <a:t>A loop and a condition can appear together. They answer different questions: how often to repeat, and whether this item qualifies.</a:t>
            </a:r>
          </a:p>
          <a:p xmlns:a="http://schemas.openxmlformats.org/drawingml/2006/main">
            <a:r>
              <a:t/>
            </a:r>
          </a:p>
          <a:p xmlns:a="http://schemas.openxmlformats.org/drawingml/2006/main">
            <a:r>
              <a:t>On this slide</a:t>
            </a:r>
          </a:p>
          <a:p xmlns:a="http://schemas.openxmlformats.org/drawingml/2006/main">
            <a:r>
              <a:t>Construct | Purpose | When it finishes</a:t>
            </a:r>
          </a:p>
          <a:p xmlns:a="http://schemas.openxmlformats.org/drawingml/2006/main">
            <a:r>
              <a:t>if / else | Choose a path once | After the chosen block</a:t>
            </a:r>
          </a:p>
          <a:p xmlns:a="http://schemas.openxmlformats.org/drawingml/2006/main">
            <a:r>
              <a:t>for | Visit supplied items | When items are exhausted</a:t>
            </a:r>
          </a:p>
          <a:p xmlns:a="http://schemas.openxmlformats.org/drawingml/2006/main">
            <a:r>
              <a:t>while | Repeat while True | When condition becomes False</a:t>
            </a:r>
          </a:p>
          <a:p xmlns:a="http://schemas.openxmlformats.org/drawingml/2006/main">
            <a:r>
              <a:t>A condition alone does not imply repetition: if tests once; while tests again after its body.</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range supplies a sequence of integers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range supplies a sequence of integers</a:t>
            </a:r>
          </a:p>
          <a:p xmlns:a="http://schemas.openxmlformats.org/drawingml/2006/main">
            <a:r>
              <a:t>CML3112, Week 4, slide 30</a:t>
            </a:r>
          </a:p>
          <a:p xmlns:a="http://schemas.openxmlformats.org/drawingml/2006/main">
            <a:r>
              <a:t/>
            </a:r>
          </a:p>
          <a:p xmlns:a="http://schemas.openxmlformats.org/drawingml/2006/main">
            <a:r>
              <a:t>Explanation to give</a:t>
            </a:r>
          </a:p>
          <a:p xmlns:a="http://schemas.openxmlformats.org/drawingml/2006/main">
            <a:r>
              <a:t>range supplies integers in order. Its stop value is excluded. Say the sequence out loud before executing the loop so the boundary is visible.</a:t>
            </a:r>
          </a:p>
          <a:p xmlns:a="http://schemas.openxmlformats.org/drawingml/2006/main">
            <a:r>
              <a:t/>
            </a:r>
          </a:p>
          <a:p xmlns:a="http://schemas.openxmlformats.org/drawingml/2006/main">
            <a:r>
              <a:t>Worked illustration / lecturer answer</a:t>
            </a:r>
          </a:p>
          <a:p xmlns:a="http://schemas.openxmlformats.org/drawingml/2006/main">
            <a:r>
              <a:t>range(3) supplies 0, 1, 2. range(1, 4) supplies 1, 2, 3. Both provide three integers but different starting points.</a:t>
            </a:r>
          </a:p>
          <a:p xmlns:a="http://schemas.openxmlformats.org/drawingml/2006/main">
            <a:r>
              <a:t/>
            </a:r>
          </a:p>
          <a:p xmlns:a="http://schemas.openxmlformats.org/drawingml/2006/main">
            <a:r>
              <a:t>Misconception to address</a:t>
            </a:r>
          </a:p>
          <a:p xmlns:a="http://schemas.openxmlformats.org/drawingml/2006/main">
            <a:r>
              <a:t>The stop value itself is not visited. range counts steps and does not automatically retrieve values from a separate list.</a:t>
            </a:r>
          </a:p>
          <a:p xmlns:a="http://schemas.openxmlformats.org/drawingml/2006/main">
            <a:r>
              <a:t/>
            </a:r>
          </a:p>
          <a:p xmlns:a="http://schemas.openxmlformats.org/drawingml/2006/main">
            <a:r>
              <a:t>On this slide</a:t>
            </a:r>
          </a:p>
          <a:p xmlns:a="http://schemas.openxmlformats.org/drawingml/2006/main">
            <a:r>
              <a:t>range(3) supplies 0, 1 and 2. The stop value 3 is excluded. range(1, 4) supplies 1, 2 and 3.</a:t>
            </a:r>
          </a:p>
          <a:p xmlns:a="http://schemas.openxmlformats.org/drawingml/2006/main">
            <a:r>
              <a:t/>
            </a:r>
          </a:p>
          <a:p xmlns:a="http://schemas.openxmlformats.org/drawingml/2006/main">
            <a:r>
              <a:t>Use range with for when a numbered repetition is useful. The loop still works by taking the next supplied item.</a:t>
            </a:r>
          </a:p>
          <a:p xmlns:a="http://schemas.openxmlformats.org/drawingml/2006/main">
            <a:r>
              <a:t/>
            </a:r>
          </a:p>
          <a:p xmlns:a="http://schemas.openxmlformats.org/drawingml/2006/main">
            <a:r>
              <a:t>range(0, 6, 2) uses a step of 2 and supplies 0, 2, 4. A step is the change between successive numbers; it cannot be zero.</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Repeat with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Repeat with range</a:t>
            </a:r>
          </a:p>
          <a:p xmlns:a="http://schemas.openxmlformats.org/drawingml/2006/main">
            <a:r>
              <a:t>CML3112, Week 4, slide 31</a:t>
            </a:r>
          </a:p>
          <a:p xmlns:a="http://schemas.openxmlformats.org/drawingml/2006/main">
            <a:r>
              <a:t/>
            </a:r>
          </a:p>
          <a:p xmlns:a="http://schemas.openxmlformats.org/drawingml/2006/main">
            <a:r>
              <a:t>Explanation to give</a:t>
            </a:r>
          </a:p>
          <a:p xmlns:a="http://schemas.openxmlformats.org/drawingml/2006/main">
            <a:r>
              <a:t>range supplies integers in order. Its stop value is excluded. Say the sequence out loud before executing the loop so the boundary is visible.</a:t>
            </a:r>
          </a:p>
          <a:p xmlns:a="http://schemas.openxmlformats.org/drawingml/2006/main">
            <a:r>
              <a:t/>
            </a:r>
          </a:p>
          <a:p xmlns:a="http://schemas.openxmlformats.org/drawingml/2006/main">
            <a:r>
              <a:t>Worked illustration / lecturer answer</a:t>
            </a:r>
          </a:p>
          <a:p xmlns:a="http://schemas.openxmlformats.org/drawingml/2006/main">
            <a:r>
              <a:t>range(3) supplies 0, 1, 2. range(1, 4) supplies 1, 2, 3. Both provide three integers but different starting points.</a:t>
            </a:r>
          </a:p>
          <a:p xmlns:a="http://schemas.openxmlformats.org/drawingml/2006/main">
            <a:r>
              <a:t/>
            </a:r>
          </a:p>
          <a:p xmlns:a="http://schemas.openxmlformats.org/drawingml/2006/main">
            <a:r>
              <a:t>Misconception to address</a:t>
            </a:r>
          </a:p>
          <a:p xmlns:a="http://schemas.openxmlformats.org/drawingml/2006/main">
            <a:r>
              <a:t>The stop value itself is not visited. range counts steps and does not automatically retrieve values from a separate list.</a:t>
            </a:r>
          </a:p>
          <a:p xmlns:a="http://schemas.openxmlformats.org/drawingml/2006/main">
            <a:r>
              <a:t/>
            </a:r>
          </a:p>
          <a:p xmlns:a="http://schemas.openxmlformats.org/drawingml/2006/main">
            <a:r>
              <a:t>Read the displayed code line by line</a:t>
            </a:r>
          </a:p>
          <a:p xmlns:a="http://schemas.openxmlformats.org/drawingml/2006/main">
            <a:r>
              <a:t>for attempt in range(1, 4):</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print(attempt)</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1; 2; 3</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continue and break change a loop’s path</a:t>
            </a:r>
          </a:p>
          <a:p xmlns:a="http://schemas.openxmlformats.org/drawingml/2006/main">
            <a:r>
              <a:t/>
            </a:r>
          </a:p>
          <a:p xmlns:a="http://schemas.openxmlformats.org/drawingml/2006/main">
            <a:r>
              <a:t>Output from the supplied CSV (this cohort):</a:t>
            </a:r>
          </a:p>
          <a:p xmlns:a="http://schemas.openxmlformats.org/drawingml/2006/main">
            <a:r>
              <a:t>1</a:t>
            </a:r>
          </a:p>
          <a:p xmlns:a="http://schemas.openxmlformats.org/drawingml/2006/main">
            <a:r>
              <a:t>2</a:t>
            </a:r>
          </a:p>
          <a:p xmlns:a="http://schemas.openxmlformats.org/drawingml/2006/main">
            <a:r>
              <a:t>3</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1</a:t>
            </a:r>
          </a:p>
          <a:p xmlns:a="http://schemas.openxmlformats.org/drawingml/2006/main">
            <a:r>
              <a:t>2</a:t>
            </a:r>
          </a:p>
          <a:p xmlns:a="http://schemas.openxmlformats.org/drawingml/2006/main">
            <a:r>
              <a:t>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and break change a loop’s path</a:t>
            </a:r>
          </a:p>
          <a:p xmlns:a="http://schemas.openxmlformats.org/drawingml/2006/main">
            <a:r>
              <a:t>CML3112, Week 4, slide 32</a:t>
            </a:r>
          </a:p>
          <a:p xmlns:a="http://schemas.openxmlformats.org/drawingml/2006/main">
            <a:r>
              <a:t/>
            </a:r>
          </a:p>
          <a:p xmlns:a="http://schemas.openxmlformats.org/drawingml/2006/main">
            <a:r>
              <a:t>Explanation to give</a:t>
            </a:r>
          </a:p>
          <a:p xmlns:a="http://schemas.openxmlformats.org/drawingml/2006/main">
            <a:r>
              <a:t>continue ends the current iteration and proceeds to the next item. break ends the nearest enclosing loop completely. Trace the same data twice to show the distinction.</a:t>
            </a:r>
          </a:p>
          <a:p xmlns:a="http://schemas.openxmlformats.org/drawingml/2006/main">
            <a:r>
              <a:t/>
            </a:r>
          </a:p>
          <a:p xmlns:a="http://schemas.openxmlformats.org/drawingml/2006/main">
            <a:r>
              <a:t>Worked illustration / lecturer answer</a:t>
            </a:r>
          </a:p>
          <a:p xmlns:a="http://schemas.openxmlformats.org/drawingml/2006/main">
            <a:r>
              <a:t>Over [1, 2, 3], skipping 2 with continue still allows 3 to be processed. Breaking when 2 is reached prevents both 2's remaining work and the later visit to 3.</a:t>
            </a:r>
          </a:p>
          <a:p xmlns:a="http://schemas.openxmlformats.org/drawingml/2006/main">
            <a:r>
              <a:t/>
            </a:r>
          </a:p>
          <a:p xmlns:a="http://schemas.openxmlformats.org/drawingml/2006/main">
            <a:r>
              <a:t>Misconception to address</a:t>
            </a:r>
          </a:p>
          <a:p xmlns:a="http://schemas.openxmlformats.org/drawingml/2006/main">
            <a:r>
              <a:t>Statements below continue or break in that iteration are skipped. Neither word means “restart the whole notebook”.</a:t>
            </a:r>
          </a:p>
          <a:p xmlns:a="http://schemas.openxmlformats.org/drawingml/2006/main">
            <a:r>
              <a:t/>
            </a:r>
          </a:p>
          <a:p xmlns:a="http://schemas.openxmlformats.org/drawingml/2006/main">
            <a:r>
              <a:t>On this slide</a:t>
            </a:r>
          </a:p>
          <a:p xmlns:a="http://schemas.openxmlformats.org/drawingml/2006/main">
            <a:r>
              <a:t>continue skips the rest of the current iteration, then starts the next iteration. It does not end the whole loop.</a:t>
            </a:r>
          </a:p>
          <a:p xmlns:a="http://schemas.openxmlformats.org/drawingml/2006/main">
            <a:r>
              <a:t/>
            </a:r>
          </a:p>
          <a:p xmlns:a="http://schemas.openxmlformats.org/drawingml/2006/main">
            <a:r>
              <a:t>break exits the nearest enclosing loop immediately. Execution resumes after that loop.</a:t>
            </a:r>
          </a:p>
          <a:p xmlns:a="http://schemas.openxmlformats.org/drawingml/2006/main">
            <a:r>
              <a:t/>
            </a:r>
          </a:p>
          <a:p xmlns:a="http://schemas.openxmlformats.org/drawingml/2006/main">
            <a:r>
              <a:t>Put the condition inside the loop with four spaces. Its action is inside that condition with eight spaces: an indented block inside another block.</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Skip one item using continue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Skip one item using continue</a:t>
            </a:r>
          </a:p>
          <a:p xmlns:a="http://schemas.openxmlformats.org/drawingml/2006/main">
            <a:r>
              <a:t>CML3112, Week 4, slide 33</a:t>
            </a:r>
          </a:p>
          <a:p xmlns:a="http://schemas.openxmlformats.org/drawingml/2006/main">
            <a:r>
              <a:t/>
            </a:r>
          </a:p>
          <a:p xmlns:a="http://schemas.openxmlformats.org/drawingml/2006/main">
            <a:r>
              <a:t>Explanation to give</a:t>
            </a:r>
          </a:p>
          <a:p xmlns:a="http://schemas.openxmlformats.org/drawingml/2006/main">
            <a:r>
              <a:t>continue ends the current iteration and proceeds to the next item. break ends the nearest enclosing loop completely. Trace the same data twice to show the distinction.</a:t>
            </a:r>
          </a:p>
          <a:p xmlns:a="http://schemas.openxmlformats.org/drawingml/2006/main">
            <a:r>
              <a:t/>
            </a:r>
          </a:p>
          <a:p xmlns:a="http://schemas.openxmlformats.org/drawingml/2006/main">
            <a:r>
              <a:t>Worked illustration / lecturer answer</a:t>
            </a:r>
          </a:p>
          <a:p xmlns:a="http://schemas.openxmlformats.org/drawingml/2006/main">
            <a:r>
              <a:t>Over [1, 2, 3], skipping 2 with continue still allows 3 to be processed. Breaking when 2 is reached prevents both 2's remaining work and the later visit to 3.</a:t>
            </a:r>
          </a:p>
          <a:p xmlns:a="http://schemas.openxmlformats.org/drawingml/2006/main">
            <a:r>
              <a:t/>
            </a:r>
          </a:p>
          <a:p xmlns:a="http://schemas.openxmlformats.org/drawingml/2006/main">
            <a:r>
              <a:t>Misconception to address</a:t>
            </a:r>
          </a:p>
          <a:p xmlns:a="http://schemas.openxmlformats.org/drawingml/2006/main">
            <a:r>
              <a:t>Statements below continue or break in that iteration are skipped. Neither word means “restart the whole notebook”.</a:t>
            </a:r>
          </a:p>
          <a:p xmlns:a="http://schemas.openxmlformats.org/drawingml/2006/main">
            <a:r>
              <a:t/>
            </a:r>
          </a:p>
          <a:p xmlns:a="http://schemas.openxmlformats.org/drawingml/2006/main">
            <a:r>
              <a:t>Read the displayed code line by line</a:t>
            </a:r>
          </a:p>
          <a:p xmlns:a="http://schemas.openxmlformats.org/drawingml/2006/main">
            <a:r>
              <a:t>for reading in [2, -1, 6]:</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if reading &lt; 0:</a:t>
            </a:r>
          </a:p>
          <a:p xmlns:a="http://schemas.openxmlformats.org/drawingml/2006/main">
            <a:r>
              <a:t>Evaluate this yes/no condition. Execute its indented body only on the matching path.</a:t>
            </a:r>
          </a:p>
          <a:p xmlns:a="http://schemas.openxmlformats.org/drawingml/2006/main">
            <a:r>
              <a:t/>
            </a:r>
          </a:p>
          <a:p xmlns:a="http://schemas.openxmlformats.org/drawingml/2006/main">
            <a:r>
              <a:t>continue</a:t>
            </a:r>
          </a:p>
          <a:p xmlns:a="http://schemas.openxmlformats.org/drawingml/2006/main">
            <a:r>
              <a:t>Skip the rest of this iteration and proceed to the next item.</a:t>
            </a:r>
          </a:p>
          <a:p xmlns:a="http://schemas.openxmlformats.org/drawingml/2006/main">
            <a:r>
              <a:t/>
            </a:r>
          </a:p>
          <a:p xmlns:a="http://schemas.openxmlformats.org/drawingml/2006/main">
            <a:r>
              <a:t>print(reading)</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2; 6</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Stop at one item using break</a:t>
            </a:r>
          </a:p>
          <a:p xmlns:a="http://schemas.openxmlformats.org/drawingml/2006/main">
            <a:r>
              <a:t/>
            </a:r>
          </a:p>
          <a:p xmlns:a="http://schemas.openxmlformats.org/drawingml/2006/main">
            <a:r>
              <a:t>Output from the supplied CSV (this cohort):</a:t>
            </a:r>
          </a:p>
          <a:p xmlns:a="http://schemas.openxmlformats.org/drawingml/2006/main">
            <a:r>
              <a:t>2</a:t>
            </a:r>
          </a:p>
          <a:p xmlns:a="http://schemas.openxmlformats.org/drawingml/2006/main">
            <a:r>
              <a:t>6</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a:t>
            </a:r>
          </a:p>
          <a:p xmlns:a="http://schemas.openxmlformats.org/drawingml/2006/main">
            <a:r>
              <a:t>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Stop at one item using break</a:t>
            </a:r>
          </a:p>
          <a:p xmlns:a="http://schemas.openxmlformats.org/drawingml/2006/main">
            <a:r>
              <a:t>CML3112, Week 4, slide 34</a:t>
            </a:r>
          </a:p>
          <a:p xmlns:a="http://schemas.openxmlformats.org/drawingml/2006/main">
            <a:r>
              <a:t/>
            </a:r>
          </a:p>
          <a:p xmlns:a="http://schemas.openxmlformats.org/drawingml/2006/main">
            <a:r>
              <a:t>Explanation to give</a:t>
            </a:r>
          </a:p>
          <a:p xmlns:a="http://schemas.openxmlformats.org/drawingml/2006/main">
            <a:r>
              <a:t>continue ends the current iteration and proceeds to the next item. break ends the nearest enclosing loop completely. Trace the same data twice to show the distinction.</a:t>
            </a:r>
          </a:p>
          <a:p xmlns:a="http://schemas.openxmlformats.org/drawingml/2006/main">
            <a:r>
              <a:t/>
            </a:r>
          </a:p>
          <a:p xmlns:a="http://schemas.openxmlformats.org/drawingml/2006/main">
            <a:r>
              <a:t>Worked illustration / lecturer answer</a:t>
            </a:r>
          </a:p>
          <a:p xmlns:a="http://schemas.openxmlformats.org/drawingml/2006/main">
            <a:r>
              <a:t>Over [1, 2, 3], skipping 2 with continue still allows 3 to be processed. Breaking when 2 is reached prevents both 2's remaining work and the later visit to 3.</a:t>
            </a:r>
          </a:p>
          <a:p xmlns:a="http://schemas.openxmlformats.org/drawingml/2006/main">
            <a:r>
              <a:t/>
            </a:r>
          </a:p>
          <a:p xmlns:a="http://schemas.openxmlformats.org/drawingml/2006/main">
            <a:r>
              <a:t>Misconception to address</a:t>
            </a:r>
          </a:p>
          <a:p xmlns:a="http://schemas.openxmlformats.org/drawingml/2006/main">
            <a:r>
              <a:t>Statements below continue or break in that iteration are skipped. Neither word means “restart the whole notebook”.</a:t>
            </a:r>
          </a:p>
          <a:p xmlns:a="http://schemas.openxmlformats.org/drawingml/2006/main">
            <a:r>
              <a:t/>
            </a:r>
          </a:p>
          <a:p xmlns:a="http://schemas.openxmlformats.org/drawingml/2006/main">
            <a:r>
              <a:t>Read the displayed code line by line</a:t>
            </a:r>
          </a:p>
          <a:p xmlns:a="http://schemas.openxmlformats.org/drawingml/2006/main">
            <a:r>
              <a:t>for reading in [2, -1, 6]:</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if reading &lt; 0:</a:t>
            </a:r>
          </a:p>
          <a:p xmlns:a="http://schemas.openxmlformats.org/drawingml/2006/main">
            <a:r>
              <a:t>Evaluate this yes/no condition. Execute its indented body only on the matching path.</a:t>
            </a:r>
          </a:p>
          <a:p xmlns:a="http://schemas.openxmlformats.org/drawingml/2006/main">
            <a:r>
              <a:t/>
            </a:r>
          </a:p>
          <a:p xmlns:a="http://schemas.openxmlformats.org/drawingml/2006/main">
            <a:r>
              <a:t>break</a:t>
            </a:r>
          </a:p>
          <a:p xmlns:a="http://schemas.openxmlformats.org/drawingml/2006/main">
            <a:r>
              <a:t>Exit this loop immediately; later items will not be visited.</a:t>
            </a:r>
          </a:p>
          <a:p xmlns:a="http://schemas.openxmlformats.org/drawingml/2006/main">
            <a:r>
              <a:t/>
            </a:r>
          </a:p>
          <a:p xmlns:a="http://schemas.openxmlformats.org/drawingml/2006/main">
            <a:r>
              <a:t>print(reading)</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2</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Trace the two loop controls</a:t>
            </a:r>
          </a:p>
          <a:p xmlns:a="http://schemas.openxmlformats.org/drawingml/2006/main">
            <a:r>
              <a:t/>
            </a:r>
          </a:p>
          <a:p xmlns:a="http://schemas.openxmlformats.org/drawingml/2006/main">
            <a:r>
              <a:t>Output from the supplied CSV (this cohort):</a:t>
            </a:r>
          </a:p>
          <a:p xmlns:a="http://schemas.openxmlformats.org/drawingml/2006/main">
            <a:r>
              <a:t>2</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two loop controls</a:t>
            </a:r>
          </a:p>
          <a:p xmlns:a="http://schemas.openxmlformats.org/drawingml/2006/main">
            <a:r>
              <a:t>CML3112, Week 4, slide 35</a:t>
            </a:r>
          </a:p>
          <a:p xmlns:a="http://schemas.openxmlformats.org/drawingml/2006/main">
            <a:r>
              <a:t/>
            </a:r>
          </a:p>
          <a:p xmlns:a="http://schemas.openxmlformats.org/drawingml/2006/main">
            <a:r>
              <a:t>Explanation to give</a:t>
            </a:r>
          </a:p>
          <a:p xmlns:a="http://schemas.openxmlformats.org/drawingml/2006/main">
            <a:r>
              <a:t>continue ends the current iteration and proceeds to the next item. break ends the nearest enclosing loop completely. Trace the same data twice to show the distinction.</a:t>
            </a:r>
          </a:p>
          <a:p xmlns:a="http://schemas.openxmlformats.org/drawingml/2006/main">
            <a:r>
              <a:t/>
            </a:r>
          </a:p>
          <a:p xmlns:a="http://schemas.openxmlformats.org/drawingml/2006/main">
            <a:r>
              <a:t>Worked illustration / lecturer answer</a:t>
            </a:r>
          </a:p>
          <a:p xmlns:a="http://schemas.openxmlformats.org/drawingml/2006/main">
            <a:r>
              <a:t>Over [1, 2, 3], skipping 2 with continue still allows 3 to be processed. Breaking when 2 is reached prevents both 2's remaining work and the later visit to 3.</a:t>
            </a:r>
          </a:p>
          <a:p xmlns:a="http://schemas.openxmlformats.org/drawingml/2006/main">
            <a:r>
              <a:t/>
            </a:r>
          </a:p>
          <a:p xmlns:a="http://schemas.openxmlformats.org/drawingml/2006/main">
            <a:r>
              <a:t>Misconception to address</a:t>
            </a:r>
          </a:p>
          <a:p xmlns:a="http://schemas.openxmlformats.org/drawingml/2006/main">
            <a:r>
              <a:t>Statements below continue or break in that iteration are skipped. Neither word means “restart the whole notebook”.</a:t>
            </a:r>
          </a:p>
          <a:p xmlns:a="http://schemas.openxmlformats.org/drawingml/2006/main">
            <a:r>
              <a:t/>
            </a:r>
          </a:p>
          <a:p xmlns:a="http://schemas.openxmlformats.org/drawingml/2006/main">
            <a:r>
              <a:t>On this slide</a:t>
            </a:r>
          </a:p>
          <a:p xmlns:a="http://schemas.openxmlformats.org/drawingml/2006/main">
            <a:r>
              <a:t>Input | continue version | break version</a:t>
            </a:r>
          </a:p>
          <a:p xmlns:a="http://schemas.openxmlformats.org/drawingml/2006/main">
            <a:r>
              <a:t>2 | Print 2 | Print 2</a:t>
            </a:r>
          </a:p>
          <a:p xmlns:a="http://schemas.openxmlformats.org/drawingml/2006/main">
            <a:r>
              <a:t>-1 | Skip its print | Exit loop</a:t>
            </a:r>
          </a:p>
          <a:p xmlns:a="http://schemas.openxmlformats.org/drawingml/2006/main">
            <a:r>
              <a:t>6 | Print 6 | Never visited</a:t>
            </a:r>
          </a:p>
          <a:p xmlns:a="http://schemas.openxmlformats.org/drawingml/2006/main">
            <a:r>
              <a:t>Use continue only when skipping is justified by the stated data rule; do not silently discard evidence.</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 dictionary is a record with named fields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dictionary is a record with named fields</a:t>
            </a:r>
          </a:p>
          <a:p xmlns:a="http://schemas.openxmlformats.org/drawingml/2006/main">
            <a:r>
              <a:t>CML3112, Week 4, slide 36</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On this slide</a:t>
            </a:r>
          </a:p>
          <a:p xmlns:a="http://schemas.openxmlformats.org/drawingml/2006/main">
            <a:r>
              <a:t>record = {"unit": "A", "reading": 4} stores two key–value pairs. Keys name fields; values hold the information.</a:t>
            </a:r>
          </a:p>
          <a:p xmlns:a="http://schemas.openxmlformats.org/drawingml/2006/main">
            <a:r>
              <a:t/>
            </a:r>
          </a:p>
          <a:p xmlns:a="http://schemas.openxmlformats.org/drawingml/2006/main">
            <a:r>
              <a:t>Braces enclose the dictionary. A colon separates each key from its value and a comma separates pairs. Each key is unique.</a:t>
            </a:r>
          </a:p>
          <a:p xmlns:a="http://schemas.openxmlformats.org/drawingml/2006/main">
            <a:r>
              <a:t/>
            </a:r>
          </a:p>
          <a:p xmlns:a="http://schemas.openxmlformats.org/drawingml/2006/main">
            <a:r>
              <a:t>record["reading"] returns 4. Unlike a list position, "reading" names the field we want.</a:t>
            </a:r>
          </a:p>
          <a:p xmlns:a="http://schemas.openxmlformats.org/drawingml/2006/main">
            <a:r>
              <a:t/>
            </a:r>
          </a:p>
          <a:p xmlns:a="http://schemas.openxmlformats.org/drawingml/2006/main">
            <a:r>
              <a:t>Continue to</a:t>
            </a:r>
          </a:p>
          <a:p xmlns:a="http://schemas.openxmlformats.org/drawingml/2006/main">
            <a:r>
              <a:t>A missing dictionary key and 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missing dictionary key and get</a:t>
            </a:r>
          </a:p>
          <a:p xmlns:a="http://schemas.openxmlformats.org/drawingml/2006/main">
            <a:r>
              <a:t>CML3112, Week 4, slide 37</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On this slide</a:t>
            </a:r>
          </a:p>
          <a:p xmlns:a="http://schemas.openxmlformats.org/drawingml/2006/main">
            <a:r>
              <a:t>record["reading"] requests a known field. If that key does not exist, square-bracket lookup raises KeyError.</a:t>
            </a:r>
          </a:p>
          <a:p xmlns:a="http://schemas.openxmlformats.org/drawingml/2006/main">
            <a:r>
              <a:t/>
            </a:r>
          </a:p>
          <a:p xmlns:a="http://schemas.openxmlformats.org/drawingml/2006/main">
            <a:r>
              <a:t>record.get("missing", 0) asks for that key with a fallback: return 0 if it is absent. This does not add a new key.</a:t>
            </a:r>
          </a:p>
          <a:p xmlns:a="http://schemas.openxmlformats.org/drawingml/2006/main">
            <a:r>
              <a:t/>
            </a:r>
          </a:p>
          <a:p xmlns:a="http://schemas.openxmlformats.org/drawingml/2006/main">
            <a:r>
              <a:t>The second input is the fallback value. Use a fallback only when the task defines what missing information should mean.</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Reading and updating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and updating a dictionary</a:t>
            </a:r>
          </a:p>
          <a:p xmlns:a="http://schemas.openxmlformats.org/drawingml/2006/main">
            <a:r>
              <a:t>CML3112, Week 4, slide 38</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Read the displayed code line by line</a:t>
            </a:r>
          </a:p>
          <a:p xmlns:a="http://schemas.openxmlformats.org/drawingml/2006/main">
            <a:r>
              <a:t>record = {"unit": "A", "reading": 4}</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print(record["reading"])</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record["reading"] =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print(record["reading"])</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print(record.get("missing", 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4, then 6, then 0. get uses the fallback only when that key is absent.</a:t>
            </a:r>
          </a:p>
          <a:p xmlns:a="http://schemas.openxmlformats.org/drawingml/2006/main">
            <a:r>
              <a:t/>
            </a:r>
          </a:p>
          <a:p xmlns:a="http://schemas.openxmlformats.org/drawingml/2006/main">
            <a:r>
              <a:t>Continue to</a:t>
            </a:r>
          </a:p>
          <a:p xmlns:a="http://schemas.openxmlformats.org/drawingml/2006/main">
            <a:r>
              <a:t>Tuples and unpacking</a:t>
            </a:r>
          </a:p>
          <a:p xmlns:a="http://schemas.openxmlformats.org/drawingml/2006/main">
            <a:r>
              <a:t/>
            </a:r>
          </a:p>
          <a:p xmlns:a="http://schemas.openxmlformats.org/drawingml/2006/main">
            <a:r>
              <a:t>Output from the supplied CSV (this cohort):</a:t>
            </a:r>
          </a:p>
          <a:p xmlns:a="http://schemas.openxmlformats.org/drawingml/2006/main">
            <a:r>
              <a:t>4</a:t>
            </a:r>
          </a:p>
          <a:p xmlns:a="http://schemas.openxmlformats.org/drawingml/2006/main">
            <a:r>
              <a:t>6</a:t>
            </a:r>
          </a:p>
          <a:p xmlns:a="http://schemas.openxmlformats.org/drawingml/2006/main">
            <a:r>
              <a:t>0</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4</a:t>
            </a:r>
          </a:p>
          <a:p xmlns:a="http://schemas.openxmlformats.org/drawingml/2006/main">
            <a:r>
              <a:t>6</a:t>
            </a:r>
          </a:p>
          <a:p xmlns:a="http://schemas.openxmlformats.org/drawingml/2006/main">
            <a:r>
              <a:t>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Tuples and unpacking</a:t>
            </a:r>
          </a:p>
          <a:p xmlns:a="http://schemas.openxmlformats.org/drawingml/2006/main">
            <a:r>
              <a:t>CML3112, Week 4, slide 39</a:t>
            </a:r>
          </a:p>
          <a:p xmlns:a="http://schemas.openxmlformats.org/drawingml/2006/main">
            <a:r>
              <a:t/>
            </a:r>
          </a:p>
          <a:p xmlns:a="http://schemas.openxmlformats.org/drawingml/2006/main">
            <a:r>
              <a:t>Explanation to give</a:t>
            </a:r>
          </a:p>
          <a:p xmlns:a="http://schemas.openxmlformats.org/drawingml/2006/main">
            <a:r>
              <a:t>A tuple keeps positions that cannot be reassigned. Unpacking assigns the items to several names in the same order. Show the number of items and names before running it.</a:t>
            </a:r>
          </a:p>
          <a:p xmlns:a="http://schemas.openxmlformats.org/drawingml/2006/main">
            <a:r>
              <a:t/>
            </a:r>
          </a:p>
          <a:p xmlns:a="http://schemas.openxmlformats.org/drawingml/2006/main">
            <a:r>
              <a:t>Worked illustration / lecturer answer</a:t>
            </a:r>
          </a:p>
          <a:p xmlns:a="http://schemas.openxmlformats.org/drawingml/2006/main">
            <a:r>
              <a:t>point = (2, 3), then x, y = point gives x = 2 and y = 3. The original tuple still exists. record.items() similarly supplies key/value pairs to two loop names.</a:t>
            </a:r>
          </a:p>
          <a:p xmlns:a="http://schemas.openxmlformats.org/drawingml/2006/main">
            <a:r>
              <a:t/>
            </a:r>
          </a:p>
          <a:p xmlns:a="http://schemas.openxmlformats.org/drawingml/2006/main">
            <a:r>
              <a:t>Misconception to address</a:t>
            </a:r>
          </a:p>
          <a:p xmlns:a="http://schemas.openxmlformats.org/drawingml/2006/main">
            <a:r>
              <a:t>Two names need two items. A tuple containing a mutable object does not freeze that object's contents.</a:t>
            </a:r>
          </a:p>
          <a:p xmlns:a="http://schemas.openxmlformats.org/drawingml/2006/main">
            <a:r>
              <a:t/>
            </a:r>
          </a:p>
          <a:p xmlns:a="http://schemas.openxmlformats.org/drawingml/2006/main">
            <a:r>
              <a:t>On this slide</a:t>
            </a:r>
          </a:p>
          <a:p xmlns:a="http://schemas.openxmlformats.org/drawingml/2006/main">
            <a:r>
              <a:t>A tuple stores items in order. point = (2, 3) stores two coordinates; point[0] is 2. You cannot reassign point[0].</a:t>
            </a:r>
          </a:p>
          <a:p xmlns:a="http://schemas.openxmlformats.org/drawingml/2006/main">
            <a:r>
              <a:t/>
            </a:r>
          </a:p>
          <a:p xmlns:a="http://schemas.openxmlformats.org/drawingml/2006/main">
            <a:r>
              <a:t>x, y = point gives the first item to x and the second to y. This is unpacking; the number of names must match the number of items.</a:t>
            </a:r>
          </a:p>
          <a:p xmlns:a="http://schemas.openxmlformats.org/drawingml/2006/main">
            <a:r>
              <a:t/>
            </a:r>
          </a:p>
          <a:p xmlns:a="http://schemas.openxmlformats.org/drawingml/2006/main">
            <a:r>
              <a:t>A tuple prevents replacing its positions. It does not freeze the contents of a mutable object stored inside it.</a:t>
            </a:r>
          </a:p>
          <a:p xmlns:a="http://schemas.openxmlformats.org/drawingml/2006/main">
            <a:r>
              <a:t/>
            </a:r>
          </a:p>
          <a:p xmlns:a="http://schemas.openxmlformats.org/drawingml/2006/main">
            <a:r>
              <a:t>Continue to</a:t>
            </a:r>
          </a:p>
          <a:p xmlns:a="http://schemas.openxmlformats.org/drawingml/2006/main">
            <a:r>
              <a:t>Unpacking a 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Unpacking a pair</a:t>
            </a:r>
          </a:p>
          <a:p xmlns:a="http://schemas.openxmlformats.org/drawingml/2006/main">
            <a:r>
              <a:t>CML3112, Week 4, slide 40</a:t>
            </a:r>
          </a:p>
          <a:p xmlns:a="http://schemas.openxmlformats.org/drawingml/2006/main">
            <a:r>
              <a:t/>
            </a:r>
          </a:p>
          <a:p xmlns:a="http://schemas.openxmlformats.org/drawingml/2006/main">
            <a:r>
              <a:t>Explanation to give</a:t>
            </a:r>
          </a:p>
          <a:p xmlns:a="http://schemas.openxmlformats.org/drawingml/2006/main">
            <a:r>
              <a:t>A tuple keeps positions that cannot be reassigned. Unpacking assigns the items to several names in the same order. Show the number of items and names before running it.</a:t>
            </a:r>
          </a:p>
          <a:p xmlns:a="http://schemas.openxmlformats.org/drawingml/2006/main">
            <a:r>
              <a:t/>
            </a:r>
          </a:p>
          <a:p xmlns:a="http://schemas.openxmlformats.org/drawingml/2006/main">
            <a:r>
              <a:t>Worked illustration / lecturer answer</a:t>
            </a:r>
          </a:p>
          <a:p xmlns:a="http://schemas.openxmlformats.org/drawingml/2006/main">
            <a:r>
              <a:t>point = (2, 3), then x, y = point gives x = 2 and y = 3. The original tuple still exists. record.items() similarly supplies key/value pairs to two loop names.</a:t>
            </a:r>
          </a:p>
          <a:p xmlns:a="http://schemas.openxmlformats.org/drawingml/2006/main">
            <a:r>
              <a:t/>
            </a:r>
          </a:p>
          <a:p xmlns:a="http://schemas.openxmlformats.org/drawingml/2006/main">
            <a:r>
              <a:t>Misconception to address</a:t>
            </a:r>
          </a:p>
          <a:p xmlns:a="http://schemas.openxmlformats.org/drawingml/2006/main">
            <a:r>
              <a:t>Two names need two items. A tuple containing a mutable object does not freeze that object's contents.</a:t>
            </a:r>
          </a:p>
          <a:p xmlns:a="http://schemas.openxmlformats.org/drawingml/2006/main">
            <a:r>
              <a:t/>
            </a:r>
          </a:p>
          <a:p xmlns:a="http://schemas.openxmlformats.org/drawingml/2006/main">
            <a:r>
              <a:t>Read the displayed code line by line</a:t>
            </a:r>
          </a:p>
          <a:p xmlns:a="http://schemas.openxmlformats.org/drawingml/2006/main">
            <a:r>
              <a:t>point = (2, 3)</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x, y = point</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print(x)</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print(y)</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2, then 3.</a:t>
            </a:r>
          </a:p>
          <a:p xmlns:a="http://schemas.openxmlformats.org/drawingml/2006/main">
            <a:r>
              <a:t/>
            </a:r>
          </a:p>
          <a:p xmlns:a="http://schemas.openxmlformats.org/drawingml/2006/main">
            <a:r>
              <a:t>Continue to</a:t>
            </a:r>
          </a:p>
          <a:p xmlns:a="http://schemas.openxmlformats.org/drawingml/2006/main">
            <a:r>
              <a:t>A set remembers distinct items</a:t>
            </a:r>
          </a:p>
          <a:p xmlns:a="http://schemas.openxmlformats.org/drawingml/2006/main">
            <a:r>
              <a:t/>
            </a:r>
          </a:p>
          <a:p xmlns:a="http://schemas.openxmlformats.org/drawingml/2006/main">
            <a:r>
              <a:t>Output from the supplied CSV (this cohort):</a:t>
            </a:r>
          </a:p>
          <a:p xmlns:a="http://schemas.openxmlformats.org/drawingml/2006/main">
            <a:r>
              <a:t>2</a:t>
            </a:r>
          </a:p>
          <a:p xmlns:a="http://schemas.openxmlformats.org/drawingml/2006/main">
            <a:r>
              <a:t>3</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a:t>
            </a:r>
          </a:p>
          <a:p xmlns:a="http://schemas.openxmlformats.org/drawingml/2006/main">
            <a:r>
              <a:t>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set remembers distinct items</a:t>
            </a:r>
          </a:p>
          <a:p xmlns:a="http://schemas.openxmlformats.org/drawingml/2006/main">
            <a:r>
              <a:t>CML3112, Week 4, slide 41</a:t>
            </a:r>
          </a:p>
          <a:p xmlns:a="http://schemas.openxmlformats.org/drawingml/2006/main">
            <a:r>
              <a:t/>
            </a:r>
          </a:p>
          <a:p xmlns:a="http://schemas.openxmlformats.org/drawingml/2006/main">
            <a:r>
              <a:t>Explanation to give</a:t>
            </a:r>
          </a:p>
          <a:p xmlns:a="http://schemas.openxmlformats.org/drawingml/2006/main">
            <a:r>
              <a:t>A set answers whether an item is present and stores each distinct item once. It has no numeric positions. Use it to remember IDs already encountered.</a:t>
            </a:r>
          </a:p>
          <a:p xmlns:a="http://schemas.openxmlformats.org/drawingml/2006/main">
            <a:r>
              <a:t/>
            </a:r>
          </a:p>
          <a:p xmlns:a="http://schemas.openxmlformats.org/drawingml/2006/main">
            <a:r>
              <a:t>Worked illustration / lecturer answer</a:t>
            </a:r>
          </a:p>
          <a:p xmlns:a="http://schemas.openxmlformats.org/drawingml/2006/main">
            <a:r>
              <a:t>Add "A" twice to an empty set: len is still 1. "A" in seen is True and "B" in seen is False. Adding "B" makes the count 2.</a:t>
            </a:r>
          </a:p>
          <a:p xmlns:a="http://schemas.openxmlformats.org/drawingml/2006/main">
            <a:r>
              <a:t/>
            </a:r>
          </a:p>
          <a:p xmlns:a="http://schemas.openxmlformats.org/drawingml/2006/main">
            <a:r>
              <a:t>Misconception to address</a:t>
            </a:r>
          </a:p>
          <a:p xmlns:a="http://schemas.openxmlformats.org/drawingml/2006/main">
            <a:r>
              <a:t>{} creates an empty dictionary. Use set() for an empty set. Sets are unsuitable when duplicate measurements or a particular order must be retained.</a:t>
            </a:r>
          </a:p>
          <a:p xmlns:a="http://schemas.openxmlformats.org/drawingml/2006/main">
            <a:r>
              <a:t/>
            </a:r>
          </a:p>
          <a:p xmlns:a="http://schemas.openxmlformats.org/drawingml/2006/main">
            <a:r>
              <a:t>On this slide</a:t>
            </a:r>
          </a:p>
          <a:p xmlns:a="http://schemas.openxmlformats.org/drawingml/2006/main">
            <a:r>
              <a:t>A set is useful when the question is “Have we seen this ID?” It keeps one instance of each distinct item.</a:t>
            </a:r>
          </a:p>
          <a:p xmlns:a="http://schemas.openxmlformats.org/drawingml/2006/main">
            <a:r>
              <a:t/>
            </a:r>
          </a:p>
          <a:p xmlns:a="http://schemas.openxmlformats.org/drawingml/2006/main">
            <a:r>
              <a:t>seen = set() creates an empty set. seen.add("A") adds an item. "A" in seen asks whether it is present.</a:t>
            </a:r>
          </a:p>
          <a:p xmlns:a="http://schemas.openxmlformats.org/drawingml/2006/main">
            <a:r>
              <a:t/>
            </a:r>
          </a:p>
          <a:p xmlns:a="http://schemas.openxmlformats.org/drawingml/2006/main">
            <a:r>
              <a:t>Do not use a set when position or repeated readings matter. Sets cannot be indexed. {} creates an empty dictionary, not an empty set.</a:t>
            </a:r>
          </a:p>
          <a:p xmlns:a="http://schemas.openxmlformats.org/drawingml/2006/main">
            <a:r>
              <a:t/>
            </a:r>
          </a:p>
          <a:p xmlns:a="http://schemas.openxmlformats.org/drawingml/2006/main">
            <a:r>
              <a:t>Continue to</a:t>
            </a:r>
          </a:p>
          <a:p xmlns:a="http://schemas.openxmlformats.org/drawingml/2006/main">
            <a:r>
              <a:t>Set membership and repeated 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membership and repeated IDs</a:t>
            </a:r>
          </a:p>
          <a:p xmlns:a="http://schemas.openxmlformats.org/drawingml/2006/main">
            <a:r>
              <a:t>CML3112, Week 4, slide 42</a:t>
            </a:r>
          </a:p>
          <a:p xmlns:a="http://schemas.openxmlformats.org/drawingml/2006/main">
            <a:r>
              <a:t/>
            </a:r>
          </a:p>
          <a:p xmlns:a="http://schemas.openxmlformats.org/drawingml/2006/main">
            <a:r>
              <a:t>Explanation to give</a:t>
            </a:r>
          </a:p>
          <a:p xmlns:a="http://schemas.openxmlformats.org/drawingml/2006/main">
            <a:r>
              <a:t>A set answers whether an item is present and stores each distinct item once. It has no numeric positions. Use it to remember IDs already encountered.</a:t>
            </a:r>
          </a:p>
          <a:p xmlns:a="http://schemas.openxmlformats.org/drawingml/2006/main">
            <a:r>
              <a:t/>
            </a:r>
          </a:p>
          <a:p xmlns:a="http://schemas.openxmlformats.org/drawingml/2006/main">
            <a:r>
              <a:t>Worked illustration / lecturer answer</a:t>
            </a:r>
          </a:p>
          <a:p xmlns:a="http://schemas.openxmlformats.org/drawingml/2006/main">
            <a:r>
              <a:t>Add "A" twice to an empty set: len is still 1. "A" in seen is True and "B" in seen is False. Adding "B" makes the count 2.</a:t>
            </a:r>
          </a:p>
          <a:p xmlns:a="http://schemas.openxmlformats.org/drawingml/2006/main">
            <a:r>
              <a:t/>
            </a:r>
          </a:p>
          <a:p xmlns:a="http://schemas.openxmlformats.org/drawingml/2006/main">
            <a:r>
              <a:t>Misconception to address</a:t>
            </a:r>
          </a:p>
          <a:p xmlns:a="http://schemas.openxmlformats.org/drawingml/2006/main">
            <a:r>
              <a:t>{} creates an empty dictionary. Use set() for an empty set. Sets are unsuitable when duplicate measurements or a particular order must be retained.</a:t>
            </a:r>
          </a:p>
          <a:p xmlns:a="http://schemas.openxmlformats.org/drawingml/2006/main">
            <a:r>
              <a:t/>
            </a:r>
          </a:p>
          <a:p xmlns:a="http://schemas.openxmlformats.org/drawingml/2006/main">
            <a:r>
              <a:t>Read the displayed code line by line</a:t>
            </a:r>
          </a:p>
          <a:p xmlns:a="http://schemas.openxmlformats.org/drawingml/2006/main">
            <a:r>
              <a:t>seen = set()</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seen.add("A")</a:t>
            </a:r>
          </a:p>
          <a:p xmlns:a="http://schemas.openxmlformats.org/drawingml/2006/main">
            <a:r>
              <a:t>Remember this item in the set. Adding the same item again does not create a duplicate.</a:t>
            </a:r>
          </a:p>
          <a:p xmlns:a="http://schemas.openxmlformats.org/drawingml/2006/main">
            <a:r>
              <a:t/>
            </a:r>
          </a:p>
          <a:p xmlns:a="http://schemas.openxmlformats.org/drawingml/2006/main">
            <a:r>
              <a:t>seen.add("A")</a:t>
            </a:r>
          </a:p>
          <a:p xmlns:a="http://schemas.openxmlformats.org/drawingml/2006/main">
            <a:r>
              <a:t>Remember this item in the set. Adding the same item again does not create a duplicate.</a:t>
            </a:r>
          </a:p>
          <a:p xmlns:a="http://schemas.openxmlformats.org/drawingml/2006/main">
            <a:r>
              <a:t/>
            </a:r>
          </a:p>
          <a:p xmlns:a="http://schemas.openxmlformats.org/drawingml/2006/main">
            <a:r>
              <a:t>print(len(seen))</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print("A" in seen)</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print("B" in seen)</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1, True, False. Adding the same ID twice keeps one distinct ID.</a:t>
            </a:r>
          </a:p>
          <a:p xmlns:a="http://schemas.openxmlformats.org/drawingml/2006/main">
            <a:r>
              <a:t/>
            </a:r>
          </a:p>
          <a:p xmlns:a="http://schemas.openxmlformats.org/drawingml/2006/main">
            <a:r>
              <a:t>Continue to</a:t>
            </a:r>
          </a:p>
          <a:p xmlns:a="http://schemas.openxmlformats.org/drawingml/2006/main">
            <a:r>
              <a:t>How the four collections differ</a:t>
            </a:r>
          </a:p>
          <a:p xmlns:a="http://schemas.openxmlformats.org/drawingml/2006/main">
            <a:r>
              <a:t/>
            </a:r>
          </a:p>
          <a:p xmlns:a="http://schemas.openxmlformats.org/drawingml/2006/main">
            <a:r>
              <a:t>Output from the supplied CSV (this cohort):</a:t>
            </a:r>
          </a:p>
          <a:p xmlns:a="http://schemas.openxmlformats.org/drawingml/2006/main">
            <a:r>
              <a:t>1</a:t>
            </a:r>
          </a:p>
          <a:p xmlns:a="http://schemas.openxmlformats.org/drawingml/2006/main">
            <a:r>
              <a:t>True</a:t>
            </a:r>
          </a:p>
          <a:p xmlns:a="http://schemas.openxmlformats.org/drawingml/2006/main">
            <a:r>
              <a:t>False</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1</a:t>
            </a:r>
          </a:p>
          <a:p xmlns:a="http://schemas.openxmlformats.org/drawingml/2006/main">
            <a:r>
              <a:t>True</a:t>
            </a:r>
          </a:p>
          <a:p xmlns:a="http://schemas.openxmlformats.org/drawingml/2006/main">
            <a:r>
              <a:t>False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the four collections differ</a:t>
            </a:r>
          </a:p>
          <a:p xmlns:a="http://schemas.openxmlformats.org/drawingml/2006/main">
            <a:r>
              <a:t>CML3112, Week 4, slide 43</a:t>
            </a:r>
          </a:p>
          <a:p xmlns:a="http://schemas.openxmlformats.org/drawingml/2006/main">
            <a:r>
              <a:t/>
            </a:r>
          </a:p>
          <a:p xmlns:a="http://schemas.openxmlformats.org/drawingml/2006/main">
            <a:r>
              <a:t>Explanation to give</a:t>
            </a:r>
          </a:p>
          <a:p xmlns:a="http://schemas.openxmlformats.org/drawingml/2006/main">
            <a:r>
              <a:t>Compare the access rule for each collection. Lists and tuples use positions; dictionaries use keys; sets answer membership questions. Lists can change their items, while tuple positions cannot be reassigned.</a:t>
            </a:r>
          </a:p>
          <a:p xmlns:a="http://schemas.openxmlformats.org/drawingml/2006/main">
            <a:r>
              <a:t/>
            </a:r>
          </a:p>
          <a:p xmlns:a="http://schemas.openxmlformats.org/drawingml/2006/main">
            <a:r>
              <a:t>Worked illustration / lecturer answer</a:t>
            </a:r>
          </a:p>
          <a:p xmlns:a="http://schemas.openxmlformats.org/drawingml/2006/main">
            <a:r>
              <a:t>For readings use an ordered list. For a record with unit and reading fields use a dictionary. For a coordinate pair use a tuple. For IDs already seen use a set.</a:t>
            </a:r>
          </a:p>
          <a:p xmlns:a="http://schemas.openxmlformats.org/drawingml/2006/main">
            <a:r>
              <a:t/>
            </a:r>
          </a:p>
          <a:p xmlns:a="http://schemas.openxmlformats.org/drawingml/2006/main">
            <a:r>
              <a:t>Misconception to address</a:t>
            </a:r>
          </a:p>
          <a:p xmlns:a="http://schemas.openxmlformats.org/drawingml/2006/main">
            <a:r>
              <a:t>A set cannot be indexed. Dictionary keys are unique, but values may repeat. {} is an empty dictionary; set() is an empty set.</a:t>
            </a:r>
          </a:p>
          <a:p xmlns:a="http://schemas.openxmlformats.org/drawingml/2006/main">
            <a:r>
              <a:t/>
            </a:r>
          </a:p>
          <a:p xmlns:a="http://schemas.openxmlformats.org/drawingml/2006/main">
            <a:r>
              <a:t>On this slide</a:t>
            </a:r>
          </a:p>
          <a:p xmlns:a="http://schemas.openxmlformats.org/drawingml/2006/main">
            <a:r>
              <a:t>Collection | Find an item by | Repeats / changes</a:t>
            </a:r>
          </a:p>
          <a:p xmlns:a="http://schemas.openxmlformats.org/drawingml/2006/main">
            <a:r>
              <a:t>list | Position: values[0] | Repeats allowed; items change</a:t>
            </a:r>
          </a:p>
          <a:p xmlns:a="http://schemas.openxmlformats.org/drawingml/2006/main">
            <a:r>
              <a:t>dict | Key: record["reading"] | Keys unique; values change</a:t>
            </a:r>
          </a:p>
          <a:p xmlns:a="http://schemas.openxmlformats.org/drawingml/2006/main">
            <a:r>
              <a:t>tuple | Position: point[0] | Repeats allowed; positions fixed</a:t>
            </a:r>
          </a:p>
          <a:p xmlns:a="http://schemas.openxmlformats.org/drawingml/2006/main">
            <a:r>
              <a:t>set | Membership: "A" in seen | Distinct items; add or remove</a:t>
            </a:r>
          </a:p>
          <a:p xmlns:a="http://schemas.openxmlformats.org/drawingml/2006/main">
            <a:r>
              <a:t>Choose by the question: ordered readings, named fields, fixed positions, or distinct IDs.</a:t>
            </a:r>
          </a:p>
          <a:p xmlns:a="http://schemas.openxmlformats.org/drawingml/2006/main">
            <a:r>
              <a:t/>
            </a:r>
          </a:p>
          <a:p xmlns:a="http://schemas.openxmlformats.org/drawingml/2006/main">
            <a:r>
              <a:t>Continue to</a:t>
            </a:r>
          </a:p>
          <a:p xmlns:a="http://schemas.openxmlformats.org/drawingml/2006/main">
            <a:r>
              <a:t>Dictionary items and two loop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Dictionary items and two loop names</a:t>
            </a:r>
          </a:p>
          <a:p xmlns:a="http://schemas.openxmlformats.org/drawingml/2006/main">
            <a:r>
              <a:t>CML3112, Week 4, slide 44</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On this slide</a:t>
            </a:r>
          </a:p>
          <a:p xmlns:a="http://schemas.openxmlformats.org/drawingml/2006/main">
            <a:r>
              <a:t>record.items() provides each key with its value as a pair. The loop unpacks each pair into the names key and value.</a:t>
            </a:r>
          </a:p>
          <a:p xmlns:a="http://schemas.openxmlformats.org/drawingml/2006/main">
            <a:r>
              <a:t/>
            </a:r>
          </a:p>
          <a:p xmlns:a="http://schemas.openxmlformats.org/drawingml/2006/main">
            <a:r>
              <a:t>for key, value in record.items(): repeats the indented body for each field. Use .items() when both the label and its value are needed.</a:t>
            </a:r>
          </a:p>
          <a:p xmlns:a="http://schemas.openxmlformats.org/drawingml/2006/main">
            <a:r>
              <a:t/>
            </a:r>
          </a:p>
          <a:p xmlns:a="http://schemas.openxmlformats.org/drawingml/2006/main">
            <a:r>
              <a:t>Continue to</a:t>
            </a:r>
          </a:p>
          <a:p xmlns:a="http://schemas.openxmlformats.org/drawingml/2006/main">
            <a:r>
              <a:t>Looping through named fields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Looping through named fields</a:t>
            </a:r>
          </a:p>
          <a:p xmlns:a="http://schemas.openxmlformats.org/drawingml/2006/main">
            <a:r>
              <a:t>CML3112, Week 4, slide 45</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Read the displayed code line by line</a:t>
            </a:r>
          </a:p>
          <a:p xmlns:a="http://schemas.openxmlformats.org/drawingml/2006/main">
            <a:r>
              <a:t>record = {"unit": "A", "reading":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for key, value in record.items():</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print(key, value)</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unit A, then reading 6. The dictionary preserves insertion order.</a:t>
            </a:r>
          </a:p>
          <a:p xmlns:a="http://schemas.openxmlformats.org/drawingml/2006/main">
            <a:r>
              <a:t/>
            </a:r>
          </a:p>
          <a:p xmlns:a="http://schemas.openxmlformats.org/drawingml/2006/main">
            <a:r>
              <a:t>Continue to</a:t>
            </a:r>
          </a:p>
          <a:p xmlns:a="http://schemas.openxmlformats.org/drawingml/2006/main">
            <a:r>
              <a:t>A position and a key find different things</a:t>
            </a:r>
          </a:p>
          <a:p xmlns:a="http://schemas.openxmlformats.org/drawingml/2006/main">
            <a:r>
              <a:t/>
            </a:r>
          </a:p>
          <a:p xmlns:a="http://schemas.openxmlformats.org/drawingml/2006/main">
            <a:r>
              <a:t>Output from the supplied CSV (this cohort):</a:t>
            </a:r>
          </a:p>
          <a:p xmlns:a="http://schemas.openxmlformats.org/drawingml/2006/main">
            <a:r>
              <a:t>unit A</a:t>
            </a:r>
          </a:p>
          <a:p xmlns:a="http://schemas.openxmlformats.org/drawingml/2006/main">
            <a:r>
              <a:t>reading 6</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unit A</a:t>
            </a:r>
          </a:p>
          <a:p xmlns:a="http://schemas.openxmlformats.org/drawingml/2006/main">
            <a:r>
              <a:t>reading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position and a key find different things</a:t>
            </a:r>
          </a:p>
          <a:p xmlns:a="http://schemas.openxmlformats.org/drawingml/2006/main">
            <a:r>
              <a:t>CML3112, Week 4, slide 46</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On this slide</a:t>
            </a:r>
          </a:p>
          <a:p xmlns:a="http://schemas.openxmlformats.org/drawingml/2006/main">
            <a:r>
              <a:t>Both examples return 4. Explain how each lookup finds it.</a:t>
            </a:r>
          </a:p>
          <a:p xmlns:a="http://schemas.openxmlformats.org/drawingml/2006/main">
            <a:r>
              <a:t/>
            </a:r>
          </a:p>
          <a:p xmlns:a="http://schemas.openxmlformats.org/drawingml/2006/main">
            <a:r>
              <a:t>Continue to</a:t>
            </a:r>
          </a:p>
          <a:p xmlns:a="http://schemas.openxmlformats.org/drawingml/2006/main">
            <a:r>
              <a:t>CSV and header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CSV and header</a:t>
            </a:r>
          </a:p>
          <a:p xmlns:a="http://schemas.openxmlformats.org/drawingml/2006/main">
            <a:r>
              <a:t>CML3112, Week 4, slide 47</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CSV and header: CSV means comma-separated values. One line usually represents one record; a header names the columns. CSV numbers arrive as text and may need float conversion.</a:t>
            </a:r>
          </a:p>
          <a:p xmlns:a="http://schemas.openxmlformats.org/drawingml/2006/main">
            <a:r>
              <a:t/>
            </a:r>
          </a:p>
          <a:p xmlns:a="http://schemas.openxmlformats.org/drawingml/2006/main">
            <a:r>
              <a:t>Continue to</a:t>
            </a:r>
          </a:p>
          <a:p xmlns:a="http://schemas.openxmlformats.org/drawingml/2006/main">
            <a:r>
              <a:t>One record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record at a time</a:t>
            </a:r>
          </a:p>
          <a:p xmlns:a="http://schemas.openxmlformats.org/drawingml/2006/main">
            <a:r>
              <a:t>CML3112, Week 4, slide 48</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A CSV is a text table with a header row.</a:t>
            </a:r>
          </a:p>
          <a:p xmlns:a="http://schemas.openxmlformats.org/drawingml/2006/main">
            <a:r>
              <a:t/>
            </a:r>
          </a:p>
          <a:p xmlns:a="http://schemas.openxmlformats.org/drawingml/2006/main">
            <a:r>
              <a:t>DictReader uses that header for dictionary keys.</a:t>
            </a:r>
          </a:p>
          <a:p xmlns:a="http://schemas.openxmlformats.org/drawingml/2006/main">
            <a:r>
              <a:t/>
            </a:r>
          </a:p>
          <a:p xmlns:a="http://schemas.openxmlformats.org/drawingml/2006/main">
            <a:r>
              <a:t>CSV cells begin as text, even when they look numeric.</a:t>
            </a:r>
          </a:p>
          <a:p xmlns:a="http://schemas.openxmlformats.org/drawingml/2006/main">
            <a:r>
              <a:t/>
            </a:r>
          </a:p>
          <a:p xmlns:a="http://schemas.openxmlformats.org/drawingml/2006/main">
            <a:r>
              <a:t>float("2.5") converts text into the number 2.5.</a:t>
            </a:r>
          </a:p>
          <a:p xmlns:a="http://schemas.openxmlformats.org/drawingml/2006/main">
            <a:r>
              <a:t/>
            </a:r>
          </a:p>
          <a:p xmlns:a="http://schemas.openxmlformats.org/drawingml/2006/main">
            <a:r>
              <a:t>Continue to</a:t>
            </a:r>
          </a:p>
          <a:p xmlns:a="http://schemas.openxmlformats.org/drawingml/2006/main">
            <a:r>
              <a:t>A CSV file has a header and text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file has a header and text values</a:t>
            </a:r>
          </a:p>
          <a:p xmlns:a="http://schemas.openxmlformats.org/drawingml/2006/main">
            <a:r>
              <a:t>CML3112, Week 4, slide 49</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CSV line | Dictionary meaning</a:t>
            </a:r>
          </a:p>
          <a:p xmlns:a="http://schemas.openxmlformats.org/drawingml/2006/main">
            <a:r>
              <a:t>unit,reading | Two field names</a:t>
            </a:r>
          </a:p>
          <a:p xmlns:a="http://schemas.openxmlformats.org/drawingml/2006/main">
            <a:r>
              <a:t>A,2.5 | {"unit": "A", "reading": "2.5"}</a:t>
            </a:r>
          </a:p>
          <a:p xmlns:a="http://schemas.openxmlformats.org/drawingml/2006/main">
            <a:r>
              <a:t>B, | {"unit": "B", "reading": ""}</a:t>
            </a:r>
          </a:p>
          <a:p xmlns:a="http://schemas.openxmlformats.org/drawingml/2006/main">
            <a:r>
              <a:t>An empty field is empty text. Check the task’s rule before converting it.</a:t>
            </a:r>
          </a:p>
          <a:p xmlns:a="http://schemas.openxmlformats.org/drawingml/2006/main">
            <a:r>
              <a:t/>
            </a:r>
          </a:p>
          <a:p xmlns:a="http://schemas.openxmlformats.org/drawingml/2006/main">
            <a:r>
              <a:t>Continue to</a:t>
            </a:r>
          </a:p>
          <a:p xmlns:a="http://schemas.openxmlformats.org/drawingml/2006/main">
            <a:r>
              <a:t>A CSV row becomes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row becomes a dictionary</a:t>
            </a:r>
          </a:p>
          <a:p xmlns:a="http://schemas.openxmlformats.org/drawingml/2006/main">
            <a:r>
              <a:t>CML3112, Week 4, slide 50</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On this slide</a:t>
            </a:r>
          </a:p>
          <a:p xmlns:a="http://schemas.openxmlformats.org/drawingml/2006/main">
            <a:r>
              <a:t>The header gives field names, such as unit and reading.</a:t>
            </a:r>
          </a:p>
          <a:p xmlns:a="http://schemas.openxmlformats.org/drawingml/2006/main">
            <a:r>
              <a:t/>
            </a:r>
          </a:p>
          <a:p xmlns:a="http://schemas.openxmlformats.org/drawingml/2006/main">
            <a:r>
              <a:t>csv.DictReader returns one dictionary for each data row.</a:t>
            </a:r>
          </a:p>
          <a:p xmlns:a="http://schemas.openxmlformats.org/drawingml/2006/main">
            <a:r>
              <a:t/>
            </a:r>
          </a:p>
          <a:p xmlns:a="http://schemas.openxmlformats.org/drawingml/2006/main">
            <a:r>
              <a:t>The value "2.5" starts as text. float("2.5") makes the number 2.5.</a:t>
            </a:r>
          </a:p>
          <a:p xmlns:a="http://schemas.openxmlformats.org/drawingml/2006/main">
            <a:r>
              <a:t/>
            </a:r>
          </a:p>
          <a:p xmlns:a="http://schemas.openxmlformats.org/drawingml/2006/main">
            <a:r>
              <a:t>Continue to</a:t>
            </a:r>
          </a:p>
          <a:p xmlns:a="http://schemas.openxmlformats.org/drawingml/2006/main">
            <a:r>
              <a:t>with and import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and import</a:t>
            </a:r>
          </a:p>
          <a:p xmlns:a="http://schemas.openxmlformats.org/drawingml/2006/main">
            <a:r>
              <a:t>CML3112, Week 4, slide 51</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with and import: import makes library tools available. with open(...) opens a file for a block and closes it afterward. A filename must match an existing file in the working folder.</a:t>
            </a:r>
          </a:p>
          <a:p xmlns:a="http://schemas.openxmlformats.org/drawingml/2006/main">
            <a:r>
              <a:t/>
            </a:r>
          </a:p>
          <a:p xmlns:a="http://schemas.openxmlformats.org/drawingml/2006/main">
            <a:r>
              <a:t>Continue to</a:t>
            </a:r>
          </a:p>
          <a:p xmlns:a="http://schemas.openxmlformats.org/drawingml/2006/main">
            <a:r>
              <a:t>Your cohort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cohort data</a:t>
            </a:r>
          </a:p>
          <a:p xmlns:a="http://schemas.openxmlformats.org/drawingml/2006/main">
            <a:r>
              <a:t>CML3112, Week 4, slide 52</a:t>
            </a:r>
          </a:p>
          <a:p xmlns:a="http://schemas.openxmlformats.org/drawingml/2006/main">
            <a:r>
              <a:t/>
            </a:r>
          </a:p>
          <a:p xmlns:a="http://schemas.openxmlformats.org/drawingml/2006/main">
            <a:r>
              <a:t>Explanation to give</a:t>
            </a:r>
          </a:p>
          <a:p xmlns:a="http://schemas.openxmlformats.org/drawingml/2006/main">
            <a:r>
              <a:t>Use a room or floor as the physical reference. Length and width are distances in metres. Multiplying them produces area in m²; multiplying by thickness produces volume in m³.</a:t>
            </a:r>
          </a:p>
          <a:p xmlns:a="http://schemas.openxmlformats.org/drawingml/2006/main">
            <a:r>
              <a:t/>
            </a:r>
          </a:p>
          <a:p xmlns:a="http://schemas.openxmlformats.org/drawingml/2006/main">
            <a:r>
              <a:t>Worked illustration / lecturer answer</a:t>
            </a:r>
          </a:p>
          <a:p xmlns:a="http://schemas.openxmlformats.org/drawingml/2006/main">
            <a:r>
              <a:t>Show site_inspection_log.csv in the runtime Files panel. The Week 2 file has four rows for setup; Week 4 uses its own 300-row file. Inspect the header to locate this cohort’s reading field and group field.</a:t>
            </a:r>
          </a:p>
          <a:p xmlns:a="http://schemas.openxmlformats.org/drawingml/2006/main">
            <a:r>
              <a:t/>
            </a:r>
          </a:p>
          <a:p xmlns:a="http://schemas.openxmlformats.org/drawingml/2006/main">
            <a:r>
              <a:t>Misconception to address</a:t>
            </a:r>
          </a:p>
          <a:p xmlns:a="http://schemas.openxmlformats.org/drawingml/2006/main">
            <a:r>
              <a:t>The later assignment uses slab_mass(area_m2, thickness_m). Explain its two inputs before introducing density. A number without its unit can be ambiguous.</a:t>
            </a:r>
          </a:p>
          <a:p xmlns:a="http://schemas.openxmlformats.org/drawingml/2006/main">
            <a:r>
              <a:t/>
            </a:r>
          </a:p>
          <a:p xmlns:a="http://schemas.openxmlformats.org/drawingml/2006/main">
            <a:r>
              <a:t>On this slide</a:t>
            </a:r>
          </a:p>
          <a:p xmlns:a="http://schemas.openxmlformats.org/drawingml/2006/main">
            <a:r>
              <a:t>site_inspection_log.csv</a:t>
            </a:r>
          </a:p>
          <a:p xmlns:a="http://schemas.openxmlformats.org/drawingml/2006/main">
            <a:r>
              <a:t/>
            </a:r>
          </a:p>
          <a:p xmlns:a="http://schemas.openxmlformats.org/drawingml/2006/main">
            <a:r>
              <a:t>Summarise crack_width_mm (millimetres); group by structure_id.</a:t>
            </a:r>
          </a:p>
          <a:p xmlns:a="http://schemas.openxmlformats.org/drawingml/2006/main">
            <a:r>
              <a:t/>
            </a:r>
          </a:p>
          <a:p xmlns:a="http://schemas.openxmlformats.org/drawingml/2006/main">
            <a:r>
              <a:t>Read the issued task’s blank-value and threshold rules before calculating.</a:t>
            </a:r>
          </a:p>
          <a:p xmlns:a="http://schemas.openxmlformats.org/drawingml/2006/main">
            <a:r>
              <a:t/>
            </a:r>
          </a:p>
          <a:p xmlns:a="http://schemas.openxmlformats.org/drawingml/2006/main">
            <a:r>
              <a:t>Continue to</a:t>
            </a:r>
          </a:p>
          <a:p xmlns:a="http://schemas.openxmlformats.org/drawingml/2006/main">
            <a:r>
              <a:t>Read the supplied CSV in four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supplied CSV in four steps</a:t>
            </a:r>
          </a:p>
          <a:p xmlns:a="http://schemas.openxmlformats.org/drawingml/2006/main">
            <a:r>
              <a:t>CML3112, Week 4, slide 53</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Place site_inspection_log.csv beside the notebook, or upload it in Colab’s Files panel.</a:t>
            </a:r>
          </a:p>
          <a:p xmlns:a="http://schemas.openxmlformats.org/drawingml/2006/main">
            <a:r>
              <a:t/>
            </a:r>
          </a:p>
          <a:p xmlns:a="http://schemas.openxmlformats.org/drawingml/2006/main">
            <a:r>
              <a:t>import csv loads the CSV tools. newline="" lets the reader handle line endings. DictReader uses the header as dictionary keys.</a:t>
            </a:r>
          </a:p>
          <a:p xmlns:a="http://schemas.openxmlformats.org/drawingml/2006/main">
            <a:r>
              <a:t/>
            </a:r>
          </a:p>
          <a:p xmlns:a="http://schemas.openxmlformats.org/drawingml/2006/main">
            <a:r>
              <a:t>list(...) collects the rows while the file is open. We inspect the first row and the count; the later assignment calculations are your work.</a:t>
            </a:r>
          </a:p>
          <a:p xmlns:a="http://schemas.openxmlformats.org/drawingml/2006/main">
            <a:r>
              <a:t/>
            </a:r>
          </a:p>
          <a:p xmlns:a="http://schemas.openxmlformats.org/drawingml/2006/main">
            <a:r>
              <a:t>Continue to</a:t>
            </a:r>
          </a:p>
          <a:p xmlns:a="http://schemas.openxmlformats.org/drawingml/2006/main">
            <a:r>
              <a:t>What with open as source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with open as source does</a:t>
            </a:r>
          </a:p>
          <a:p xmlns:a="http://schemas.openxmlformats.org/drawingml/2006/main">
            <a:r>
              <a:t>CML3112, Week 4, slide 54</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open("file.csv", newline="") opens a text file for reading. Use the actual supplied filename, including its .csv extension.</a:t>
            </a:r>
          </a:p>
          <a:p xmlns:a="http://schemas.openxmlformats.org/drawingml/2006/main">
            <a:r>
              <a:t/>
            </a:r>
          </a:p>
          <a:p xmlns:a="http://schemas.openxmlformats.org/drawingml/2006/main">
            <a:r>
              <a:t>with manages the open file. as source gives that file object a name. Indented lines use it while it is open; leaving the block closes it.</a:t>
            </a:r>
          </a:p>
          <a:p xmlns:a="http://schemas.openxmlformats.org/drawingml/2006/main">
            <a:r>
              <a:t/>
            </a:r>
          </a:p>
          <a:p xmlns:a="http://schemas.openxmlformats.org/drawingml/2006/main">
            <a:r>
              <a:t>csv.DictReader(source) reads rows using the header names as keys. list(...) collects those rows into memory before the file closes.</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Open a real CSV and inspect its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a real CSV and inspect its first row</a:t>
            </a:r>
          </a:p>
          <a:p xmlns:a="http://schemas.openxmlformats.org/drawingml/2006/main">
            <a:r>
              <a:t>CML3112, Week 4, slide 55</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Read the displayed code line by line</a:t>
            </a:r>
          </a:p>
          <a:p xmlns:a="http://schemas.openxmlformats.org/drawingml/2006/main">
            <a:r>
              <a:t>import csv</a:t>
            </a:r>
          </a:p>
          <a:p xmlns:a="http://schemas.openxmlformats.org/drawingml/2006/main">
            <a:r>
              <a:t>Load this library. An alias after as is the shorter name used below.</a:t>
            </a:r>
          </a:p>
          <a:p xmlns:a="http://schemas.openxmlformats.org/drawingml/2006/main">
            <a:r>
              <a:t/>
            </a:r>
          </a:p>
          <a:p xmlns:a="http://schemas.openxmlformats.org/drawingml/2006/main">
            <a:r>
              <a:t>with open("site_inspection_log.csv", newline="") as source:</a:t>
            </a:r>
          </a:p>
          <a:p xmlns:a="http://schemas.openxmlformats.org/drawingml/2006/main">
            <a:r>
              <a:t>Open the named resource for the indented block and close it when leaving the block.</a:t>
            </a:r>
          </a:p>
          <a:p xmlns:a="http://schemas.openxmlformats.org/drawingml/2006/main">
            <a:r>
              <a:t/>
            </a:r>
          </a:p>
          <a:p xmlns:a="http://schemas.openxmlformats.org/drawingml/2006/main">
            <a:r>
              <a:t>rows = list(csv.DictReader(source))</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print(rows[0])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print(len(rows))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Read the actual keys and text values. Check the uploaded filename if Python reports FileNotFoundError.</a:t>
            </a:r>
          </a:p>
          <a:p xmlns:a="http://schemas.openxmlformats.org/drawingml/2006/main">
            <a:r>
              <a:t/>
            </a:r>
          </a:p>
          <a:p xmlns:a="http://schemas.openxmlformats.org/drawingml/2006/main">
            <a:r>
              <a:t>Continue to</a:t>
            </a:r>
          </a:p>
          <a:p xmlns:a="http://schemas.openxmlformats.org/drawingml/2006/main">
            <a:r>
              <a:t>A list of dictionaries</a:t>
            </a:r>
          </a:p>
          <a:p xmlns:a="http://schemas.openxmlformats.org/drawingml/2006/main">
            <a:r>
              <a:t/>
            </a:r>
          </a:p>
          <a:p xmlns:a="http://schemas.openxmlformats.org/drawingml/2006/main">
            <a:r>
              <a:t>Output from the supplied CSV (this cohort):</a:t>
            </a:r>
          </a:p>
          <a:p xmlns:a="http://schemas.openxmlformats.org/drawingml/2006/main">
            <a:r>
              <a:t>{'structure_id': 'B1', 'span_m': '12', 'inspection_date': '2026-03-01', 'crack_width_mm': '0.087', 'defect_rating': '1', 'inspector_id': 'I1'}</a:t>
            </a:r>
          </a:p>
          <a:p xmlns:a="http://schemas.openxmlformats.org/drawingml/2006/main">
            <a:r>
              <a:t>300</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{'structure_id': 'B1', 'span_m': '12', 'inspection_date': '2026-03-01', 'crack_width_mm': '0.087', 'defect_rating': '1', 'inspector_id': 'I1'}</a:t>
            </a:r>
          </a:p>
          <a:p xmlns:a="http://schemas.openxmlformats.org/drawingml/2006/main">
            <a:r>
              <a:t>300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real header shown in the previous example. The list rows already contains the supplied file records.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retained number comes directly from a CSV row. [:5] previews up to five entries.</a:t>
            </a:r>
          </a:p>
          <a:p xmlns:a="http://schemas.openxmlformats.org/drawingml/2006/main">
            <a:r>
              <a:t/>
            </a:r>
          </a:p>
          <a:p xmlns:a="http://schemas.openxmlformats.org/drawingml/2006/main">
            <a:r>
              <a:t>Complete worked example:</a:t>
            </a:r>
          </a:p>
          <a:p xmlns:a="http://schemas.openxmlformats.org/drawingml/2006/main">
            <a:r>
              <a:t>values = []</a:t>
            </a:r>
          </a:p>
          <a:p xmlns:a="http://schemas.openxmlformats.org/drawingml/2006/main">
            <a:r>
              <a:t>for row in rows:</a:t>
            </a:r>
          </a:p>
          <a:p xmlns:a="http://schemas.openxmlformats.org/drawingml/2006/main">
            <a:r>
              <a:t>    text = row["crack_width_mm"]</a:t>
            </a:r>
          </a:p>
          <a:p xmlns:a="http://schemas.openxmlformats.org/drawingml/2006/main">
            <a:r>
              <a:t>    if text != "":</a:t>
            </a:r>
          </a:p>
          <a:p xmlns:a="http://schemas.openxmlformats.org/drawingml/2006/main">
            <a:r>
              <a:t>        values.append(float(text))</a:t>
            </a:r>
          </a:p>
          <a:p xmlns:a="http://schemas.openxmlformats.org/drawingml/2006/main">
            <a:r>
              <a:t>print(len(values))</a:t>
            </a:r>
          </a:p>
          <a:p xmlns:a="http://schemas.openxmlformats.org/drawingml/2006/main">
            <a:r>
              <a:t>print(values[:5])</a:t>
            </a:r>
          </a:p>
          <a:p xmlns:a="http://schemas.openxmlformats.org/drawingml/2006/main">
            <a:r>
              <a:t/>
            </a:r>
          </a:p>
          <a:p xmlns:a="http://schemas.openxmlformats.org/drawingml/2006/main">
            <a:r>
              <a:t>Output from the supplied CSV (this cohort):</a:t>
            </a:r>
          </a:p>
          <a:p xmlns:a="http://schemas.openxmlformats.org/drawingml/2006/main">
            <a:r>
              <a:t>297</a:t>
            </a:r>
          </a:p>
          <a:p xmlns:a="http://schemas.openxmlformats.org/drawingml/2006/main">
            <a:r>
              <a:t>[0.087, 0.112, 0.08, 0.087, 0.148]</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297</a:t>
            </a:r>
          </a:p>
          <a:p xmlns:a="http://schemas.openxmlformats.org/drawingml/2006/main">
            <a:r>
              <a:t>[0.087, 0.112, 0.08, 0.087, 0.148]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retained row contributes once. Use the actual group and measurement names in this cohort’s CSV.</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get(group, 0) returns the existing value or zero for a new group. The measurement and grouping labels match the supplied CSV.</a:t>
            </a:r>
          </a:p>
          <a:p xmlns:a="http://schemas.openxmlformats.org/drawingml/2006/main">
            <a:r>
              <a:t/>
            </a:r>
          </a:p>
          <a:p xmlns:a="http://schemas.openxmlformats.org/drawingml/2006/main">
            <a:r>
              <a:t>Complete worked example:</a:t>
            </a:r>
          </a:p>
          <a:p xmlns:a="http://schemas.openxmlformats.org/drawingml/2006/main">
            <a:r>
              <a:t>totals = {}</a:t>
            </a:r>
          </a:p>
          <a:p xmlns:a="http://schemas.openxmlformats.org/drawingml/2006/main">
            <a:r>
              <a:t>counts = {}</a:t>
            </a:r>
          </a:p>
          <a:p xmlns:a="http://schemas.openxmlformats.org/drawingml/2006/main">
            <a:r>
              <a:t>for row in rows:</a:t>
            </a:r>
          </a:p>
          <a:p xmlns:a="http://schemas.openxmlformats.org/drawingml/2006/main">
            <a:r>
              <a:t>    group = row["structure_id"]</a:t>
            </a:r>
          </a:p>
          <a:p xmlns:a="http://schemas.openxmlformats.org/drawingml/2006/main">
            <a:r>
              <a:t>    if row["crack_width_mm"] != "":</a:t>
            </a:r>
          </a:p>
          <a:p xmlns:a="http://schemas.openxmlformats.org/drawingml/2006/main">
            <a:r>
              <a:t>        value = float(row["crack_width_mm"])</a:t>
            </a:r>
          </a:p>
          <a:p xmlns:a="http://schemas.openxmlformats.org/drawingml/2006/main">
            <a:r>
              <a:t>        totals[group] = totals.get(group, 0) + value</a:t>
            </a:r>
          </a:p>
          <a:p xmlns:a="http://schemas.openxmlformats.org/drawingml/2006/main">
            <a:r>
              <a:t>        counts[group] = counts.get(group, 0) + 1</a:t>
            </a:r>
          </a:p>
          <a:p xmlns:a="http://schemas.openxmlformats.org/drawingml/2006/main">
            <a:r>
              <a:t>means = {}</a:t>
            </a:r>
          </a:p>
          <a:p xmlns:a="http://schemas.openxmlformats.org/drawingml/2006/main">
            <a:r>
              <a:t>for group in totals:</a:t>
            </a:r>
          </a:p>
          <a:p xmlns:a="http://schemas.openxmlformats.org/drawingml/2006/main">
            <a:r>
              <a:t>    means[group] = totals[group] / counts[group]</a:t>
            </a:r>
          </a:p>
          <a:p xmlns:a="http://schemas.openxmlformats.org/drawingml/2006/main">
            <a:r>
              <a:t>print(means)</a:t>
            </a:r>
          </a:p>
          <a:p xmlns:a="http://schemas.openxmlformats.org/drawingml/2006/main">
            <a:r>
              <a:t/>
            </a:r>
          </a:p>
          <a:p xmlns:a="http://schemas.openxmlformats.org/drawingml/2006/main">
            <a:r>
              <a:t>Output from the supplied CSV (this cohort):</a:t>
            </a:r>
          </a:p>
          <a:p xmlns:a="http://schemas.openxmlformats.org/drawingml/2006/main">
            <a:r>
              <a:t>{'B1': 0.11067857142857143, 'B2': 0.1464642857142857, 'B3': 0.16533333333333336, 'B4': 0.1781666666666667, 'B5': 0.19691304347826086, 'B6': 0.2158333333333333, 'B7': 0.23891666666666664, 'B8': 0.26029166666666664, 'B9': 0.278375, 'B10': 0.303375, 'B11': 0.32030434782608697, 'B12': 0.3438333333333334}</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{'B1': 0.11067857142857143, 'B2': 0.1464642857142857, 'B3': 0.16533333333333336, 'B4': 0.1781666666666667, 'B5': 0.19691304347826086, 'B6': 0.2158333333333333, 'B7': 0.23891666666666664, 'B8': 0.26029166666666664, 'B9': 0.278375, 'B10': 0.303375, 'B11': 0.32030434782608697, 'B12': 0.3438333333333334}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get(group, 0) returns the existing value or zero for a new group. The measurement and grouping labels match the supplied CSV.</a:t>
            </a:r>
          </a:p>
          <a:p xmlns:a="http://schemas.openxmlformats.org/drawingml/2006/main">
            <a:r>
              <a:t/>
            </a:r>
          </a:p>
          <a:p xmlns:a="http://schemas.openxmlformats.org/drawingml/2006/main">
            <a:r>
              <a:t>Complete worked example:</a:t>
            </a:r>
          </a:p>
          <a:p xmlns:a="http://schemas.openxmlformats.org/drawingml/2006/main">
            <a:r>
              <a:t>totals = {}</a:t>
            </a:r>
          </a:p>
          <a:p xmlns:a="http://schemas.openxmlformats.org/drawingml/2006/main">
            <a:r>
              <a:t>counts = {}</a:t>
            </a:r>
          </a:p>
          <a:p xmlns:a="http://schemas.openxmlformats.org/drawingml/2006/main">
            <a:r>
              <a:t>for row in rows:</a:t>
            </a:r>
          </a:p>
          <a:p xmlns:a="http://schemas.openxmlformats.org/drawingml/2006/main">
            <a:r>
              <a:t>    group = row["structure_id"]</a:t>
            </a:r>
          </a:p>
          <a:p xmlns:a="http://schemas.openxmlformats.org/drawingml/2006/main">
            <a:r>
              <a:t>    if row["crack_width_mm"] != "":</a:t>
            </a:r>
          </a:p>
          <a:p xmlns:a="http://schemas.openxmlformats.org/drawingml/2006/main">
            <a:r>
              <a:t>        value = float(row["crack_width_mm"])</a:t>
            </a:r>
          </a:p>
          <a:p xmlns:a="http://schemas.openxmlformats.org/drawingml/2006/main">
            <a:r>
              <a:t>        totals[group] = totals.get(group, 0) + value</a:t>
            </a:r>
          </a:p>
          <a:p xmlns:a="http://schemas.openxmlformats.org/drawingml/2006/main">
            <a:r>
              <a:t>        counts[group] = counts.get(group, 0) + 1</a:t>
            </a:r>
          </a:p>
          <a:p xmlns:a="http://schemas.openxmlformats.org/drawingml/2006/main">
            <a:r>
              <a:t>means = {}</a:t>
            </a:r>
          </a:p>
          <a:p xmlns:a="http://schemas.openxmlformats.org/drawingml/2006/main">
            <a:r>
              <a:t>for group in totals:</a:t>
            </a:r>
          </a:p>
          <a:p xmlns:a="http://schemas.openxmlformats.org/drawingml/2006/main">
            <a:r>
              <a:t>    means[group] = totals[group] / counts[group]</a:t>
            </a:r>
          </a:p>
          <a:p xmlns:a="http://schemas.openxmlformats.org/drawingml/2006/main">
            <a:r>
              <a:t>print(means)</a:t>
            </a:r>
          </a:p>
          <a:p xmlns:a="http://schemas.openxmlformats.org/drawingml/2006/main">
            <a:r>
              <a:t/>
            </a:r>
          </a:p>
          <a:p xmlns:a="http://schemas.openxmlformats.org/drawingml/2006/main">
            <a:r>
              <a:t>Result from the supplied example</a:t>
            </a:r>
          </a:p>
          <a:p xmlns:a="http://schemas.openxmlformats.org/drawingml/2006/main">
            <a:r>
              <a:t>{'B1': 0.11067857142857143, 'B2': 0.1464642857142857, 'B3': 0.16533333333333336, 'B4': 0.1781666666666667, 'B5': 0.19691304347826086, 'B6': 0.2158333333333333, 'B7': 0.23891666666666664, 'B8': 0.26029166666666664, 'B9': 0.278375, 'B10': 0.303375, 'B11': 0.32030434782608697, 'B12': 0.3438333333333334}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assignment</a:t>
            </a:r>
          </a:p>
          <a:p xmlns:a="http://schemas.openxmlformats.org/drawingml/2006/main">
            <a:r>
              <a:t>CML3112, Week 4, slide 75</a:t>
            </a:r>
          </a:p>
          <a:p xmlns:a="http://schemas.openxmlformats.org/drawingml/2006/main">
            <a:r>
              <a:t/>
            </a:r>
          </a:p>
          <a:p xmlns:a="http://schemas.openxmlformats.org/drawingml/2006/main">
            <a:r>
              <a:t>Explanation to give</a:t>
            </a:r>
          </a:p>
          <a:p xmlns:a="http://schemas.openxmlformats.org/drawingml/2006/main">
            <a:r>
              <a:t>A4 uses the Week 4 300-row cohort CSV. The required outputs are valid_count, mean_reading, above_limit and group_means. Work only with the rows admitted by the published blank-reading rules.</a:t>
            </a:r>
          </a:p>
          <a:p xmlns:a="http://schemas.openxmlformats.org/drawingml/2006/main">
            <a:r>
              <a:t/>
            </a:r>
          </a:p>
          <a:p xmlns:a="http://schemas.openxmlformats.org/drawingml/2006/main">
            <a:r>
              <a:t>Worked illustration / lecturer answer</a:t>
            </a:r>
          </a:p>
          <a:p xmlns:a="http://schemas.openxmlformats.org/drawingml/2006/main">
            <a:r>
              <a:t>Trace a smaller unrelated dataset first: A readings 2 and 4 yield A mean 3; B reading 9 yields B mean 9. Each group needs its own denominator.</a:t>
            </a:r>
          </a:p>
          <a:p xmlns:a="http://schemas.openxmlformats.org/drawingml/2006/main">
            <a:r>
              <a:t/>
            </a:r>
          </a:p>
          <a:p xmlns:a="http://schemas.openxmlformats.org/drawingml/2006/main">
            <a:r>
              <a:t>Misconception to address</a:t>
            </a:r>
          </a:p>
          <a:p xmlns:a="http://schemas.openxmlformats.org/drawingml/2006/main">
            <a:r>
              <a:t>Despite “Reading report” in the title, A4 is one completed Python notebook, not a separate Word report. Do not use Week 2’s four-row CSV.</a:t>
            </a:r>
          </a:p>
          <a:p xmlns:a="http://schemas.openxmlformats.org/drawingml/2006/main">
            <a:r>
              <a:t/>
            </a:r>
          </a:p>
          <a:p xmlns:a="http://schemas.openxmlformats.org/drawingml/2006/main">
            <a:r>
              <a:t>On this slide</a:t>
            </a:r>
          </a:p>
          <a:p xmlns:a="http://schemas.openxmlformats.org/drawingml/2006/main">
            <a:r>
              <a:t>Open W04_student.ipynb.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Restart and run all cells, then save the completed notebook.</a:t>
            </a:r>
          </a:p>
          <a:p xmlns:a="http://schemas.openxmlformats.org/drawingml/2006/main">
            <a:r>
              <a:t/>
            </a:r>
          </a:p>
          <a:p xmlns:a="http://schemas.openxmlformats.org/drawingml/2006/main">
            <a:r>
              <a:t>Continue to</a:t>
            </a:r>
          </a:p>
          <a:p xmlns:a="http://schemas.openxmlformats.org/drawingml/2006/main">
            <a:r>
              <a:t>valid_count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valid_count (5 marks)</a:t>
            </a:r>
          </a:p>
          <a:p xmlns:a="http://schemas.openxmlformats.org/drawingml/2006/main">
            <a:r>
              <a:t>CML3112, Week 4, slide 76</a:t>
            </a:r>
          </a:p>
          <a:p xmlns:a="http://schemas.openxmlformats.org/drawingml/2006/main">
            <a:r>
              <a:t/>
            </a:r>
          </a:p>
          <a:p xmlns:a="http://schemas.openxmlformats.org/drawingml/2006/main">
            <a:r>
              <a:t>Explanation to give</a:t>
            </a:r>
          </a:p>
          <a:p xmlns:a="http://schemas.openxmlformats.org/drawingml/2006/main">
            <a:r>
              <a:t>Count records with a nonblank reading after applying the published rules. A blank is not a measured zero.</a:t>
            </a:r>
          </a:p>
          <a:p xmlns:a="http://schemas.openxmlformats.org/drawingml/2006/main">
            <a:r>
              <a:t/>
            </a:r>
          </a:p>
          <a:p xmlns:a="http://schemas.openxmlformats.org/drawingml/2006/main">
            <a:r>
              <a:t>Worked illustration / lecturer answer</a:t>
            </a:r>
          </a:p>
          <a:p xmlns:a="http://schemas.openxmlformats.org/drawingml/2006/main">
            <a:r>
              <a:t>For numeric text "2", blank, "4", there are two recorded numbers. The assignment uses the current Week 4 300-row CSV.</a:t>
            </a:r>
          </a:p>
          <a:p xmlns:a="http://schemas.openxmlformats.org/drawingml/2006/main">
            <a:r>
              <a:t/>
            </a:r>
          </a:p>
          <a:p xmlns:a="http://schemas.openxmlformats.org/drawingml/2006/main">
            <a:r>
              <a:t>Misconception to address</a:t>
            </a:r>
          </a:p>
          <a:p xmlns:a="http://schemas.openxmlformats.org/drawingml/2006/main">
            <a:r>
              <a:t>Keep the exact output names and required types. Use the task text for the learner’s own assessed answer; the alternate example explains the method without replacing their work.</a:t>
            </a:r>
          </a:p>
          <a:p xmlns:a="http://schemas.openxmlformats.org/drawingml/2006/main">
            <a:r>
              <a:t/>
            </a:r>
          </a:p>
          <a:p xmlns:a="http://schemas.openxmlformats.org/drawingml/2006/main">
            <a:r>
              <a:t>On this slide</a:t>
            </a:r>
          </a:p>
          <a:p xmlns:a="http://schemas.openxmlformats.org/drawingml/2006/main">
            <a:r>
              <a:t>Store an integer count of rows whose crack_width_mm field is nonblank.</a:t>
            </a:r>
          </a:p>
          <a:p xmlns:a="http://schemas.openxmlformats.org/drawingml/2006/main">
            <a:r>
              <a:t/>
            </a:r>
          </a:p>
          <a:p xmlns:a="http://schemas.openxmlformats.org/drawingml/2006/main">
            <a:r>
              <a:t>Skip blank readings before numeric conversion.</a:t>
            </a:r>
          </a:p>
          <a:p xmlns:a="http://schemas.openxmlformats.org/drawingml/2006/main">
            <a:r>
              <a:t/>
            </a:r>
          </a:p>
          <a:p xmlns:a="http://schemas.openxmlformats.org/drawingml/2006/main">
            <a:r>
              <a:t>Continue to</a:t>
            </a:r>
          </a:p>
          <a:p xmlns:a="http://schemas.openxmlformats.org/drawingml/2006/main">
            <a:r>
              <a:t>mean_reading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mean_reading (5 marks)</a:t>
            </a:r>
          </a:p>
          <a:p xmlns:a="http://schemas.openxmlformats.org/drawingml/2006/main">
            <a:r>
              <a:t>CML3112, Week 4, slide 77</a:t>
            </a:r>
          </a:p>
          <a:p xmlns:a="http://schemas.openxmlformats.org/drawingml/2006/main">
            <a:r>
              <a:t/>
            </a:r>
          </a:p>
          <a:p xmlns:a="http://schemas.openxmlformats.org/drawingml/2006/main">
            <a:r>
              <a:t>Explanation to give</a:t>
            </a:r>
          </a:p>
          <a:p xmlns:a="http://schemas.openxmlformats.org/drawingml/2006/main">
            <a:r>
              <a:t>Add only the readings admitted by the stated validity rule, then divide by their count. Keep the requested numeric return or variable.</a:t>
            </a:r>
          </a:p>
          <a:p xmlns:a="http://schemas.openxmlformats.org/drawingml/2006/main">
            <a:r>
              <a:t/>
            </a:r>
          </a:p>
          <a:p xmlns:a="http://schemas.openxmlformats.org/drawingml/2006/main">
            <a:r>
              <a:t>Worked illustration / lecturer answer</a:t>
            </a:r>
          </a:p>
          <a:p xmlns:a="http://schemas.openxmlformats.org/drawingml/2006/main">
            <a:r>
              <a:t>For recorded readings 2 and 4, mean is 3. The skipped blank does not belong in the denominator.</a:t>
            </a:r>
          </a:p>
          <a:p xmlns:a="http://schemas.openxmlformats.org/drawingml/2006/main">
            <a:r>
              <a:t/>
            </a:r>
          </a:p>
          <a:p xmlns:a="http://schemas.openxmlformats.org/drawingml/2006/main">
            <a:r>
              <a:t>Misconception to address</a:t>
            </a:r>
          </a:p>
          <a:p xmlns:a="http://schemas.openxmlformats.org/drawingml/2006/main">
            <a:r>
              <a:t>Keep the exact output names and required types. Use the task text for the learner’s own assessed answer; the alternate example explains the method without replacing their work.</a:t>
            </a:r>
          </a:p>
          <a:p xmlns:a="http://schemas.openxmlformats.org/drawingml/2006/main">
            <a:r>
              <a:t/>
            </a:r>
          </a:p>
          <a:p xmlns:a="http://schemas.openxmlformats.org/drawingml/2006/main">
            <a:r>
              <a:t>On this slide</a:t>
            </a:r>
          </a:p>
          <a:p xmlns:a="http://schemas.openxmlformats.org/drawingml/2006/main">
            <a:r>
              <a:t>Store the arithmetic mean of the nonblank crack_width_mm values as a number.</a:t>
            </a:r>
          </a:p>
          <a:p xmlns:a="http://schemas.openxmlformats.org/drawingml/2006/main">
            <a:r>
              <a:t/>
            </a:r>
          </a:p>
          <a:p xmlns:a="http://schemas.openxmlformats.org/drawingml/2006/main">
            <a:r>
              <a:t>Add the valid readings and divide by their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Continue to</a:t>
            </a:r>
          </a:p>
          <a:p xmlns:a="http://schemas.openxmlformats.org/drawingml/2006/main">
            <a:r>
              <a:t>above_limit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above_limit (5 marks)</a:t>
            </a:r>
          </a:p>
          <a:p xmlns:a="http://schemas.openxmlformats.org/drawingml/2006/main">
            <a:r>
              <a:t>CML3112, Week 4, slide 78</a:t>
            </a:r>
          </a:p>
          <a:p xmlns:a="http://schemas.openxmlformats.org/drawingml/2006/main">
            <a:r>
              <a:t/>
            </a:r>
          </a:p>
          <a:p xmlns:a="http://schemas.openxmlformats.org/drawingml/2006/main">
            <a:r>
              <a:t>Explanation to give</a:t>
            </a:r>
          </a:p>
          <a:p xmlns:a="http://schemas.openxmlformats.org/drawingml/2006/main">
            <a:r>
              <a:t>Compare each valid numeric reading against the specified threshold using the exact strict or inclusive relation in the task.</a:t>
            </a:r>
          </a:p>
          <a:p xmlns:a="http://schemas.openxmlformats.org/drawingml/2006/main">
            <a:r>
              <a:t/>
            </a:r>
          </a:p>
          <a:p xmlns:a="http://schemas.openxmlformats.org/drawingml/2006/main">
            <a:r>
              <a:t>Worked illustration / lecturer answer</a:t>
            </a:r>
          </a:p>
          <a:p xmlns:a="http://schemas.openxmlformats.org/drawingml/2006/main">
            <a:r>
              <a:t>For readings 9,10,11 and a strictly-greater-than 10 limit, the count is 1. Using &gt;= would incorrectly count 2.</a:t>
            </a:r>
          </a:p>
          <a:p xmlns:a="http://schemas.openxmlformats.org/drawingml/2006/main">
            <a:r>
              <a:t/>
            </a:r>
          </a:p>
          <a:p xmlns:a="http://schemas.openxmlformats.org/drawingml/2006/main">
            <a:r>
              <a:t>Misconception to address</a:t>
            </a:r>
          </a:p>
          <a:p xmlns:a="http://schemas.openxmlformats.org/drawingml/2006/main">
            <a:r>
              <a:t>Keep the exact output names and required types. Use the task text for the learner’s own assessed answer; the alternate example explains the method without replacing their work.</a:t>
            </a:r>
          </a:p>
          <a:p xmlns:a="http://schemas.openxmlformats.org/drawingml/2006/main">
            <a:r>
              <a:t/>
            </a:r>
          </a:p>
          <a:p xmlns:a="http://schemas.openxmlformats.org/drawingml/2006/main">
            <a:r>
              <a:t>On this slide</a:t>
            </a:r>
          </a:p>
          <a:p xmlns:a="http://schemas.openxmlformats.org/drawingml/2006/main">
            <a:r>
              <a:t>Store an integer count of valid crack_width_mm readings strictly greater than 0.3.</a:t>
            </a:r>
          </a:p>
          <a:p xmlns:a="http://schemas.openxmlformats.org/drawingml/2006/main">
            <a:r>
              <a:t/>
            </a:r>
          </a:p>
          <a:p xmlns:a="http://schemas.openxmlformats.org/drawingml/2006/main">
            <a:r>
              <a:t>A reading equal to the threshold is not counted.</a:t>
            </a:r>
          </a:p>
          <a:p xmlns:a="http://schemas.openxmlformats.org/drawingml/2006/main">
            <a:r>
              <a:t/>
            </a:r>
          </a:p>
          <a:p xmlns:a="http://schemas.openxmlformats.org/drawingml/2006/main">
            <a:r>
              <a:t>Continue to</a:t>
            </a:r>
          </a:p>
          <a:p xmlns:a="http://schemas.openxmlformats.org/drawingml/2006/main">
            <a:r>
              <a:t>group_means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group_means (5 marks)</a:t>
            </a:r>
          </a:p>
          <a:p xmlns:a="http://schemas.openxmlformats.org/drawingml/2006/main">
            <a:r>
              <a:t>CML3112, Week 4, slide 79</a:t>
            </a:r>
          </a:p>
          <a:p xmlns:a="http://schemas.openxmlformats.org/drawingml/2006/main">
            <a:r>
              <a:t/>
            </a:r>
          </a:p>
          <a:p xmlns:a="http://schemas.openxmlformats.org/drawingml/2006/main">
            <a:r>
              <a:t>Explanation to give</a:t>
            </a:r>
          </a:p>
          <a:p xmlns:a="http://schemas.openxmlformats.org/drawingml/2006/main">
            <a:r>
              <a:t>Produce a dictionary from each group label to its own mean, using each group’s valid count.</a:t>
            </a:r>
          </a:p>
          <a:p xmlns:a="http://schemas.openxmlformats.org/drawingml/2006/main">
            <a:r>
              <a:t/>
            </a:r>
          </a:p>
          <a:p xmlns:a="http://schemas.openxmlformats.org/drawingml/2006/main">
            <a:r>
              <a:t>Worked illustration / lecturer answer</a:t>
            </a:r>
          </a:p>
          <a:p xmlns:a="http://schemas.openxmlformats.org/drawingml/2006/main">
            <a:r>
              <a:t>Group A with readings 2 and 4 has mean 3. Group B with a single 9 has mean 9. Dividing both by the overall count would be wrong.</a:t>
            </a:r>
          </a:p>
          <a:p xmlns:a="http://schemas.openxmlformats.org/drawingml/2006/main">
            <a:r>
              <a:t/>
            </a:r>
          </a:p>
          <a:p xmlns:a="http://schemas.openxmlformats.org/drawingml/2006/main">
            <a:r>
              <a:t>Misconception to address</a:t>
            </a:r>
          </a:p>
          <a:p xmlns:a="http://schemas.openxmlformats.org/drawingml/2006/main">
            <a:r>
              <a:t>Keep the exact output names and required types. Use the task text for the learner’s own assessed answer; the alternate example explains the method without replacing their work.</a:t>
            </a:r>
          </a:p>
          <a:p xmlns:a="http://schemas.openxmlformats.org/drawingml/2006/main">
            <a:r>
              <a:t/>
            </a:r>
          </a:p>
          <a:p xmlns:a="http://schemas.openxmlformats.org/drawingml/2006/main">
            <a:r>
              <a:t>On this slide</a:t>
            </a:r>
          </a:p>
          <a:p xmlns:a="http://schemas.openxmlformats.org/drawingml/2006/main">
            <a:r>
              <a:t>Store a dictionary whose keys are the structure_id labels and whose values are the mean valid crack_width_mm readings within each group.</a:t>
            </a:r>
          </a:p>
          <a:p xmlns:a="http://schemas.openxmlformats.org/drawingml/2006/main">
            <a:r>
              <a:t/>
            </a:r>
          </a:p>
          <a:p xmlns:a="http://schemas.openxmlformats.org/drawingml/2006/main">
            <a:r>
              <a:t>Divide each group total by its own valid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Continue to</a:t>
            </a:r>
          </a:p>
          <a:p xmlns:a="http://schemas.openxmlformats.org/drawingml/2006/main">
            <a:r>
              <a:t>Week 4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4 rules</a:t>
            </a:r>
          </a:p>
          <a:p xmlns:a="http://schemas.openxmlformats.org/drawingml/2006/main">
            <a:r>
              <a:t>CML3112, Week 4, slide 80</a:t>
            </a:r>
          </a:p>
          <a:p xmlns:a="http://schemas.openxmlformats.org/drawingml/2006/main">
            <a:r>
              <a:t/>
            </a:r>
          </a:p>
          <a:p xmlns:a="http://schemas.openxmlformats.org/drawingml/2006/main">
            <a:r>
              <a:t>Explanation to give</a:t>
            </a:r>
          </a:p>
          <a:p xmlns:a="http://schemas.openxmlformats.org/drawingml/2006/main">
            <a:r>
              <a:t>A4 uses the Week 4 300-row cohort CSV. The required outputs are valid_count, mean_reading, above_limit and group_means. Work only with the rows admitted by the published blank-reading rules.</a:t>
            </a:r>
          </a:p>
          <a:p xmlns:a="http://schemas.openxmlformats.org/drawingml/2006/main">
            <a:r>
              <a:t/>
            </a:r>
          </a:p>
          <a:p xmlns:a="http://schemas.openxmlformats.org/drawingml/2006/main">
            <a:r>
              <a:t>Worked illustration / lecturer answer</a:t>
            </a:r>
          </a:p>
          <a:p xmlns:a="http://schemas.openxmlformats.org/drawingml/2006/main">
            <a:r>
              <a:t>Trace a smaller unrelated dataset first: A readings 2 and 4 yield A mean 3; B reading 9 yields B mean 9. Each group needs its own denominator.</a:t>
            </a:r>
          </a:p>
          <a:p xmlns:a="http://schemas.openxmlformats.org/drawingml/2006/main">
            <a:r>
              <a:t/>
            </a:r>
          </a:p>
          <a:p xmlns:a="http://schemas.openxmlformats.org/drawingml/2006/main">
            <a:r>
              <a:t>Misconception to address</a:t>
            </a:r>
          </a:p>
          <a:p xmlns:a="http://schemas.openxmlformats.org/drawingml/2006/main">
            <a:r>
              <a:t>Despite “Reading report” in the title, A4 is one completed Python notebook, not a separate Word report. Do not use Week 2’s four-row CSV.</a:t>
            </a:r>
          </a:p>
          <a:p xmlns:a="http://schemas.openxmlformats.org/drawingml/2006/main">
            <a:r>
              <a:t/>
            </a:r>
          </a:p>
          <a:p xmlns:a="http://schemas.openxmlformats.org/drawingml/2006/main">
            <a:r>
              <a:t>On this slide</a:t>
            </a:r>
          </a:p>
          <a:p xmlns:a="http://schemas.openxmlformats.org/drawingml/2006/main">
            <a:r>
              <a:t>Fictional teaching data.</a:t>
            </a:r>
          </a:p>
          <a:p xmlns:a="http://schemas.openxmlformats.org/drawingml/2006/main">
            <a:r>
              <a:t/>
            </a:r>
          </a:p>
          <a:p xmlns:a="http://schemas.openxmlformats.org/drawingml/2006/main">
            <a:r>
              <a:t>300 records.</a:t>
            </a:r>
          </a:p>
          <a:p xmlns:a="http://schemas.openxmlformats.org/drawingml/2006/main">
            <a:r>
              <a:t/>
            </a:r>
          </a:p>
          <a:p xmlns:a="http://schemas.openxmlformats.org/drawingml/2006/main">
            <a:r>
              <a:t>Three blank crack_width_mm values must be skipped in numerical summaries.</a:t>
            </a:r>
          </a:p>
          <a:p xmlns:a="http://schemas.openxmlformats.org/drawingml/2006/main">
            <a:r>
              <a:t/>
            </a:r>
          </a:p>
          <a:p xmlns:a="http://schemas.openxmlformats.org/drawingml/2006/main">
            <a:r>
              <a:t>Threshold 0.3 is a teaching assumption.</a:t>
            </a:r>
          </a:p>
          <a:p xmlns:a="http://schemas.openxmlformats.org/drawingml/2006/main">
            <a:r>
              <a:t/>
            </a:r>
          </a:p>
          <a:p xmlns:a="http://schemas.openxmlformats.org/drawingml/2006/main">
            <a:r>
              <a:t>Continue to</a:t>
            </a:r>
          </a:p>
          <a:p xmlns:a="http://schemas.openxmlformats.org/drawingml/2006/main">
            <a:r>
              <a:t>Week 4 rules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4 rules continued</a:t>
            </a:r>
          </a:p>
          <a:p xmlns:a="http://schemas.openxmlformats.org/drawingml/2006/main">
            <a:r>
              <a:t>CML3112, Week 4, slide 81</a:t>
            </a:r>
          </a:p>
          <a:p xmlns:a="http://schemas.openxmlformats.org/drawingml/2006/main">
            <a:r>
              <a:t/>
            </a:r>
          </a:p>
          <a:p xmlns:a="http://schemas.openxmlformats.org/drawingml/2006/main">
            <a:r>
              <a:t>Explanation to give</a:t>
            </a:r>
          </a:p>
          <a:p xmlns:a="http://schemas.openxmlformats.org/drawingml/2006/main">
            <a:r>
              <a:t>A4 uses the Week 4 300-row cohort CSV. The required outputs are valid_count, mean_reading, above_limit and group_means. Work only with the rows admitted by the published blank-reading rules.</a:t>
            </a:r>
          </a:p>
          <a:p xmlns:a="http://schemas.openxmlformats.org/drawingml/2006/main">
            <a:r>
              <a:t/>
            </a:r>
          </a:p>
          <a:p xmlns:a="http://schemas.openxmlformats.org/drawingml/2006/main">
            <a:r>
              <a:t>Worked illustration / lecturer answer</a:t>
            </a:r>
          </a:p>
          <a:p xmlns:a="http://schemas.openxmlformats.org/drawingml/2006/main">
            <a:r>
              <a:t>Trace a smaller unrelated dataset first: A readings 2 and 4 yield A mean 3; B reading 9 yields B mean 9. Each group needs its own denominator.</a:t>
            </a:r>
          </a:p>
          <a:p xmlns:a="http://schemas.openxmlformats.org/drawingml/2006/main">
            <a:r>
              <a:t/>
            </a:r>
          </a:p>
          <a:p xmlns:a="http://schemas.openxmlformats.org/drawingml/2006/main">
            <a:r>
              <a:t>Misconception to address</a:t>
            </a:r>
          </a:p>
          <a:p xmlns:a="http://schemas.openxmlformats.org/drawingml/2006/main">
            <a:r>
              <a:t>Despite “Reading report” in the title, A4 is one completed Python notebook, not a separate Word report. Do not use Week 2’s four-row CSV.</a:t>
            </a:r>
          </a:p>
          <a:p xmlns:a="http://schemas.openxmlformats.org/drawingml/2006/main">
            <a:r>
              <a:t/>
            </a:r>
          </a:p>
          <a:p xmlns:a="http://schemas.openxmlformats.org/drawingml/2006/main">
            <a:r>
              <a:t>On this slide</a:t>
            </a:r>
          </a:p>
          <a:p xmlns:a="http://schemas.openxmlformats.org/drawingml/2006/main">
            <a:r>
              <a:t>Compute valid_count, mean_reading, above_limit (strictly greater than 0.3) and group_means keyed by structure_id.</a:t>
            </a:r>
          </a:p>
          <a:p xmlns:a="http://schemas.openxmlformats.org/drawingml/2006/main">
            <a:r>
              <a:t/>
            </a:r>
          </a:p>
          <a:p xmlns:a="http://schemas.openxmlformats.org/drawingml/2006/main">
            <a:r>
              <a:t>Use standard-library csv and collections.</a:t>
            </a:r>
          </a:p>
          <a:p xmlns:a="http://schemas.openxmlformats.org/drawingml/2006/main">
            <a:r>
              <a:t/>
            </a:r>
          </a:p>
          <a:p xmlns:a="http://schemas.openxmlformats.org/drawingml/2006/main">
            <a:r>
              <a:t>Save a copy using your Student Registration Number with / replaced by _, followed by _W04.ipynb.</a:t>
            </a:r>
          </a:p>
          <a:p xmlns:a="http://schemas.openxmlformats.org/drawingml/2006/main">
            <a:r>
              <a:t/>
            </a:r>
          </a:p>
          <a:p xmlns:a="http://schemas.openxmlformats.org/drawingml/2006/main">
            <a:r>
              <a:t>STUDENT_ID in the starter code means Student Registration Number.</a:t>
            </a:r>
          </a:p>
          <a:p xmlns:a="http://schemas.openxmlformats.org/drawingml/2006/main">
            <a:r>
              <a:t/>
            </a:r>
          </a:p>
          <a:p xmlns:a="http://schemas.openxmlformats.org/drawingml/2006/main">
            <a:r>
              <a:t>Continue to</a:t>
            </a:r>
          </a:p>
          <a:p xmlns:a="http://schemas.openxmlformats.org/drawingml/2006/main">
            <a:r>
              <a:t>Week 4 rules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4 rules continued</a:t>
            </a:r>
          </a:p>
          <a:p xmlns:a="http://schemas.openxmlformats.org/drawingml/2006/main">
            <a:r>
              <a:t>CML3112, Week 4, slide 82</a:t>
            </a:r>
          </a:p>
          <a:p xmlns:a="http://schemas.openxmlformats.org/drawingml/2006/main">
            <a:r>
              <a:t/>
            </a:r>
          </a:p>
          <a:p xmlns:a="http://schemas.openxmlformats.org/drawingml/2006/main">
            <a:r>
              <a:t>Explanation to give</a:t>
            </a:r>
          </a:p>
          <a:p xmlns:a="http://schemas.openxmlformats.org/drawingml/2006/main">
            <a:r>
              <a:t>A4 uses the Week 4 300-row cohort CSV. The required outputs are valid_count, mean_reading, above_limit and group_means. Work only with the rows admitted by the published blank-reading rules.</a:t>
            </a:r>
          </a:p>
          <a:p xmlns:a="http://schemas.openxmlformats.org/drawingml/2006/main">
            <a:r>
              <a:t/>
            </a:r>
          </a:p>
          <a:p xmlns:a="http://schemas.openxmlformats.org/drawingml/2006/main">
            <a:r>
              <a:t>Worked illustration / lecturer answer</a:t>
            </a:r>
          </a:p>
          <a:p xmlns:a="http://schemas.openxmlformats.org/drawingml/2006/main">
            <a:r>
              <a:t>Trace a smaller unrelated dataset first: A readings 2 and 4 yield A mean 3; B reading 9 yields B mean 9. Each group needs its own denominator.</a:t>
            </a:r>
          </a:p>
          <a:p xmlns:a="http://schemas.openxmlformats.org/drawingml/2006/main">
            <a:r>
              <a:t/>
            </a:r>
          </a:p>
          <a:p xmlns:a="http://schemas.openxmlformats.org/drawingml/2006/main">
            <a:r>
              <a:t>Misconception to address</a:t>
            </a:r>
          </a:p>
          <a:p xmlns:a="http://schemas.openxmlformats.org/drawingml/2006/main">
            <a:r>
              <a:t>Despite “Reading report” in the title, A4 is one completed Python notebook, not a separate Word report. Do not use Week 2’s four-row CSV.</a:t>
            </a:r>
          </a:p>
          <a:p xmlns:a="http://schemas.openxmlformats.org/drawingml/2006/main">
            <a:r>
              <a:t/>
            </a:r>
          </a:p>
          <a:p xmlns:a="http://schemas.openxmlformats.org/drawingml/2006/main">
            <a:r>
              <a:t>On this slide</a:t>
            </a:r>
          </a:p>
          <a:p xmlns:a="http://schemas.openxmlformats.org/drawingml/2006/main">
            <a:r>
              <a:t>Four checks carry five marks each.</a:t>
            </a:r>
          </a:p>
          <a:p xmlns:a="http://schemas.openxmlformats.org/drawingml/2006/main">
            <a:r>
              <a:t/>
            </a:r>
          </a:p>
          <a:p xmlns:a="http://schemas.openxmlformats.org/drawingml/2006/main">
            <a:r>
              <a:t>Explain the interesting pattern separately as formative practice.</a:t>
            </a:r>
          </a:p>
          <a:p xmlns:a="http://schemas.openxmlformats.org/drawingml/2006/main">
            <a:r>
              <a:t/>
            </a:r>
          </a:p>
          <a:p xmlns:a="http://schemas.openxmlformats.org/drawingml/2006/main">
            <a:r>
              <a:t>For beginner step-by-step help, open ASSIGNMENT_INSTRUCTIONS.txt and STUDENT_HOW_TO.md in this folder.</a:t>
            </a:r>
          </a:p>
          <a:p xmlns:a="http://schemas.openxmlformats.org/drawingml/2006/main">
            <a:r>
              <a:t/>
            </a:r>
          </a:p>
          <a:p xmlns:a="http://schemas.openxmlformats.org/drawingml/2006/main">
            <a:r>
              <a:t>The first names your required files and hand-in checklist; the second explains accounts, Colab, saving and uploads.</a:t>
            </a:r>
          </a:p>
          <a:p xmlns:a="http://schemas.openxmlformats.org/drawingml/2006/main">
            <a:r>
              <a:t/>
            </a:r>
          </a:p>
          <a:p xmlns:a="http://schemas.openxmlformats.org/drawingml/2006/main">
            <a:r>
              <a:t>Continue to</a:t>
            </a:r>
          </a:p>
          <a:p xmlns:a="http://schemas.openxmlformats.org/drawingml/2006/main">
            <a:r>
              <a:t>Reading report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report submission</a:t>
            </a:r>
          </a:p>
          <a:p xmlns:a="http://schemas.openxmlformats.org/drawingml/2006/main">
            <a:r>
              <a:t>CML3112, Week 4, slide 83</a:t>
            </a:r>
          </a:p>
          <a:p xmlns:a="http://schemas.openxmlformats.org/drawingml/2006/main">
            <a:r>
              <a:t/>
            </a:r>
          </a:p>
          <a:p xmlns:a="http://schemas.openxmlformats.org/drawingml/2006/main">
            <a:r>
              <a:t>Explanation to give</a:t>
            </a:r>
          </a:p>
          <a:p xmlns:a="http://schemas.openxmlformats.org/drawingml/2006/main">
            <a:r>
              <a:t>This slide hands over CML3112 W04.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2026-10-06T11:00:00+03:00.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29 Sep 2026, 11:00 Kampala</a:t>
            </a:r>
          </a:p>
          <a:p xmlns:a="http://schemas.openxmlformats.org/drawingml/2006/main">
            <a:r>
              <a:t/>
            </a:r>
          </a:p>
          <a:p xmlns:a="http://schemas.openxmlformats.org/drawingml/2006/main">
            <a:r>
              <a:t>Deadline: 06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Continue to</a:t>
            </a:r>
          </a:p>
          <a:p xmlns:a="http://schemas.openxmlformats.org/drawingml/2006/main">
            <a:r>
              <a:t>Week 4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4 quiz</a:t>
            </a:r>
          </a:p>
          <a:p xmlns:a="http://schemas.openxmlformats.org/drawingml/2006/main">
            <a:r>
              <a:t>CML3112, Week 4, slide 84</a:t>
            </a:r>
          </a:p>
          <a:p xmlns:a="http://schemas.openxmlformats.org/drawingml/2006/main">
            <a:r>
              <a:t/>
            </a:r>
          </a:p>
          <a:p xmlns:a="http://schemas.openxmlformats.org/drawingml/2006/main">
            <a:r>
              <a:t>Explanation to give</a:t>
            </a:r>
          </a:p>
          <a:p xmlns:a="http://schemas.openxmlformats.org/drawingml/2006/main">
            <a:r>
              <a:t>This is the CML3112 Week 4 quiz. The student link opens the response form; it does not activate its window. In Quiz Controls use open_W4_CML3112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a:p xmlns:a="http://schemas.openxmlformats.org/drawingml/2006/main">
            <a:r>
              <a:t/>
            </a:r>
          </a:p>
          <a:p xmlns:a="http://schemas.openxmlformats.org/drawingml/2006/main">
            <a:r>
              <a:t>Continue to</a:t>
            </a:r>
          </a:p>
          <a:p xmlns:a="http://schemas.openxmlformats.org/drawingml/2006/main">
            <a:r>
              <a:t>Revision and submission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CML3112, Week 4, slide 85</a:t>
            </a:r>
          </a:p>
          <a:p xmlns:a="http://schemas.openxmlformats.org/drawingml/2006/main">
            <a:r>
              <a:t/>
            </a:r>
          </a:p>
          <a:p xmlns:a="http://schemas.openxmlformats.org/drawingml/2006/main">
            <a:r>
              <a:t>Explanation to give</a:t>
            </a:r>
          </a:p>
          <a:p xmlns:a="http://schemas.openxmlformats.org/drawingml/2006/main">
            <a:r>
              <a:t>Move from one calculation to many records. Lists supply ordered values, loops visit them, dictionaries label fields and CSV files store the observations.</a:t>
            </a:r>
          </a:p>
          <a:p xmlns:a="http://schemas.openxmlformats.org/drawingml/2006/main">
            <a:r>
              <a:t/>
            </a:r>
          </a:p>
          <a:p xmlns:a="http://schemas.openxmlformats.org/drawingml/2006/main">
            <a:r>
              <a:t>Worked illustration / lecturer answer</a:t>
            </a:r>
          </a:p>
          <a:p xmlns:a="http://schemas.openxmlformats.org/drawingml/2006/main">
            <a:r>
              <a:t>For readings 2, 4 and 6, the running total is 2, then 6, then 12. Count 3 gives mean 4.0. A group needs its own total and count.</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show how the total and count change for each record.</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7658423f5d6459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32e0d6af76a4c5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274b426c417496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dcefd6a6624486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32e84e0755a412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ce72cbaad6a496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C1EBD5-1413-44F3-959A-ED3D91F5C0F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107983C-F1AF-4506-ADB0-3097DB406A7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9D032A1-D4A1-4836-B35B-39417693C86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3316DB-A446-489C-B16B-669FFE4190B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F3CD558-2156-4E43-A7A1-8CB471AC3C8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0D29F7B-3C1F-49C6-9112-8A4B33ABC1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B4D5E8-7454-4A76-AAB4-BA29E1C4814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427E3D2-E3C4-4AE9-823E-51D000E887E8}"/>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18D76D-BE85-475A-B6AD-2AC105056DF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D45077D-E790-40BC-8189-31F90B8380A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a1167b970649ed" /><Relationship Type="http://schemas.openxmlformats.org/officeDocument/2006/relationships/slideLayout" Target="/ppt/slideLayouts/slideLayout1.xml" Id="Re6701fee251e4d75" /><Relationship Type="http://schemas.openxmlformats.org/officeDocument/2006/relationships/slideLayout" Target="/ppt/slideLayouts/slideLayout2.xml" Id="R62799b4541d54c26" /><Relationship Type="http://schemas.openxmlformats.org/officeDocument/2006/relationships/slideLayout" Target="/ppt/slideLayouts/slideLayout3.xml" Id="R7028d45b36ae4356" /><Relationship Type="http://schemas.openxmlformats.org/officeDocument/2006/relationships/slideLayout" Target="/ppt/slideLayouts/slideLayout4.xml" Id="R083e92c47dca4692" /><Relationship Type="http://schemas.openxmlformats.org/officeDocument/2006/relationships/slideLayout" Target="/ppt/slideLayouts/slideLayout5.xml" Id="R98a06e11fb324493" /><Relationship Type="http://schemas.openxmlformats.org/officeDocument/2006/relationships/slideLayout" Target="/ppt/slideLayouts/slideLayout6.xml" Id="R2b3a2ed5b51245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701fee251e4d75"/>
    <p:sldLayoutId xmlns:r="http://schemas.openxmlformats.org/officeDocument/2006/relationships" id="2147483650" r:id="R62799b4541d54c26"/>
    <p:sldLayoutId xmlns:r="http://schemas.openxmlformats.org/officeDocument/2006/relationships" id="2147483651" r:id="R7028d45b36ae4356"/>
    <p:sldLayoutId xmlns:r="http://schemas.openxmlformats.org/officeDocument/2006/relationships" id="2147483652" r:id="R083e92c47dca4692"/>
    <p:sldLayoutId xmlns:r="http://schemas.openxmlformats.org/officeDocument/2006/relationships" id="2147483653" r:id="R98a06e11fb324493"/>
    <p:sldLayoutId xmlns:r="http://schemas.openxmlformats.org/officeDocument/2006/relationships" id="2147483654" r:id="R2b3a2ed5b51245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99785779ab34417" /><Relationship Type="http://schemas.openxmlformats.org/officeDocument/2006/relationships/image" Target="/ppt/media/image.png" Id="R5b862652f6884d63" /><Relationship Type="http://schemas.openxmlformats.org/officeDocument/2006/relationships/notesSlide" Target="/ppt/notesSlides/notesSlide1.xml" Id="R5cdd58f4e7ed401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7b7eed1a3634420" /><Relationship Type="http://schemas.openxmlformats.org/officeDocument/2006/relationships/notesSlide" Target="/ppt/notesSlides/notesSlide2.xml" Id="R2055c2f6b9bd4fb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281b3c837c34b2b" /><Relationship Type="http://schemas.openxmlformats.org/officeDocument/2006/relationships/notesSlide" Target="/ppt/notesSlides/notesSlide3.xml" Id="R4247c114bd2a41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c9a569fd7ea4f43" /><Relationship Type="http://schemas.openxmlformats.org/officeDocument/2006/relationships/notesSlide" Target="/ppt/notesSlides/notesSlide4.xml" Id="R281a61e2f8cf46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ef0b92fd3b44659" /><Relationship Type="http://schemas.openxmlformats.org/officeDocument/2006/relationships/notesSlide" Target="/ppt/notesSlides/notesSlide5.xml" Id="R1a049384017f4f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484b6f2eed24a92" /><Relationship Type="http://schemas.openxmlformats.org/officeDocument/2006/relationships/notesSlide" Target="/ppt/notesSlides/notesSlide6.xml" Id="R4e2e81971c814c7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eb33644dbd54c56" /><Relationship Type="http://schemas.openxmlformats.org/officeDocument/2006/relationships/notesSlide" Target="/ppt/notesSlides/notesSlide7.xml" Id="R7434c9fc5a734d8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e671b8035d74703" /><Relationship Type="http://schemas.openxmlformats.org/officeDocument/2006/relationships/notesSlide" Target="/ppt/notesSlides/notesSlide8.xml" Id="Rdb72c08a5fa8411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5f74a70096449fe" /><Relationship Type="http://schemas.openxmlformats.org/officeDocument/2006/relationships/notesSlide" Target="/ppt/notesSlides/notesSlide9.xml" Id="R766f95a27b0d43f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61710361628494c" /><Relationship Type="http://schemas.openxmlformats.org/officeDocument/2006/relationships/notesSlide" Target="/ppt/notesSlides/notesSlide10.xml" Id="R72a8fbf2ff4244b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e6688ac69fa4a8e" /><Relationship Type="http://schemas.openxmlformats.org/officeDocument/2006/relationships/notesSlide" Target="/ppt/notesSlides/notesSlide11.xml" Id="R0e479527323e493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2f741f9918d41b0" /><Relationship Type="http://schemas.openxmlformats.org/officeDocument/2006/relationships/notesSlide" Target="/ppt/notesSlides/notesSlide12.xml" Id="R6884082bf8254ae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b97fce6a6044f45" /><Relationship Type="http://schemas.openxmlformats.org/officeDocument/2006/relationships/notesSlide" Target="/ppt/notesSlides/notesSlide13.xml" Id="R85e58ad13aae4f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ea0fd4c543d4258" /><Relationship Type="http://schemas.openxmlformats.org/officeDocument/2006/relationships/notesSlide" Target="/ppt/notesSlides/notesSlide14.xml" Id="R7eb310995fb34b7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870b05099c846b5" /><Relationship Type="http://schemas.openxmlformats.org/officeDocument/2006/relationships/notesSlide" Target="/ppt/notesSlides/notesSlide15.xml" Id="R5382e2c0232e44f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ad37dd820974a78" /><Relationship Type="http://schemas.openxmlformats.org/officeDocument/2006/relationships/notesSlide" Target="/ppt/notesSlides/notesSlide16.xml" Id="R9e1e1761830f4b0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3bd55abdfe24544" /><Relationship Type="http://schemas.openxmlformats.org/officeDocument/2006/relationships/notesSlide" Target="/ppt/notesSlides/notesSlide17.xml" Id="R5391571948834ec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6c2b8560418413b" /><Relationship Type="http://schemas.openxmlformats.org/officeDocument/2006/relationships/notesSlide" Target="/ppt/notesSlides/notesSlide18.xml" Id="Rc77c9b933ce24cc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98cd05d587d4c1f" /><Relationship Type="http://schemas.openxmlformats.org/officeDocument/2006/relationships/image" Target="/ppt/media/image2.png" Id="Rbffb327bff1f4571" /><Relationship Type="http://schemas.openxmlformats.org/officeDocument/2006/relationships/notesSlide" Target="/ppt/notesSlides/notesSlide19.xml" Id="R3d688ca8a96c454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48fc74abfe44f9f" /><Relationship Type="http://schemas.openxmlformats.org/officeDocument/2006/relationships/notesSlide" Target="/ppt/notesSlides/notesSlide20.xml" Id="R155f244cdf31496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8d5c44eedc347ba" /><Relationship Type="http://schemas.openxmlformats.org/officeDocument/2006/relationships/notesSlide" Target="/ppt/notesSlides/notesSlide21.xml" Id="R7c9dc4eeced94d0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943cba21f28484b" /><Relationship Type="http://schemas.openxmlformats.org/officeDocument/2006/relationships/notesSlide" Target="/ppt/notesSlides/notesSlide22.xml" Id="R62e1e3c3cf83473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1cca971937f48ac" /><Relationship Type="http://schemas.openxmlformats.org/officeDocument/2006/relationships/notesSlide" Target="/ppt/notesSlides/notesSlide23.xml" Id="R2e817a0b6345442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fd70488db1d4c4a" /><Relationship Type="http://schemas.openxmlformats.org/officeDocument/2006/relationships/notesSlide" Target="/ppt/notesSlides/notesSlide24.xml" Id="Rd953fcf075bc45f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90a7c080fce4d3a" /><Relationship Type="http://schemas.openxmlformats.org/officeDocument/2006/relationships/notesSlide" Target="/ppt/notesSlides/notesSlide25.xml" Id="R731074849a084f2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0c7110618a94559" /><Relationship Type="http://schemas.openxmlformats.org/officeDocument/2006/relationships/notesSlide" Target="/ppt/notesSlides/notesSlide26.xml" Id="Rb9363967351740a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9e2eca478184f28" /><Relationship Type="http://schemas.openxmlformats.org/officeDocument/2006/relationships/notesSlide" Target="/ppt/notesSlides/notesSlide27.xml" Id="R604cfb4cc1494c8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608ca589d0c4223" /><Relationship Type="http://schemas.openxmlformats.org/officeDocument/2006/relationships/notesSlide" Target="/ppt/notesSlides/notesSlide28.xml" Id="R6dde3b1305274f3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749f387ed4b4125" /><Relationship Type="http://schemas.openxmlformats.org/officeDocument/2006/relationships/notesSlide" Target="/ppt/notesSlides/notesSlide29.xml" Id="Rd771deaed5f44cb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a2b8375c9a742da" /><Relationship Type="http://schemas.openxmlformats.org/officeDocument/2006/relationships/notesSlide" Target="/ppt/notesSlides/notesSlide30.xml" Id="Rf20c9d8f27b84bb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6f1263373044439" /><Relationship Type="http://schemas.openxmlformats.org/officeDocument/2006/relationships/notesSlide" Target="/ppt/notesSlides/notesSlide31.xml" Id="R64acca537c3546c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6eee88efaf4455a" /><Relationship Type="http://schemas.openxmlformats.org/officeDocument/2006/relationships/notesSlide" Target="/ppt/notesSlides/notesSlide32.xml" Id="Rc7185ed9477743c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36a7531471d46df" /><Relationship Type="http://schemas.openxmlformats.org/officeDocument/2006/relationships/notesSlide" Target="/ppt/notesSlides/notesSlide33.xml" Id="R3dba7827786b45f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e162130883b4d93" /><Relationship Type="http://schemas.openxmlformats.org/officeDocument/2006/relationships/notesSlide" Target="/ppt/notesSlides/notesSlide34.xml" Id="R366b729c63684ee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037a78222424eb7" /><Relationship Type="http://schemas.openxmlformats.org/officeDocument/2006/relationships/notesSlide" Target="/ppt/notesSlides/notesSlide35.xml" Id="R0deb965021b644c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5d6544bcd2a49bc" /><Relationship Type="http://schemas.openxmlformats.org/officeDocument/2006/relationships/notesSlide" Target="/ppt/notesSlides/notesSlide36.xml" Id="R435452f3be3848c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672a972c777246a0" /><Relationship Type="http://schemas.openxmlformats.org/officeDocument/2006/relationships/notesSlide" Target="/ppt/notesSlides/notesSlide37.xml" Id="R8b9d845d26e4420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331b4191d534c46" /><Relationship Type="http://schemas.openxmlformats.org/officeDocument/2006/relationships/notesSlide" Target="/ppt/notesSlides/notesSlide38.xml" Id="R8f692e1b8c874d8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b420ce6bf164ed3" /><Relationship Type="http://schemas.openxmlformats.org/officeDocument/2006/relationships/notesSlide" Target="/ppt/notesSlides/notesSlide39.xml" Id="R441d8e52b78f4e0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3b1fcfa5f1b4a88" /><Relationship Type="http://schemas.openxmlformats.org/officeDocument/2006/relationships/notesSlide" Target="/ppt/notesSlides/notesSlide40.xml" Id="R57ca4366b5c347b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b759a8e4d404556" /><Relationship Type="http://schemas.openxmlformats.org/officeDocument/2006/relationships/notesSlide" Target="/ppt/notesSlides/notesSlide41.xml" Id="Reb26cda9386b4ee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99782e415f94ce5" /><Relationship Type="http://schemas.openxmlformats.org/officeDocument/2006/relationships/notesSlide" Target="/ppt/notesSlides/notesSlide42.xml" Id="R5f3a3a9d024a4a4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5b8c34d49f4741b7" /><Relationship Type="http://schemas.openxmlformats.org/officeDocument/2006/relationships/notesSlide" Target="/ppt/notesSlides/notesSlide43.xml" Id="Rb996f4b26a114556"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5661ee41581e4788" /><Relationship Type="http://schemas.openxmlformats.org/officeDocument/2006/relationships/notesSlide" Target="/ppt/notesSlides/notesSlide44.xml" Id="R171634bf84034c6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21b4306e5754756" /><Relationship Type="http://schemas.openxmlformats.org/officeDocument/2006/relationships/notesSlide" Target="/ppt/notesSlides/notesSlide45.xml" Id="Rc79ea7e84efd417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dc097668f3b04f55" /><Relationship Type="http://schemas.openxmlformats.org/officeDocument/2006/relationships/image" Target="/ppt/media/image3.png" Id="R4893b51fa1684f6b" /><Relationship Type="http://schemas.openxmlformats.org/officeDocument/2006/relationships/notesSlide" Target="/ppt/notesSlides/notesSlide46.xml" Id="R4277fae793c9400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d1fbfd94c06a45fa" /><Relationship Type="http://schemas.openxmlformats.org/officeDocument/2006/relationships/notesSlide" Target="/ppt/notesSlides/notesSlide47.xml" Id="Rd5b515f26df44f5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1125e2e33064a55" /><Relationship Type="http://schemas.openxmlformats.org/officeDocument/2006/relationships/notesSlide" Target="/ppt/notesSlides/notesSlide48.xml" Id="R56ac8200880b46b6"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eaaa50fcdb824267" /><Relationship Type="http://schemas.openxmlformats.org/officeDocument/2006/relationships/notesSlide" Target="/ppt/notesSlides/notesSlide49.xml" Id="R77f51b1082f241d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b2930db8af24143" /><Relationship Type="http://schemas.openxmlformats.org/officeDocument/2006/relationships/notesSlide" Target="/ppt/notesSlides/notesSlide50.xml" Id="Rf0e11a45f26c452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010778b1a0ef4865" /><Relationship Type="http://schemas.openxmlformats.org/officeDocument/2006/relationships/notesSlide" Target="/ppt/notesSlides/notesSlide51.xml" Id="R6ff62acd5d4f494b"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f70f604a8a1942e0" /><Relationship Type="http://schemas.openxmlformats.org/officeDocument/2006/relationships/notesSlide" Target="/ppt/notesSlides/notesSlide52.xml" Id="Raf311562db0e42c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ee32cb6829f64df1" /><Relationship Type="http://schemas.openxmlformats.org/officeDocument/2006/relationships/notesSlide" Target="/ppt/notesSlides/notesSlide53.xml" Id="R50ac665771164a8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2a1d39b7c2f84980" /><Relationship Type="http://schemas.openxmlformats.org/officeDocument/2006/relationships/notesSlide" Target="/ppt/notesSlides/notesSlide54.xml" Id="Rb10ce6bfec5442c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5659b337d2cf4b2c" /><Relationship Type="http://schemas.openxmlformats.org/officeDocument/2006/relationships/notesSlide" Target="/ppt/notesSlides/notesSlide55.xml" Id="Rdab01d3b67b24ca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ddecc26094a2444a" /><Relationship Type="http://schemas.openxmlformats.org/officeDocument/2006/relationships/notesSlide" Target="/ppt/notesSlides/notesSlide56.xml" Id="R11153cdfb48440f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29a45e22fbe14e93" /><Relationship Type="http://schemas.openxmlformats.org/officeDocument/2006/relationships/notesSlide" Target="/ppt/notesSlides/notesSlide57.xml" Id="Rcf221de733b849e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5232e7b80cfb4846" /><Relationship Type="http://schemas.openxmlformats.org/officeDocument/2006/relationships/notesSlide" Target="/ppt/notesSlides/notesSlide58.xml" Id="R2222c99cb391422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de9b828778654521" /><Relationship Type="http://schemas.openxmlformats.org/officeDocument/2006/relationships/notesSlide" Target="/ppt/notesSlides/notesSlide59.xml" Id="Rb3db91b8d7e943e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4b0006766b94f26" /><Relationship Type="http://schemas.openxmlformats.org/officeDocument/2006/relationships/notesSlide" Target="/ppt/notesSlides/notesSlide60.xml" Id="Ref4122df7d5046e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f2747203df254953" /><Relationship Type="http://schemas.openxmlformats.org/officeDocument/2006/relationships/notesSlide" Target="/ppt/notesSlides/notesSlide61.xml" Id="R93e0e7b1f9a74cf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6f86890449b14a67" /><Relationship Type="http://schemas.openxmlformats.org/officeDocument/2006/relationships/notesSlide" Target="/ppt/notesSlides/notesSlide62.xml" Id="R8cfc7e2c1dc84fc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9797d690a8554c1c" /><Relationship Type="http://schemas.openxmlformats.org/officeDocument/2006/relationships/notesSlide" Target="/ppt/notesSlides/notesSlide63.xml" Id="R053d010886f54ed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17835f8766554861" /><Relationship Type="http://schemas.openxmlformats.org/officeDocument/2006/relationships/notesSlide" Target="/ppt/notesSlides/notesSlide64.xml" Id="Rc883d87e4d054e3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1f662f6067104c5d" /><Relationship Type="http://schemas.openxmlformats.org/officeDocument/2006/relationships/notesSlide" Target="/ppt/notesSlides/notesSlide65.xml" Id="R8fa8e9f343384d5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69d529958b504d5d" /><Relationship Type="http://schemas.openxmlformats.org/officeDocument/2006/relationships/notesSlide" Target="/ppt/notesSlides/notesSlide66.xml" Id="R76c12dccb5db4e6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5e3905a8f1f74f0f" /><Relationship Type="http://schemas.openxmlformats.org/officeDocument/2006/relationships/notesSlide" Target="/ppt/notesSlides/notesSlide67.xml" Id="R8028d90334344dc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efa1bb7b0c6e4614" /><Relationship Type="http://schemas.openxmlformats.org/officeDocument/2006/relationships/notesSlide" Target="/ppt/notesSlides/notesSlide68.xml" Id="Rb32a04902f7240e0"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8413e61ff7c34f81" /><Relationship Type="http://schemas.openxmlformats.org/officeDocument/2006/relationships/hyperlink" Target="https://docs.google.com/forms/d/e/1FAIpQLSeZymY0jwFhuwihprLiqEaq2DqmLZD3nIYht1IkN4OcPGeTFg/viewform" TargetMode="External" Id="Rb1046007e62d4d82" /><Relationship Type="http://schemas.openxmlformats.org/officeDocument/2006/relationships/notesSlide" Target="/ppt/notesSlides/notesSlide69.xml" Id="R6f8541f27af94ce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fe28eb5bfda24630" /><Relationship Type="http://schemas.openxmlformats.org/officeDocument/2006/relationships/image" Target="/ppt/media/image4.png" Id="R93eb5d3d2e2f4f44" /><Relationship Type="http://schemas.openxmlformats.org/officeDocument/2006/relationships/hyperlink" Target="https://forms.gle/yodGpWvz4b2GioZYA" TargetMode="External" Id="R4b2b25f882754ede" /><Relationship Type="http://schemas.openxmlformats.org/officeDocument/2006/relationships/notesSlide" Target="/ppt/notesSlides/notesSlide70.xml" Id="Rab1f893e0a3c4f1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08e1bd65fde34099" /><Relationship Type="http://schemas.openxmlformats.org/officeDocument/2006/relationships/notesSlide" Target="/ppt/notesSlides/notesSlide71.xml" Id="R201782d81e0640b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76D4378-2471-422B-AD4D-7C767D78C48A}"/>
              </a:ext>
            </a:extLst>
          </p:cNvPr>
          <p:cNvPicPr>
            <a:picLocks xmlns:a="http://schemas.openxmlformats.org/drawingml/2006/main" noChangeAspect="1"/>
          </p:cNvPicPr>
          <p:nvPr/>
        </p:nvPicPr>
        <p:blipFill>
          <a:blip xmlns:r="http://schemas.openxmlformats.org/officeDocument/2006/relationships" xmlns:a="http://schemas.openxmlformats.org/drawingml/2006/main" r:embed="R5b862652f6884d6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290BEF-3F86-45B9-8953-A2C5EA003EF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5855ABF-248A-44E1-8C4E-9D9AD01F217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4</a:t>
            </a:r>
          </a:p>
        </p:txBody>
      </p:sp>
      <p:sp>
        <p:nvSpPr>
          <p:cNvPr id="4" name="">
            <a:extLst xmlns:a="http://schemas.openxmlformats.org/drawingml/2006/main">
              <a:ext uri="{FF2B5EF4-FFF2-40B4-BE49-F238E27FC236}">
                <a16:creationId xmlns:a16="http://schemas.microsoft.com/office/drawing/2014/main" id="{8E2B5749-5A37-4819-BB80-25B28CB93AD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C17ED83F-9B78-46C0-B9CD-5E600CBBF86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FE1FC056-F26A-4126-933F-7A7B469D52A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29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257315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7121AC2-5319-401E-A812-264729457D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3251A3-B96C-458F-AC38-6FC6054D3E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9099732-0397-4221-BA17-5B25464150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39ED829-6F14-4EB1-B17A-058C73F5A9E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41FDCD-45A7-4017-8645-AED3DC3C657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E52286A-B3ED-4339-802E-E5CE5FB57E7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93D6760F-2ACC-43E5-A869-17F68E570B3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3F65E7F-05BC-4A0B-A6EF-15B072C5D025}"/>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90CD63A1-33DC-4B03-8281-DB44954D49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a:t>
            </a:r>
          </a:p>
        </p:txBody>
      </p:sp>
    </p:spTree>
    <p:extLst>
      <p:ext uri="{BB962C8B-B14F-4D97-AF65-F5344CB8AC3E}">
        <p14:creationId xmlns:p14="http://schemas.microsoft.com/office/powerpoint/2010/main" val="91285621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94EB9B-55AA-42BB-9484-D851B122C6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C39B32-A2FE-460F-BA79-E8B79849A7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446AD5-5BE2-4BDD-BE18-C300442F3D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C4BE016-9079-4D53-A7ED-11714B7601F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EE8A06-5506-4B77-A728-74AFB5C8DDB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585FF83A-938D-43E9-94AD-F191E195A0A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FBADFA19-4A8B-40AF-B54C-4F515CDAA9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a:t>
            </a:r>
          </a:p>
        </p:txBody>
      </p:sp>
    </p:spTree>
    <p:extLst>
      <p:ext uri="{BB962C8B-B14F-4D97-AF65-F5344CB8AC3E}">
        <p14:creationId xmlns:p14="http://schemas.microsoft.com/office/powerpoint/2010/main" val="56717782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7C053E-F309-4885-9891-15BCAC7F71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8ADF8A-650D-47E7-B0E1-E2AD42C453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83983FE-21CC-4AB0-822D-A366452988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1A366D64-47DF-4783-9354-3E776EFE60B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488598-2E46-499E-A958-74DB8B30097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C5C6545B-B2BC-492A-BDE7-27E17B8B05F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A103B27A-8BED-4128-A114-544A1F55C4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a:t>
            </a:r>
          </a:p>
        </p:txBody>
      </p:sp>
    </p:spTree>
    <p:extLst>
      <p:ext uri="{BB962C8B-B14F-4D97-AF65-F5344CB8AC3E}">
        <p14:creationId xmlns:p14="http://schemas.microsoft.com/office/powerpoint/2010/main" val="89175072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697E57-D59B-4E79-8C0B-30BCB712B1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CD29C3-3526-4954-95BD-EC79F10AC7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FF97F52-C9CA-43C6-BD4F-CDF0C550E6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23C0C3B0-58FA-42D8-B41A-78F48BEEDCC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29227E-F6FC-4455-8A88-F08D130A4AD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AEF43173-56C0-4F0B-8B0D-ED73FB4470F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6607E7DF-F2A5-421A-B496-17F3627F66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a:t>
            </a:r>
          </a:p>
        </p:txBody>
      </p:sp>
    </p:spTree>
    <p:extLst>
      <p:ext uri="{BB962C8B-B14F-4D97-AF65-F5344CB8AC3E}">
        <p14:creationId xmlns:p14="http://schemas.microsoft.com/office/powerpoint/2010/main" val="14179641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5530A4-EA96-4F9B-B909-33E129E7AD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130677-B316-469A-8663-1DB1975BB2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4D7FD1-B7E4-4F34-9B04-85E153D1D6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2689BD1C-4B9C-4EC8-A58C-DC037EF7F2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20015E-A8D0-43F0-8598-C6CD1A7CB9A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9923671E-5A02-45F5-8FFA-A3B878D16A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9C0A5F-6B2B-4635-8BFE-A96A03DB22F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1A4ED2A1-CC87-47CE-BA8B-7FF3F4BA23D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2BF447-AB87-4635-8F56-7236F2441D9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86F04B80-90AA-436C-B928-9D77E4346C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a:t>
            </a:r>
          </a:p>
        </p:txBody>
      </p:sp>
    </p:spTree>
    <p:extLst>
      <p:ext uri="{BB962C8B-B14F-4D97-AF65-F5344CB8AC3E}">
        <p14:creationId xmlns:p14="http://schemas.microsoft.com/office/powerpoint/2010/main" val="10509029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FF354B-AC92-4E2A-93C7-386FBAD76C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06501D-EF50-44EC-BE9C-F2B3B67F7E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6C49569-7F6C-4964-A8C5-31864EDD4A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83C8B61B-02AD-4F31-A276-CE59ED27F77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F9979E-137C-4B90-8130-A352988B4FB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621EDD11-0FEC-46FB-AD4B-B8D2E9A0423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C6F1420C-3890-4731-810D-46BF259AEDD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AA19A7C-FC3A-4DC6-9B70-A2BD5FDED18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4D2FA9CB-3590-42BF-8F42-008E5E04BA4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E54FB84E-5FDC-4CE0-A1D5-8B558938B9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a:t>
            </a:r>
          </a:p>
        </p:txBody>
      </p:sp>
    </p:spTree>
    <p:extLst>
      <p:ext uri="{BB962C8B-B14F-4D97-AF65-F5344CB8AC3E}">
        <p14:creationId xmlns:p14="http://schemas.microsoft.com/office/powerpoint/2010/main" val="55828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C113A2D-ED56-4188-9971-9070DC24EB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C9CEA8-5EB8-4190-9F4B-961A09E27F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AF2AD0B-5DD0-4836-94EA-3D549D2305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A85E71CF-B2C0-4653-B6D8-FAAF3BC808C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12B0F0-A362-4159-8E37-5DE5AB8F530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2FBE7F60-7CC5-4A93-9DC4-625684BC073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B4B10CD-5766-4A89-B214-434C07ECB27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A7C3944B-FEFD-4ED0-9871-96767F620CE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8D6D7E91-6BE7-4EA1-A51D-2E29DF5C057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87C768F3-1494-48FB-9BD7-200678631D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A44253E3-C49E-418E-B573-A6E420119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a:t>
            </a:r>
          </a:p>
        </p:txBody>
      </p:sp>
    </p:spTree>
    <p:extLst>
      <p:ext uri="{BB962C8B-B14F-4D97-AF65-F5344CB8AC3E}">
        <p14:creationId xmlns:p14="http://schemas.microsoft.com/office/powerpoint/2010/main" val="15231681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1F1FFD-F1DB-49C5-97B0-63E4100B3D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9BDB5E-D9B0-435F-B78C-40F3993D12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A0517EC-13A6-453E-BFAC-FAEF499F13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4" name="">
            <a:extLst xmlns:a="http://schemas.openxmlformats.org/drawingml/2006/main">
              <a:ext uri="{FF2B5EF4-FFF2-40B4-BE49-F238E27FC236}">
                <a16:creationId xmlns:a16="http://schemas.microsoft.com/office/drawing/2014/main" id="{CB97BEF4-E4D8-4509-8E97-A35640E662E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F339337-0115-4651-B146-114496D5308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E8CD4842-7B8A-495B-AE09-EBFCF40CE6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9</a:t>
            </a:r>
          </a:p>
        </p:txBody>
      </p:sp>
    </p:spTree>
    <p:extLst>
      <p:ext uri="{BB962C8B-B14F-4D97-AF65-F5344CB8AC3E}">
        <p14:creationId xmlns:p14="http://schemas.microsoft.com/office/powerpoint/2010/main" val="157402855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11215C-BE47-4934-864D-6B12140573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9830FD-1784-4F34-9BB5-A52A9C87B3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4C4E32E-1738-42E2-B796-CD41E89536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xmlns:a="http://schemas.openxmlformats.org/drawingml/2006/main">
              <a:ext uri="{FF2B5EF4-FFF2-40B4-BE49-F238E27FC236}">
                <a16:creationId xmlns:a16="http://schemas.microsoft.com/office/drawing/2014/main" id="{A6737344-D7FC-4023-AC8F-D6D5A50CBC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53A163-2F4B-4EE8-BF35-1CDFC9C03C6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xmlns:a="http://schemas.openxmlformats.org/drawingml/2006/main">
              <a:ext uri="{FF2B5EF4-FFF2-40B4-BE49-F238E27FC236}">
                <a16:creationId xmlns:a16="http://schemas.microsoft.com/office/drawing/2014/main" id="{7003C9D2-BEC2-4617-B1BC-0C45BDA9E8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B991EF-3E26-4302-974A-F624CB592D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xmlns:a="http://schemas.openxmlformats.org/drawingml/2006/main">
              <a:ext uri="{FF2B5EF4-FFF2-40B4-BE49-F238E27FC236}">
                <a16:creationId xmlns:a16="http://schemas.microsoft.com/office/drawing/2014/main" id="{D92C9D71-B6ED-421E-83A8-08386CB42D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BE8BD5-A798-4E56-BBD3-F181EFD06A3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xmlns:a="http://schemas.openxmlformats.org/drawingml/2006/main">
              <a:ext uri="{FF2B5EF4-FFF2-40B4-BE49-F238E27FC236}">
                <a16:creationId xmlns:a16="http://schemas.microsoft.com/office/drawing/2014/main" id="{D806C3FB-CD47-4388-84EA-F502DC182D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10</a:t>
            </a:r>
          </a:p>
        </p:txBody>
      </p:sp>
    </p:spTree>
    <p:extLst>
      <p:ext uri="{BB962C8B-B14F-4D97-AF65-F5344CB8AC3E}">
        <p14:creationId xmlns:p14="http://schemas.microsoft.com/office/powerpoint/2010/main" val="10044518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A58576-C15F-4F49-AC83-23F09169D2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EE4523-2288-4F5F-ABA0-47C2BDADD6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082E266-465F-4DD7-9BAB-D4C2A4734D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4F351AEF-D7F7-4C2E-B83F-BBDC3DCA73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DBF2EA-BAAB-4A3E-A62D-08F0233059F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D23C9C34-B9DF-4CE0-BFB2-4E7C3B01246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6AD2D3-C028-41C6-B41A-0C0DE070E1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1255B082-BCA2-4A2A-8E7E-2035C55A90A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944FAF-4940-4BFC-AF1E-6A555574A18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E0FCAD42-D2A6-4BD7-A18C-F79BB81A5D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11</a:t>
            </a:r>
          </a:p>
        </p:txBody>
      </p:sp>
    </p:spTree>
    <p:extLst>
      <p:ext uri="{BB962C8B-B14F-4D97-AF65-F5344CB8AC3E}">
        <p14:creationId xmlns:p14="http://schemas.microsoft.com/office/powerpoint/2010/main" val="24625015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71FAAC-98F5-42E6-8F7A-6E9E77D437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9A5D3F-A1C0-469C-AE19-AB80BB8B39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DDA4EE7-E731-4310-95A2-424474E729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19ED302F-81F2-4AA0-A893-79306111E1E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93F278-2938-46E1-BF89-FA2B682BDDB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640BDBE4-1F39-45BA-A214-59552DE950E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411F235-0EA9-42DE-88D4-0933220A84F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E43BEC9C-E68A-487A-A2AB-C3F84D35398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5FCFE8BC-C1E4-4E57-9C15-72FDF6B0F6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E61F5C15-D48C-4C28-851A-2DA92445CB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12</a:t>
            </a:r>
          </a:p>
        </p:txBody>
      </p:sp>
    </p:spTree>
    <p:extLst>
      <p:ext uri="{BB962C8B-B14F-4D97-AF65-F5344CB8AC3E}">
        <p14:creationId xmlns:p14="http://schemas.microsoft.com/office/powerpoint/2010/main" val="63442799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6A9C26-97E8-40B9-8FF8-15FB7135CD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4E5AE3-A2C2-4CC2-9284-C698B82BC3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3670BC8-5B24-4EA6-9830-70EC9BAA87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4" name="">
            <a:extLst xmlns:a="http://schemas.openxmlformats.org/drawingml/2006/main">
              <a:ext uri="{FF2B5EF4-FFF2-40B4-BE49-F238E27FC236}">
                <a16:creationId xmlns:a16="http://schemas.microsoft.com/office/drawing/2014/main" id="{78670A95-9D7C-4161-98FE-6365DF0B6D2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C9D5FD9-0760-4228-9076-1B9C42747F2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4A5E2C8F-0A59-40A3-8E96-271DBC8725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13</a:t>
            </a:r>
          </a:p>
        </p:txBody>
      </p:sp>
    </p:spTree>
    <p:extLst>
      <p:ext uri="{BB962C8B-B14F-4D97-AF65-F5344CB8AC3E}">
        <p14:creationId xmlns:p14="http://schemas.microsoft.com/office/powerpoint/2010/main" val="7280642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A5ECBA-8A2E-426D-9AA4-FE93514CCC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647D7D-BA6A-4103-8DC7-F514C1C327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52BE7C-999D-4938-9841-AAC8369017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127FBAA3-986D-4970-8A72-A8A9160ED6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984828-2BAA-4786-BB84-06F9780E99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6FC273BE-C8DD-4B82-9F49-7FF3688DCFF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3A892C-AD39-40C6-BA8F-0B96BEFD071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0E818AF3-21D9-4E87-AB2B-4CE8B0DF754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E9AB321-9F7E-4391-840E-113AD0BE1BA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B0EE336D-6F1B-4BB5-AF02-5659FAEBDA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14</a:t>
            </a:r>
          </a:p>
        </p:txBody>
      </p:sp>
    </p:spTree>
    <p:extLst>
      <p:ext uri="{BB962C8B-B14F-4D97-AF65-F5344CB8AC3E}">
        <p14:creationId xmlns:p14="http://schemas.microsoft.com/office/powerpoint/2010/main" val="90979902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BD838FB-6F30-40EF-A1B7-EF034785E6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B0A5CC-9129-4DD3-AAC6-AE3BBF90DD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DE2A3B-33D8-4762-95EB-053EFA00B1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E1AC6816-593B-4001-B7B2-503D8D8831A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899FA1-F8EA-40E6-80D3-F910007601F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6F386D9B-233A-4629-83EA-C28E42F2AD9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B39CDC7-73F7-41F5-B76C-9CA0BEE919C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097135A7-3E49-4382-BB13-FB7DCCF39A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5D6BE745-350E-4EDC-971D-12F2879FE8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15</a:t>
            </a:r>
          </a:p>
        </p:txBody>
      </p:sp>
    </p:spTree>
    <p:extLst>
      <p:ext uri="{BB962C8B-B14F-4D97-AF65-F5344CB8AC3E}">
        <p14:creationId xmlns:p14="http://schemas.microsoft.com/office/powerpoint/2010/main" val="177906455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3FB3662-94F9-4F85-B539-46EDA8F0E5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F32DCC-9022-4FD9-BF1B-3D08CC1AC3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E23F977-7E1F-44B3-8D16-77BC91134C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DCF41E53-0CB1-411A-8FF4-7B5565A7428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5583CC-2A77-4C4C-8DD5-D6E112D9873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841E3463-E100-4762-ABAF-BC82B546612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ECB430BC-3418-4FBB-AB3E-79D9104933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16</a:t>
            </a:r>
          </a:p>
        </p:txBody>
      </p:sp>
    </p:spTree>
    <p:extLst>
      <p:ext uri="{BB962C8B-B14F-4D97-AF65-F5344CB8AC3E}">
        <p14:creationId xmlns:p14="http://schemas.microsoft.com/office/powerpoint/2010/main" val="207293627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9A6EA6-C950-439F-BD90-D565D1157E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359DCB-3AD7-42CC-B049-8247D3827D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FCB927-E789-4002-A933-3DD515A8AD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21719BB6-62CC-4758-93AE-E1343B6E23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EF7AE6-4549-43C6-9179-1F5C01E1FC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436370B2-DFFC-49A0-A6C2-2F55616971B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8E9DB2-0C07-465B-BBD6-5D275FEDB28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3E3A88B2-6B4A-45C2-8EBF-BA559FB7111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A615DD-726B-4A66-AFAD-F318B87636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C9EE835C-39F6-459E-BD96-9D9373FF48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17</a:t>
            </a:r>
          </a:p>
        </p:txBody>
      </p:sp>
    </p:spTree>
    <p:extLst>
      <p:ext uri="{BB962C8B-B14F-4D97-AF65-F5344CB8AC3E}">
        <p14:creationId xmlns:p14="http://schemas.microsoft.com/office/powerpoint/2010/main" val="13735710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47F69A-8DB5-42FD-A1CC-723C33F9C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031F6F-4032-421C-822B-9D8E93C8CC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D2EB17-CF55-457C-A855-DDAD356DD1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AD61D5C6-1AFE-44DB-8BDF-4F92F5E458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13C79B-B461-4337-8ECE-8F836EEFE14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EF147BF7-FBA0-46E7-95A9-02F683CAF23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0D2DDA-5532-4200-A236-ED09C4CCB49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8F0B8238-9ACE-4150-80F4-692B1D1288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63CE90-D72B-432F-8734-4A31EBA30E5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0A7858B0-8129-4D96-A685-3CD0D341E7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18</a:t>
            </a:r>
          </a:p>
        </p:txBody>
      </p:sp>
    </p:spTree>
    <p:extLst>
      <p:ext uri="{BB962C8B-B14F-4D97-AF65-F5344CB8AC3E}">
        <p14:creationId xmlns:p14="http://schemas.microsoft.com/office/powerpoint/2010/main" val="120769572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46EC8C-A7BA-4B5C-B6BF-8975DF58D90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7317C4-AAF9-4863-8785-81D00FF1273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3" name="">
            <a:extLst xmlns:a="http://schemas.openxmlformats.org/drawingml/2006/main">
              <a:ext uri="{FF2B5EF4-FFF2-40B4-BE49-F238E27FC236}">
                <a16:creationId xmlns:a16="http://schemas.microsoft.com/office/drawing/2014/main" id="{EEC002E6-887C-446E-8B14-CEFB3D704DC5}"/>
              </a:ext>
            </a:extLst>
          </p:cNvPr>
          <p:cNvPicPr>
            <a:picLocks xmlns:a="http://schemas.openxmlformats.org/drawingml/2006/main" noChangeAspect="1"/>
          </p:cNvPicPr>
          <p:nvPr/>
        </p:nvPicPr>
        <p:blipFill>
          <a:blip xmlns:r="http://schemas.openxmlformats.org/officeDocument/2006/relationships" xmlns:a="http://schemas.openxmlformats.org/drawingml/2006/main" r:embed="Rbffb327bff1f4571"/>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51D4A58-4908-42D7-9342-FD7D052F5E1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DA83B3-3E26-4C50-9B01-A4FD5E76A0F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713F7A27-B191-4A3E-BCA7-A91CD7C34B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19</a:t>
            </a:r>
          </a:p>
        </p:txBody>
      </p:sp>
    </p:spTree>
    <p:extLst>
      <p:ext uri="{BB962C8B-B14F-4D97-AF65-F5344CB8AC3E}">
        <p14:creationId xmlns:p14="http://schemas.microsoft.com/office/powerpoint/2010/main" val="129856922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CACCA98-A0C4-4706-8B1B-AEF43E6BF5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C91FE4-5A31-4D47-9533-9B8CE88605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A0F0BF0-B936-43C5-BF16-E38D747D3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4" name="">
            <a:extLst xmlns:a="http://schemas.openxmlformats.org/drawingml/2006/main">
              <a:ext uri="{FF2B5EF4-FFF2-40B4-BE49-F238E27FC236}">
                <a16:creationId xmlns:a16="http://schemas.microsoft.com/office/drawing/2014/main" id="{A5C8C118-D79D-408E-B8DA-9C5CD4783D1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B2FB926-FB3C-44B7-AA18-97FC7A2D172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0D20D128-2798-456C-8CF1-DE719BF739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20</a:t>
            </a:r>
          </a:p>
        </p:txBody>
      </p:sp>
    </p:spTree>
    <p:extLst>
      <p:ext uri="{BB962C8B-B14F-4D97-AF65-F5344CB8AC3E}">
        <p14:creationId xmlns:p14="http://schemas.microsoft.com/office/powerpoint/2010/main" val="60501257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71C4BB2-1F68-4B4F-8BFD-D1982A0405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69077E-06AD-429E-A0E4-C4EE6B795D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89D27FE-3BD5-4F3B-9442-81405FC3E8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AC48933B-C735-422E-934C-6378EF23972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6B13DA-C4D1-456F-A17F-DDB306B4FC7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A3769776-CC21-4836-99CC-2E537AD86F0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CBEC81-33CB-488D-8C7D-C87F60C2ADF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2EEBA9F4-98E0-4250-A45C-C648C7CADD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7BF83B3-8A89-406D-A8DA-80183638EEA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EE2F4722-9EFD-41BF-90D8-6D33B485EDC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39020FC-E242-4D76-AF5A-89ED9C0D87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21</a:t>
            </a:r>
          </a:p>
        </p:txBody>
      </p:sp>
    </p:spTree>
    <p:extLst>
      <p:ext uri="{BB962C8B-B14F-4D97-AF65-F5344CB8AC3E}">
        <p14:creationId xmlns:p14="http://schemas.microsoft.com/office/powerpoint/2010/main" val="169328028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C0E44E6-4B59-426B-AEA5-444FF0F3E0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BE8D77-5906-4CCE-8D63-043877AABA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1D4C2DFD-623E-48E6-A7B4-1D85288470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16214572-3EE1-4E2F-BF38-EB7EF8FFFF6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F4DA9F-92E8-4E4A-8611-83AF6504E5EB}"/>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6E225869-6E18-4198-B56D-E2A92B17E92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E8D7444-AF0C-450D-97FD-58234D4B54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22</a:t>
            </a:r>
          </a:p>
        </p:txBody>
      </p:sp>
    </p:spTree>
    <p:extLst>
      <p:ext uri="{BB962C8B-B14F-4D97-AF65-F5344CB8AC3E}">
        <p14:creationId xmlns:p14="http://schemas.microsoft.com/office/powerpoint/2010/main" val="144151658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B1AF94-D49D-4275-8F2A-7DC05AD73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6F6FC6-A61C-461A-BE6C-5E1DF96F8C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C4AD487-3056-44E2-81AB-A9FD5140E1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4" name="">
            <a:extLst xmlns:a="http://schemas.openxmlformats.org/drawingml/2006/main">
              <a:ext uri="{FF2B5EF4-FFF2-40B4-BE49-F238E27FC236}">
                <a16:creationId xmlns:a16="http://schemas.microsoft.com/office/drawing/2014/main" id="{B7D60091-BE03-4853-826F-54B3EB961190}"/>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5958468-527B-4093-852D-CE95F1D00C2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44015FB6-99FA-41B7-9F46-BDCD119D1E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23</a:t>
            </a:r>
          </a:p>
        </p:txBody>
      </p:sp>
    </p:spTree>
    <p:extLst>
      <p:ext uri="{BB962C8B-B14F-4D97-AF65-F5344CB8AC3E}">
        <p14:creationId xmlns:p14="http://schemas.microsoft.com/office/powerpoint/2010/main" val="98370664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592B89-4A27-42F1-9803-F413614A33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19B944-02D7-4DED-89CF-DD1789DF44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F66B36-BBF7-4303-B389-DFEFB9BE96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1D3EEE6A-B81F-4EAF-9389-74570AF8802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FCA55C-6A5D-410B-99EA-6492A05698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3845189D-5762-41A0-8B2E-123B8B62E96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E579387-35E9-420F-9981-C68EBDFB6C8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05CCB9E6-FEA9-4F63-8473-BD388175DD9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FD3B5C0B-8608-495E-A35E-D27FDEE8A0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34B4BFF3-531F-4EC8-B67C-01B0DED8D4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24</a:t>
            </a:r>
          </a:p>
        </p:txBody>
      </p:sp>
    </p:spTree>
    <p:extLst>
      <p:ext uri="{BB962C8B-B14F-4D97-AF65-F5344CB8AC3E}">
        <p14:creationId xmlns:p14="http://schemas.microsoft.com/office/powerpoint/2010/main" val="155554647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B1222C-A86C-4D15-8C2B-A5B542A868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334DC2-CD4D-4131-B5C9-FC1130EF43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E99458-603C-4CCF-BEDA-9A6EEFFB7A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91B6E612-889B-4F6B-9A45-631BD9ADBB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F8D0A8-E063-4D75-AA85-A8F3DF9EDD0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66E22B0E-423F-43F5-AB33-7FAC2617523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DA7CB8-7374-45CD-B1F8-ADFFB1CDA6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2AB0F4F6-BEC6-4968-8433-51394B5AEFA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836F159-753B-4DAE-B8F2-743E3D4CB3C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320127DB-9C27-4BD6-855B-B499620149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25</a:t>
            </a:r>
          </a:p>
        </p:txBody>
      </p:sp>
    </p:spTree>
    <p:extLst>
      <p:ext uri="{BB962C8B-B14F-4D97-AF65-F5344CB8AC3E}">
        <p14:creationId xmlns:p14="http://schemas.microsoft.com/office/powerpoint/2010/main" val="121433993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E0BC2A-520E-4F9E-A613-D127B363EF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A81381-59B2-46A4-8F45-E149FA911F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D1CB3CA-5D48-494F-A3F7-C4EA7E6985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9E445BCC-2872-4A0D-8DD2-857B149DC0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CC5915-85E5-4F30-8764-246D2666CC3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887D6726-1E8F-45E8-8123-D58179C81D9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C2780EE-C372-4834-A6D1-F62CBA28D6B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48AC0A6E-C544-40EA-9E64-F20F50E33F9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6BF521B1-89D8-4429-924F-B23402CA946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16916A74-4BAD-4B90-997D-7CC4D6F6C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26</a:t>
            </a:r>
          </a:p>
        </p:txBody>
      </p:sp>
    </p:spTree>
    <p:extLst>
      <p:ext uri="{BB962C8B-B14F-4D97-AF65-F5344CB8AC3E}">
        <p14:creationId xmlns:p14="http://schemas.microsoft.com/office/powerpoint/2010/main" val="67408498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34F9B0-01ED-47C8-92F6-7F923A05B9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1B396C-3F5B-4427-952A-4C1F92F206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D8F0D17-47AF-4859-991A-6244767017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4" name="">
            <a:extLst xmlns:a="http://schemas.openxmlformats.org/drawingml/2006/main">
              <a:ext uri="{FF2B5EF4-FFF2-40B4-BE49-F238E27FC236}">
                <a16:creationId xmlns:a16="http://schemas.microsoft.com/office/drawing/2014/main" id="{0516133B-1755-427B-A389-6DED6850AC0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843554C-38FF-49FF-9B78-FD3CFEC8F1B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7507C7BA-B040-4ED1-AA28-D3F9DC0910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27</a:t>
            </a:r>
          </a:p>
        </p:txBody>
      </p:sp>
    </p:spTree>
    <p:extLst>
      <p:ext uri="{BB962C8B-B14F-4D97-AF65-F5344CB8AC3E}">
        <p14:creationId xmlns:p14="http://schemas.microsoft.com/office/powerpoint/2010/main" val="123820731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4C6194-0C62-40FE-94F4-71E6E1F55B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205FC2-EDA1-4F20-A5BF-93F7D576DD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28D25D-6B16-4FFD-9F82-CC6EF1D4EF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B47DBDBD-7BA5-47E8-91B2-74ED9EACB8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0D4400-31EF-417A-8AB0-B1A2EC59906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ACA64CCF-08CB-4AA1-81E3-4DAC8887113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43CF3E-19E7-490C-9912-A6D2AC0CFD9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27FE9970-0E6C-4D78-8C6A-4EF59D2AFE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775A99-A608-4570-BA67-4FFA09D75B4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26D12BDD-4414-40F2-89A4-1239A64F76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28</a:t>
            </a:r>
          </a:p>
        </p:txBody>
      </p:sp>
    </p:spTree>
    <p:extLst>
      <p:ext uri="{BB962C8B-B14F-4D97-AF65-F5344CB8AC3E}">
        <p14:creationId xmlns:p14="http://schemas.microsoft.com/office/powerpoint/2010/main" val="28061309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371BF5-F091-46C3-A6B5-BA545FE684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C9A423-32C9-4F44-9720-249F31988C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DE0E42E-795B-4A9D-B045-C38C169CE0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4" name="">
            <a:extLst xmlns:a="http://schemas.openxmlformats.org/drawingml/2006/main">
              <a:ext uri="{FF2B5EF4-FFF2-40B4-BE49-F238E27FC236}">
                <a16:creationId xmlns:a16="http://schemas.microsoft.com/office/drawing/2014/main" id="{2BA4CE95-9ECD-48A3-8028-C0FF8EEFD381}"/>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95C5F5FA-2AD4-4397-BC93-A2B04228012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7E34F32A-BBBD-430B-88D4-767B8A3623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29</a:t>
            </a:r>
          </a:p>
        </p:txBody>
      </p:sp>
    </p:spTree>
    <p:extLst>
      <p:ext uri="{BB962C8B-B14F-4D97-AF65-F5344CB8AC3E}">
        <p14:creationId xmlns:p14="http://schemas.microsoft.com/office/powerpoint/2010/main" val="47322868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F5846B-D569-479A-AB34-3DCBE01022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8E0F0A-633F-4832-88B6-6DEA45537C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E9EAF9-8D4D-4887-8046-E496B4996B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EBD4B9BA-7225-42B3-932D-F251104BF7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DBBF8A-3998-4995-84E5-6C023BE34B4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C7FFF6D2-7A69-44C8-861D-A28D669960E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E45FE7-2E73-4A91-9ABC-857A14B99C1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C9419A0C-6869-41EE-B158-9DC0EAAB35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E1883A-ACAD-4E00-BB82-1435C0FE71A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26AB834C-DA6C-4974-9044-C6122ADEE8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30</a:t>
            </a:r>
          </a:p>
        </p:txBody>
      </p:sp>
    </p:spTree>
    <p:extLst>
      <p:ext uri="{BB962C8B-B14F-4D97-AF65-F5344CB8AC3E}">
        <p14:creationId xmlns:p14="http://schemas.microsoft.com/office/powerpoint/2010/main" val="59951625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BC30BA2-647D-4938-9056-9DAB99E7E4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9A5C56-FD60-4960-94CF-A267D8264C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A289BC-29D1-4E87-B972-338F478471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03709642-7D1C-478A-A43F-6D110B837CC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B1B523-E4FD-43C2-BCC9-ED18E29F4BD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5686F1D1-A64E-4521-B7CC-74A5DE1E0AC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2ED0E48-A649-41E0-B73B-CFB095F94EB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C841962F-924B-424A-8E87-64BBCB266EF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065387FB-3550-4013-9C1E-EDB3009CF0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31</a:t>
            </a:r>
          </a:p>
        </p:txBody>
      </p:sp>
    </p:spTree>
    <p:extLst>
      <p:ext uri="{BB962C8B-B14F-4D97-AF65-F5344CB8AC3E}">
        <p14:creationId xmlns:p14="http://schemas.microsoft.com/office/powerpoint/2010/main" val="213854656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28630D-9D67-44EE-B989-D01070486E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5628B9-55A3-493A-AAFA-400C9E26FD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BE5F5D-C960-47D2-8C98-A9DDB8A6B1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45A740D0-3538-4A78-98EE-EAA0FCC7D6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37A5F4-B544-49B8-9E58-60F3B8F4BE8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8284724C-0581-425F-9F83-BBC3ACB307F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5CB0A7-2E09-40AD-9F27-B66B09D3D3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A80F49A6-0493-4783-BFCD-1776F42505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2C06E7-3A2D-4A75-86E1-03EDBDE3A4F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F83E4517-4D69-44E4-90D7-39EEEB5134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32</a:t>
            </a:r>
          </a:p>
        </p:txBody>
      </p:sp>
    </p:spTree>
    <p:extLst>
      <p:ext uri="{BB962C8B-B14F-4D97-AF65-F5344CB8AC3E}">
        <p14:creationId xmlns:p14="http://schemas.microsoft.com/office/powerpoint/2010/main" val="80003863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91A725-649D-40BD-B39F-DF74E88076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9E70D6-F4A8-4833-BA97-45176ACEA1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6F3BB73-81CE-4AFA-BBFC-045A837F71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791906BC-938C-494E-9045-5D438B7AAE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FDA5DB-0DD5-4CBD-9178-760DCEB00DA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B5594F0B-960E-4FCA-BB36-CB732F9C051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AA7D494-8A51-4E3E-AF0F-C8E994C703E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EB051C42-44FC-47A1-8AD9-7FF022A927B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E2713FE5-A257-47FD-B7DC-688B45015AA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5F8F0B43-3C41-4E8E-8709-D4BD0C29C5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33</a:t>
            </a:r>
          </a:p>
        </p:txBody>
      </p:sp>
    </p:spTree>
    <p:extLst>
      <p:ext uri="{BB962C8B-B14F-4D97-AF65-F5344CB8AC3E}">
        <p14:creationId xmlns:p14="http://schemas.microsoft.com/office/powerpoint/2010/main" val="123147422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2B0673-0787-44D9-B1C1-7FE7F04C51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DEDA97-B536-4C6F-9152-54F8B4194D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C65C34E-9411-4DAF-85F7-80C47EE902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073CE71D-5A4B-4500-99BF-26418DB9D73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C2C403-C469-4D7D-BB31-548807B2C88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DC4E2B3D-8AD8-4D85-8DF2-0990E69C470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60AEC65-80F2-4E28-B2EF-35CABD6B291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7838EBA7-ED29-446E-9379-709EE50A534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1D3B2893-29CD-47D7-8626-A1330B71D7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34</a:t>
            </a:r>
          </a:p>
        </p:txBody>
      </p:sp>
    </p:spTree>
    <p:extLst>
      <p:ext uri="{BB962C8B-B14F-4D97-AF65-F5344CB8AC3E}">
        <p14:creationId xmlns:p14="http://schemas.microsoft.com/office/powerpoint/2010/main" val="12772115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0D5252D-9C51-465C-8685-B56DCD68DA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BB1B0E-1CD1-48CB-ABAF-294E145F39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679F5B0-CFC2-426D-9B1C-406C76D7E3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4" name="">
            <a:extLst xmlns:a="http://schemas.openxmlformats.org/drawingml/2006/main">
              <a:ext uri="{FF2B5EF4-FFF2-40B4-BE49-F238E27FC236}">
                <a16:creationId xmlns:a16="http://schemas.microsoft.com/office/drawing/2014/main" id="{4D57A584-CC0E-4B18-82D6-4EA78D679A9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3930427-44AF-4BAC-9B8B-880F76BEC13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4006E969-4280-417A-94FE-CAF77710C1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35</a:t>
            </a:r>
          </a:p>
        </p:txBody>
      </p:sp>
    </p:spTree>
    <p:extLst>
      <p:ext uri="{BB962C8B-B14F-4D97-AF65-F5344CB8AC3E}">
        <p14:creationId xmlns:p14="http://schemas.microsoft.com/office/powerpoint/2010/main" val="174769236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2BDA0F-BA4A-4917-BE3C-0CDBB024FC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BDB304-5BF2-46FB-9938-4A28A61F4A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2261EC-7C73-41C5-83B6-DD32B3BC77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C6F25558-5962-4D9B-BF9A-667A363E78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70363DF-F245-4082-B028-54A062724D3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65687D9F-ECE0-4C54-89C7-2885991A1A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FA726D-D69A-4E9B-B5F7-A703D15A8A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973A11C2-E7D7-4BA4-B430-B6EEC49265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7C0A0D-2A3E-4873-B4AB-328372AF47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C9F5CE9B-96FB-43BA-A7E1-F2E414282B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36</a:t>
            </a:r>
          </a:p>
        </p:txBody>
      </p:sp>
    </p:spTree>
    <p:extLst>
      <p:ext uri="{BB962C8B-B14F-4D97-AF65-F5344CB8AC3E}">
        <p14:creationId xmlns:p14="http://schemas.microsoft.com/office/powerpoint/2010/main" val="202933994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7FC372-D145-4500-8480-9D283978ED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AAAEBA-2D6A-476D-B5C7-23143E3368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754FC5-8EDC-461D-836E-FF909C15A3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F88DA67A-E56E-4FDE-B3E0-37FCD16B348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B68C0E-18FC-4E5B-B989-D9C89D3AEA8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089EC680-24FF-4844-9114-71F16B16A4A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167018-9D57-408B-A371-7DD6EB5BF1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0E7B3EC5-F805-496F-BD84-F0CF36E2E1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377400-BE75-41D0-A42D-3190B57953A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FD88A8F0-CA19-4643-844D-99A749E180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37</a:t>
            </a:r>
          </a:p>
        </p:txBody>
      </p:sp>
    </p:spTree>
    <p:extLst>
      <p:ext uri="{BB962C8B-B14F-4D97-AF65-F5344CB8AC3E}">
        <p14:creationId xmlns:p14="http://schemas.microsoft.com/office/powerpoint/2010/main" val="145075034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5ABDB2-1656-4200-9BAD-BE61E6B25F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3D0300-202A-4068-AA27-F1662EEDDD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FEDCD1A-743D-468A-9C0C-881139F343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484F942C-CF02-4C81-A420-A7F92E67D9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E273EB-6C3F-453F-8BEA-E4A5F01DDF2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62373AAC-1A47-4880-B27B-556A987E732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685748C-0F84-4AFA-AF85-C149F7742A2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56A44412-473A-4334-9696-90C0A1AAA39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8D13C3C7-DDA2-4CBC-886C-046466F7C0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2C5AC39E-E69D-4E34-8493-7E73061856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38</a:t>
            </a:r>
          </a:p>
        </p:txBody>
      </p:sp>
    </p:spTree>
    <p:extLst>
      <p:ext uri="{BB962C8B-B14F-4D97-AF65-F5344CB8AC3E}">
        <p14:creationId xmlns:p14="http://schemas.microsoft.com/office/powerpoint/2010/main" val="62738255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0FBE77-5F22-48A4-8771-33168E4A89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D9BDED-4D04-455C-BF1E-FC3C7A6A5A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7DB3C3-3B95-4FCE-A96F-548DB654AC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F029E033-2646-4187-8276-5DF748C912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936B4B-08C1-42C4-878F-88C14D1AC4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FD34799A-39F1-449B-80FA-B1D51122F0E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C18189-E4EE-43B7-AA4C-5C4D9421905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B7C28603-CBC0-4417-8C07-D3A94981FC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B2A23E-6E32-43AF-83F1-C197A76AE07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562825AA-AE09-4057-A23B-FA3ECE26DC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39</a:t>
            </a:r>
          </a:p>
        </p:txBody>
      </p:sp>
    </p:spTree>
    <p:extLst>
      <p:ext uri="{BB962C8B-B14F-4D97-AF65-F5344CB8AC3E}">
        <p14:creationId xmlns:p14="http://schemas.microsoft.com/office/powerpoint/2010/main" val="190193459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3EFA7B-F75F-48C4-8A4F-0045999845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2A88CD-9952-4451-8B3A-DA19587A95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83D0A4-9B18-4FD1-81ED-57B6CA6E2C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BF3B5386-2C1E-4813-A8B9-F55AFB97ACD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8506A3-1381-4C7F-A5D6-F8342974D43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72E2B4FD-3893-4E91-B39F-D475366C79E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131382F-95D7-4879-BDC0-B12FE489A19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8247127E-34A0-4C50-B289-942F6B5E2D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90C4CDBE-D31A-42C3-809E-EEA0862AF1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40</a:t>
            </a:r>
          </a:p>
        </p:txBody>
      </p:sp>
    </p:spTree>
    <p:extLst>
      <p:ext uri="{BB962C8B-B14F-4D97-AF65-F5344CB8AC3E}">
        <p14:creationId xmlns:p14="http://schemas.microsoft.com/office/powerpoint/2010/main" val="111991889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AA1CE5-F765-4A8B-8CE8-E75A19A3E2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70DEE0-451D-4AD1-BB4A-71B806DD48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35DD42-9EA0-4621-8218-742E1590CA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2F6734B0-3628-478F-9466-5198BF0ED9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C257EB-2421-4FF6-A77C-FB6150C1ED4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1F2FBFE9-D775-4872-9795-85145E612D0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2F27EA-53BF-4664-A8AB-0E8AA794E54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CAB91FC5-1938-4CD3-9FEE-16A01606B8F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A3A6FE-B194-4F46-AF1F-A934EEA388F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442AFC27-4CC1-4638-AE59-F761C6BA56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41</a:t>
            </a:r>
          </a:p>
        </p:txBody>
      </p:sp>
    </p:spTree>
    <p:extLst>
      <p:ext uri="{BB962C8B-B14F-4D97-AF65-F5344CB8AC3E}">
        <p14:creationId xmlns:p14="http://schemas.microsoft.com/office/powerpoint/2010/main" val="18183307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69B3AB-B23B-4097-A578-59191D1C15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F386D3-4BAC-45EA-AD75-B260A513AE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63BA33-CAA6-4E9B-B98F-BC22E8D6BE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01A73B18-E076-4CC1-A1C6-338F3497EC1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7733AE-3F82-43C6-BBF7-7BFAD454A9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5DCC6ABD-EC19-42C2-AB46-43CEC579535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F24D89F-77CE-4DDE-9950-EC395633614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A1A12EAF-2944-472A-BD40-39232589483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FE07878F-85D6-4F8E-8122-B091AE4F43B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047E5D54-B659-4B05-A4A4-A2E7C1AEB8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42</a:t>
            </a:r>
          </a:p>
        </p:txBody>
      </p:sp>
    </p:spTree>
    <p:extLst>
      <p:ext uri="{BB962C8B-B14F-4D97-AF65-F5344CB8AC3E}">
        <p14:creationId xmlns:p14="http://schemas.microsoft.com/office/powerpoint/2010/main" val="81568203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C4EF04-0D83-403D-B1AA-9D9107C02B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EFC6B1-F99D-419F-8977-E275DC0022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E24E455-758E-4796-9F89-67B008742B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4" name="">
            <a:extLst xmlns:a="http://schemas.openxmlformats.org/drawingml/2006/main">
              <a:ext uri="{FF2B5EF4-FFF2-40B4-BE49-F238E27FC236}">
                <a16:creationId xmlns:a16="http://schemas.microsoft.com/office/drawing/2014/main" id="{8A1242CE-17F6-4A04-BA42-366E6548CFF2}"/>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5876017-A2FF-4CBE-9806-9C8B4AB6F2B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422017D0-DB89-49DE-97D0-1BAB91BBEB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43</a:t>
            </a:r>
          </a:p>
        </p:txBody>
      </p:sp>
    </p:spTree>
    <p:extLst>
      <p:ext uri="{BB962C8B-B14F-4D97-AF65-F5344CB8AC3E}">
        <p14:creationId xmlns:p14="http://schemas.microsoft.com/office/powerpoint/2010/main" val="43071623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11A2D7-47D4-4E8C-B032-9723AC3099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6F3788-686A-4DBA-8722-0134D6DF34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501B26-7A54-48C2-8D0B-B94BE183C1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D5315BB3-6BF0-45A3-A5F7-B614681757F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2E3D28-8CDC-4005-B95A-8CF3994C5EF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9C1C03E-868D-4602-BF2C-D483F183B8F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70F38983-40ED-4E2B-8805-2FEFE09C04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F942F008-32B1-4D00-85E8-8336AF82B7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44</a:t>
            </a:r>
          </a:p>
        </p:txBody>
      </p:sp>
    </p:spTree>
    <p:extLst>
      <p:ext uri="{BB962C8B-B14F-4D97-AF65-F5344CB8AC3E}">
        <p14:creationId xmlns:p14="http://schemas.microsoft.com/office/powerpoint/2010/main" val="209954704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49C94A-806D-4C1E-ADC6-99A0379ED2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5B90FC-7588-4FB9-98EB-AA0CB3A258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778F11-BC37-4FB2-84CD-1C895572A0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1DA6EAE3-2C7F-4B5E-9728-7D45D7D0F7B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101234-0860-4541-B28E-7D24FD2925E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BD1F0378-96D0-46DA-B1F1-35BFB73754F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55337E-B6D5-4855-9E6E-4BD29DAC050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FBA45AE3-2AC6-4591-B431-E0E0EA984E1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421F1F72-C34A-4627-A2B5-ABB33322987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AD2549B1-F2B9-4802-8875-BF14CBB0AE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45</a:t>
            </a:r>
          </a:p>
        </p:txBody>
      </p:sp>
    </p:spTree>
    <p:extLst>
      <p:ext uri="{BB962C8B-B14F-4D97-AF65-F5344CB8AC3E}">
        <p14:creationId xmlns:p14="http://schemas.microsoft.com/office/powerpoint/2010/main" val="80143144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7233384-CD30-4185-99A8-ECBA3A166CD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847A2E-E198-40CD-B3D2-509D83BCDC1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3" name="">
            <a:extLst xmlns:a="http://schemas.openxmlformats.org/drawingml/2006/main">
              <a:ext uri="{FF2B5EF4-FFF2-40B4-BE49-F238E27FC236}">
                <a16:creationId xmlns:a16="http://schemas.microsoft.com/office/drawing/2014/main" id="{8F7979D7-613F-4430-8A3E-D9C2DDBF625B}"/>
              </a:ext>
            </a:extLst>
          </p:cNvPr>
          <p:cNvPicPr>
            <a:picLocks xmlns:a="http://schemas.openxmlformats.org/drawingml/2006/main" noChangeAspect="1"/>
          </p:cNvPicPr>
          <p:nvPr/>
        </p:nvPicPr>
        <p:blipFill>
          <a:blip xmlns:r="http://schemas.openxmlformats.org/officeDocument/2006/relationships" xmlns:a="http://schemas.openxmlformats.org/drawingml/2006/main" r:embed="R4893b51fa1684f6b"/>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FCD4349-DE74-4852-8579-BA9FBEBFBD7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B95E0B-3562-4B1D-BDBB-BBA0C53795D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3DCE3B24-706A-4913-A07E-D4DA7F9D24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46</a:t>
            </a:r>
          </a:p>
        </p:txBody>
      </p:sp>
    </p:spTree>
    <p:extLst>
      <p:ext uri="{BB962C8B-B14F-4D97-AF65-F5344CB8AC3E}">
        <p14:creationId xmlns:p14="http://schemas.microsoft.com/office/powerpoint/2010/main" val="200527853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441C462-1339-4C63-BF66-22E99E5860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034957-14A1-410E-A013-DC15F90EF5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0C2BFF3-065D-48C2-9A16-872311AECC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1760B436-DE9D-455B-B2BE-1D31043E59D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E32802-BCA7-4D7D-BC7F-95D05DCE310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CDA00027-DA9F-4BAE-B7DD-C9635699E97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DC14B9F7-8A49-4E1A-9F9E-FE142C354D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47</a:t>
            </a:r>
          </a:p>
        </p:txBody>
      </p:sp>
    </p:spTree>
    <p:extLst>
      <p:ext uri="{BB962C8B-B14F-4D97-AF65-F5344CB8AC3E}">
        <p14:creationId xmlns:p14="http://schemas.microsoft.com/office/powerpoint/2010/main" val="137780584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91973E-A853-4F6C-AE91-515DA5B578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6428A3-C320-4A08-8768-E22EB2DC53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018689-6E6F-47C5-B458-FBE43D7309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ABA8C424-CA80-46D7-95CD-C4ED0804F7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4F2E3C-C298-450B-9F44-11EAE5449CA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1A3E90A9-8522-4703-8201-87433AF2575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F11ADF-4FAA-43F6-9851-BC07068C349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8477E6E8-3483-4FE1-9947-32001A9861E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BBE5AA-F9C8-49E5-869D-DD64010DDD5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55E2F9DD-A944-4373-BDA4-A2CC5A4DE3B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D5EABC-6EBB-4200-84D4-97655EEE3B4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9D92B031-CD5B-4069-8920-FE1EB500B5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48</a:t>
            </a:r>
          </a:p>
        </p:txBody>
      </p:sp>
    </p:spTree>
    <p:extLst>
      <p:ext uri="{BB962C8B-B14F-4D97-AF65-F5344CB8AC3E}">
        <p14:creationId xmlns:p14="http://schemas.microsoft.com/office/powerpoint/2010/main" val="105125227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F7672E-3F15-4C68-BFEF-0066B46010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CF019F-C3BD-4090-8BCE-1219F025A2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59EA244-2C84-4B91-B486-923D947F1B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4" name="">
            <a:extLst xmlns:a="http://schemas.openxmlformats.org/drawingml/2006/main">
              <a:ext uri="{FF2B5EF4-FFF2-40B4-BE49-F238E27FC236}">
                <a16:creationId xmlns:a16="http://schemas.microsoft.com/office/drawing/2014/main" id="{468A8AFE-1BA9-481D-8424-1486B5574E20}"/>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5062B1E1-03CD-4ABC-990A-90AC613BE19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C39B4683-C153-4531-BB3F-B322BE8D55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49</a:t>
            </a:r>
          </a:p>
        </p:txBody>
      </p:sp>
    </p:spTree>
    <p:extLst>
      <p:ext uri="{BB962C8B-B14F-4D97-AF65-F5344CB8AC3E}">
        <p14:creationId xmlns:p14="http://schemas.microsoft.com/office/powerpoint/2010/main" val="128411807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B9232B-7D87-466A-8CE1-5C2A60B790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9B81A3-37DA-4BB3-9DD6-A338E73CB7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84828C-BD7C-4FD7-95E8-51266E496C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B5332B75-E84C-43EF-8AF1-820ECA3164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49F135-E78B-485B-B137-093F7F848AD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34CB23B5-5653-42CD-82E6-1D416964660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1ADBBC-A1DD-4A19-A9E9-A8715C66B4D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82512148-51F2-4C01-8F9C-4496C2E66DF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AEEF8E-D887-453E-80D0-4B581D19939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CF7B58DD-A193-47C2-8772-3366F32907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50</a:t>
            </a:r>
          </a:p>
        </p:txBody>
      </p:sp>
    </p:spTree>
    <p:extLst>
      <p:ext uri="{BB962C8B-B14F-4D97-AF65-F5344CB8AC3E}">
        <p14:creationId xmlns:p14="http://schemas.microsoft.com/office/powerpoint/2010/main" val="174039325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79399F-D956-4A22-8F38-97EE9F70B4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321CAF-DFFD-4082-B327-874F224BAC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60CEBA-8739-48C5-A6EB-BF37B12EE9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6D0AB665-1381-4A96-8C70-8F0D37EB075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6B03F3-DD7C-4CE4-B2E1-55BBE400E9D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94C780D0-01BB-49C0-BC06-C79E9BB55A9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B3FD06F8-C245-4A4F-A53B-BF98354D16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51</a:t>
            </a:r>
          </a:p>
        </p:txBody>
      </p:sp>
    </p:spTree>
    <p:extLst>
      <p:ext uri="{BB962C8B-B14F-4D97-AF65-F5344CB8AC3E}">
        <p14:creationId xmlns:p14="http://schemas.microsoft.com/office/powerpoint/2010/main" val="174902310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2182B6-3E68-4A31-BA13-23306C0688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1C97F0-0CF9-4E3A-9958-0914F1E98E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CC37AC-F4EE-42F5-88DE-D37C024B9A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936C1230-069B-4DAA-B633-4E5EF6C683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151B1C-4208-4EC2-8FC5-C64C19B6392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site_inspection_log.csv</a:t>
            </a:r>
          </a:p>
        </p:txBody>
      </p:sp>
      <p:sp>
        <p:nvSpPr>
          <p:cNvPr id="6" name="">
            <a:extLst xmlns:a="http://schemas.openxmlformats.org/drawingml/2006/main">
              <a:ext uri="{FF2B5EF4-FFF2-40B4-BE49-F238E27FC236}">
                <a16:creationId xmlns:a16="http://schemas.microsoft.com/office/drawing/2014/main" id="{7CDE746B-A239-40E9-B1D6-2661B1787D8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6F4159-F7ED-4C03-80D4-B7C1E96C0DC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crack_width_mm (millimetres); group by structure_id.</a:t>
            </a:r>
          </a:p>
        </p:txBody>
      </p:sp>
      <p:sp>
        <p:nvSpPr>
          <p:cNvPr id="8" name="">
            <a:extLst xmlns:a="http://schemas.openxmlformats.org/drawingml/2006/main">
              <a:ext uri="{FF2B5EF4-FFF2-40B4-BE49-F238E27FC236}">
                <a16:creationId xmlns:a16="http://schemas.microsoft.com/office/drawing/2014/main" id="{ABD29EFC-B26B-4FAA-9C5F-734EEBC927C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422693A-3996-4093-8148-C39EA4674D0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068C4207-9143-4C3E-861B-2A834D79CA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52</a:t>
            </a:r>
          </a:p>
        </p:txBody>
      </p:sp>
    </p:spTree>
    <p:extLst>
      <p:ext uri="{BB962C8B-B14F-4D97-AF65-F5344CB8AC3E}">
        <p14:creationId xmlns:p14="http://schemas.microsoft.com/office/powerpoint/2010/main" val="180389191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3B0907-5989-4DFE-AFA0-38C9DCF29A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88E19C-DB63-4DD0-B6B2-08540D055F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07FBD-2CA2-4E23-BEE4-1DEE5E8EF0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52AC5623-97B8-45FE-950C-1B72D655CB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609229-C0DC-4EC8-91C0-5D4ED9D7FA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site_inspection_log.csv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E24EB784-E2D2-464F-AA21-971977FB4EC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0A4A86-3251-467A-9C95-2A315C36FE6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693D14D5-1FED-4546-96F7-3F4DA7A2C00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D49C17-E364-45C6-9F72-B49DF19E82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03BEF720-259F-4274-A25D-BC9EA8F61B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53</a:t>
            </a:r>
          </a:p>
        </p:txBody>
      </p:sp>
    </p:spTree>
    <p:extLst>
      <p:ext uri="{BB962C8B-B14F-4D97-AF65-F5344CB8AC3E}">
        <p14:creationId xmlns:p14="http://schemas.microsoft.com/office/powerpoint/2010/main" val="134948266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96E152-1E8C-4125-B8C8-B54D43E99C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F071AA-5AA0-40AE-8E4D-8AA4E85D4C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45461D-982E-4D86-870B-3F39E6576E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C383ABAC-799D-425E-9675-CB981B88B1E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D2E1DE-2807-4BE6-8544-6B5510B477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B3602A7B-371A-427A-B4FE-72FB6637E3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B2EAE8-CD85-48FF-B762-009E82017FA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65852224-F5A7-4624-A133-2E1C3CA8F8A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8189DA-F925-446B-B913-BA2C559F54A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942D0604-449D-4C6F-A6F0-71CA9EBEA1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54</a:t>
            </a:r>
          </a:p>
        </p:txBody>
      </p:sp>
    </p:spTree>
    <p:extLst>
      <p:ext uri="{BB962C8B-B14F-4D97-AF65-F5344CB8AC3E}">
        <p14:creationId xmlns:p14="http://schemas.microsoft.com/office/powerpoint/2010/main" val="1813391535"/>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B03E44-3B6C-4C23-BC79-7EB8F9954A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25E66D-A9CC-4009-A80B-C1E86EC505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C187534-7133-4465-948C-9A727BF787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BB42F809-F5DE-4B61-9115-7E1709B0269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5988C3-A3CC-4581-88E3-BD83AE5F64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3" b="0">
                <a:solidFill>
                  <a:srgbClr val="F4F7FA"/>
                </a:solidFill>
                <a:latin typeface="Courier New"/>
                <a:ea typeface="Courier New"/>
                <a:cs typeface="Courier New"/>
              </a:defRPr>
            </a:defPPr>
            <a:lvl1pPr>
              <a:defRPr sz="2173" b="0">
                <a:solidFill>
                  <a:srgbClr val="F4F7FA"/>
                </a:solidFill>
                <a:latin typeface="Courier New"/>
                <a:ea typeface="Courier New"/>
                <a:cs typeface="Courier New"/>
              </a:defRPr>
            </a:lvl1pPr>
            <a:lvl2pPr>
              <a:defRPr sz="2173" b="0">
                <a:solidFill>
                  <a:srgbClr val="F4F7FA"/>
                </a:solidFill>
                <a:latin typeface="Courier New"/>
                <a:ea typeface="Courier New"/>
                <a:cs typeface="Courier New"/>
              </a:defRPr>
            </a:lvl2pPr>
            <a:lvl3pPr>
              <a:defRPr sz="2173" b="0">
                <a:solidFill>
                  <a:srgbClr val="F4F7FA"/>
                </a:solidFill>
                <a:latin typeface="Courier New"/>
                <a:ea typeface="Courier New"/>
                <a:cs typeface="Courier New"/>
              </a:defRPr>
            </a:lvl3pPr>
            <a:lvl4pPr>
              <a:defRPr sz="2173" b="0">
                <a:solidFill>
                  <a:srgbClr val="F4F7FA"/>
                </a:solidFill>
                <a:latin typeface="Courier New"/>
                <a:ea typeface="Courier New"/>
                <a:cs typeface="Courier New"/>
              </a:defRPr>
            </a:lvl4pPr>
            <a:lvl5pPr>
              <a:defRPr sz="2173" b="0">
                <a:solidFill>
                  <a:srgbClr val="F4F7FA"/>
                </a:solidFill>
                <a:latin typeface="Courier New"/>
                <a:ea typeface="Courier New"/>
                <a:cs typeface="Courier New"/>
              </a:defRPr>
            </a:lvl5pPr>
            <a:lvl6pPr>
              <a:defRPr sz="2173" b="0">
                <a:solidFill>
                  <a:srgbClr val="F4F7FA"/>
                </a:solidFill>
                <a:latin typeface="Courier New"/>
                <a:ea typeface="Courier New"/>
                <a:cs typeface="Courier New"/>
              </a:defRPr>
            </a:lvl6pPr>
            <a:lvl7pPr>
              <a:defRPr sz="2173" b="0">
                <a:solidFill>
                  <a:srgbClr val="F4F7FA"/>
                </a:solidFill>
                <a:latin typeface="Courier New"/>
                <a:ea typeface="Courier New"/>
                <a:cs typeface="Courier New"/>
              </a:defRPr>
            </a:lvl7pPr>
            <a:lvl8pPr>
              <a:defRPr sz="2173" b="0">
                <a:solidFill>
                  <a:srgbClr val="F4F7FA"/>
                </a:solidFill>
                <a:latin typeface="Courier New"/>
                <a:ea typeface="Courier New"/>
                <a:cs typeface="Courier New"/>
              </a:defRPr>
            </a:lvl8pPr>
            <a:lvl9pPr>
              <a:defRPr sz="2173" b="0">
                <a:solidFill>
                  <a:srgbClr val="F4F7FA"/>
                </a:solidFill>
                <a:latin typeface="Courier New"/>
                <a:ea typeface="Courier New"/>
                <a:cs typeface="Courier New"/>
              </a:defRPr>
            </a:lvl9pPr>
          </a:lstStyle>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import</a:t>
            </a:r>
            <a:r>
              <a:rPr sz="2173" b="0">
                <a:solidFill>
                  <a:srgbClr val="F4F7FA"/>
                </a:solidFill>
                <a:latin typeface="Courier New"/>
                <a:ea typeface="Courier New"/>
                <a:cs typeface="Courier New"/>
              </a:rPr>
              <a:t> csv</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with open("site_inspection_log.csv", newline="") as 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rows = list(csv.DictReader(source))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print(rows[0])</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D535220E-D6EC-4855-9A1A-00E38368BBD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177791F4-1E5C-43D2-B954-F237F7C61C3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781BF4C1-7200-433A-B251-C4BA8D3AD5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55</a:t>
            </a:r>
          </a:p>
        </p:txBody>
      </p:sp>
    </p:spTree>
    <p:extLst>
      <p:ext uri="{BB962C8B-B14F-4D97-AF65-F5344CB8AC3E}">
        <p14:creationId xmlns:p14="http://schemas.microsoft.com/office/powerpoint/2010/main" val="188843590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42568C-6E5E-4AA7-BCCC-1E185B3CA3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1AA056-B5E3-4A9A-BDCB-ACFFE9E924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0A0CC7-6772-495C-A288-1AF4ABBC15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read from CSV</a:t>
            </a:r>
          </a:p>
        </p:txBody>
      </p:sp>
      <p:sp>
        <p:nvSpPr>
          <p:cNvPr id="4" name="">
            <a:extLst xmlns:a="http://schemas.openxmlformats.org/drawingml/2006/main">
              <a:ext uri="{FF2B5EF4-FFF2-40B4-BE49-F238E27FC236}">
                <a16:creationId xmlns:a16="http://schemas.microsoft.com/office/drawing/2014/main" id="{B5975DC0-A9B0-456C-BD4F-7AADACD7030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69FBDB-9BF6-4EFA-A17A-57575969238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BAFC37-2AAB-4BBA-BD75-B47A03B4D14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DictReader reads each row as a dictionary. CSV field values start as text. float converts a recorded numeric field to a number.</a:t>
            </a:r>
          </a:p>
        </p:txBody>
      </p:sp>
      <p:sp>
        <p:nvSpPr>
          <p:cNvPr id="7" name="">
            <a:extLst xmlns:a="http://schemas.openxmlformats.org/drawingml/2006/main">
              <a:ext uri="{FF2B5EF4-FFF2-40B4-BE49-F238E27FC236}">
                <a16:creationId xmlns:a16="http://schemas.microsoft.com/office/drawing/2014/main" id="{252D42FD-6BD9-4816-B6DF-FFBB32CC693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for an empty string before converting a blank cell.</a:t>
            </a:r>
          </a:p>
        </p:txBody>
      </p:sp>
      <p:sp>
        <p:nvSpPr>
          <p:cNvPr id="8" name="">
            <a:extLst xmlns:a="http://schemas.openxmlformats.org/drawingml/2006/main">
              <a:ext uri="{FF2B5EF4-FFF2-40B4-BE49-F238E27FC236}">
                <a16:creationId xmlns:a16="http://schemas.microsoft.com/office/drawing/2014/main" id="{619BC92B-4D87-4455-A22B-CBCF61C814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56</a:t>
            </a:r>
          </a:p>
        </p:txBody>
      </p:sp>
    </p:spTree>
    <p:extLst>
      <p:ext uri="{BB962C8B-B14F-4D97-AF65-F5344CB8AC3E}">
        <p14:creationId xmlns:p14="http://schemas.microsoft.com/office/powerpoint/2010/main" val="174359731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762E806-B5AE-452F-838B-CB07FE5999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9B7B38-BC87-432D-844C-A9F3BAA612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C3E217-9507-4E3C-84A8-90E3016204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Recorded values from the supplied rows</a:t>
            </a:r>
          </a:p>
        </p:txBody>
      </p:sp>
      <p:sp>
        <p:nvSpPr>
          <p:cNvPr id="4" name="">
            <a:extLst xmlns:a="http://schemas.openxmlformats.org/drawingml/2006/main">
              <a:ext uri="{FF2B5EF4-FFF2-40B4-BE49-F238E27FC236}">
                <a16:creationId xmlns:a16="http://schemas.microsoft.com/office/drawing/2014/main" id="{A7B4C837-8472-48D6-9DFB-C55A7D4B3E7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3A39E8-58CF-48F8-B2D0-8B47FD01E23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text = row["crack_width_mm"]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print(values[:5])</a:t>
            </a:r>
          </a:p>
        </p:txBody>
      </p:sp>
      <p:sp>
        <p:nvSpPr>
          <p:cNvPr id="6" name="">
            <a:extLst xmlns:a="http://schemas.openxmlformats.org/drawingml/2006/main">
              <a:ext uri="{FF2B5EF4-FFF2-40B4-BE49-F238E27FC236}">
                <a16:creationId xmlns:a16="http://schemas.microsoft.com/office/drawing/2014/main" id="{23D2EB20-9DCC-46F8-A43D-6AC7C3B42F5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C49F7CD-3D7A-4CE8-820C-39E49D7EFC2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retained number comes directly from a CSV row.</a:t>
            </a:r>
          </a:p>
        </p:txBody>
      </p:sp>
      <p:sp>
        <p:nvSpPr>
          <p:cNvPr id="8" name="">
            <a:extLst xmlns:a="http://schemas.openxmlformats.org/drawingml/2006/main">
              <a:ext uri="{FF2B5EF4-FFF2-40B4-BE49-F238E27FC236}">
                <a16:creationId xmlns:a16="http://schemas.microsoft.com/office/drawing/2014/main" id="{60E0C789-786B-4EBE-933F-D501B50B68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1CB0169F-CDC2-46AD-BB38-7C141583B0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57</a:t>
            </a:r>
          </a:p>
        </p:txBody>
      </p:sp>
    </p:spTree>
    <p:extLst>
      <p:ext uri="{BB962C8B-B14F-4D97-AF65-F5344CB8AC3E}">
        <p14:creationId xmlns:p14="http://schemas.microsoft.com/office/powerpoint/2010/main" val="90952147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7F68CD-44C4-4BA0-BF51-F56B7C39EE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A505B7-FAE0-4541-9D6D-DCBAE5EEBE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1E2104-50C2-404B-8ECD-E4399B4754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summary for each group</a:t>
            </a:r>
          </a:p>
        </p:txBody>
      </p:sp>
      <p:sp>
        <p:nvSpPr>
          <p:cNvPr id="4" name="">
            <a:extLst xmlns:a="http://schemas.openxmlformats.org/drawingml/2006/main">
              <a:ext uri="{FF2B5EF4-FFF2-40B4-BE49-F238E27FC236}">
                <a16:creationId xmlns:a16="http://schemas.microsoft.com/office/drawing/2014/main" id="{E195C9DF-3504-4882-B8FC-A61E55DB316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6C55B3-3814-4DA7-AC3F-73B0256996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29E86AC-611D-4D37-9D3A-FBA6F4F671F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a totals dictionary and a counts dictionary. Initialise a new group before adding its first reading.</a:t>
            </a:r>
          </a:p>
        </p:txBody>
      </p:sp>
      <p:sp>
        <p:nvSpPr>
          <p:cNvPr id="7" name="">
            <a:extLst xmlns:a="http://schemas.openxmlformats.org/drawingml/2006/main">
              <a:ext uri="{FF2B5EF4-FFF2-40B4-BE49-F238E27FC236}">
                <a16:creationId xmlns:a16="http://schemas.microsoft.com/office/drawing/2014/main" id="{C0445097-F92A-4CF5-95A1-41A0DF52742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 the recorded value and increment its count. Divide each total by its count to obtain the group mean.</a:t>
            </a:r>
          </a:p>
        </p:txBody>
      </p:sp>
      <p:sp>
        <p:nvSpPr>
          <p:cNvPr id="8" name="">
            <a:extLst xmlns:a="http://schemas.openxmlformats.org/drawingml/2006/main">
              <a:ext uri="{FF2B5EF4-FFF2-40B4-BE49-F238E27FC236}">
                <a16:creationId xmlns:a16="http://schemas.microsoft.com/office/drawing/2014/main" id="{91D0C20E-894E-4094-BFD5-A677C989A7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58</a:t>
            </a:r>
          </a:p>
        </p:txBody>
      </p:sp>
    </p:spTree>
    <p:extLst>
      <p:ext uri="{BB962C8B-B14F-4D97-AF65-F5344CB8AC3E}">
        <p14:creationId xmlns:p14="http://schemas.microsoft.com/office/powerpoint/2010/main" val="18266283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260C3D-D453-4A75-B282-284E4613B8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550686-9265-48D1-939B-BC404F6745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AE09AAD-8A12-4DC3-AF23-E8C213D5EC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(1/2)</a:t>
            </a:r>
          </a:p>
        </p:txBody>
      </p:sp>
      <p:sp>
        <p:nvSpPr>
          <p:cNvPr id="4" name="">
            <a:extLst xmlns:a="http://schemas.openxmlformats.org/drawingml/2006/main">
              <a:ext uri="{FF2B5EF4-FFF2-40B4-BE49-F238E27FC236}">
                <a16:creationId xmlns:a16="http://schemas.microsoft.com/office/drawing/2014/main" id="{971F7F8F-F668-4543-8158-2BB9441D473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2D9CF4-9BE1-4F20-A0EE-77BEEE5BD13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row["structure_id"]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row["crack_width_mm"]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 = float(row["crack_width_mm"])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totals.get(group, 0) + 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counts[group] = counts.get(group, 0) + 1</a:t>
            </a:r>
          </a:p>
        </p:txBody>
      </p:sp>
      <p:sp>
        <p:nvSpPr>
          <p:cNvPr id="6" name="">
            <a:extLst xmlns:a="http://schemas.openxmlformats.org/drawingml/2006/main">
              <a:ext uri="{FF2B5EF4-FFF2-40B4-BE49-F238E27FC236}">
                <a16:creationId xmlns:a16="http://schemas.microsoft.com/office/drawing/2014/main" id="{E583FBC4-687B-48A9-A1C7-9A8F71BFB37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0B74FADD-8C1D-4E1D-B17E-70A4D038E5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B0CE793A-53E7-4EC3-9D5C-7DC6DA61A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59</a:t>
            </a:r>
          </a:p>
        </p:txBody>
      </p:sp>
    </p:spTree>
    <p:extLst>
      <p:ext uri="{BB962C8B-B14F-4D97-AF65-F5344CB8AC3E}">
        <p14:creationId xmlns:p14="http://schemas.microsoft.com/office/powerpoint/2010/main" val="42901921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59855F-04D1-4BD1-AA59-92A4A648C1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043308-22CE-4FEB-A832-E29AB37435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E1D5DEF-5E08-43C1-9739-D14255FA39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(2/2)</a:t>
            </a:r>
          </a:p>
        </p:txBody>
      </p:sp>
      <p:sp>
        <p:nvSpPr>
          <p:cNvPr id="4" name="">
            <a:extLst xmlns:a="http://schemas.openxmlformats.org/drawingml/2006/main">
              <a:ext uri="{FF2B5EF4-FFF2-40B4-BE49-F238E27FC236}">
                <a16:creationId xmlns:a16="http://schemas.microsoft.com/office/drawing/2014/main" id="{40BEF910-4064-4228-80C7-E8DCCA21222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E2A966-C537-4842-A980-A386A4B6154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group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means[group] = totals[group] / counts[group]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E12FFA5C-3DBC-4118-8E9F-7FA5617D717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AFE43D24-D92D-49DF-8C7E-F7F985F413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with the indentation shown.</a:t>
            </a:r>
          </a:p>
        </p:txBody>
      </p:sp>
      <p:sp>
        <p:nvSpPr>
          <p:cNvPr id="8" name="">
            <a:extLst xmlns:a="http://schemas.openxmlformats.org/drawingml/2006/main">
              <a:ext uri="{FF2B5EF4-FFF2-40B4-BE49-F238E27FC236}">
                <a16:creationId xmlns:a16="http://schemas.microsoft.com/office/drawing/2014/main" id="{7E41C7F8-66EB-4234-8C9C-288CBAB2BB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60</a:t>
            </a:r>
          </a:p>
        </p:txBody>
      </p:sp>
    </p:spTree>
    <p:extLst>
      <p:ext uri="{BB962C8B-B14F-4D97-AF65-F5344CB8AC3E}">
        <p14:creationId xmlns:p14="http://schemas.microsoft.com/office/powerpoint/2010/main" val="28160717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1B7D1D-ABC7-4A2A-82B0-6C463BF99A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F0195C-FE3A-4D5C-BA22-7FF2AF3F0C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6AFA2D3-6E26-454D-A2DD-22DCDB1102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CD796373-54BF-4377-88A6-E45225435F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127E6BE-348E-4A5D-AAC8-CB51DCB1B31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99748814-21E8-4586-9358-50006C59EC3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85914F-1AFD-41DE-A277-5B1E26711BA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F5E2A317-3254-4327-BCF6-C7FB47C1C91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39F231-BE3D-4127-B33F-DF5BD8E6A58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45F1EC71-133D-4C18-B448-3E1C737D002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A8F385F-5D0A-4CA6-BF9C-49E8D125D83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FDED40B0-ED4E-44AC-8D69-E12F9192C8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61</a:t>
            </a:r>
          </a:p>
        </p:txBody>
      </p:sp>
    </p:spTree>
    <p:extLst>
      <p:ext uri="{BB962C8B-B14F-4D97-AF65-F5344CB8AC3E}">
        <p14:creationId xmlns:p14="http://schemas.microsoft.com/office/powerpoint/2010/main" val="163586657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570150-F84F-4595-ABAC-D6EF8F1E49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B1150B-ADDF-4295-BA0F-A729198960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BAC4D4-674C-4E74-B9B1-F1555EBFC9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5707F23A-ACD8-4E4C-88A9-895499CEF64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BD42C2-104A-4E11-B8F1-69A92791732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BA8825-4F41-4D48-9F59-B2C7A49DFE7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crack_width_mm field is nonblank.</a:t>
            </a:r>
          </a:p>
        </p:txBody>
      </p:sp>
      <p:sp>
        <p:nvSpPr>
          <p:cNvPr id="7" name="">
            <a:extLst xmlns:a="http://schemas.openxmlformats.org/drawingml/2006/main">
              <a:ext uri="{FF2B5EF4-FFF2-40B4-BE49-F238E27FC236}">
                <a16:creationId xmlns:a16="http://schemas.microsoft.com/office/drawing/2014/main" id="{AA2FF3EC-6F63-41AB-83AB-A60DBCA7CC6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11FA1095-4DA3-4BCA-80F0-CC2D9FE6C9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62</a:t>
            </a:r>
          </a:p>
        </p:txBody>
      </p:sp>
    </p:spTree>
    <p:extLst>
      <p:ext uri="{BB962C8B-B14F-4D97-AF65-F5344CB8AC3E}">
        <p14:creationId xmlns:p14="http://schemas.microsoft.com/office/powerpoint/2010/main" val="1291464570"/>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A597B9-295E-4636-9A57-AFAE738B54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ADA484-E662-44AE-837A-633D4BBA1C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922259-B55E-40BD-83BE-0E75309DD9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C2A321FC-CCD3-4A63-AF9D-81F22B1DBC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485856-3026-479A-96E3-8FDC2049F8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crack_width_mm values as a number.</a:t>
            </a:r>
          </a:p>
        </p:txBody>
      </p:sp>
      <p:sp>
        <p:nvSpPr>
          <p:cNvPr id="6" name="">
            <a:extLst xmlns:a="http://schemas.openxmlformats.org/drawingml/2006/main">
              <a:ext uri="{FF2B5EF4-FFF2-40B4-BE49-F238E27FC236}">
                <a16:creationId xmlns:a16="http://schemas.microsoft.com/office/drawing/2014/main" id="{3E1328B0-6ECE-4A77-9E27-489B5AE5B99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3BD201D-2A0C-4BBF-950A-0D0832F469F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1AA4ED14-3862-4BD1-8289-DB08EA76D4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A025CF9-EAF2-45E6-ABCC-66FEE98ADCC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8A93D08E-384C-422D-AE2D-D9C814112B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63</a:t>
            </a:r>
          </a:p>
        </p:txBody>
      </p:sp>
    </p:spTree>
    <p:extLst>
      <p:ext uri="{BB962C8B-B14F-4D97-AF65-F5344CB8AC3E}">
        <p14:creationId xmlns:p14="http://schemas.microsoft.com/office/powerpoint/2010/main" val="1104366040"/>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36E010-1884-42CB-968E-25228C788B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641299-659E-46C1-871C-17EE45D31D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9A5BB2D-911E-4027-8B55-63D991A790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7ED9BEC8-46A8-4A2C-8F5E-3862068F9BD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FC812C-61B2-4C38-B5D5-2CAB97C91EC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6729E87-E96B-4FA8-9A1F-1A05FE9D3FA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crack_width_mm readings strictly greater than 0.3.</a:t>
            </a:r>
          </a:p>
        </p:txBody>
      </p:sp>
      <p:sp>
        <p:nvSpPr>
          <p:cNvPr id="7" name="">
            <a:extLst xmlns:a="http://schemas.openxmlformats.org/drawingml/2006/main">
              <a:ext uri="{FF2B5EF4-FFF2-40B4-BE49-F238E27FC236}">
                <a16:creationId xmlns:a16="http://schemas.microsoft.com/office/drawing/2014/main" id="{DA74B704-B4D2-4C1A-AE64-9BFF479A722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257AFFFB-DDBF-4A25-BFC5-6EF71ADF1C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64</a:t>
            </a:r>
          </a:p>
        </p:txBody>
      </p:sp>
    </p:spTree>
    <p:extLst>
      <p:ext uri="{BB962C8B-B14F-4D97-AF65-F5344CB8AC3E}">
        <p14:creationId xmlns:p14="http://schemas.microsoft.com/office/powerpoint/2010/main" val="100210161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A2367D-9F82-4350-BA05-4605A8259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0ADF90-6187-4069-A60A-CEAAE75604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0E181F1-7CB1-47CD-94CD-CED68AFFF5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274B4C1B-B087-4E58-BFE5-0A5EB809E2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EEEBE6-19AD-4A72-8387-641DB7696E1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structure_id labels and whose values are the mean valid crack_width_mm readings within each group.</a:t>
            </a:r>
          </a:p>
        </p:txBody>
      </p:sp>
      <p:sp>
        <p:nvSpPr>
          <p:cNvPr id="6" name="">
            <a:extLst xmlns:a="http://schemas.openxmlformats.org/drawingml/2006/main">
              <a:ext uri="{FF2B5EF4-FFF2-40B4-BE49-F238E27FC236}">
                <a16:creationId xmlns:a16="http://schemas.microsoft.com/office/drawing/2014/main" id="{D26BBF14-5350-426F-9AC9-E3F4A55B67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0C8DFE-DA0A-4D5E-A250-CFB3C073E1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5DDD15B6-2E2F-4ECD-A1FD-CFEAF3865B2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74984B-BFD6-40F8-8920-7986132A79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8870F0F5-5991-4533-9905-8841F41890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65</a:t>
            </a:r>
          </a:p>
        </p:txBody>
      </p:sp>
    </p:spTree>
    <p:extLst>
      <p:ext uri="{BB962C8B-B14F-4D97-AF65-F5344CB8AC3E}">
        <p14:creationId xmlns:p14="http://schemas.microsoft.com/office/powerpoint/2010/main" val="154864614"/>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F1DBF7E-C9D5-454C-AFD2-CD538E144D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9CB477-4B9F-408D-A3C5-6E01F4FA98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4BBB61-15BC-46C6-A618-DB7F8B9261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4DD09D37-0F4F-4E93-8906-05D7E3729E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99DE42-0EB9-4F21-ACF5-04A70A20757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37DB61C5-2508-4F06-8296-C528CDADCA1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22B556-44DA-436D-B736-9907345A976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CBD4A2E3-3797-4C08-B091-8F0C9F0095A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C080AB-E9D9-4C0B-AF8E-C2EB90AF693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crack_width_mm values must be skipped in numerical summaries.</a:t>
            </a:r>
          </a:p>
        </p:txBody>
      </p:sp>
      <p:sp>
        <p:nvSpPr>
          <p:cNvPr id="10" name="">
            <a:extLst xmlns:a="http://schemas.openxmlformats.org/drawingml/2006/main">
              <a:ext uri="{FF2B5EF4-FFF2-40B4-BE49-F238E27FC236}">
                <a16:creationId xmlns:a16="http://schemas.microsoft.com/office/drawing/2014/main" id="{F46A427E-D0B7-41B1-A1A6-AC170043AA1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0F9092-5288-4C07-9DAC-FC1648C186A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0.3 is a teaching assumption.</a:t>
            </a:r>
          </a:p>
        </p:txBody>
      </p:sp>
      <p:sp>
        <p:nvSpPr>
          <p:cNvPr id="12" name="">
            <a:extLst xmlns:a="http://schemas.openxmlformats.org/drawingml/2006/main">
              <a:ext uri="{FF2B5EF4-FFF2-40B4-BE49-F238E27FC236}">
                <a16:creationId xmlns:a16="http://schemas.microsoft.com/office/drawing/2014/main" id="{8E88C512-E282-48D4-90E2-0B25D0013E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66</a:t>
            </a:r>
          </a:p>
        </p:txBody>
      </p:sp>
    </p:spTree>
    <p:extLst>
      <p:ext uri="{BB962C8B-B14F-4D97-AF65-F5344CB8AC3E}">
        <p14:creationId xmlns:p14="http://schemas.microsoft.com/office/powerpoint/2010/main" val="1558398428"/>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241F54D-9B4C-476B-A243-AC031272A6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080656-EE5B-479B-AC9E-F704981A11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E97A0A-2F33-4CA8-8A00-8C47E7229C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27F7DD50-7C78-4A07-B226-28EA5132F3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46A3FB-3DD5-41EE-8EE2-34050F9344B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0.3) and group_means keyed by structure_id.</a:t>
            </a:r>
          </a:p>
        </p:txBody>
      </p:sp>
      <p:sp>
        <p:nvSpPr>
          <p:cNvPr id="6" name="">
            <a:extLst xmlns:a="http://schemas.openxmlformats.org/drawingml/2006/main">
              <a:ext uri="{FF2B5EF4-FFF2-40B4-BE49-F238E27FC236}">
                <a16:creationId xmlns:a16="http://schemas.microsoft.com/office/drawing/2014/main" id="{C3D145ED-6851-4E0A-8F34-A11B114C418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8A7C20-A60E-4F05-A382-E41ADE85EC5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4A5B6265-9023-4574-BDAA-8C1EA2C1310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FCE8ED-1975-43A0-8CC7-1FD56E2F626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AC298F0C-70F5-4E17-9658-8A34D9F84FB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A2C742-8995-4C22-9402-02CA82FA170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A496A2C9-E24E-4271-A618-0CCAD4BFF9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67</a:t>
            </a:r>
          </a:p>
        </p:txBody>
      </p:sp>
    </p:spTree>
    <p:extLst>
      <p:ext uri="{BB962C8B-B14F-4D97-AF65-F5344CB8AC3E}">
        <p14:creationId xmlns:p14="http://schemas.microsoft.com/office/powerpoint/2010/main" val="2071884892"/>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BD4ABAC-84F6-4578-9B79-A25898B7E0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7D7111-D485-4294-BCDB-1953B6A984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6A1559-B1DC-4465-B1F0-3E91DCD096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31627187-A5E6-418D-A548-8AA4E930915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EB05C4-BA36-4BBD-81A8-A8900ECA132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37594258-8398-40CD-A5C9-54398612816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D14BA5-C5D5-497F-9E66-7093C1206F9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CA1BF666-63EB-4C56-A537-45D53C34EB9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D6F02D-065A-4FA7-87AB-AD2D9B20747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E607B70F-3994-47D7-A74D-41C0CF00AB5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95EEE92-9954-4BAD-A286-54CC33D608E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F706A8F5-650D-4E11-B4AB-AF81EA3617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68</a:t>
            </a:r>
          </a:p>
        </p:txBody>
      </p:sp>
    </p:spTree>
    <p:extLst>
      <p:ext uri="{BB962C8B-B14F-4D97-AF65-F5344CB8AC3E}">
        <p14:creationId xmlns:p14="http://schemas.microsoft.com/office/powerpoint/2010/main" val="91843894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AB7846-3209-4399-991F-0E0BC119B5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1868A5-2CAD-4317-9988-B79FD11598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AF660BCC-BA6E-4E96-BA7B-462CF6843D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229C2540-A649-49C4-852A-881BFE03BEC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E0C8FC-312C-41E1-BD4E-1CB4F75A300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29 Sep 2026, 11:00 Kampala</a:t>
            </a:r>
          </a:p>
        </p:txBody>
      </p:sp>
      <p:sp>
        <p:nvSpPr>
          <p:cNvPr id="6" name="">
            <a:extLst xmlns:a="http://schemas.openxmlformats.org/drawingml/2006/main">
              <a:ext uri="{FF2B5EF4-FFF2-40B4-BE49-F238E27FC236}">
                <a16:creationId xmlns:a16="http://schemas.microsoft.com/office/drawing/2014/main" id="{E3423948-1542-436F-AEB2-389DC3C9038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B7320F7-2911-4855-93AF-B19094AB771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Oct 2026, 11:00 Kampala</a:t>
            </a:r>
          </a:p>
        </p:txBody>
      </p:sp>
      <p:sp>
        <p:nvSpPr>
          <p:cNvPr id="8" name="">
            <a:extLst xmlns:a="http://schemas.openxmlformats.org/drawingml/2006/main">
              <a:ext uri="{FF2B5EF4-FFF2-40B4-BE49-F238E27FC236}">
                <a16:creationId xmlns:a16="http://schemas.microsoft.com/office/drawing/2014/main" id="{A8F8D119-B674-4EDC-95E2-377F9C004EE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5BEBB1-54E3-49F5-B543-188CB84E126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7BEAFF0-3B19-4E52-AE48-906AF913CE7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0201572-E620-47DD-ACEB-CE234D54ACB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0E19452-CA30-443D-A495-B8F0727A609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9F045B-8683-4F0C-A57C-BCE0F02CA0B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1046007e62d4d82"/>
              </a:rPr>
              <a:t>Open W04 assignment form</a:t>
            </a:r>
          </a:p>
        </p:txBody>
      </p:sp>
      <p:sp>
        <p:nvSpPr>
          <p:cNvPr id="14" name="">
            <a:extLst xmlns:a="http://schemas.openxmlformats.org/drawingml/2006/main">
              <a:ext uri="{FF2B5EF4-FFF2-40B4-BE49-F238E27FC236}">
                <a16:creationId xmlns:a16="http://schemas.microsoft.com/office/drawing/2014/main" id="{09F9CA54-9DC1-432E-AC9A-ED172581E59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https://docs.google.com/forms/d/e/1FAIpQLSeZymY0jwFhuwihprLiqEaq2DqmLZD3nIYht1IkN4OcPGeTFg/viewform</a:t>
            </a:r>
          </a:p>
        </p:txBody>
      </p:sp>
      <p:sp>
        <p:nvSpPr>
          <p:cNvPr id="15" name="">
            <a:extLst xmlns:a="http://schemas.openxmlformats.org/drawingml/2006/main">
              <a:ext uri="{FF2B5EF4-FFF2-40B4-BE49-F238E27FC236}">
                <a16:creationId xmlns:a16="http://schemas.microsoft.com/office/drawing/2014/main" id="{9ECACC91-1FDB-442D-AC55-0BF8785F3E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69</a:t>
            </a:r>
          </a:p>
        </p:txBody>
      </p:sp>
    </p:spTree>
    <p:extLst>
      <p:ext uri="{BB962C8B-B14F-4D97-AF65-F5344CB8AC3E}">
        <p14:creationId xmlns:p14="http://schemas.microsoft.com/office/powerpoint/2010/main" val="168860373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9476331-4296-42B2-9605-8422AB621A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989D38-0BD0-4898-BFE5-907768ECFC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76B8EF98-8560-4E2D-96AC-0493AE49CB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3649E2CD-7C75-4B91-AAC7-29A3D559008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A0BD72-D674-4B60-BB99-A6168050616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9D6BBD0-90D4-4F65-ACAF-BF8D9C7C660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F8031F-A5CD-4227-B557-576A1310B570}"/>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5FC58044-8F42-42FB-ADA8-A31653F95AD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30D20FD-2DAC-4DB7-B9D7-243622184290}"/>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1A397DC-738E-4087-8946-953613E0859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4F6876-DB3C-4F81-BF43-DF58AB6FAB91}"/>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B27B33C-C71C-433F-9539-2BEEA49031DC}"/>
              </a:ext>
            </a:extLst>
          </p:cNvPr>
          <p:cNvPicPr>
            <a:picLocks xmlns:a="http://schemas.openxmlformats.org/drawingml/2006/main" noChangeAspect="1"/>
          </p:cNvPicPr>
          <p:nvPr/>
        </p:nvPicPr>
        <p:blipFill>
          <a:blip xmlns:r="http://schemas.openxmlformats.org/officeDocument/2006/relationships" xmlns:a="http://schemas.openxmlformats.org/drawingml/2006/main" r:embed="R93eb5d3d2e2f4f4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4DE8895-2ED1-4505-8D01-FD5BBF857C4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5E107483-4568-42EB-8CD5-BC6094C93FD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3001AC9-177C-429D-92EC-3B10C7F4082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b2b25f882754ede"/>
              </a:rPr>
              <a:t>Open this week’s quiz</a:t>
            </a:r>
          </a:p>
        </p:txBody>
      </p:sp>
      <p:sp>
        <p:nvSpPr>
          <p:cNvPr id="16" name="">
            <a:extLst xmlns:a="http://schemas.openxmlformats.org/drawingml/2006/main">
              <a:ext uri="{FF2B5EF4-FFF2-40B4-BE49-F238E27FC236}">
                <a16:creationId xmlns:a16="http://schemas.microsoft.com/office/drawing/2014/main" id="{4C10DB8B-546A-4564-8D91-EAC87B9BF5D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https://forms.gle/yodGpWvz4b2GioZYA</a:t>
            </a:r>
          </a:p>
        </p:txBody>
      </p:sp>
      <p:sp>
        <p:nvSpPr>
          <p:cNvPr id="17" name="">
            <a:extLst xmlns:a="http://schemas.openxmlformats.org/drawingml/2006/main">
              <a:ext uri="{FF2B5EF4-FFF2-40B4-BE49-F238E27FC236}">
                <a16:creationId xmlns:a16="http://schemas.microsoft.com/office/drawing/2014/main" id="{C56749D4-9EA8-4171-84EE-4F2220B251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70</a:t>
            </a:r>
          </a:p>
        </p:txBody>
      </p:sp>
    </p:spTree>
    <p:extLst>
      <p:ext uri="{BB962C8B-B14F-4D97-AF65-F5344CB8AC3E}">
        <p14:creationId xmlns:p14="http://schemas.microsoft.com/office/powerpoint/2010/main" val="1316349240"/>
      </p:ext>
    </p:extLst>
  </p:cSld>
</p:sld>
</file>

<file path=ppt/slides/slide7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C6E911-2546-4F14-BF33-2A9F37D761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7C314E9-5583-4FDA-9A89-B8A50F36A7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8CFC9AF0-5296-4953-AEA7-65A32058E22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3D65305F-7BFB-436C-819B-F9FB58B4D85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A811DF2-9EE8-4819-B13B-119B997B917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0DE2D3A-7A62-4D31-A278-1C97F989D5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4   71</a:t>
            </a:r>
          </a:p>
        </p:txBody>
      </p:sp>
    </p:spTree>
    <p:extLst>
      <p:ext uri="{BB962C8B-B14F-4D97-AF65-F5344CB8AC3E}">
        <p14:creationId xmlns:p14="http://schemas.microsoft.com/office/powerpoint/2010/main" val="829987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2026-10-20T17:59:34.1580000Z</dcterms:created>
  <dcterms:modified xsi:type="dcterms:W3CDTF">2026-10-20T17:59:34.1580000Z</dcterms:modified>
</coreProperties>
</file>