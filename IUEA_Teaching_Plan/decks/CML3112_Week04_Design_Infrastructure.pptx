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beb28856af4a1c" /><Relationship Type="http://schemas.openxmlformats.org/officeDocument/2006/relationships/extended-properties" Target="/docProps/app.xml" Id="R01d9bd40e112417b" /><Relationship Type="http://schemas.openxmlformats.org/officeDocument/2006/relationships/officeDocument" Target="/ppt/presentation.xml" Id="R23f772535abf4706" /></Relationships>
</file>

<file path=ppt/presentation.xml><?xml version="1.0" encoding="utf-8"?>
<p:presentation xmlns:p="http://schemas.openxmlformats.org/presentationml/2006/main">
  <p:sldMasterIdLst>
    <p:sldMasterId xmlns:r="http://schemas.openxmlformats.org/officeDocument/2006/relationships" id="2147483648" r:id="R8e74d0b24aa344cd"/>
  </p:sldMasterIdLst>
  <p:notesMasterIdLst>
    <p:notesMasterId xmlns:r="http://schemas.openxmlformats.org/officeDocument/2006/relationships" r:id="Rd721bb92bc0e4b9a"/>
  </p:notesMasterIdLst>
  <p:sldIdLst>
    <p:sldId xmlns:r="http://schemas.openxmlformats.org/officeDocument/2006/relationships" id="256" r:id="Rf36613c7e3a64a97"/>
    <p:sldId xmlns:r="http://schemas.openxmlformats.org/officeDocument/2006/relationships" id="257" r:id="Ra629a2094aa84f18"/>
    <p:sldId xmlns:r="http://schemas.openxmlformats.org/officeDocument/2006/relationships" id="258" r:id="Rd3c15a11eee64b41"/>
    <p:sldId xmlns:r="http://schemas.openxmlformats.org/officeDocument/2006/relationships" id="259" r:id="R7328e3febb33461d"/>
    <p:sldId xmlns:r="http://schemas.openxmlformats.org/officeDocument/2006/relationships" id="260" r:id="R26755c497062497b"/>
    <p:sldId xmlns:r="http://schemas.openxmlformats.org/officeDocument/2006/relationships" id="261" r:id="R4dbc013303b04dc2"/>
    <p:sldId xmlns:r="http://schemas.openxmlformats.org/officeDocument/2006/relationships" id="262" r:id="Rbf8d2daa9c2a45d7"/>
    <p:sldId xmlns:r="http://schemas.openxmlformats.org/officeDocument/2006/relationships" id="263" r:id="R8bfc7f3178dd4081"/>
    <p:sldId xmlns:r="http://schemas.openxmlformats.org/officeDocument/2006/relationships" id="264" r:id="R5470f82f58af477e"/>
    <p:sldId xmlns:r="http://schemas.openxmlformats.org/officeDocument/2006/relationships" id="265" r:id="R471762c8751646f3"/>
    <p:sldId xmlns:r="http://schemas.openxmlformats.org/officeDocument/2006/relationships" id="266" r:id="R74994f5e60114e18"/>
    <p:sldId xmlns:r="http://schemas.openxmlformats.org/officeDocument/2006/relationships" id="267" r:id="Re775151101b04732"/>
    <p:sldId xmlns:r="http://schemas.openxmlformats.org/officeDocument/2006/relationships" id="268" r:id="R921f5bc5d028498a"/>
    <p:sldId xmlns:r="http://schemas.openxmlformats.org/officeDocument/2006/relationships" id="269" r:id="R52d015fc37b4414e"/>
    <p:sldId xmlns:r="http://schemas.openxmlformats.org/officeDocument/2006/relationships" id="270" r:id="Rd024ce7d0b394499"/>
    <p:sldId xmlns:r="http://schemas.openxmlformats.org/officeDocument/2006/relationships" id="271" r:id="R5ecdf3218fd141b8"/>
    <p:sldId xmlns:r="http://schemas.openxmlformats.org/officeDocument/2006/relationships" id="272" r:id="Rcd7b26fb59764780"/>
    <p:sldId xmlns:r="http://schemas.openxmlformats.org/officeDocument/2006/relationships" id="273" r:id="R137a1c7a6a6c4e66"/>
    <p:sldId xmlns:r="http://schemas.openxmlformats.org/officeDocument/2006/relationships" id="274" r:id="R687f919b5430424b"/>
    <p:sldId xmlns:r="http://schemas.openxmlformats.org/officeDocument/2006/relationships" id="275" r:id="R08f8a6bb97ca40e7"/>
    <p:sldId xmlns:r="http://schemas.openxmlformats.org/officeDocument/2006/relationships" id="276" r:id="R2f3904b656134780"/>
    <p:sldId xmlns:r="http://schemas.openxmlformats.org/officeDocument/2006/relationships" id="277" r:id="Rc744f9536d634085"/>
    <p:sldId xmlns:r="http://schemas.openxmlformats.org/officeDocument/2006/relationships" id="278" r:id="Rcaf5c35b6b5c44db"/>
    <p:sldId xmlns:r="http://schemas.openxmlformats.org/officeDocument/2006/relationships" id="279" r:id="R3355ca9609884229"/>
    <p:sldId xmlns:r="http://schemas.openxmlformats.org/officeDocument/2006/relationships" id="280" r:id="Re0c07563458748d1"/>
    <p:sldId xmlns:r="http://schemas.openxmlformats.org/officeDocument/2006/relationships" id="281" r:id="Rb1289e885de7426b"/>
    <p:sldId xmlns:r="http://schemas.openxmlformats.org/officeDocument/2006/relationships" id="282" r:id="R1f4c06d9ce434e7a"/>
    <p:sldId xmlns:r="http://schemas.openxmlformats.org/officeDocument/2006/relationships" id="283" r:id="R8084e33c9be8471b"/>
    <p:sldId xmlns:r="http://schemas.openxmlformats.org/officeDocument/2006/relationships" id="284" r:id="R8c63dfec5d814cf5"/>
    <p:sldId xmlns:r="http://schemas.openxmlformats.org/officeDocument/2006/relationships" id="285" r:id="R9e0776d950754e86"/>
    <p:sldId xmlns:r="http://schemas.openxmlformats.org/officeDocument/2006/relationships" id="286" r:id="R50e9fbed67da4a79"/>
    <p:sldId xmlns:r="http://schemas.openxmlformats.org/officeDocument/2006/relationships" id="287" r:id="Rc8cec02be44048b6"/>
    <p:sldId xmlns:r="http://schemas.openxmlformats.org/officeDocument/2006/relationships" id="288" r:id="Re2d60c4d02274574"/>
    <p:sldId xmlns:r="http://schemas.openxmlformats.org/officeDocument/2006/relationships" id="289" r:id="R1c4dec258e95425a"/>
    <p:sldId xmlns:r="http://schemas.openxmlformats.org/officeDocument/2006/relationships" id="290" r:id="Rdee2d1fbcc224610"/>
    <p:sldId xmlns:r="http://schemas.openxmlformats.org/officeDocument/2006/relationships" id="291" r:id="Rb065f4a74a81430b"/>
    <p:sldId xmlns:r="http://schemas.openxmlformats.org/officeDocument/2006/relationships" id="292" r:id="R13d9a49638874c26"/>
    <p:sldId xmlns:r="http://schemas.openxmlformats.org/officeDocument/2006/relationships" id="293" r:id="R40fc962af9304a6b"/>
    <p:sldId xmlns:r="http://schemas.openxmlformats.org/officeDocument/2006/relationships" id="294" r:id="R32f179c5c3184d2f"/>
    <p:sldId xmlns:r="http://schemas.openxmlformats.org/officeDocument/2006/relationships" id="295" r:id="R2bf3abbb6a5a477f"/>
    <p:sldId xmlns:r="http://schemas.openxmlformats.org/officeDocument/2006/relationships" id="296" r:id="R482af6387a2e4373"/>
    <p:sldId xmlns:r="http://schemas.openxmlformats.org/officeDocument/2006/relationships" id="297" r:id="R0c0e5bd5ecc242d4"/>
    <p:sldId xmlns:r="http://schemas.openxmlformats.org/officeDocument/2006/relationships" id="298" r:id="R007923b2f7ac47c5"/>
    <p:sldId xmlns:r="http://schemas.openxmlformats.org/officeDocument/2006/relationships" id="299" r:id="Rbf96af3e11564e5e"/>
    <p:sldId xmlns:r="http://schemas.openxmlformats.org/officeDocument/2006/relationships" id="300" r:id="Ra03274d265a44260"/>
    <p:sldId xmlns:r="http://schemas.openxmlformats.org/officeDocument/2006/relationships" id="301" r:id="R9714a25e63c84c2b"/>
    <p:sldId xmlns:r="http://schemas.openxmlformats.org/officeDocument/2006/relationships" id="302" r:id="R661b9f5294a3415f"/>
    <p:sldId xmlns:r="http://schemas.openxmlformats.org/officeDocument/2006/relationships" id="303" r:id="Ra8470502736a41a4"/>
    <p:sldId xmlns:r="http://schemas.openxmlformats.org/officeDocument/2006/relationships" id="304" r:id="R12ee01aa1c914098"/>
    <p:sldId xmlns:r="http://schemas.openxmlformats.org/officeDocument/2006/relationships" id="305" r:id="R4b7cd0a427ae4c6a"/>
    <p:sldId xmlns:r="http://schemas.openxmlformats.org/officeDocument/2006/relationships" id="306" r:id="R0852b3d47a134cea"/>
    <p:sldId xmlns:r="http://schemas.openxmlformats.org/officeDocument/2006/relationships" id="307" r:id="R4de1feb60ba346e3"/>
    <p:sldId xmlns:r="http://schemas.openxmlformats.org/officeDocument/2006/relationships" id="308" r:id="R4bbc4a0a113d46e2"/>
    <p:sldId xmlns:r="http://schemas.openxmlformats.org/officeDocument/2006/relationships" id="309" r:id="Rebfb4eee8dfb40b7"/>
    <p:sldId xmlns:r="http://schemas.openxmlformats.org/officeDocument/2006/relationships" id="310" r:id="Rc05e405991f947f8"/>
    <p:sldId xmlns:r="http://schemas.openxmlformats.org/officeDocument/2006/relationships" id="311" r:id="Rea101c72f1984fcb"/>
    <p:sldId xmlns:r="http://schemas.openxmlformats.org/officeDocument/2006/relationships" id="312" r:id="R7694d44c4a994a8d"/>
    <p:sldId xmlns:r="http://schemas.openxmlformats.org/officeDocument/2006/relationships" id="313" r:id="R84150c221b054a4d"/>
    <p:sldId xmlns:r="http://schemas.openxmlformats.org/officeDocument/2006/relationships" id="314" r:id="Rbc8444fa71254d98"/>
    <p:sldId xmlns:r="http://schemas.openxmlformats.org/officeDocument/2006/relationships" id="315" r:id="R446d3e26d14b406a"/>
    <p:sldId xmlns:r="http://schemas.openxmlformats.org/officeDocument/2006/relationships" id="316" r:id="R2cb192d19288499d"/>
    <p:sldId xmlns:r="http://schemas.openxmlformats.org/officeDocument/2006/relationships" id="317" r:id="Rbc0cbb0921a54143"/>
    <p:sldId xmlns:r="http://schemas.openxmlformats.org/officeDocument/2006/relationships" id="318" r:id="R424c52cf2dc640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32bbbed8c34e6a" /><Relationship Type="http://schemas.openxmlformats.org/officeDocument/2006/relationships/slideMaster" Target="/ppt/slideMasters/slideMaster1.xml" Id="R8e74d0b24aa344cd" /><Relationship Type="http://schemas.openxmlformats.org/officeDocument/2006/relationships/notesMaster" Target="/ppt/notesMasters/notesMaster1.xml" Id="Rd721bb92bc0e4b9a" /><Relationship Type="http://schemas.openxmlformats.org/officeDocument/2006/relationships/presProps" Target="/ppt/presProps.xml" Id="R99964b58d4294ed0" /><Relationship Type="http://schemas.openxmlformats.org/officeDocument/2006/relationships/tableStyles" Target="/ppt/tableStyles.xml" Id="R46202e3c0be24528" /><Relationship Type="http://schemas.openxmlformats.org/officeDocument/2006/relationships/slide" Target="/ppt/slides/slide1.xml" Id="Rf36613c7e3a64a97" /><Relationship Type="http://schemas.openxmlformats.org/officeDocument/2006/relationships/slide" Target="/ppt/slides/slide2.xml" Id="Ra629a2094aa84f18" /><Relationship Type="http://schemas.openxmlformats.org/officeDocument/2006/relationships/slide" Target="/ppt/slides/slide3.xml" Id="Rd3c15a11eee64b41" /><Relationship Type="http://schemas.openxmlformats.org/officeDocument/2006/relationships/slide" Target="/ppt/slides/slide4.xml" Id="R7328e3febb33461d" /><Relationship Type="http://schemas.openxmlformats.org/officeDocument/2006/relationships/slide" Target="/ppt/slides/slide5.xml" Id="R26755c497062497b" /><Relationship Type="http://schemas.openxmlformats.org/officeDocument/2006/relationships/slide" Target="/ppt/slides/slide6.xml" Id="R4dbc013303b04dc2" /><Relationship Type="http://schemas.openxmlformats.org/officeDocument/2006/relationships/slide" Target="/ppt/slides/slide7.xml" Id="Rbf8d2daa9c2a45d7" /><Relationship Type="http://schemas.openxmlformats.org/officeDocument/2006/relationships/slide" Target="/ppt/slides/slide8.xml" Id="R8bfc7f3178dd4081" /><Relationship Type="http://schemas.openxmlformats.org/officeDocument/2006/relationships/slide" Target="/ppt/slides/slide9.xml" Id="R5470f82f58af477e" /><Relationship Type="http://schemas.openxmlformats.org/officeDocument/2006/relationships/slide" Target="/ppt/slides/slide10.xml" Id="R471762c8751646f3" /><Relationship Type="http://schemas.openxmlformats.org/officeDocument/2006/relationships/slide" Target="/ppt/slides/slide11.xml" Id="R74994f5e60114e18" /><Relationship Type="http://schemas.openxmlformats.org/officeDocument/2006/relationships/slide" Target="/ppt/slides/slide12.xml" Id="Re775151101b04732" /><Relationship Type="http://schemas.openxmlformats.org/officeDocument/2006/relationships/slide" Target="/ppt/slides/slide13.xml" Id="R921f5bc5d028498a" /><Relationship Type="http://schemas.openxmlformats.org/officeDocument/2006/relationships/slide" Target="/ppt/slides/slide14.xml" Id="R52d015fc37b4414e" /><Relationship Type="http://schemas.openxmlformats.org/officeDocument/2006/relationships/slide" Target="/ppt/slides/slide15.xml" Id="Rd024ce7d0b394499" /><Relationship Type="http://schemas.openxmlformats.org/officeDocument/2006/relationships/slide" Target="/ppt/slides/slide16.xml" Id="R5ecdf3218fd141b8" /><Relationship Type="http://schemas.openxmlformats.org/officeDocument/2006/relationships/slide" Target="/ppt/slides/slide17.xml" Id="Rcd7b26fb59764780" /><Relationship Type="http://schemas.openxmlformats.org/officeDocument/2006/relationships/slide" Target="/ppt/slides/slide18.xml" Id="R137a1c7a6a6c4e66" /><Relationship Type="http://schemas.openxmlformats.org/officeDocument/2006/relationships/slide" Target="/ppt/slides/slide19.xml" Id="R687f919b5430424b" /><Relationship Type="http://schemas.openxmlformats.org/officeDocument/2006/relationships/slide" Target="/ppt/slides/slide20.xml" Id="R08f8a6bb97ca40e7" /><Relationship Type="http://schemas.openxmlformats.org/officeDocument/2006/relationships/slide" Target="/ppt/slides/slide21.xml" Id="R2f3904b656134780" /><Relationship Type="http://schemas.openxmlformats.org/officeDocument/2006/relationships/slide" Target="/ppt/slides/slide22.xml" Id="Rc744f9536d634085" /><Relationship Type="http://schemas.openxmlformats.org/officeDocument/2006/relationships/slide" Target="/ppt/slides/slide23.xml" Id="Rcaf5c35b6b5c44db" /><Relationship Type="http://schemas.openxmlformats.org/officeDocument/2006/relationships/slide" Target="/ppt/slides/slide24.xml" Id="R3355ca9609884229" /><Relationship Type="http://schemas.openxmlformats.org/officeDocument/2006/relationships/slide" Target="/ppt/slides/slide25.xml" Id="Re0c07563458748d1" /><Relationship Type="http://schemas.openxmlformats.org/officeDocument/2006/relationships/slide" Target="/ppt/slides/slide26.xml" Id="Rb1289e885de7426b" /><Relationship Type="http://schemas.openxmlformats.org/officeDocument/2006/relationships/slide" Target="/ppt/slides/slide27.xml" Id="R1f4c06d9ce434e7a" /><Relationship Type="http://schemas.openxmlformats.org/officeDocument/2006/relationships/slide" Target="/ppt/slides/slide28.xml" Id="R8084e33c9be8471b" /><Relationship Type="http://schemas.openxmlformats.org/officeDocument/2006/relationships/slide" Target="/ppt/slides/slide29.xml" Id="R8c63dfec5d814cf5" /><Relationship Type="http://schemas.openxmlformats.org/officeDocument/2006/relationships/slide" Target="/ppt/slides/slide30.xml" Id="R9e0776d950754e86" /><Relationship Type="http://schemas.openxmlformats.org/officeDocument/2006/relationships/slide" Target="/ppt/slides/slide31.xml" Id="R50e9fbed67da4a79" /><Relationship Type="http://schemas.openxmlformats.org/officeDocument/2006/relationships/slide" Target="/ppt/slides/slide32.xml" Id="Rc8cec02be44048b6" /><Relationship Type="http://schemas.openxmlformats.org/officeDocument/2006/relationships/slide" Target="/ppt/slides/slide33.xml" Id="Re2d60c4d02274574" /><Relationship Type="http://schemas.openxmlformats.org/officeDocument/2006/relationships/slide" Target="/ppt/slides/slide34.xml" Id="R1c4dec258e95425a" /><Relationship Type="http://schemas.openxmlformats.org/officeDocument/2006/relationships/slide" Target="/ppt/slides/slide35.xml" Id="Rdee2d1fbcc224610" /><Relationship Type="http://schemas.openxmlformats.org/officeDocument/2006/relationships/slide" Target="/ppt/slides/slide36.xml" Id="Rb065f4a74a81430b" /><Relationship Type="http://schemas.openxmlformats.org/officeDocument/2006/relationships/slide" Target="/ppt/slides/slide37.xml" Id="R13d9a49638874c26" /><Relationship Type="http://schemas.openxmlformats.org/officeDocument/2006/relationships/slide" Target="/ppt/slides/slide38.xml" Id="R40fc962af9304a6b" /><Relationship Type="http://schemas.openxmlformats.org/officeDocument/2006/relationships/slide" Target="/ppt/slides/slide39.xml" Id="R32f179c5c3184d2f" /><Relationship Type="http://schemas.openxmlformats.org/officeDocument/2006/relationships/slide" Target="/ppt/slides/slide40.xml" Id="R2bf3abbb6a5a477f" /><Relationship Type="http://schemas.openxmlformats.org/officeDocument/2006/relationships/slide" Target="/ppt/slides/slide41.xml" Id="R482af6387a2e4373" /><Relationship Type="http://schemas.openxmlformats.org/officeDocument/2006/relationships/slide" Target="/ppt/slides/slide42.xml" Id="R0c0e5bd5ecc242d4" /><Relationship Type="http://schemas.openxmlformats.org/officeDocument/2006/relationships/slide" Target="/ppt/slides/slide43.xml" Id="R007923b2f7ac47c5" /><Relationship Type="http://schemas.openxmlformats.org/officeDocument/2006/relationships/slide" Target="/ppt/slides/slide44.xml" Id="Rbf96af3e11564e5e" /><Relationship Type="http://schemas.openxmlformats.org/officeDocument/2006/relationships/slide" Target="/ppt/slides/slide45.xml" Id="Ra03274d265a44260" /><Relationship Type="http://schemas.openxmlformats.org/officeDocument/2006/relationships/slide" Target="/ppt/slides/slide46.xml" Id="R9714a25e63c84c2b" /><Relationship Type="http://schemas.openxmlformats.org/officeDocument/2006/relationships/slide" Target="/ppt/slides/slide47.xml" Id="R661b9f5294a3415f" /><Relationship Type="http://schemas.openxmlformats.org/officeDocument/2006/relationships/slide" Target="/ppt/slides/slide48.xml" Id="Ra8470502736a41a4" /><Relationship Type="http://schemas.openxmlformats.org/officeDocument/2006/relationships/slide" Target="/ppt/slides/slide49.xml" Id="R12ee01aa1c914098" /><Relationship Type="http://schemas.openxmlformats.org/officeDocument/2006/relationships/slide" Target="/ppt/slides/slide50.xml" Id="R4b7cd0a427ae4c6a" /><Relationship Type="http://schemas.openxmlformats.org/officeDocument/2006/relationships/slide" Target="/ppt/slides/slide51.xml" Id="R0852b3d47a134cea" /><Relationship Type="http://schemas.openxmlformats.org/officeDocument/2006/relationships/slide" Target="/ppt/slides/slide52.xml" Id="R4de1feb60ba346e3" /><Relationship Type="http://schemas.openxmlformats.org/officeDocument/2006/relationships/slide" Target="/ppt/slides/slide53.xml" Id="R4bbc4a0a113d46e2" /><Relationship Type="http://schemas.openxmlformats.org/officeDocument/2006/relationships/slide" Target="/ppt/slides/slide54.xml" Id="Rebfb4eee8dfb40b7" /><Relationship Type="http://schemas.openxmlformats.org/officeDocument/2006/relationships/slide" Target="/ppt/slides/slide55.xml" Id="Rc05e405991f947f8" /><Relationship Type="http://schemas.openxmlformats.org/officeDocument/2006/relationships/slide" Target="/ppt/slides/slide56.xml" Id="Rea101c72f1984fcb" /><Relationship Type="http://schemas.openxmlformats.org/officeDocument/2006/relationships/slide" Target="/ppt/slides/slide57.xml" Id="R7694d44c4a994a8d" /><Relationship Type="http://schemas.openxmlformats.org/officeDocument/2006/relationships/slide" Target="/ppt/slides/slide58.xml" Id="R84150c221b054a4d" /><Relationship Type="http://schemas.openxmlformats.org/officeDocument/2006/relationships/slide" Target="/ppt/slides/slide59.xml" Id="Rbc8444fa71254d98" /><Relationship Type="http://schemas.openxmlformats.org/officeDocument/2006/relationships/slide" Target="/ppt/slides/slide60.xml" Id="R446d3e26d14b406a" /><Relationship Type="http://schemas.openxmlformats.org/officeDocument/2006/relationships/slide" Target="/ppt/slides/slide61.xml" Id="R2cb192d19288499d" /><Relationship Type="http://schemas.openxmlformats.org/officeDocument/2006/relationships/slide" Target="/ppt/slides/slide62.xml" Id="Rbc0cbb0921a54143" /><Relationship Type="http://schemas.openxmlformats.org/officeDocument/2006/relationships/slide" Target="/ppt/slides/slide63.xml" Id="R424c52cf2dc640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de33b2e54148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d2e38ae48a40bf" /><Relationship Type="http://schemas.openxmlformats.org/officeDocument/2006/relationships/notesMaster" Target="/ppt/notesMasters/notesMaster1.xml" Id="R1cbc6718ed6b4b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af205583284efe" /><Relationship Type="http://schemas.openxmlformats.org/officeDocument/2006/relationships/notesMaster" Target="/ppt/notesMasters/notesMaster1.xml" Id="R804451475a7546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86345d776c4519" /><Relationship Type="http://schemas.openxmlformats.org/officeDocument/2006/relationships/notesMaster" Target="/ppt/notesMasters/notesMaster1.xml" Id="Ra7dc777e5ef448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1be9ad16d64d2b" /><Relationship Type="http://schemas.openxmlformats.org/officeDocument/2006/relationships/notesMaster" Target="/ppt/notesMasters/notesMaster1.xml" Id="Re3524425224d46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003b9f4be3d411b" /><Relationship Type="http://schemas.openxmlformats.org/officeDocument/2006/relationships/notesMaster" Target="/ppt/notesMasters/notesMaster1.xml" Id="R1269f6a5c4034a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1c280243114c5b" /><Relationship Type="http://schemas.openxmlformats.org/officeDocument/2006/relationships/notesMaster" Target="/ppt/notesMasters/notesMaster1.xml" Id="R9611c4d6a00747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f66e089905d41fd" /><Relationship Type="http://schemas.openxmlformats.org/officeDocument/2006/relationships/notesMaster" Target="/ppt/notesMasters/notesMaster1.xml" Id="Rff206ebcbf1541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f6eb77c4b84abc" /><Relationship Type="http://schemas.openxmlformats.org/officeDocument/2006/relationships/notesMaster" Target="/ppt/notesMasters/notesMaster1.xml" Id="Raee34cd0af6546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b512a4f1cf4dca" /><Relationship Type="http://schemas.openxmlformats.org/officeDocument/2006/relationships/notesMaster" Target="/ppt/notesMasters/notesMaster1.xml" Id="Rf0b640df98ce4d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7f11d13d5c4f60" /><Relationship Type="http://schemas.openxmlformats.org/officeDocument/2006/relationships/notesMaster" Target="/ppt/notesMasters/notesMaster1.xml" Id="Reac904ee19664c3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ff2975b36e84dc0" /><Relationship Type="http://schemas.openxmlformats.org/officeDocument/2006/relationships/notesMaster" Target="/ppt/notesMasters/notesMaster1.xml" Id="Rae820390d4bd4b1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95a1eb768640db" /><Relationship Type="http://schemas.openxmlformats.org/officeDocument/2006/relationships/notesMaster" Target="/ppt/notesMasters/notesMaster1.xml" Id="R4938ad5ad18e4f6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1fd61d9285432e" /><Relationship Type="http://schemas.openxmlformats.org/officeDocument/2006/relationships/notesMaster" Target="/ppt/notesMasters/notesMaster1.xml" Id="Rc0c162c4458e47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e9212cca27749ad" /><Relationship Type="http://schemas.openxmlformats.org/officeDocument/2006/relationships/notesMaster" Target="/ppt/notesMasters/notesMaster1.xml" Id="Rbfa335bb7c5a40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38e3e3009341d1" /><Relationship Type="http://schemas.openxmlformats.org/officeDocument/2006/relationships/notesMaster" Target="/ppt/notesMasters/notesMaster1.xml" Id="R1472aba5e2134cd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df4535cb0654fc2" /><Relationship Type="http://schemas.openxmlformats.org/officeDocument/2006/relationships/notesMaster" Target="/ppt/notesMasters/notesMaster1.xml" Id="R13e509c48d574c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4128e8840bd4138" /><Relationship Type="http://schemas.openxmlformats.org/officeDocument/2006/relationships/notesMaster" Target="/ppt/notesMasters/notesMaster1.xml" Id="Rfa293f10a565456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e0e4f81074b43cf" /><Relationship Type="http://schemas.openxmlformats.org/officeDocument/2006/relationships/notesMaster" Target="/ppt/notesMasters/notesMaster1.xml" Id="R48300ec3bd34446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364ec8e096476f" /><Relationship Type="http://schemas.openxmlformats.org/officeDocument/2006/relationships/notesMaster" Target="/ppt/notesMasters/notesMaster1.xml" Id="R78d2b3c2a944466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b04b04a086f4182" /><Relationship Type="http://schemas.openxmlformats.org/officeDocument/2006/relationships/notesMaster" Target="/ppt/notesMasters/notesMaster1.xml" Id="R872a79a3d1ce4d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1d4d5ea32ab4d70" /><Relationship Type="http://schemas.openxmlformats.org/officeDocument/2006/relationships/notesMaster" Target="/ppt/notesMasters/notesMaster1.xml" Id="R61080565c232471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22cadb5267d4551" /><Relationship Type="http://schemas.openxmlformats.org/officeDocument/2006/relationships/notesMaster" Target="/ppt/notesMasters/notesMaster1.xml" Id="R8e25224b98a8413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b171e81bbff42b5" /><Relationship Type="http://schemas.openxmlformats.org/officeDocument/2006/relationships/notesMaster" Target="/ppt/notesMasters/notesMaster1.xml" Id="R48963aa5aa514d0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81140cb7edd42ce" /><Relationship Type="http://schemas.openxmlformats.org/officeDocument/2006/relationships/notesMaster" Target="/ppt/notesMasters/notesMaster1.xml" Id="Rbf0fc1e530f6483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35678248aff4e3d" /><Relationship Type="http://schemas.openxmlformats.org/officeDocument/2006/relationships/notesMaster" Target="/ppt/notesMasters/notesMaster1.xml" Id="R86b7d9e76304413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78e87d411a44226" /><Relationship Type="http://schemas.openxmlformats.org/officeDocument/2006/relationships/notesMaster" Target="/ppt/notesMasters/notesMaster1.xml" Id="R07ada271da474ab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12de6f5d7404806" /><Relationship Type="http://schemas.openxmlformats.org/officeDocument/2006/relationships/notesMaster" Target="/ppt/notesMasters/notesMaster1.xml" Id="R646d3dcae4624b4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00a7136e0c246b2" /><Relationship Type="http://schemas.openxmlformats.org/officeDocument/2006/relationships/notesMaster" Target="/ppt/notesMasters/notesMaster1.xml" Id="R1da711d6cccb4a8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5672a7b80b34d70" /><Relationship Type="http://schemas.openxmlformats.org/officeDocument/2006/relationships/notesMaster" Target="/ppt/notesMasters/notesMaster1.xml" Id="R3ba8c5c51da44ab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6d6f96eeed54363" /><Relationship Type="http://schemas.openxmlformats.org/officeDocument/2006/relationships/notesMaster" Target="/ppt/notesMasters/notesMaster1.xml" Id="R853b0c38cab04df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9ce14ef703443e0" /><Relationship Type="http://schemas.openxmlformats.org/officeDocument/2006/relationships/notesMaster" Target="/ppt/notesMasters/notesMaster1.xml" Id="Rdd0724d4321c46e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4fc595943a34c7b" /><Relationship Type="http://schemas.openxmlformats.org/officeDocument/2006/relationships/notesMaster" Target="/ppt/notesMasters/notesMaster1.xml" Id="Rda74c636355a482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1ffc287fcf3458a" /><Relationship Type="http://schemas.openxmlformats.org/officeDocument/2006/relationships/notesMaster" Target="/ppt/notesMasters/notesMaster1.xml" Id="R729ee8ad4d4d426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7216ee244254cbc" /><Relationship Type="http://schemas.openxmlformats.org/officeDocument/2006/relationships/notesMaster" Target="/ppt/notesMasters/notesMaster1.xml" Id="R42ffbdb9910e402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586fcf95cf843b7" /><Relationship Type="http://schemas.openxmlformats.org/officeDocument/2006/relationships/notesMaster" Target="/ppt/notesMasters/notesMaster1.xml" Id="R88acb0467ea14dd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2457eb8bfaa4784" /><Relationship Type="http://schemas.openxmlformats.org/officeDocument/2006/relationships/notesMaster" Target="/ppt/notesMasters/notesMaster1.xml" Id="Rcefa276278ba42e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0c2df55142f451d" /><Relationship Type="http://schemas.openxmlformats.org/officeDocument/2006/relationships/notesMaster" Target="/ppt/notesMasters/notesMaster1.xml" Id="R8b54a61b99eb42b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93f1a0a322c476a" /><Relationship Type="http://schemas.openxmlformats.org/officeDocument/2006/relationships/notesMaster" Target="/ppt/notesMasters/notesMaster1.xml" Id="R6ceffee9b90f4d1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791112900fb444f" /><Relationship Type="http://schemas.openxmlformats.org/officeDocument/2006/relationships/notesMaster" Target="/ppt/notesMasters/notesMaster1.xml" Id="Rae9823e11105444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7e6c1ebc44a4f22" /><Relationship Type="http://schemas.openxmlformats.org/officeDocument/2006/relationships/notesMaster" Target="/ppt/notesMasters/notesMaster1.xml" Id="R4c4e2aa091324e5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3e0a6a766b04b09" /><Relationship Type="http://schemas.openxmlformats.org/officeDocument/2006/relationships/notesMaster" Target="/ppt/notesMasters/notesMaster1.xml" Id="R696047ef8495453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1ce1b7a29cc484d" /><Relationship Type="http://schemas.openxmlformats.org/officeDocument/2006/relationships/notesMaster" Target="/ppt/notesMasters/notesMaster1.xml" Id="R531cbe9dfded402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a09031a80424ead" /><Relationship Type="http://schemas.openxmlformats.org/officeDocument/2006/relationships/notesMaster" Target="/ppt/notesMasters/notesMaster1.xml" Id="R71aa93346c184d4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a1eb8e93e314bad" /><Relationship Type="http://schemas.openxmlformats.org/officeDocument/2006/relationships/notesMaster" Target="/ppt/notesMasters/notesMaster1.xml" Id="R95594c8fdbcb44d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0f0c49f0d7e45cd" /><Relationship Type="http://schemas.openxmlformats.org/officeDocument/2006/relationships/notesMaster" Target="/ppt/notesMasters/notesMaster1.xml" Id="R72c548d964ea4c4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94eebcc4215458c" /><Relationship Type="http://schemas.openxmlformats.org/officeDocument/2006/relationships/notesMaster" Target="/ppt/notesMasters/notesMaster1.xml" Id="Rd74ac1d9e5144be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25db45c721943da" /><Relationship Type="http://schemas.openxmlformats.org/officeDocument/2006/relationships/notesMaster" Target="/ppt/notesMasters/notesMaster1.xml" Id="R9c4fab29bf04494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849ef35bbc84dc4" /><Relationship Type="http://schemas.openxmlformats.org/officeDocument/2006/relationships/notesMaster" Target="/ppt/notesMasters/notesMaster1.xml" Id="R5e7657421aa54e0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77f30fc299743dd" /><Relationship Type="http://schemas.openxmlformats.org/officeDocument/2006/relationships/notesMaster" Target="/ppt/notesMasters/notesMaster1.xml" Id="Rd544402d7da948e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acd562484c24998" /><Relationship Type="http://schemas.openxmlformats.org/officeDocument/2006/relationships/notesMaster" Target="/ppt/notesMasters/notesMaster1.xml" Id="R9c24e819e322495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e5df33ddd404b8e" /><Relationship Type="http://schemas.openxmlformats.org/officeDocument/2006/relationships/notesMaster" Target="/ppt/notesMasters/notesMaster1.xml" Id="R6c030017bcd5426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542ee7aebae423c" /><Relationship Type="http://schemas.openxmlformats.org/officeDocument/2006/relationships/notesMaster" Target="/ppt/notesMasters/notesMaster1.xml" Id="Rca66193f72a349e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57be22c98a7482d" /><Relationship Type="http://schemas.openxmlformats.org/officeDocument/2006/relationships/notesMaster" Target="/ppt/notesMasters/notesMaster1.xml" Id="Rfb0d32d6f13a44e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0aa38ed43d44ae6" /><Relationship Type="http://schemas.openxmlformats.org/officeDocument/2006/relationships/notesMaster" Target="/ppt/notesMasters/notesMaster1.xml" Id="R411a1a846c4e41a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920bf86e9a54971" /><Relationship Type="http://schemas.openxmlformats.org/officeDocument/2006/relationships/notesMaster" Target="/ppt/notesMasters/notesMaster1.xml" Id="R83fbf50179ba48a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9d24fda617b4e15" /><Relationship Type="http://schemas.openxmlformats.org/officeDocument/2006/relationships/notesMaster" Target="/ppt/notesMasters/notesMaster1.xml" Id="R8663b0587a1a434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08590919a904059" /><Relationship Type="http://schemas.openxmlformats.org/officeDocument/2006/relationships/notesMaster" Target="/ppt/notesMasters/notesMaster1.xml" Id="R2fa801b402c54fc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d430736bce74302" /><Relationship Type="http://schemas.openxmlformats.org/officeDocument/2006/relationships/notesMaster" Target="/ppt/notesMasters/notesMaster1.xml" Id="Ra5b7e89dd249472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0d9862708c64cf4" /><Relationship Type="http://schemas.openxmlformats.org/officeDocument/2006/relationships/notesMaster" Target="/ppt/notesMasters/notesMaster1.xml" Id="R9c22a82219c24c7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9da6063208e4478" /><Relationship Type="http://schemas.openxmlformats.org/officeDocument/2006/relationships/notesMaster" Target="/ppt/notesMasters/notesMaster1.xml" Id="R5eb3ad8f83ae4d9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a427c92d3ac4431" /><Relationship Type="http://schemas.openxmlformats.org/officeDocument/2006/relationships/notesMaster" Target="/ppt/notesMasters/notesMaster1.xml" Id="R3c0645ef0534437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465ffc3eab94446" /><Relationship Type="http://schemas.openxmlformats.org/officeDocument/2006/relationships/notesMaster" Target="/ppt/notesMasters/notesMaster1.xml" Id="Rafa59a93dd48461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c7c05bd11654f40" /><Relationship Type="http://schemas.openxmlformats.org/officeDocument/2006/relationships/notesMaster" Target="/ppt/notesMasters/notesMaster1.xml" Id="R9006ef818c8343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reading a table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Lists loops and reading a table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Lists loops and reading a table. Explain why this example is needed before running it.</a:t>
            </a:r>
          </a:p>
          <a:p xmlns:a="http://schemas.openxmlformats.org/drawingml/2006/main">
            <a:r>
              <a:t/>
            </a:r>
          </a:p>
          <a:p xmlns:a="http://schemas.openxmlformats.org/drawingml/2006/main">
            <a:r>
              <a:t>EXPLAIN</a:t>
            </a:r>
          </a:p>
          <a:p xmlns:a="http://schemas.openxmlformats.org/drawingml/2006/main">
            <a:r>
              <a:t>Read lists and dictionary fields.</a:t>
            </a:r>
          </a:p>
          <a:p xmlns:a="http://schemas.openxmlformats.org/drawingml/2006/main">
            <a:r>
              <a:t/>
            </a:r>
          </a:p>
          <a:p xmlns:a="http://schemas.openxmlformats.org/drawingml/2006/main">
            <a:r>
              <a:t>Trace a loop, read CSV rows and calculate summaries.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Lists loops and reading a table.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3 introduced values, function inputs and results, conditions and list positions. Now we repeat a calculation across records, then organise those records by keys.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Sensor readings arrive as records in a CSV file. We first learn the Python collections and loops needed to read those records and summarise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List and index.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List and 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NEXT</a:t>
            </a:r>
          </a:p>
          <a:p xmlns:a="http://schemas.openxmlformats.org/drawingml/2006/main">
            <a:r>
              <a:t>A list position starts at zero.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position starts at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Build on List and index. Explain why this example is needed before running it.</a:t>
            </a:r>
          </a:p>
          <a:p xmlns:a="http://schemas.openxmlformats.org/drawingml/2006/main">
            <a:r>
              <a:t/>
            </a:r>
          </a:p>
          <a:p xmlns:a="http://schemas.openxmlformats.org/drawingml/2006/main">
            <a:r>
              <a:t>EXPLAIN</a:t>
            </a:r>
          </a:p>
          <a:p xmlns:a="http://schemas.openxmlformats.org/drawingml/2006/main">
            <a:r>
              <a:t>In [2, 4, 6], position 0 holds 2.</a:t>
            </a:r>
          </a:p>
          <a:p xmlns:a="http://schemas.openxmlformats.org/drawingml/2006/main">
            <a:r>
              <a:t/>
            </a:r>
          </a:p>
          <a:p xmlns:a="http://schemas.openxmlformats.org/drawingml/2006/main">
            <a:r>
              <a:t>Position 1 holds 4. Position 2 holds 6.</a:t>
            </a:r>
          </a:p>
          <a:p xmlns:a="http://schemas.openxmlformats.org/drawingml/2006/main">
            <a:r>
              <a:t/>
            </a:r>
          </a:p>
          <a:p xmlns:a="http://schemas.openxmlformats.org/drawingml/2006/main">
            <a:r>
              <a:t>There is no position 3 in this three-item list.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Build on the preceding slide: List and index.</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Read list operations.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list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Build on A list position starts at zero. Explain why this example is needed before running it.</a:t>
            </a:r>
          </a:p>
          <a:p xmlns:a="http://schemas.openxmlformats.org/drawingml/2006/main">
            <a:r>
              <a:t/>
            </a:r>
          </a:p>
          <a:p xmlns:a="http://schemas.openxmlformats.org/drawingml/2006/main">
            <a:r>
              <a:t>EXPLAIN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Build on the preceding slide: A list position starts at zero.</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NEXT</a:t>
            </a:r>
          </a:p>
          <a:p xmlns:a="http://schemas.openxmlformats.org/drawingml/2006/main">
            <a:r>
              <a:t>A list stores items in order.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stores items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Build on Read list operations. Explain why this example is needed before running it.</a:t>
            </a:r>
          </a:p>
          <a:p xmlns:a="http://schemas.openxmlformats.org/drawingml/2006/main">
            <a:r>
              <a:t/>
            </a:r>
          </a:p>
          <a:p xmlns:a="http://schemas.openxmlformats.org/drawingml/2006/main">
            <a:r>
              <a:t>EXPLAIN</a:t>
            </a:r>
          </a:p>
          <a:p xmlns:a="http://schemas.openxmlformats.org/drawingml/2006/main">
            <a:r>
              <a:t>[] builds a list. Positions start at zero. The slice stops before position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Build on the preceding slide: Read list operations.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2 then 4 then [4, 6]. readings[4] would raise IndexError.</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Loop and iteration.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Loop and iteration.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 and iteration</a:t>
            </a:r>
          </a:p>
          <a:p xmlns:a="http://schemas.openxmlformats.org/drawingml/2006/main">
            <a:r>
              <a:t/>
            </a:r>
          </a:p>
          <a:p xmlns:a="http://schemas.openxmlformats.org/drawingml/2006/main">
            <a:r>
              <a:t>CONNECT</a:t>
            </a:r>
          </a:p>
          <a:p xmlns:a="http://schemas.openxmlformats.org/drawingml/2006/main">
            <a:r>
              <a:t>Build on A list stores items in order. Explain why this example is needed before running it.</a:t>
            </a:r>
          </a:p>
          <a:p xmlns:a="http://schemas.openxmlformats.org/drawingml/2006/main">
            <a:r>
              <a:t/>
            </a:r>
          </a:p>
          <a:p xmlns:a="http://schemas.openxmlformats.org/drawingml/2006/main">
            <a:r>
              <a:t>EXPLAIN</a:t>
            </a:r>
          </a:p>
          <a:p xmlns:a="http://schemas.openxmlformats.org/drawingml/2006/main">
            <a:r>
              <a:t>Loop and iteration: A for loop runs its indented body once per item. Each pass is one iteration.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Loop and iteration</a:t>
            </a:r>
          </a:p>
          <a:p xmlns:a="http://schemas.openxmlformats.org/drawingml/2006/main">
            <a:r>
              <a:t/>
            </a:r>
          </a:p>
          <a:p xmlns:a="http://schemas.openxmlformats.org/drawingml/2006/main">
            <a:r>
              <a:t>CONNECT</a:t>
            </a:r>
          </a:p>
          <a:p xmlns:a="http://schemas.openxmlformats.org/drawingml/2006/main">
            <a:r>
              <a:t>Build on the preceding slide: A list stores items in order.</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POINT TO THE DEFINITION</a:t>
            </a:r>
          </a:p>
          <a:p xmlns:a="http://schemas.openxmlformats.org/drawingml/2006/main">
            <a:r>
              <a:t>Loop and iteration: A for loop runs its indented body once per item. Each pass is one iteration.</a:t>
            </a:r>
          </a:p>
          <a:p xmlns:a="http://schemas.openxmlformats.org/drawingml/2006/main">
            <a:r>
              <a:t/>
            </a:r>
          </a:p>
          <a:p xmlns:a="http://schemas.openxmlformats.org/drawingml/2006/main">
            <a:r>
              <a:t>NEXT</a:t>
            </a:r>
          </a:p>
          <a:p xmlns:a="http://schemas.openxmlformats.org/drawingml/2006/main">
            <a:r>
              <a:t>Accumulator.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Accumulator.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Build on Loop and iteration. Explain why this example is needed before running it.</a:t>
            </a:r>
          </a:p>
          <a:p xmlns:a="http://schemas.openxmlformats.org/drawingml/2006/main">
            <a:r>
              <a:t/>
            </a:r>
          </a:p>
          <a:p xmlns:a="http://schemas.openxmlformats.org/drawingml/2006/main">
            <a:r>
              <a:t>EXPLAIN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Build on the preceding slide: Loop and iteration.</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POINT TO THE DEFINITION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NEXT</a:t>
            </a:r>
          </a:p>
          <a:p xmlns:a="http://schemas.openxmlformats.org/drawingml/2006/main">
            <a:r>
              <a:t>A loop repeats an indented block.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loop repeats an indented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Build on Accumulator. Explain why this example is needed before running it.</a:t>
            </a:r>
          </a:p>
          <a:p xmlns:a="http://schemas.openxmlformats.org/drawingml/2006/main">
            <a:r>
              <a:t/>
            </a:r>
          </a:p>
          <a:p xmlns:a="http://schemas.openxmlformats.org/drawingml/2006/main">
            <a:r>
              <a:t>EXPLAIN</a:t>
            </a:r>
          </a:p>
          <a:p xmlns:a="http://schemas.openxmlformats.org/drawingml/2006/main">
            <a:r>
              <a:t>for reading in readings: takes one item at a time.</a:t>
            </a:r>
          </a:p>
          <a:p xmlns:a="http://schemas.openxmlformats.org/drawingml/2006/main">
            <a:r>
              <a:t/>
            </a:r>
          </a:p>
          <a:p xmlns:a="http://schemas.openxmlformats.org/drawingml/2006/main">
            <a:r>
              <a:t>The colon starts the block. Four spaces show which lines repeat.</a:t>
            </a:r>
          </a:p>
          <a:p xmlns:a="http://schemas.openxmlformats.org/drawingml/2006/main">
            <a:r>
              <a:t/>
            </a:r>
          </a:p>
          <a:p xmlns:a="http://schemas.openxmlformats.org/drawingml/2006/main">
            <a:r>
              <a:t>A running total must start at zero before the loop.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Build on the preceding slide: Accumulator.</a:t>
            </a:r>
          </a:p>
          <a:p xmlns:a="http://schemas.openxmlformats.org/drawingml/2006/main">
            <a:r>
              <a:t/>
            </a:r>
          </a:p>
          <a:p xmlns:a="http://schemas.openxmlformats.org/drawingml/2006/main">
            <a:r>
              <a:t>LECTURER CUE</a:t>
            </a:r>
          </a:p>
          <a:p xmlns:a="http://schemas.openxmlformats.org/drawingml/2006/main">
            <a:r>
              <a:t>Trace the native loop table that follows. Predict total after each item. An empty list needs a guard before dividing by its length.</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NEXT</a:t>
            </a:r>
          </a:p>
          <a:p xmlns:a="http://schemas.openxmlformats.org/drawingml/2006/main">
            <a:r>
              <a:t>A mean uses a total and a count.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mean uses a total and a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Build on A loop repeats an indented block. Explain why this example is needed before running it.</a:t>
            </a:r>
          </a:p>
          <a:p xmlns:a="http://schemas.openxmlformats.org/drawingml/2006/main">
            <a:r>
              <a:t/>
            </a:r>
          </a:p>
          <a:p xmlns:a="http://schemas.openxmlformats.org/drawingml/2006/main">
            <a:r>
              <a:t>EXPLAIN</a:t>
            </a:r>
          </a:p>
          <a:p xmlns:a="http://schemas.openxmlformats.org/drawingml/2006/main">
            <a:r>
              <a:t>Start the total at 0. Add 2, then 4, then 6.</a:t>
            </a:r>
          </a:p>
          <a:p xmlns:a="http://schemas.openxmlformats.org/drawingml/2006/main">
            <a:r>
              <a:t/>
            </a:r>
          </a:p>
          <a:p xmlns:a="http://schemas.openxmlformats.org/drawingml/2006/main">
            <a:r>
              <a:t>The final total is 12. The count is 3.</a:t>
            </a:r>
          </a:p>
          <a:p xmlns:a="http://schemas.openxmlformats.org/drawingml/2006/main">
            <a:r>
              <a:t/>
            </a:r>
          </a:p>
          <a:p xmlns:a="http://schemas.openxmlformats.org/drawingml/2006/main">
            <a:r>
              <a:t>12 / 3 gives the mean 4. An empty list needs a separate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Build on the preceding slide: A loop repeats an indented block.</a:t>
            </a:r>
          </a:p>
          <a:p xmlns:a="http://schemas.openxmlformats.org/drawingml/2006/main">
            <a:r>
              <a:t/>
            </a:r>
          </a:p>
          <a:p xmlns:a="http://schemas.openxmlformats.org/drawingml/2006/main">
            <a:r>
              <a:t>LECTURER CUE</a:t>
            </a:r>
          </a:p>
          <a:p xmlns:a="http://schemas.openxmlformats.org/drawingml/2006/main">
            <a:r>
              <a:t>Make a table with columns reading and total: (2,2), (4,6), (6,12). len(readings) counts three items. 12 / 3 is 4.</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A loop changes the running total.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loop changes the running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Build on A mean uses a total and a count. Explain why this example is needed before running it.</a:t>
            </a:r>
          </a:p>
          <a:p xmlns:a="http://schemas.openxmlformats.org/drawingml/2006/main">
            <a:r>
              <a:t/>
            </a:r>
          </a:p>
          <a:p xmlns:a="http://schemas.openxmlformats.org/drawingml/2006/main">
            <a:r>
              <a:t>EXPLAIN</a:t>
            </a:r>
          </a:p>
          <a:p xmlns:a="http://schemas.openxmlformats.org/drawingml/2006/main">
            <a:r>
              <a:t>This illustration uses six separate readings. Next we trace the smaller list [2, 4, 6] using the same running-total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Build on the preceding slide: A mean uses a total and a count.</a:t>
            </a:r>
          </a:p>
          <a:p xmlns:a="http://schemas.openxmlformats.org/drawingml/2006/main">
            <a:r>
              <a:t/>
            </a:r>
          </a:p>
          <a:p xmlns:a="http://schemas.openxmlformats.org/drawingml/2006/main">
            <a:r>
              <a:t>LECTURER CUE</a:t>
            </a:r>
          </a:p>
          <a:p xmlns:a="http://schemas.openxmlformats.org/drawingml/2006/main">
            <a:r>
              <a:t>The displayed mean is rounded to two decimals. Keep full precision in calculations. This larger illustration follows the same rule as our smaller 2, 4, 6 example.</a:t>
            </a:r>
          </a:p>
          <a:p xmlns:a="http://schemas.openxmlformats.org/drawingml/2006/main">
            <a:r>
              <a:t>Source: existing course illustration figs/accumulator_trace.png.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NEXT</a:t>
            </a:r>
          </a:p>
          <a:p xmlns:a="http://schemas.openxmlformats.org/drawingml/2006/main">
            <a:r>
              <a:t>Tracing the loop.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Tracing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Build on A loop changes the running total. Explain why this example is needed before running it.</a:t>
            </a:r>
          </a:p>
          <a:p xmlns:a="http://schemas.openxmlformats.org/drawingml/2006/main">
            <a:r>
              <a:t/>
            </a:r>
          </a:p>
          <a:p xmlns:a="http://schemas.openxmlformats.org/drawingml/2006/main">
            <a:r>
              <a:t>EXPLAIN</a:t>
            </a:r>
          </a:p>
          <a:p xmlns:a="http://schemas.openxmlformats.org/drawingml/2006/main">
            <a:r>
              <a:t>There are three readings.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Build on the preceding slide: A loop changes the running total.</a:t>
            </a:r>
          </a:p>
          <a:p xmlns:a="http://schemas.openxmlformats.org/drawingml/2006/main">
            <a:r>
              <a:t/>
            </a:r>
          </a:p>
          <a:p xmlns:a="http://schemas.openxmlformats.org/drawingml/2006/main">
            <a:r>
              <a:t>LECTURER CUE</a:t>
            </a:r>
          </a:p>
          <a:p xmlns:a="http://schemas.openxmlformats.org/drawingml/2006/main">
            <a:r>
              <a:t>There are three readings. The mean is 12 / 3 = 4. Reset total before repeating the calculation.</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in Python</a:t>
            </a:r>
          </a:p>
          <a:p xmlns:a="http://schemas.openxmlformats.org/drawingml/2006/main">
            <a:r>
              <a:t/>
            </a:r>
          </a:p>
          <a:p xmlns:a="http://schemas.openxmlformats.org/drawingml/2006/main">
            <a:r>
              <a:t>CONNECT</a:t>
            </a:r>
          </a:p>
          <a:p xmlns:a="http://schemas.openxmlformats.org/drawingml/2006/main">
            <a:r>
              <a:t>Build on Tracing the loop.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Tracing the loop.</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Complete practice code:</a:t>
            </a:r>
          </a:p>
          <a:p xmlns:a="http://schemas.openxmlformats.org/drawingml/2006/main">
            <a:r>
              <a:t>readings = [2, 4, 6]</a:t>
            </a:r>
          </a:p>
          <a:p xmlns:a="http://schemas.openxmlformats.org/drawingml/2006/main">
            <a:r>
              <a:t>total = 0</a:t>
            </a:r>
          </a:p>
          <a:p xmlns:a="http://schemas.openxmlformats.org/drawingml/2006/main">
            <a:r>
              <a:t>for reading in readings:</a:t>
            </a:r>
          </a:p>
          <a:p xmlns:a="http://schemas.openxmlformats.org/drawingml/2006/main">
            <a:r>
              <a:t>    total = total + reading</a:t>
            </a:r>
          </a:p>
          <a:p xmlns:a="http://schemas.openxmlformats.org/drawingml/2006/main">
            <a:r>
              <a:t>mean = total / len(readings)</a:t>
            </a:r>
          </a:p>
          <a:p xmlns:a="http://schemas.openxmlformats.org/drawingml/2006/main">
            <a:r>
              <a:t>print(mean)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results</a:t>
            </a:r>
          </a:p>
          <a:p xmlns:a="http://schemas.openxmlformats.org/drawingml/2006/main">
            <a:r>
              <a:t/>
            </a:r>
          </a:p>
          <a:p xmlns:a="http://schemas.openxmlformats.org/drawingml/2006/main">
            <a:r>
              <a:t>CONNECT</a:t>
            </a:r>
          </a:p>
          <a:p xmlns:a="http://schemas.openxmlformats.org/drawingml/2006/main">
            <a:r>
              <a:t>Build on Lists loops and records in Python. Explain why this example is needed before running it.</a:t>
            </a:r>
          </a:p>
          <a:p xmlns:a="http://schemas.openxmlformats.org/drawingml/2006/main">
            <a:r>
              <a:t/>
            </a:r>
          </a:p>
          <a:p xmlns:a="http://schemas.openxmlformats.org/drawingml/2006/main">
            <a:r>
              <a:t>EXPLAIN</a:t>
            </a:r>
          </a:p>
          <a:p xmlns:a="http://schemas.openxmlformats.org/drawingml/2006/main">
            <a:r>
              <a:t>4.0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Built-in summaries of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Built-in summaries of a list</a:t>
            </a:r>
          </a:p>
          <a:p xmlns:a="http://schemas.openxmlformats.org/drawingml/2006/main">
            <a:r>
              <a:t/>
            </a:r>
          </a:p>
          <a:p xmlns:a="http://schemas.openxmlformats.org/drawingml/2006/main">
            <a:r>
              <a:t>CONNECT</a:t>
            </a:r>
          </a:p>
          <a:p xmlns:a="http://schemas.openxmlformats.org/drawingml/2006/main">
            <a:r>
              <a:t>Build on Lists loops and records results. Explain why this example is needed before running it.</a:t>
            </a:r>
          </a:p>
          <a:p xmlns:a="http://schemas.openxmlformats.org/drawingml/2006/main">
            <a:r>
              <a:t/>
            </a:r>
          </a:p>
          <a:p xmlns:a="http://schemas.openxmlformats.org/drawingml/2006/main">
            <a:r>
              <a:t>EXPLAIN</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LECTURER DETAIL</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readings = [2, 4, 6]</a:t>
            </a:r>
          </a:p>
          <a:p xmlns:a="http://schemas.openxmlformats.org/drawingml/2006/main">
            <a:r>
              <a:t>print(sum(readings))</a:t>
            </a:r>
          </a:p>
          <a:p xmlns:a="http://schemas.openxmlformats.org/drawingml/2006/main">
            <a:r>
              <a:t>print(len(readings))</a:t>
            </a:r>
          </a:p>
          <a:p xmlns:a="http://schemas.openxmlformats.org/drawingml/2006/main">
            <a:r>
              <a:t>print(min(readings))</a:t>
            </a:r>
          </a:p>
          <a:p xmlns:a="http://schemas.openxmlformats.org/drawingml/2006/main">
            <a:r>
              <a:t>print(max(readings))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dictionary is a record with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dictionary is a record with named fields</a:t>
            </a:r>
          </a:p>
          <a:p xmlns:a="http://schemas.openxmlformats.org/drawingml/2006/main">
            <a:r>
              <a:t/>
            </a:r>
          </a:p>
          <a:p xmlns:a="http://schemas.openxmlformats.org/drawingml/2006/main">
            <a:r>
              <a:t>CONNECT</a:t>
            </a:r>
          </a:p>
          <a:p xmlns:a="http://schemas.openxmlformats.org/drawingml/2006/main">
            <a:r>
              <a:t>Build on Built-in summaries of a list. Explain why this example is needed before running it.</a:t>
            </a:r>
          </a:p>
          <a:p xmlns:a="http://schemas.openxmlformats.org/drawingml/2006/main">
            <a:r>
              <a:t/>
            </a:r>
          </a:p>
          <a:p xmlns:a="http://schemas.openxmlformats.org/drawingml/2006/main">
            <a:r>
              <a:t>EXPLAIN</a:t>
            </a:r>
          </a:p>
          <a:p xmlns:a="http://schemas.openxmlformats.org/drawingml/2006/main">
            <a:r>
              <a:t>record = {"unit": "A", "reading": 4} stores two key–value pairs. Keys name fields; values hold the information.</a:t>
            </a:r>
          </a:p>
          <a:p xmlns:a="http://schemas.openxmlformats.org/drawingml/2006/main">
            <a:r>
              <a:t/>
            </a:r>
          </a:p>
          <a:p xmlns:a="http://schemas.openxmlformats.org/drawingml/2006/main">
            <a:r>
              <a:t>Braces enclose the dictionary. A colon separates each key from its value and a comma separates pairs. Each key is unique.</a:t>
            </a:r>
          </a:p>
          <a:p xmlns:a="http://schemas.openxmlformats.org/drawingml/2006/main">
            <a:r>
              <a:t/>
            </a:r>
          </a:p>
          <a:p xmlns:a="http://schemas.openxmlformats.org/drawingml/2006/main">
            <a:r>
              <a:t>record["reading"] returns 4. Unlike a list position, "reading" names the field we want.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and updating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and updating a dictionary</a:t>
            </a:r>
          </a:p>
          <a:p xmlns:a="http://schemas.openxmlformats.org/drawingml/2006/main">
            <a:r>
              <a:t/>
            </a:r>
          </a:p>
          <a:p xmlns:a="http://schemas.openxmlformats.org/drawingml/2006/main">
            <a:r>
              <a:t>CONNECT</a:t>
            </a:r>
          </a:p>
          <a:p xmlns:a="http://schemas.openxmlformats.org/drawingml/2006/main">
            <a:r>
              <a:t>Build on A dictionary is a record with named fields. Explain why this example is needed before running it.</a:t>
            </a:r>
          </a:p>
          <a:p xmlns:a="http://schemas.openxmlformats.org/drawingml/2006/main">
            <a:r>
              <a:t/>
            </a:r>
          </a:p>
          <a:p xmlns:a="http://schemas.openxmlformats.org/drawingml/2006/main">
            <a:r>
              <a:t>EXPLAIN</a:t>
            </a:r>
          </a:p>
          <a:p xmlns:a="http://schemas.openxmlformats.org/drawingml/2006/main">
            <a:r>
              <a:t>Output: 4, then 6, then 0. get uses the fallback only when that key is absent.</a:t>
            </a:r>
          </a:p>
          <a:p xmlns:a="http://schemas.openxmlformats.org/drawingml/2006/main">
            <a:r>
              <a:t/>
            </a:r>
          </a:p>
          <a:p xmlns:a="http://schemas.openxmlformats.org/drawingml/2006/main">
            <a:r>
              <a:t>LECTURER DETAIL</a:t>
            </a:r>
          </a:p>
          <a:p xmlns:a="http://schemas.openxmlformats.org/drawingml/2006/main">
            <a:r>
              <a:t>Output: 4, then 6, then 0. get uses the fallback only when that key is absent.</a:t>
            </a:r>
          </a:p>
          <a:p xmlns:a="http://schemas.openxmlformats.org/drawingml/2006/main">
            <a:r>
              <a:t/>
            </a:r>
          </a:p>
          <a:p xmlns:a="http://schemas.openxmlformats.org/drawingml/2006/main">
            <a:r>
              <a:t>record = {"unit": "A", "reading": 4}</a:t>
            </a:r>
          </a:p>
          <a:p xmlns:a="http://schemas.openxmlformats.org/drawingml/2006/main">
            <a:r>
              <a:t>print(record["reading"])</a:t>
            </a:r>
          </a:p>
          <a:p xmlns:a="http://schemas.openxmlformats.org/drawingml/2006/main">
            <a:r>
              <a:t>record["reading"] = 6</a:t>
            </a:r>
          </a:p>
          <a:p xmlns:a="http://schemas.openxmlformats.org/drawingml/2006/main">
            <a:r>
              <a:t>print(record["reading"])</a:t>
            </a:r>
          </a:p>
          <a:p xmlns:a="http://schemas.openxmlformats.org/drawingml/2006/main">
            <a:r>
              <a:t>print(record.get("missing", 0))</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Tuples and unpacking.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Tuples and unpacking</a:t>
            </a:r>
          </a:p>
          <a:p xmlns:a="http://schemas.openxmlformats.org/drawingml/2006/main">
            <a:r>
              <a:t/>
            </a:r>
          </a:p>
          <a:p xmlns:a="http://schemas.openxmlformats.org/drawingml/2006/main">
            <a:r>
              <a:t>CONNECT</a:t>
            </a:r>
          </a:p>
          <a:p xmlns:a="http://schemas.openxmlformats.org/drawingml/2006/main">
            <a:r>
              <a:t>Build on Reading and updating a dictionary. Explain why this example is needed before running it.</a:t>
            </a:r>
          </a:p>
          <a:p xmlns:a="http://schemas.openxmlformats.org/drawingml/2006/main">
            <a:r>
              <a:t/>
            </a:r>
          </a:p>
          <a:p xmlns:a="http://schemas.openxmlformats.org/drawingml/2006/main">
            <a:r>
              <a:t>EXPLAIN</a:t>
            </a:r>
          </a:p>
          <a:p xmlns:a="http://schemas.openxmlformats.org/drawingml/2006/main">
            <a:r>
              <a:t>A tuple stores items in order. point = (2, 3) stores two coordinates; point[0] is 2. You cannot reassign point[0].</a:t>
            </a:r>
          </a:p>
          <a:p xmlns:a="http://schemas.openxmlformats.org/drawingml/2006/main">
            <a:r>
              <a:t/>
            </a:r>
          </a:p>
          <a:p xmlns:a="http://schemas.openxmlformats.org/drawingml/2006/main">
            <a:r>
              <a:t>x, y = point gives the first item to x and the second to y. This is unpacking; the number of names must match the number of items.</a:t>
            </a:r>
          </a:p>
          <a:p xmlns:a="http://schemas.openxmlformats.org/drawingml/2006/main">
            <a:r>
              <a:t/>
            </a:r>
          </a:p>
          <a:p xmlns:a="http://schemas.openxmlformats.org/drawingml/2006/main">
            <a:r>
              <a:t>A tuple prevents replacing its positions. It does not freeze the contents of a mutable object stored inside it.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Unpacking a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Unpacking a pair</a:t>
            </a:r>
          </a:p>
          <a:p xmlns:a="http://schemas.openxmlformats.org/drawingml/2006/main">
            <a:r>
              <a:t/>
            </a:r>
          </a:p>
          <a:p xmlns:a="http://schemas.openxmlformats.org/drawingml/2006/main">
            <a:r>
              <a:t>CONNECT</a:t>
            </a:r>
          </a:p>
          <a:p xmlns:a="http://schemas.openxmlformats.org/drawingml/2006/main">
            <a:r>
              <a:t>Build on Tuples and unpacking. Explain why this example is needed before running it.</a:t>
            </a:r>
          </a:p>
          <a:p xmlns:a="http://schemas.openxmlformats.org/drawingml/2006/main">
            <a:r>
              <a:t/>
            </a:r>
          </a:p>
          <a:p xmlns:a="http://schemas.openxmlformats.org/drawingml/2006/main">
            <a:r>
              <a:t>EXPLAIN</a:t>
            </a:r>
          </a:p>
          <a:p xmlns:a="http://schemas.openxmlformats.org/drawingml/2006/main">
            <a:r>
              <a:t>Output: 2, then 3.</a:t>
            </a:r>
          </a:p>
          <a:p xmlns:a="http://schemas.openxmlformats.org/drawingml/2006/main">
            <a:r>
              <a:t/>
            </a:r>
          </a:p>
          <a:p xmlns:a="http://schemas.openxmlformats.org/drawingml/2006/main">
            <a:r>
              <a:t>LECTURER DETAIL</a:t>
            </a:r>
          </a:p>
          <a:p xmlns:a="http://schemas.openxmlformats.org/drawingml/2006/main">
            <a:r>
              <a:t>Output: 2, then 3.</a:t>
            </a:r>
          </a:p>
          <a:p xmlns:a="http://schemas.openxmlformats.org/drawingml/2006/main">
            <a:r>
              <a:t/>
            </a:r>
          </a:p>
          <a:p xmlns:a="http://schemas.openxmlformats.org/drawingml/2006/main">
            <a:r>
              <a:t>point = (2, 3)</a:t>
            </a:r>
          </a:p>
          <a:p xmlns:a="http://schemas.openxmlformats.org/drawingml/2006/main">
            <a:r>
              <a:t>x, y = point</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set remembers distinct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set remembers distinct items</a:t>
            </a:r>
          </a:p>
          <a:p xmlns:a="http://schemas.openxmlformats.org/drawingml/2006/main">
            <a:r>
              <a:t/>
            </a:r>
          </a:p>
          <a:p xmlns:a="http://schemas.openxmlformats.org/drawingml/2006/main">
            <a:r>
              <a:t>CONNECT</a:t>
            </a:r>
          </a:p>
          <a:p xmlns:a="http://schemas.openxmlformats.org/drawingml/2006/main">
            <a:r>
              <a:t>Build on Unpacking a pair. Explain why this example is needed before running it.</a:t>
            </a:r>
          </a:p>
          <a:p xmlns:a="http://schemas.openxmlformats.org/drawingml/2006/main">
            <a:r>
              <a:t/>
            </a:r>
          </a:p>
          <a:p xmlns:a="http://schemas.openxmlformats.org/drawingml/2006/main">
            <a:r>
              <a:t>EXPLAIN</a:t>
            </a:r>
          </a:p>
          <a:p xmlns:a="http://schemas.openxmlformats.org/drawingml/2006/main">
            <a:r>
              <a:t>A set is useful when the question is “Have we seen this ID?” It keeps one instance of each distinct item.</a:t>
            </a:r>
          </a:p>
          <a:p xmlns:a="http://schemas.openxmlformats.org/drawingml/2006/main">
            <a:r>
              <a:t/>
            </a:r>
          </a:p>
          <a:p xmlns:a="http://schemas.openxmlformats.org/drawingml/2006/main">
            <a:r>
              <a:t>seen = set() creates an empty set. seen.add("A") adds an item. "A" in seen asks whether it is present.</a:t>
            </a:r>
          </a:p>
          <a:p xmlns:a="http://schemas.openxmlformats.org/drawingml/2006/main">
            <a:r>
              <a:t/>
            </a:r>
          </a:p>
          <a:p xmlns:a="http://schemas.openxmlformats.org/drawingml/2006/main">
            <a:r>
              <a:t>Do not use a set when position or repeated readings matter. Sets cannot be indexed. {} creates an empty dictionary, not an empty set.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Set membership and repeated 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membership and repeated IDs</a:t>
            </a:r>
          </a:p>
          <a:p xmlns:a="http://schemas.openxmlformats.org/drawingml/2006/main">
            <a:r>
              <a:t/>
            </a:r>
          </a:p>
          <a:p xmlns:a="http://schemas.openxmlformats.org/drawingml/2006/main">
            <a:r>
              <a:t>CONNECT</a:t>
            </a:r>
          </a:p>
          <a:p xmlns:a="http://schemas.openxmlformats.org/drawingml/2006/main">
            <a:r>
              <a:t>Build on A set remembers distinct items. Explain why this example is needed before running it.</a:t>
            </a:r>
          </a:p>
          <a:p xmlns:a="http://schemas.openxmlformats.org/drawingml/2006/main">
            <a:r>
              <a:t/>
            </a:r>
          </a:p>
          <a:p xmlns:a="http://schemas.openxmlformats.org/drawingml/2006/main">
            <a:r>
              <a:t>EXPLAIN</a:t>
            </a:r>
          </a:p>
          <a:p xmlns:a="http://schemas.openxmlformats.org/drawingml/2006/main">
            <a:r>
              <a:t>Output: 1, True, False. Adding the same ID twice keeps one distinct ID.</a:t>
            </a:r>
          </a:p>
          <a:p xmlns:a="http://schemas.openxmlformats.org/drawingml/2006/main">
            <a:r>
              <a:t/>
            </a:r>
          </a:p>
          <a:p xmlns:a="http://schemas.openxmlformats.org/drawingml/2006/main">
            <a:r>
              <a:t>LECTURER DETAIL</a:t>
            </a:r>
          </a:p>
          <a:p xmlns:a="http://schemas.openxmlformats.org/drawingml/2006/main">
            <a:r>
              <a:t>Output: 1, True, False. Adding the same ID twice keeps one distinct ID.</a:t>
            </a:r>
          </a:p>
          <a:p xmlns:a="http://schemas.openxmlformats.org/drawingml/2006/main">
            <a:r>
              <a:t/>
            </a:r>
          </a:p>
          <a:p xmlns:a="http://schemas.openxmlformats.org/drawingml/2006/main">
            <a:r>
              <a:t>seen = set()</a:t>
            </a:r>
          </a:p>
          <a:p xmlns:a="http://schemas.openxmlformats.org/drawingml/2006/main">
            <a:r>
              <a:t>seen.add("A")</a:t>
            </a:r>
          </a:p>
          <a:p xmlns:a="http://schemas.openxmlformats.org/drawingml/2006/main">
            <a:r>
              <a:t>seen.add("A")</a:t>
            </a:r>
          </a:p>
          <a:p xmlns:a="http://schemas.openxmlformats.org/drawingml/2006/main">
            <a:r>
              <a:t>print(len(seen))</a:t>
            </a:r>
          </a:p>
          <a:p xmlns:a="http://schemas.openxmlformats.org/drawingml/2006/main">
            <a:r>
              <a:t>print("A" in seen)</a:t>
            </a:r>
          </a:p>
          <a:p xmlns:a="http://schemas.openxmlformats.org/drawingml/2006/main">
            <a:r>
              <a:t>print("B" in seen)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How the four collections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the four collections differ</a:t>
            </a:r>
          </a:p>
          <a:p xmlns:a="http://schemas.openxmlformats.org/drawingml/2006/main">
            <a:r>
              <a:t/>
            </a:r>
          </a:p>
          <a:p xmlns:a="http://schemas.openxmlformats.org/drawingml/2006/main">
            <a:r>
              <a:t>CONNECT</a:t>
            </a:r>
          </a:p>
          <a:p xmlns:a="http://schemas.openxmlformats.org/drawingml/2006/main">
            <a:r>
              <a:t>Build on Set membership and repeated IDs. Explain why this example is needed before running it.</a:t>
            </a:r>
          </a:p>
          <a:p xmlns:a="http://schemas.openxmlformats.org/drawingml/2006/main">
            <a:r>
              <a:t/>
            </a:r>
          </a:p>
          <a:p xmlns:a="http://schemas.openxmlformats.org/drawingml/2006/main">
            <a:r>
              <a:t>EXPLAIN</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LECTURER DETAIL</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Dictionary items and two loop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Dictionary items and two loop names</a:t>
            </a:r>
          </a:p>
          <a:p xmlns:a="http://schemas.openxmlformats.org/drawingml/2006/main">
            <a:r>
              <a:t/>
            </a:r>
          </a:p>
          <a:p xmlns:a="http://schemas.openxmlformats.org/drawingml/2006/main">
            <a:r>
              <a:t>CONNECT</a:t>
            </a:r>
          </a:p>
          <a:p xmlns:a="http://schemas.openxmlformats.org/drawingml/2006/main">
            <a:r>
              <a:t>Build on How the four collections differ. Explain why this example is needed before running it.</a:t>
            </a:r>
          </a:p>
          <a:p xmlns:a="http://schemas.openxmlformats.org/drawingml/2006/main">
            <a:r>
              <a:t/>
            </a:r>
          </a:p>
          <a:p xmlns:a="http://schemas.openxmlformats.org/drawingml/2006/main">
            <a:r>
              <a:t>EXPLAIN</a:t>
            </a:r>
          </a:p>
          <a:p xmlns:a="http://schemas.openxmlformats.org/drawingml/2006/main">
            <a:r>
              <a:t>record.items() provides each key with its value as a pair. The loop unpacks each pair into the names key and value.</a:t>
            </a:r>
          </a:p>
          <a:p xmlns:a="http://schemas.openxmlformats.org/drawingml/2006/main">
            <a:r>
              <a:t/>
            </a:r>
          </a:p>
          <a:p xmlns:a="http://schemas.openxmlformats.org/drawingml/2006/main">
            <a:r>
              <a:t>for key, value in record.items(): repeats the indented body for each field. Use .items() when both the label and its value are needed.</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Looping through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Looping through named fields</a:t>
            </a:r>
          </a:p>
          <a:p xmlns:a="http://schemas.openxmlformats.org/drawingml/2006/main">
            <a:r>
              <a:t/>
            </a:r>
          </a:p>
          <a:p xmlns:a="http://schemas.openxmlformats.org/drawingml/2006/main">
            <a:r>
              <a:t>CONNECT</a:t>
            </a:r>
          </a:p>
          <a:p xmlns:a="http://schemas.openxmlformats.org/drawingml/2006/main">
            <a:r>
              <a:t>Build on Dictionary items and two loop names. Explain why this example is needed before running it.</a:t>
            </a:r>
          </a:p>
          <a:p xmlns:a="http://schemas.openxmlformats.org/drawingml/2006/main">
            <a:r>
              <a:t/>
            </a:r>
          </a:p>
          <a:p xmlns:a="http://schemas.openxmlformats.org/drawingml/2006/main">
            <a:r>
              <a:t>EXPLAIN</a:t>
            </a:r>
          </a:p>
          <a:p xmlns:a="http://schemas.openxmlformats.org/drawingml/2006/main">
            <a:r>
              <a:t>Output: unit A, then reading 6. The dictionary preserves insertion order.</a:t>
            </a:r>
          </a:p>
          <a:p xmlns:a="http://schemas.openxmlformats.org/drawingml/2006/main">
            <a:r>
              <a:t/>
            </a:r>
          </a:p>
          <a:p xmlns:a="http://schemas.openxmlformats.org/drawingml/2006/main">
            <a:r>
              <a:t>LECTURER DETAIL</a:t>
            </a:r>
          </a:p>
          <a:p xmlns:a="http://schemas.openxmlformats.org/drawingml/2006/main">
            <a:r>
              <a:t>Output: unit A, then reading 6. The dictionary preserves insertion order.</a:t>
            </a:r>
          </a:p>
          <a:p xmlns:a="http://schemas.openxmlformats.org/drawingml/2006/main">
            <a:r>
              <a:t/>
            </a:r>
          </a:p>
          <a:p xmlns:a="http://schemas.openxmlformats.org/drawingml/2006/main">
            <a:r>
              <a:t>record = {"unit": "A", "reading": 6}</a:t>
            </a:r>
          </a:p>
          <a:p xmlns:a="http://schemas.openxmlformats.org/drawingml/2006/main">
            <a:r>
              <a:t>for key, value in record.items():</a:t>
            </a:r>
          </a:p>
          <a:p xmlns:a="http://schemas.openxmlformats.org/drawingml/2006/main">
            <a:r>
              <a:t>    print(key, value)</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position and a key find different things.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Build on Looping through named fields. Explain why this example is needed before running it.</a:t>
            </a:r>
          </a:p>
          <a:p xmlns:a="http://schemas.openxmlformats.org/drawingml/2006/main">
            <a:r>
              <a:t/>
            </a:r>
          </a:p>
          <a:p xmlns:a="http://schemas.openxmlformats.org/drawingml/2006/main">
            <a:r>
              <a:t>EXPLAIN</a:t>
            </a:r>
          </a:p>
          <a:p xmlns:a="http://schemas.openxmlformats.org/drawingml/2006/main">
            <a:r>
              <a:t>Both examples return 4. Explain how each lookup finds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Build on the preceding slide: Dictionary lookups and list slices.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A dictionary gives each value a key.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CSV and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Build on A position and a key find different things. Explain why this example is needed before running it.</a:t>
            </a:r>
          </a:p>
          <a:p xmlns:a="http://schemas.openxmlformats.org/drawingml/2006/main">
            <a:r>
              <a:t/>
            </a:r>
          </a:p>
          <a:p xmlns:a="http://schemas.openxmlformats.org/drawingml/2006/main">
            <a:r>
              <a:t>EXPLAIN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Build on the preceding slide: Three ways to collect values.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POINT TO THE DEFINITION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NEXT</a:t>
            </a:r>
          </a:p>
          <a:p xmlns:a="http://schemas.openxmlformats.org/drawingml/2006/main">
            <a:r>
              <a:t>One record at a time.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record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Build on CSV and header. Explain why this example is needed before running it.</a:t>
            </a:r>
          </a:p>
          <a:p xmlns:a="http://schemas.openxmlformats.org/drawingml/2006/main">
            <a:r>
              <a:t/>
            </a:r>
          </a:p>
          <a:p xmlns:a="http://schemas.openxmlformats.org/drawingml/2006/main">
            <a:r>
              <a:t>EXPLAIN</a:t>
            </a:r>
          </a:p>
          <a:p xmlns:a="http://schemas.openxmlformats.org/drawingml/2006/main">
            <a:r>
              <a:t>A CSV is a text table with a header row.</a:t>
            </a:r>
          </a:p>
          <a:p xmlns:a="http://schemas.openxmlformats.org/drawingml/2006/main">
            <a:r>
              <a:t/>
            </a:r>
          </a:p>
          <a:p xmlns:a="http://schemas.openxmlformats.org/drawingml/2006/main">
            <a:r>
              <a:t>DictReader uses that header for dictionary keys.</a:t>
            </a:r>
          </a:p>
          <a:p xmlns:a="http://schemas.openxmlformats.org/drawingml/2006/main">
            <a:r>
              <a:t/>
            </a:r>
          </a:p>
          <a:p xmlns:a="http://schemas.openxmlformats.org/drawingml/2006/main">
            <a:r>
              <a:t>CSV cells begin as text, even when they look numeric.</a:t>
            </a:r>
          </a:p>
          <a:p xmlns:a="http://schemas.openxmlformats.org/drawingml/2006/main">
            <a:r>
              <a:t/>
            </a:r>
          </a:p>
          <a:p xmlns:a="http://schemas.openxmlformats.org/drawingml/2006/main">
            <a:r>
              <a:t>float("2.5") converts text into the number 2.5.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Build on the preceding slide: CSV and header.</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A CSV file has a header and text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CSV file has a header and text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Build on One record at a time. Explain why this example is needed before running it.</a:t>
            </a:r>
          </a:p>
          <a:p xmlns:a="http://schemas.openxmlformats.org/drawingml/2006/main">
            <a:r>
              <a:t/>
            </a:r>
          </a:p>
          <a:p xmlns:a="http://schemas.openxmlformats.org/drawingml/2006/main">
            <a:r>
              <a:t>EXPLAIN</a:t>
            </a:r>
          </a:p>
          <a:p xmlns:a="http://schemas.openxmlformats.org/drawingml/2006/main">
            <a:r>
              <a:t>An empty field is empty text. Check the task’s rule before converting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Build on the preceding slide: One record at a time.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CSV row becomes a 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CSV row becomes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Build on A CSV file has a header and text values. Explain why this example is needed before running it.</a:t>
            </a:r>
          </a:p>
          <a:p xmlns:a="http://schemas.openxmlformats.org/drawingml/2006/main">
            <a:r>
              <a:t/>
            </a:r>
          </a:p>
          <a:p xmlns:a="http://schemas.openxmlformats.org/drawingml/2006/main">
            <a:r>
              <a:t>EXPLAIN</a:t>
            </a:r>
          </a:p>
          <a:p xmlns:a="http://schemas.openxmlformats.org/drawingml/2006/main">
            <a:r>
              <a:t>The header gives field names, such as unit and reading.</a:t>
            </a:r>
          </a:p>
          <a:p xmlns:a="http://schemas.openxmlformats.org/drawingml/2006/main">
            <a:r>
              <a:t/>
            </a:r>
          </a:p>
          <a:p xmlns:a="http://schemas.openxmlformats.org/drawingml/2006/main">
            <a:r>
              <a:t>csv.DictReader returns one dictionary for each data row.</a:t>
            </a:r>
          </a:p>
          <a:p xmlns:a="http://schemas.openxmlformats.org/drawingml/2006/main">
            <a:r>
              <a:t/>
            </a:r>
          </a:p>
          <a:p xmlns:a="http://schemas.openxmlformats.org/drawingml/2006/main">
            <a:r>
              <a:t>The value "2.5" starts as text. float("2.5") makes the number 2.5.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Build on the preceding slide: A CSV file has a header and text values.</a:t>
            </a:r>
          </a:p>
          <a:p xmlns:a="http://schemas.openxmlformats.org/drawingml/2006/main">
            <a:r>
              <a:t/>
            </a:r>
          </a:p>
          <a:p xmlns:a="http://schemas.openxmlformats.org/drawingml/2006/main">
            <a:r>
              <a:t>LECTURER CUE</a:t>
            </a:r>
          </a:p>
          <a:p xmlns:a="http://schemas.openxmlformats.org/drawingml/2006/main">
            <a:r>
              <a:t>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with and import.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with and import.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Build on A CSV row becomes a dictionary. Explain why this example is needed before running it.</a:t>
            </a:r>
          </a:p>
          <a:p xmlns:a="http://schemas.openxmlformats.org/drawingml/2006/main">
            <a:r>
              <a:t/>
            </a:r>
          </a:p>
          <a:p xmlns:a="http://schemas.openxmlformats.org/drawingml/2006/main">
            <a:r>
              <a:t>EXPLAIN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Build on the preceding slide: A CSV row becomes a dictionary.</a:t>
            </a:r>
          </a:p>
          <a:p xmlns:a="http://schemas.openxmlformats.org/drawingml/2006/main">
            <a:r>
              <a:t/>
            </a:r>
          </a:p>
          <a:p xmlns:a="http://schemas.openxmlformats.org/drawingml/2006/main">
            <a:r>
              <a:t>POINT TO THE DEFINITION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NEXT</a:t>
            </a:r>
          </a:p>
          <a:p xmlns:a="http://schemas.openxmlformats.org/drawingml/2006/main">
            <a:r>
              <a:t>Your cohort data.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cohort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Build on with and import. Explain why this example is needed before running it.</a:t>
            </a:r>
          </a:p>
          <a:p xmlns:a="http://schemas.openxmlformats.org/drawingml/2006/main">
            <a:r>
              <a:t/>
            </a:r>
          </a:p>
          <a:p xmlns:a="http://schemas.openxmlformats.org/drawingml/2006/main">
            <a:r>
              <a:t>EXPLAIN</a:t>
            </a:r>
          </a:p>
          <a:p xmlns:a="http://schemas.openxmlformats.org/drawingml/2006/main">
            <a:r>
              <a:t>site_inspection_log.csv</a:t>
            </a:r>
          </a:p>
          <a:p xmlns:a="http://schemas.openxmlformats.org/drawingml/2006/main">
            <a:r>
              <a:t/>
            </a:r>
          </a:p>
          <a:p xmlns:a="http://schemas.openxmlformats.org/drawingml/2006/main">
            <a:r>
              <a:t>Summarise crack_width_mm (millimetres); group by structure_id.</a:t>
            </a:r>
          </a:p>
          <a:p xmlns:a="http://schemas.openxmlformats.org/drawingml/2006/main">
            <a:r>
              <a:t/>
            </a:r>
          </a:p>
          <a:p xmlns:a="http://schemas.openxmlformats.org/drawingml/2006/main">
            <a:r>
              <a:t>Read the issued task’s blank-value and threshold rules before calculating.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Build on the preceding slide: with and import.</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Read the supplied CSV in four steps.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supplied CSV in four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Build on Your cohort data. Explain why this example is needed before running it.</a:t>
            </a:r>
          </a:p>
          <a:p xmlns:a="http://schemas.openxmlformats.org/drawingml/2006/main">
            <a:r>
              <a:t/>
            </a:r>
          </a:p>
          <a:p xmlns:a="http://schemas.openxmlformats.org/drawingml/2006/main">
            <a:r>
              <a:t>EXPLAIN</a:t>
            </a:r>
          </a:p>
          <a:p xmlns:a="http://schemas.openxmlformats.org/drawingml/2006/main">
            <a:r>
              <a:t>Place site_inspection_log.csv beside the notebook, or upload it in Colab’s Files panel.</a:t>
            </a:r>
          </a:p>
          <a:p xmlns:a="http://schemas.openxmlformats.org/drawingml/2006/main">
            <a:r>
              <a:t/>
            </a:r>
          </a:p>
          <a:p xmlns:a="http://schemas.openxmlformats.org/drawingml/2006/main">
            <a:r>
              <a:t>import csv loads the CSV tools. newline="" lets the reader handle line endings. DictReader uses the header as dictionary keys.</a:t>
            </a:r>
          </a:p>
          <a:p xmlns:a="http://schemas.openxmlformats.org/drawingml/2006/main">
            <a:r>
              <a:t/>
            </a:r>
          </a:p>
          <a:p xmlns:a="http://schemas.openxmlformats.org/drawingml/2006/main">
            <a:r>
              <a:t>list(...) collects the rows while the file is open. We inspect the first row and the count; the later assignment calculations are your work.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Build on the preceding slide: Your cohort data.</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Open a real CSV and inspect its first row.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Open a real CSV and inspect its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Build on Read the supplied CSV in four steps. Explain why this example is needed before running it.</a:t>
            </a:r>
          </a:p>
          <a:p xmlns:a="http://schemas.openxmlformats.org/drawingml/2006/main">
            <a:r>
              <a:t/>
            </a:r>
          </a:p>
          <a:p xmlns:a="http://schemas.openxmlformats.org/drawingml/2006/main">
            <a:r>
              <a:t>EXPLAIN</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Build on the preceding slide: Read the supplied CSV in four steps.</a:t>
            </a:r>
          </a:p>
          <a:p xmlns:a="http://schemas.openxmlformats.org/drawingml/2006/main">
            <a:r>
              <a:t/>
            </a:r>
          </a:p>
          <a:p xmlns:a="http://schemas.openxmlformats.org/drawingml/2006/main">
            <a:r>
              <a:t>LECTURER CUE</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Complete practice code:</a:t>
            </a:r>
          </a:p>
          <a:p xmlns:a="http://schemas.openxmlformats.org/drawingml/2006/main">
            <a:r>
              <a:t>import csv</a:t>
            </a:r>
          </a:p>
          <a:p xmlns:a="http://schemas.openxmlformats.org/drawingml/2006/main">
            <a:r>
              <a:t>with open("site_inspection_log.csv", newline="") as source:</a:t>
            </a:r>
          </a:p>
          <a:p xmlns:a="http://schemas.openxmlformats.org/drawingml/2006/main">
            <a:r>
              <a:t>    rows = list(csv.DictReader(source))</a:t>
            </a:r>
          </a:p>
          <a:p xmlns:a="http://schemas.openxmlformats.org/drawingml/2006/main">
            <a:r>
              <a:t>print(rows[0])</a:t>
            </a:r>
          </a:p>
          <a:p xmlns:a="http://schemas.openxmlformats.org/drawingml/2006/main">
            <a:r>
              <a:t>print(len(rows))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record and a growing list.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of dictionaries.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of dictionaries</a:t>
            </a:r>
          </a:p>
          <a:p xmlns:a="http://schemas.openxmlformats.org/drawingml/2006/main">
            <a:r>
              <a:t/>
            </a:r>
          </a:p>
          <a:p xmlns:a="http://schemas.openxmlformats.org/drawingml/2006/main">
            <a:r>
              <a:t>CONNECT</a:t>
            </a:r>
          </a:p>
          <a:p xmlns:a="http://schemas.openxmlformats.org/drawingml/2006/main">
            <a:r>
              <a:t>Build on Open a real CSV and inspect its first row. Explain why this example is needed before running it.</a:t>
            </a:r>
          </a:p>
          <a:p xmlns:a="http://schemas.openxmlformats.org/drawingml/2006/main">
            <a:r>
              <a:t/>
            </a:r>
          </a:p>
          <a:p xmlns:a="http://schemas.openxmlformats.org/drawingml/2006/main">
            <a:r>
              <a:t>EXPLAIN</a:t>
            </a:r>
          </a:p>
          <a:p xmlns:a="http://schemas.openxmlformats.org/drawingml/2006/main">
            <a:r>
              <a:t>A record holds named fields for one observation. A list of records holds several observations in order.</a:t>
            </a:r>
          </a:p>
          <a:p xmlns:a="http://schemas.openxmlformats.org/drawingml/2006/main">
            <a:r>
              <a:t/>
            </a:r>
          </a:p>
          <a:p xmlns:a="http://schemas.openxmlformats.org/drawingml/2006/main">
            <a:r>
              <a:t>records[0] selects the first dictionary. records[0]["reading"] then selects that dictionary’s reading field.</a:t>
            </a:r>
          </a:p>
          <a:p xmlns:a="http://schemas.openxmlformats.org/drawingml/2006/main">
            <a:r>
              <a:t/>
            </a:r>
          </a:p>
          <a:p xmlns:a="http://schemas.openxmlformats.org/drawingml/2006/main">
            <a:r>
              <a:t>for row in records takes one dictionary at a time. row["reading"] retrieves that observation’s field; float converts numeric text when needed.</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record and a growing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Build on A list of dictionaries. Explain why this example is needed before running it.</a:t>
            </a:r>
          </a:p>
          <a:p xmlns:a="http://schemas.openxmlformats.org/drawingml/2006/main">
            <a:r>
              <a:t/>
            </a:r>
          </a:p>
          <a:p xmlns:a="http://schemas.openxmlformats.org/drawingml/2006/main">
            <a:r>
              <a:t>EXPLAIN</a:t>
            </a:r>
          </a:p>
          <a:p xmlns:a="http://schemas.openxmlformats.org/drawingml/2006/main">
            <a:r>
              <a:t>Braces pair a key with its value. append adds one value to the end of a list.</a:t>
            </a:r>
          </a:p>
          <a:p xmlns:a="http://schemas.openxmlformats.org/drawingml/2006/main">
            <a:r>
              <a:t/>
            </a:r>
          </a:p>
          <a:p xmlns:a="http://schemas.openxmlformats.org/drawingml/2006/main">
            <a:r>
              <a:t>The same pattern works after reading a CSV row.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Build on the preceding slide: Open a real CSV and inspect its first row.</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A record and a growing list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record and a growing list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Build on A record and a growing list.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Build on the preceding slide: A record and a growing list.</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Complete practice code:</a:t>
            </a:r>
          </a:p>
          <a:p xmlns:a="http://schemas.openxmlformats.org/drawingml/2006/main">
            <a:r>
              <a:t>records = [{"sensor": "A", "reading": "2.5"},</a:t>
            </a:r>
          </a:p>
          <a:p xmlns:a="http://schemas.openxmlformats.org/drawingml/2006/main">
            <a:r>
              <a:t>           {"sensor": "B", "reading": "3.5"}]</a:t>
            </a:r>
          </a:p>
          <a:p xmlns:a="http://schemas.openxmlformats.org/drawingml/2006/main">
            <a:r>
              <a:t>values = []</a:t>
            </a:r>
          </a:p>
          <a:p xmlns:a="http://schemas.openxmlformats.org/drawingml/2006/main">
            <a:r>
              <a:t>for row in records:</a:t>
            </a:r>
          </a:p>
          <a:p xmlns:a="http://schemas.openxmlformats.org/drawingml/2006/main">
            <a:r>
              <a:t>    values.append(float(row["reading"]))</a:t>
            </a:r>
          </a:p>
          <a:p xmlns:a="http://schemas.openxmlformats.org/drawingml/2006/main">
            <a:r>
              <a:t>print(values)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float converts numeric text into a decimal number.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Skip a blank before converting 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Skip a blank before converting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Build on A record and a growing list in Python. Explain why this example is needed before running it.</a:t>
            </a:r>
          </a:p>
          <a:p xmlns:a="http://schemas.openxmlformats.org/drawingml/2006/main">
            <a:r>
              <a:t/>
            </a:r>
          </a:p>
          <a:p xmlns:a="http://schemas.openxmlformats.org/drawingml/2006/main">
            <a:r>
              <a:t>EXPLAIN</a:t>
            </a:r>
          </a:p>
          <a:p xmlns:a="http://schemas.openxmlformats.org/drawingml/2006/main">
            <a:r>
              <a:t>An empty text field is "". The comparison != means “not equal to”. Only convert a value after the blank check passes.</a:t>
            </a:r>
          </a:p>
          <a:p xmlns:a="http://schemas.openxmlformats.org/drawingml/2006/main">
            <a:r>
              <a:t/>
            </a:r>
          </a:p>
          <a:p xmlns:a="http://schemas.openxmlformats.org/drawingml/2006/main">
            <a:r>
              <a:t>In this example, values records valid numbers only. Its length is the valid count; the group summaries must use the same valid-record policy.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Build on the preceding slide: A record and a growing list in Python.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Collect only the recorded numbers.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Collect only the recorded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Build on Skip a blank before converting text. Explain why this example is needed before running it.</a:t>
            </a:r>
          </a:p>
          <a:p xmlns:a="http://schemas.openxmlformats.org/drawingml/2006/main">
            <a:r>
              <a:t/>
            </a:r>
          </a:p>
          <a:p xmlns:a="http://schemas.openxmlformats.org/drawingml/2006/main">
            <a:r>
              <a:t>EXPLAIN</a:t>
            </a:r>
          </a:p>
          <a:p xmlns:a="http://schemas.openxmlformats.org/drawingml/2006/main">
            <a:r>
              <a:t>Expected: 2 [2.5, 3.5]. A blank is missing, not a recorded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Build on the preceding slide: Skip a blank before converting text.</a:t>
            </a:r>
          </a:p>
          <a:p xmlns:a="http://schemas.openxmlformats.org/drawingml/2006/main">
            <a:r>
              <a:t/>
            </a:r>
          </a:p>
          <a:p xmlns:a="http://schemas.openxmlformats.org/drawingml/2006/main">
            <a:r>
              <a:t>LECTURER CUE</a:t>
            </a:r>
          </a:p>
          <a:p xmlns:a="http://schemas.openxmlformats.org/drawingml/2006/main">
            <a:r>
              <a:t>Expected: 2 [2.5, 3.5]. A blank is missing, not a recorded zero.</a:t>
            </a:r>
          </a:p>
          <a:p xmlns:a="http://schemas.openxmlformats.org/drawingml/2006/main">
            <a:r>
              <a:t/>
            </a:r>
          </a:p>
          <a:p xmlns:a="http://schemas.openxmlformats.org/drawingml/2006/main">
            <a:r>
              <a:t>Complete practice code:</a:t>
            </a:r>
          </a:p>
          <a:p xmlns:a="http://schemas.openxmlformats.org/drawingml/2006/main">
            <a:r>
              <a:t>text_values = ["2.5", "", "3.5"]</a:t>
            </a:r>
          </a:p>
          <a:p xmlns:a="http://schemas.openxmlformats.org/drawingml/2006/main">
            <a:r>
              <a:t>values = []</a:t>
            </a:r>
          </a:p>
          <a:p xmlns:a="http://schemas.openxmlformats.org/drawingml/2006/main">
            <a:r>
              <a:t>for text in text_values:</a:t>
            </a:r>
          </a:p>
          <a:p xmlns:a="http://schemas.openxmlformats.org/drawingml/2006/main">
            <a:r>
              <a:t>    if text != "":</a:t>
            </a:r>
          </a:p>
          <a:p xmlns:a="http://schemas.openxmlformats.org/drawingml/2006/main">
            <a:r>
              <a:t>        values.append(float(text))</a:t>
            </a:r>
          </a:p>
          <a:p xmlns:a="http://schemas.openxmlformats.org/drawingml/2006/main">
            <a:r>
              <a:t>print(len(values), values)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float converts numeric text into a decimal number.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for separate groups.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Build on Collect only the recorded numbers. Explain why this example is needed before running it.</a:t>
            </a:r>
          </a:p>
          <a:p xmlns:a="http://schemas.openxmlformats.org/drawingml/2006/main">
            <a:r>
              <a:t/>
            </a:r>
          </a:p>
          <a:p xmlns:a="http://schemas.openxmlformats.org/drawingml/2006/main">
            <a:r>
              <a:t>EXPLAIN</a:t>
            </a:r>
          </a:p>
          <a:p xmlns:a="http://schemas.openxmlformats.org/drawingml/2006/main">
            <a:r>
              <a:t>A dictionary can hold one running total for each group.</a:t>
            </a:r>
          </a:p>
          <a:p xmlns:a="http://schemas.openxmlformats.org/drawingml/2006/main">
            <a:r>
              <a:t/>
            </a:r>
          </a:p>
          <a:p xmlns:a="http://schemas.openxmlformats.org/drawingml/2006/main">
            <a:r>
              <a:t>An absent key needs an initial zero.</a:t>
            </a:r>
          </a:p>
          <a:p xmlns:a="http://schemas.openxmlformats.org/drawingml/2006/main">
            <a:r>
              <a:t/>
            </a:r>
          </a:p>
          <a:p xmlns:a="http://schemas.openxmlformats.org/drawingml/2006/main">
            <a:r>
              <a:t>Then add the reading to that group.</a:t>
            </a:r>
          </a:p>
          <a:p xmlns:a="http://schemas.openxmlformats.org/drawingml/2006/main">
            <a:r>
              <a:t/>
            </a:r>
          </a:p>
          <a:p xmlns:a="http://schemas.openxmlformats.org/drawingml/2006/main">
            <a:r>
              <a:t>To calculate group means, keep a matching count and divide each group total by its own count.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Build on the preceding slide: Collect only the recorded numbers.</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Summaries for separate groups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Build on Summaries for separate groups.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Build on the preceding slide: Summaries for separate groups.</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for separate groups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Build on Summaries for separate groups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Build on the preceding slide: Summaries for separate groups in Python (1/2).</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group mean needs its own count.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group mean needs its own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Build on Summaries for separate groups in Python (2/2). Explain why this example is needed before running it.</a:t>
            </a:r>
          </a:p>
          <a:p xmlns:a="http://schemas.openxmlformats.org/drawingml/2006/main">
            <a:r>
              <a:t/>
            </a:r>
          </a:p>
          <a:p xmlns:a="http://schemas.openxmlformats.org/drawingml/2006/main">
            <a:r>
              <a:t>EXPLAIN</a:t>
            </a:r>
          </a:p>
          <a:p xmlns:a="http://schemas.openxmlformats.org/drawingml/2006/main">
            <a:r>
              <a:t>The preceding loop calculated a total for each group. Count records in those same groups, then divide each group total by its own count.</a:t>
            </a:r>
          </a:p>
          <a:p xmlns:a="http://schemas.openxmlformats.org/drawingml/2006/main">
            <a:r>
              <a:t/>
            </a:r>
          </a:p>
          <a:p xmlns:a="http://schemas.openxmlformats.org/drawingml/2006/main">
            <a:r>
              <a:t>items() supplies the group name and its total together. We use small invented records, not the assignment’s answers.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Build on the preceding slide: Summaries for separate groups in Python (2/2).</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From group totals to group means.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From group totals to group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Build on A group mean needs its own count. Explain why this example is needed before running it.</a:t>
            </a:r>
          </a:p>
          <a:p xmlns:a="http://schemas.openxmlformats.org/drawingml/2006/main">
            <a:r>
              <a:t/>
            </a:r>
          </a:p>
          <a:p xmlns:a="http://schemas.openxmlformats.org/drawingml/2006/main">
            <a:r>
              <a:t>EXPLAIN</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Build on the preceding slide: A group mean needs its own count.</a:t>
            </a:r>
          </a:p>
          <a:p xmlns:a="http://schemas.openxmlformats.org/drawingml/2006/main">
            <a:r>
              <a:t/>
            </a:r>
          </a:p>
          <a:p xmlns:a="http://schemas.openxmlformats.org/drawingml/2006/main">
            <a:r>
              <a:t>LECTURER CUE</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Complete practice code:</a:t>
            </a:r>
          </a:p>
          <a:p xmlns:a="http://schemas.openxmlformats.org/drawingml/2006/main">
            <a:r>
              <a:t>counts = {}</a:t>
            </a:r>
          </a:p>
          <a:p xmlns:a="http://schemas.openxmlformats.org/drawingml/2006/main">
            <a:r>
              <a:t>for row in records:</a:t>
            </a:r>
          </a:p>
          <a:p xmlns:a="http://schemas.openxmlformats.org/drawingml/2006/main">
            <a:r>
              <a:t>    group = row["group"]</a:t>
            </a:r>
          </a:p>
          <a:p xmlns:a="http://schemas.openxmlformats.org/drawingml/2006/main">
            <a:r>
              <a:t>    counts[group] = counts.get(group, 0) + 1</a:t>
            </a:r>
          </a:p>
          <a:p xmlns:a="http://schemas.openxmlformats.org/drawingml/2006/main">
            <a:r>
              <a:t>means = {}</a:t>
            </a:r>
          </a:p>
          <a:p xmlns:a="http://schemas.openxmlformats.org/drawingml/2006/main">
            <a:r>
              <a:t>for group, total in totals.items():</a:t>
            </a:r>
          </a:p>
          <a:p xmlns:a="http://schemas.openxmlformats.org/drawingml/2006/main">
            <a:r>
              <a:t>    means[group] = total / counts[group]</a:t>
            </a:r>
          </a:p>
          <a:p xmlns:a="http://schemas.openxmlformats.org/drawingml/2006/main">
            <a:r>
              <a:t>print(means)</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When numeric text cannot be converted.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When numeric text cannot be converted.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Build on From group totals to group means. Explain why this example is needed before running it.</a:t>
            </a:r>
          </a:p>
          <a:p xmlns:a="http://schemas.openxmlformats.org/drawingml/2006/main">
            <a:r>
              <a:t/>
            </a:r>
          </a:p>
          <a:p xmlns:a="http://schemas.openxmlformats.org/drawingml/2006/main">
            <a:r>
              <a:t>EXPLAIN</a:t>
            </a:r>
          </a:p>
          <a:p xmlns:a="http://schemas.openxmlformats.org/drawingml/2006/main">
            <a:r>
              <a:t>float("bad") raises ValueError: the text does not represent a number. An exception interrupts ordinary execution.</a:t>
            </a:r>
          </a:p>
          <a:p xmlns:a="http://schemas.openxmlformats.org/drawingml/2006/main">
            <a:r>
              <a:t/>
            </a:r>
          </a:p>
          <a:p xmlns:a="http://schemas.openxmlformats.org/drawingml/2006/main">
            <a:r>
              <a:t>try contains the operation that might fail. except ValueError runs only for that named failure. Indentation shows the two blocks.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Build on the preceding slide: From group totals to group means.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Catch one expected conversion failure.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Catch one expected conversion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Build on When numeric text cannot be converted. Explain why this example is needed before running it.</a:t>
            </a:r>
          </a:p>
          <a:p xmlns:a="http://schemas.openxmlformats.org/drawingml/2006/main">
            <a:r>
              <a:t/>
            </a:r>
          </a:p>
          <a:p xmlns:a="http://schemas.openxmlformats.org/drawingml/2006/main">
            <a:r>
              <a:t>EXPLAIN</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Build on the preceding slide: When numeric text cannot be converted.</a:t>
            </a:r>
          </a:p>
          <a:p xmlns:a="http://schemas.openxmlformats.org/drawingml/2006/main">
            <a:r>
              <a:t/>
            </a:r>
          </a:p>
          <a:p xmlns:a="http://schemas.openxmlformats.org/drawingml/2006/main">
            <a:r>
              <a:t>LECTURER CUE</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Complete practice code:</a:t>
            </a:r>
          </a:p>
          <a:p xmlns:a="http://schemas.openxmlformats.org/drawingml/2006/main">
            <a:r>
              <a:t>text = "bad"</a:t>
            </a:r>
          </a:p>
          <a:p xmlns:a="http://schemas.openxmlformats.org/drawingml/2006/main">
            <a:r>
              <a:t>try:</a:t>
            </a:r>
          </a:p>
          <a:p xmlns:a="http://schemas.openxmlformats.org/drawingml/2006/main">
            <a:r>
              <a:t>    reading = float(text)</a:t>
            </a:r>
          </a:p>
          <a:p xmlns:a="http://schemas.openxmlformats.org/drawingml/2006/main">
            <a:r>
              <a:t>except ValueError:</a:t>
            </a:r>
          </a:p>
          <a:p xmlns:a="http://schemas.openxmlformats.org/drawingml/2006/main">
            <a:r>
              <a:t>    reading = None</a:t>
            </a:r>
          </a:p>
          <a:p xmlns:a="http://schemas.openxmlformats.org/drawingml/2006/main">
            <a:r>
              <a:t>print(reading)</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float converts numeric text into a decimal number.</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loop.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Catch one expected conversion failure. Explain why this example is needed before running it.</a:t>
            </a:r>
          </a:p>
          <a:p xmlns:a="http://schemas.openxmlformats.org/drawingml/2006/main">
            <a:r>
              <a:t/>
            </a:r>
          </a:p>
          <a:p xmlns:a="http://schemas.openxmlformats.org/drawingml/2006/main">
            <a:r>
              <a:t>EXPLAIN</a:t>
            </a:r>
          </a:p>
          <a:p xmlns:a="http://schemas.openxmlformats.org/drawingml/2006/main">
            <a:r>
              <a:t>Example: Add 8 to the list. Trace the new total and count before running. What happens if total = 0 is moved inside the loop?</a:t>
            </a:r>
          </a:p>
          <a:p xmlns:a="http://schemas.openxmlformats.org/drawingml/2006/main">
            <a:r>
              <a:t/>
            </a:r>
          </a:p>
          <a:p xmlns:a="http://schemas.openxmlformats.org/drawingml/2006/main">
            <a:r>
              <a:t>Answer: Total 20, count 4, mean 5.0. Resetting inside the loop discards previous additions and leaves only the last value in total.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Total 20, count 4, mean 5.0. Resetting inside the loop discards previous additions and leaves only the last value in total.</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Total 20, count 4, mean 5.0. Resetting inside the loop discards previous additions and leaves only the last value in total.</a:t>
            </a:r>
          </a:p>
          <a:p xmlns:a="http://schemas.openxmlformats.org/drawingml/2006/main">
            <a:r>
              <a:t>Which step produced this result? What changes if one input changes?</a:t>
            </a:r>
          </a:p>
          <a:p xmlns:a="http://schemas.openxmlformats.org/drawingml/2006/main">
            <a:r>
              <a:t>CML3112   Week 4   45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Open the issued W04 notebook and its cohort CSV.</a:t>
            </a:r>
          </a:p>
          <a:p xmlns:a="http://schemas.openxmlformats.org/drawingml/2006/main">
            <a:r>
              <a:t/>
            </a:r>
          </a:p>
          <a:p xmlns:a="http://schemas.openxmlformats.org/drawingml/2006/main">
            <a:r>
              <a:t>Compute the requested valid_count, mean_reading, above_limit and group_means using the exact names in the notebook.</a:t>
            </a:r>
          </a:p>
          <a:p xmlns:a="http://schemas.openxmlformats.org/drawingml/2006/main">
            <a:r>
              <a:t/>
            </a:r>
          </a:p>
          <a:p xmlns:a="http://schemas.openxmlformats.org/drawingml/2006/main">
            <a:r>
              <a:t>First identify the correct field and its unit.</a:t>
            </a:r>
          </a:p>
          <a:p xmlns:a="http://schemas.openxmlformats.org/drawingml/2006/main">
            <a:r>
              <a:t/>
            </a:r>
          </a:p>
          <a:p xmlns:a="http://schemas.openxmlformats.org/drawingml/2006/main">
            <a:r>
              <a:t>Keep the CSV beside the notebook locally or upload it into the Colab runtime.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The written interpretation is practice.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Counting every record honestly.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every record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DictReader already consumes the header; skipping its first yielded row skips real data.</a:t>
            </a:r>
          </a:p>
          <a:p xmlns:a="http://schemas.openxmlformats.org/drawingml/2006/main">
            <a:r>
              <a:t/>
            </a:r>
          </a:p>
          <a:p xmlns:a="http://schemas.openxmlformats.org/drawingml/2006/main">
            <a:r>
              <a:t>A string such as "unknown" cannot be converted to float.</a:t>
            </a:r>
          </a:p>
          <a:p xmlns:a="http://schemas.openxmlformats.org/drawingml/2006/main">
            <a:r>
              <a:t/>
            </a:r>
          </a:p>
          <a:p xmlns:a="http://schemas.openxmlformats.org/drawingml/2006/main">
            <a:r>
              <a:t>Catch the expected conversion error, count and record it, then continue under a stated policy.</a:t>
            </a:r>
          </a:p>
          <a:p xmlns:a="http://schemas.openxmlformats.org/drawingml/2006/main">
            <a:r>
              <a:t/>
            </a:r>
          </a:p>
          <a:p xmlns:a="http://schemas.openxmlformats.org/drawingml/2006/main">
            <a:r>
              <a:t>Inspect whether skipped rows share a source before reporting a mean.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Counting every record honestly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every record honestly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Build on Counting every record honestly. Explain why this example is needed before running it.</a:t>
            </a:r>
          </a:p>
          <a:p xmlns:a="http://schemas.openxmlformats.org/drawingml/2006/main">
            <a:r>
              <a:t/>
            </a:r>
          </a:p>
          <a:p xmlns:a="http://schemas.openxmlformats.org/drawingml/2006/main">
            <a:r>
              <a:t>EXPLAIN</a:t>
            </a:r>
          </a:p>
          <a:p xmlns:a="http://schemas.openxmlformats.org/drawingml/2006/main">
            <a:r>
              <a:t>A sample summary describes observed records, not every possible operating condition.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Build on the preceding slide: Counting every record honestly.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Your issued assignment.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Counting every record honestly continued. Explain why this example is needed before running it.</a:t>
            </a:r>
          </a:p>
          <a:p xmlns:a="http://schemas.openxmlformats.org/drawingml/2006/main">
            <a:r>
              <a:t/>
            </a:r>
          </a:p>
          <a:p xmlns:a="http://schemas.openxmlformats.org/drawingml/2006/main">
            <a:r>
              <a:t>EXPLAIN</a:t>
            </a:r>
          </a:p>
          <a:p xmlns:a="http://schemas.openxmlformats.org/drawingml/2006/main">
            <a:r>
              <a:t>Open W04_student.ipynb.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Counting every record honestly continued.</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crack_width_mm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crack_width_mm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crack_width_mm readings strictly greater than 0.3.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structure_id labels and whose values are the mean valid crack_width_mm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valid_count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valid_count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Store an integer count of rows whose crack_width_mm field is nonblank.</a:t>
            </a:r>
          </a:p>
          <a:p xmlns:a="http://schemas.openxmlformats.org/drawingml/2006/main">
            <a:r>
              <a:t/>
            </a:r>
          </a:p>
          <a:p xmlns:a="http://schemas.openxmlformats.org/drawingml/2006/main">
            <a:r>
              <a:t>Skip blank readings before numeric conversion.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crack_width_mm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crack_width_mm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crack_width_mm readings strictly greater than 0.3.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structure_id labels and whose values are the mean valid crack_width_mm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mean_reading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mean_reading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Build on valid_count (5 marks). Explain why this example is needed before running it.</a:t>
            </a:r>
          </a:p>
          <a:p xmlns:a="http://schemas.openxmlformats.org/drawingml/2006/main">
            <a:r>
              <a:t/>
            </a:r>
          </a:p>
          <a:p xmlns:a="http://schemas.openxmlformats.org/drawingml/2006/main">
            <a:r>
              <a:t>EXPLAIN</a:t>
            </a:r>
          </a:p>
          <a:p xmlns:a="http://schemas.openxmlformats.org/drawingml/2006/main">
            <a:r>
              <a:t>Store the arithmetic mean of the nonblank crack_width_mm values as a number.</a:t>
            </a:r>
          </a:p>
          <a:p xmlns:a="http://schemas.openxmlformats.org/drawingml/2006/main">
            <a:r>
              <a:t/>
            </a:r>
          </a:p>
          <a:p xmlns:a="http://schemas.openxmlformats.org/drawingml/2006/main">
            <a:r>
              <a:t>Add the valid readings and divide by their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Build on the preceding slide: valid_count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crack_width_mm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crack_width_mm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crack_width_mm readings strictly greater than 0.3.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structure_id labels and whose values are the mean valid crack_width_mm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above_limit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above_limit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Build on mean_reading (5 marks). Explain why this example is needed before running it.</a:t>
            </a:r>
          </a:p>
          <a:p xmlns:a="http://schemas.openxmlformats.org/drawingml/2006/main">
            <a:r>
              <a:t/>
            </a:r>
          </a:p>
          <a:p xmlns:a="http://schemas.openxmlformats.org/drawingml/2006/main">
            <a:r>
              <a:t>EXPLAIN</a:t>
            </a:r>
          </a:p>
          <a:p xmlns:a="http://schemas.openxmlformats.org/drawingml/2006/main">
            <a:r>
              <a:t>Store an integer count of valid crack_width_mm readings strictly greater than 0.3.</a:t>
            </a:r>
          </a:p>
          <a:p xmlns:a="http://schemas.openxmlformats.org/drawingml/2006/main">
            <a:r>
              <a:t/>
            </a:r>
          </a:p>
          <a:p xmlns:a="http://schemas.openxmlformats.org/drawingml/2006/main">
            <a:r>
              <a:t>A reading equal to the threshold is not counted.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Build on the preceding slide: mean_reading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crack_width_mm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crack_width_mm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crack_width_mm readings strictly greater than 0.3.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structure_id labels and whose values are the mean valid crack_width_mm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group_means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group_means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Build on above_limit (5 marks). Explain why this example is needed before running it.</a:t>
            </a:r>
          </a:p>
          <a:p xmlns:a="http://schemas.openxmlformats.org/drawingml/2006/main">
            <a:r>
              <a:t/>
            </a:r>
          </a:p>
          <a:p xmlns:a="http://schemas.openxmlformats.org/drawingml/2006/main">
            <a:r>
              <a:t>EXPLAIN</a:t>
            </a:r>
          </a:p>
          <a:p xmlns:a="http://schemas.openxmlformats.org/drawingml/2006/main">
            <a:r>
              <a:t>Store a dictionary whose keys are the structure_id labels and whose values are the mean valid crack_width_mm readings within each group.</a:t>
            </a:r>
          </a:p>
          <a:p xmlns:a="http://schemas.openxmlformats.org/drawingml/2006/main">
            <a:r>
              <a:t/>
            </a:r>
          </a:p>
          <a:p xmlns:a="http://schemas.openxmlformats.org/drawingml/2006/main">
            <a:r>
              <a:t>Divide each group total by its own valid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Build on the preceding slide: above_limit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crack_width_mm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crack_width_mm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crack_width_mm readings strictly greater than 0.3.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structure_id labels and whose values are the mean valid crack_width_mm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Week 4 rules.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Build on group_means (5 marks). Explain why this example is needed before running it.</a:t>
            </a:r>
          </a:p>
          <a:p xmlns:a="http://schemas.openxmlformats.org/drawingml/2006/main">
            <a:r>
              <a:t/>
            </a:r>
          </a:p>
          <a:p xmlns:a="http://schemas.openxmlformats.org/drawingml/2006/main">
            <a:r>
              <a:t>EXPLAIN</a:t>
            </a:r>
          </a:p>
          <a:p xmlns:a="http://schemas.openxmlformats.org/drawingml/2006/main">
            <a:r>
              <a:t>Fictional teaching data.</a:t>
            </a:r>
          </a:p>
          <a:p xmlns:a="http://schemas.openxmlformats.org/drawingml/2006/main">
            <a:r>
              <a:t/>
            </a:r>
          </a:p>
          <a:p xmlns:a="http://schemas.openxmlformats.org/drawingml/2006/main">
            <a:r>
              <a:t>300 records.</a:t>
            </a:r>
          </a:p>
          <a:p xmlns:a="http://schemas.openxmlformats.org/drawingml/2006/main">
            <a:r>
              <a:t/>
            </a:r>
          </a:p>
          <a:p xmlns:a="http://schemas.openxmlformats.org/drawingml/2006/main">
            <a:r>
              <a:t>Three blank crack_width_mm values must be skipped in numerical summaries.</a:t>
            </a:r>
          </a:p>
          <a:p xmlns:a="http://schemas.openxmlformats.org/drawingml/2006/main">
            <a:r>
              <a:t/>
            </a:r>
          </a:p>
          <a:p xmlns:a="http://schemas.openxmlformats.org/drawingml/2006/main">
            <a:r>
              <a:t>Threshold 0.3 is a teaching assumption.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Build on the preceding slide: group_means (5 marks).</a:t>
            </a:r>
          </a:p>
          <a:p xmlns:a="http://schemas.openxmlformats.org/drawingml/2006/main">
            <a:r>
              <a:t/>
            </a:r>
          </a:p>
          <a:p xmlns:a="http://schemas.openxmlformats.org/drawingml/2006/main">
            <a:r>
              <a:t>LECTURER CUE</a:t>
            </a:r>
          </a:p>
          <a:p xmlns:a="http://schemas.openxmlformats.org/drawingml/2006/main">
            <a:r>
              <a:t>Fictional teaching data. 300 records. Three blank crack_width_mm values must be skipped in numerical summaries. Threshold 0.3 is a teaching assumption.</a:t>
            </a:r>
          </a:p>
          <a:p xmlns:a="http://schemas.openxmlformats.org/drawingml/2006/main">
            <a:r>
              <a:t/>
            </a:r>
          </a:p>
          <a:p xmlns:a="http://schemas.openxmlformats.org/drawingml/2006/main">
            <a:r>
              <a:t>Compute valid_count, mean_reading, above_limit (strictly greater than 0.3) and group_means keyed by structure_id.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Week 4 rules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Week 4 rules. Explain why this example is needed before running it.</a:t>
            </a:r>
          </a:p>
          <a:p xmlns:a="http://schemas.openxmlformats.org/drawingml/2006/main">
            <a:r>
              <a:t/>
            </a:r>
          </a:p>
          <a:p xmlns:a="http://schemas.openxmlformats.org/drawingml/2006/main">
            <a:r>
              <a:t>EXPLAIN</a:t>
            </a:r>
          </a:p>
          <a:p xmlns:a="http://schemas.openxmlformats.org/drawingml/2006/main">
            <a:r>
              <a:t>Compute valid_count, mean_reading, above_limit (strictly greater than 0.3) and group_means keyed by structure_id.</a:t>
            </a:r>
          </a:p>
          <a:p xmlns:a="http://schemas.openxmlformats.org/drawingml/2006/main">
            <a:r>
              <a:t/>
            </a:r>
          </a:p>
          <a:p xmlns:a="http://schemas.openxmlformats.org/drawingml/2006/main">
            <a:r>
              <a:t>Use standard-library csv and collections.</a:t>
            </a:r>
          </a:p>
          <a:p xmlns:a="http://schemas.openxmlformats.org/drawingml/2006/main">
            <a:r>
              <a:t/>
            </a:r>
          </a:p>
          <a:p xmlns:a="http://schemas.openxmlformats.org/drawingml/2006/main">
            <a:r>
              <a:t>Save a copy using your Student Registration Number with / replaced by _, followed by _W04.ipynb.</a:t>
            </a:r>
          </a:p>
          <a:p xmlns:a="http://schemas.openxmlformats.org/drawingml/2006/main">
            <a:r>
              <a:t/>
            </a:r>
          </a:p>
          <a:p xmlns:a="http://schemas.openxmlformats.org/drawingml/2006/main">
            <a:r>
              <a:t>STUDENT_ID in the starter code means Student Registration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the preceding slide: Week 4 rules.</a:t>
            </a:r>
          </a:p>
          <a:p xmlns:a="http://schemas.openxmlformats.org/drawingml/2006/main">
            <a:r>
              <a:t/>
            </a:r>
          </a:p>
          <a:p xmlns:a="http://schemas.openxmlformats.org/drawingml/2006/main">
            <a:r>
              <a:t>LECTURER CUE</a:t>
            </a:r>
          </a:p>
          <a:p xmlns:a="http://schemas.openxmlformats.org/drawingml/2006/main">
            <a:r>
              <a:t>Fictional teaching data. 300 records. Three blank crack_width_mm values must be skipped in numerical summaries. Threshold 0.3 is a teaching assumption.</a:t>
            </a:r>
          </a:p>
          <a:p xmlns:a="http://schemas.openxmlformats.org/drawingml/2006/main">
            <a:r>
              <a:t/>
            </a:r>
          </a:p>
          <a:p xmlns:a="http://schemas.openxmlformats.org/drawingml/2006/main">
            <a:r>
              <a:t>Compute valid_count, mean_reading, above_limit (strictly greater than 0.3) and group_means keyed by structure_id.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Week 4 rules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Week 4 rules continued. Explain why this example is needed before running it.</a:t>
            </a:r>
          </a:p>
          <a:p xmlns:a="http://schemas.openxmlformats.org/drawingml/2006/main">
            <a:r>
              <a:t/>
            </a:r>
          </a:p>
          <a:p xmlns:a="http://schemas.openxmlformats.org/drawingml/2006/main">
            <a:r>
              <a:t>EXPLAIN</a:t>
            </a:r>
          </a:p>
          <a:p xmlns:a="http://schemas.openxmlformats.org/drawingml/2006/main">
            <a:r>
              <a:t>Four checks carry five marks each.</a:t>
            </a:r>
          </a:p>
          <a:p xmlns:a="http://schemas.openxmlformats.org/drawingml/2006/main">
            <a:r>
              <a:t/>
            </a:r>
          </a:p>
          <a:p xmlns:a="http://schemas.openxmlformats.org/drawingml/2006/main">
            <a:r>
              <a:t>Explain the interesting pattern separately as formative practice.</a:t>
            </a:r>
          </a:p>
          <a:p xmlns:a="http://schemas.openxmlformats.org/drawingml/2006/main">
            <a:r>
              <a:t/>
            </a:r>
          </a:p>
          <a:p xmlns:a="http://schemas.openxmlformats.org/drawingml/2006/main">
            <a:r>
              <a:t>For beginner step-by-step help, open ASSIGNMENT_INSTRUCTIONS.txt and STUDENT_HOW_TO.md in this folder.</a:t>
            </a:r>
          </a:p>
          <a:p xmlns:a="http://schemas.openxmlformats.org/drawingml/2006/main">
            <a:r>
              <a:t/>
            </a:r>
          </a:p>
          <a:p xmlns:a="http://schemas.openxmlformats.org/drawingml/2006/main">
            <a:r>
              <a:t>The first names your required files and hand-in checklist; the second explains accounts, Colab, saving and uploads.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the preceding slide: Week 4 rules continued.</a:t>
            </a:r>
          </a:p>
          <a:p xmlns:a="http://schemas.openxmlformats.org/drawingml/2006/main">
            <a:r>
              <a:t/>
            </a:r>
          </a:p>
          <a:p xmlns:a="http://schemas.openxmlformats.org/drawingml/2006/main">
            <a:r>
              <a:t>LECTURER CUE</a:t>
            </a:r>
          </a:p>
          <a:p xmlns:a="http://schemas.openxmlformats.org/drawingml/2006/main">
            <a:r>
              <a:t>Fictional teaching data. 300 records. Three blank crack_width_mm values must be skipped in numerical summaries. Threshold 0.3 is a teaching assumption.</a:t>
            </a:r>
          </a:p>
          <a:p xmlns:a="http://schemas.openxmlformats.org/drawingml/2006/main">
            <a:r>
              <a:t/>
            </a:r>
          </a:p>
          <a:p xmlns:a="http://schemas.openxmlformats.org/drawingml/2006/main">
            <a:r>
              <a:t>Compute valid_count, mean_reading, above_limit (strictly greater than 0.3) and group_means keyed by structure_id.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NEXT</a:t>
            </a:r>
          </a:p>
          <a:p xmlns:a="http://schemas.openxmlformats.org/drawingml/2006/main">
            <a:r>
              <a:t>Reading report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report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Build on Week 4 rules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29 Sep 2026, 11:00 Kampala</a:t>
            </a:r>
          </a:p>
          <a:p xmlns:a="http://schemas.openxmlformats.org/drawingml/2006/main">
            <a:r>
              <a:t/>
            </a:r>
          </a:p>
          <a:p xmlns:a="http://schemas.openxmlformats.org/drawingml/2006/main">
            <a:r>
              <a:t>Deadline: 06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Build on the preceding slide: Week 4 rules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4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Build on Reading report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Build on the preceding slide: Reading report submission.</a:t>
            </a:r>
          </a:p>
          <a:p xmlns:a="http://schemas.openxmlformats.org/drawingml/2006/main">
            <a:r>
              <a:t/>
            </a:r>
          </a:p>
          <a:p xmlns:a="http://schemas.openxmlformats.org/drawingml/2006/main">
            <a:r>
              <a:t>LECTURER CUE</a:t>
            </a:r>
          </a:p>
          <a:p xmlns:a="http://schemas.openxmlformats.org/drawingml/2006/main">
            <a:r>
              <a:t>Activate the matching open_W4_CML3112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4 quiz. Explain why this example is needed before running it.</a:t>
            </a:r>
          </a:p>
          <a:p xmlns:a="http://schemas.openxmlformats.org/drawingml/2006/main">
            <a:r>
              <a:t/>
            </a:r>
          </a:p>
          <a:p xmlns:a="http://schemas.openxmlformats.org/drawingml/2006/main">
            <a:r>
              <a:t>EXPLAIN</a:t>
            </a:r>
          </a:p>
          <a:p xmlns:a="http://schemas.openxmlformats.org/drawingml/2006/main">
            <a:r>
              <a:t>You can show how the total and count change for each record.</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4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a014aab8271419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9f214ce7fff4a8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ef6657276f84d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8ab6419e55b4a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4d587d3dcfe4e8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b047b0994524b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8BC7FC7-6A78-4CD5-9FD9-65A9C58AC7D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B3C1724-EF57-4FB4-B700-91167747EAD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0CF0605-2CDA-4EB4-8CD7-9BFB9D21DDD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D123495-7F63-47B5-9697-98D17CCA6C8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A0E026E-A7EC-4379-AC81-42B124C6161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28B3DF2-4FE6-4755-8129-72EA5F83C89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5847AE-6053-434D-AFB9-E3E132E2ED4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20C4052-6532-46A5-8F87-D522B8DABD4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4F474127-1156-4FA0-A238-5B4E62EF013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31F548D-39B0-4362-AB94-9D03486DD38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C323C7F-3A51-4671-B848-47E29BF125F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F345A984-C227-439A-9C16-C4EB00809C8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D2BA089-8F78-4C64-9DA7-664BAE1B525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CC7FF0B-E731-4822-BA66-F66E099292C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1560DEB-E005-4705-838E-DA9AF851DD1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2e3f10eff944e4" /><Relationship Type="http://schemas.openxmlformats.org/officeDocument/2006/relationships/slideLayout" Target="/ppt/slideLayouts/slideLayout1.xml" Id="R447e98b4a3214441" /><Relationship Type="http://schemas.openxmlformats.org/officeDocument/2006/relationships/slideLayout" Target="/ppt/slideLayouts/slideLayout2.xml" Id="R389237016d5a4928" /><Relationship Type="http://schemas.openxmlformats.org/officeDocument/2006/relationships/slideLayout" Target="/ppt/slideLayouts/slideLayout3.xml" Id="Ra8a5e7bb8b8f4e49" /><Relationship Type="http://schemas.openxmlformats.org/officeDocument/2006/relationships/slideLayout" Target="/ppt/slideLayouts/slideLayout4.xml" Id="R578ec422baa24b76" /><Relationship Type="http://schemas.openxmlformats.org/officeDocument/2006/relationships/slideLayout" Target="/ppt/slideLayouts/slideLayout5.xml" Id="Rc07a4e1ef7a24c40" /><Relationship Type="http://schemas.openxmlformats.org/officeDocument/2006/relationships/slideLayout" Target="/ppt/slideLayouts/slideLayout6.xml" Id="R47c224e887de4a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7e98b4a3214441"/>
    <p:sldLayoutId xmlns:r="http://schemas.openxmlformats.org/officeDocument/2006/relationships" id="2147483650" r:id="R389237016d5a4928"/>
    <p:sldLayoutId xmlns:r="http://schemas.openxmlformats.org/officeDocument/2006/relationships" id="2147483651" r:id="Ra8a5e7bb8b8f4e49"/>
    <p:sldLayoutId xmlns:r="http://schemas.openxmlformats.org/officeDocument/2006/relationships" id="2147483652" r:id="R578ec422baa24b76"/>
    <p:sldLayoutId xmlns:r="http://schemas.openxmlformats.org/officeDocument/2006/relationships" id="2147483653" r:id="Rc07a4e1ef7a24c40"/>
    <p:sldLayoutId xmlns:r="http://schemas.openxmlformats.org/officeDocument/2006/relationships" id="2147483654" r:id="R47c224e887de4a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95764a4ba6f4672" /><Relationship Type="http://schemas.openxmlformats.org/officeDocument/2006/relationships/image" Target="/ppt/media/image.png" Id="R270f63f8796c4fac" /><Relationship Type="http://schemas.openxmlformats.org/officeDocument/2006/relationships/notesSlide" Target="/ppt/notesSlides/notesSlide1.xml" Id="R9b3f7803336342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54eb86e3dc344aa" /><Relationship Type="http://schemas.openxmlformats.org/officeDocument/2006/relationships/notesSlide" Target="/ppt/notesSlides/notesSlide2.xml" Id="Rd4b105f70d864b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3495d3cc194caf" /><Relationship Type="http://schemas.openxmlformats.org/officeDocument/2006/relationships/notesSlide" Target="/ppt/notesSlides/notesSlide3.xml" Id="R63609329c41e4f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78b38cb2b804d52" /><Relationship Type="http://schemas.openxmlformats.org/officeDocument/2006/relationships/notesSlide" Target="/ppt/notesSlides/notesSlide4.xml" Id="R81696032132747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07b5a77e2e042b3" /><Relationship Type="http://schemas.openxmlformats.org/officeDocument/2006/relationships/notesSlide" Target="/ppt/notesSlides/notesSlide5.xml" Id="R4a30f05ab34744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89a42bcaed0475d" /><Relationship Type="http://schemas.openxmlformats.org/officeDocument/2006/relationships/notesSlide" Target="/ppt/notesSlides/notesSlide6.xml" Id="Re1f1d5f593fd40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797869ef06e4e03" /><Relationship Type="http://schemas.openxmlformats.org/officeDocument/2006/relationships/notesSlide" Target="/ppt/notesSlides/notesSlide7.xml" Id="R9b4d99d1421340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8ff00d703cb466a" /><Relationship Type="http://schemas.openxmlformats.org/officeDocument/2006/relationships/notesSlide" Target="/ppt/notesSlides/notesSlide8.xml" Id="R47040dea493f46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97a3a6f55134dd0" /><Relationship Type="http://schemas.openxmlformats.org/officeDocument/2006/relationships/notesSlide" Target="/ppt/notesSlides/notesSlide9.xml" Id="Rc798062a0ebe47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29dff0010404744" /><Relationship Type="http://schemas.openxmlformats.org/officeDocument/2006/relationships/notesSlide" Target="/ppt/notesSlides/notesSlide10.xml" Id="Rdb6d8742f0e449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e3d9f353f574af2" /><Relationship Type="http://schemas.openxmlformats.org/officeDocument/2006/relationships/notesSlide" Target="/ppt/notesSlides/notesSlide11.xml" Id="R562aadb45ab0463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0a0438c4feb484a" /><Relationship Type="http://schemas.openxmlformats.org/officeDocument/2006/relationships/notesSlide" Target="/ppt/notesSlides/notesSlide12.xml" Id="Rf2330966cb9141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a9d0635b4fb4ad3" /><Relationship Type="http://schemas.openxmlformats.org/officeDocument/2006/relationships/image" Target="/ppt/media/image2.png" Id="R555e371d40144a9a" /><Relationship Type="http://schemas.openxmlformats.org/officeDocument/2006/relationships/notesSlide" Target="/ppt/notesSlides/notesSlide13.xml" Id="R83186686e6d3404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6ac26644f894eaa" /><Relationship Type="http://schemas.openxmlformats.org/officeDocument/2006/relationships/notesSlide" Target="/ppt/notesSlides/notesSlide14.xml" Id="Rfa477b3a6ad84d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6eac5d580e74555" /><Relationship Type="http://schemas.openxmlformats.org/officeDocument/2006/relationships/notesSlide" Target="/ppt/notesSlides/notesSlide15.xml" Id="R9fe0fd83131742b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f660c77a3894b9a" /><Relationship Type="http://schemas.openxmlformats.org/officeDocument/2006/relationships/notesSlide" Target="/ppt/notesSlides/notesSlide16.xml" Id="Rfbb569b17a974ba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01e3eb0790a40f4" /><Relationship Type="http://schemas.openxmlformats.org/officeDocument/2006/relationships/notesSlide" Target="/ppt/notesSlides/notesSlide17.xml" Id="Rdf398ba91106466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27b38770ba54ec3" /><Relationship Type="http://schemas.openxmlformats.org/officeDocument/2006/relationships/notesSlide" Target="/ppt/notesSlides/notesSlide18.xml" Id="Rd808c0303e4d4ae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a4f883c675246a5" /><Relationship Type="http://schemas.openxmlformats.org/officeDocument/2006/relationships/notesSlide" Target="/ppt/notesSlides/notesSlide19.xml" Id="R40225bcf2a3544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c21324f7204714" /><Relationship Type="http://schemas.openxmlformats.org/officeDocument/2006/relationships/notesSlide" Target="/ppt/notesSlides/notesSlide20.xml" Id="R24ab979f0d2a49b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2af1f7672364778" /><Relationship Type="http://schemas.openxmlformats.org/officeDocument/2006/relationships/notesSlide" Target="/ppt/notesSlides/notesSlide21.xml" Id="R80bb65af9396412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7100d38d3eb4e4c" /><Relationship Type="http://schemas.openxmlformats.org/officeDocument/2006/relationships/notesSlide" Target="/ppt/notesSlides/notesSlide22.xml" Id="R5171e4b64c46495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023e08243ad4d14" /><Relationship Type="http://schemas.openxmlformats.org/officeDocument/2006/relationships/notesSlide" Target="/ppt/notesSlides/notesSlide23.xml" Id="R0e52e93acb8c4bc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f842117c35b48e3" /><Relationship Type="http://schemas.openxmlformats.org/officeDocument/2006/relationships/notesSlide" Target="/ppt/notesSlides/notesSlide24.xml" Id="R52ca165839504e4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e428356819e4b9b" /><Relationship Type="http://schemas.openxmlformats.org/officeDocument/2006/relationships/notesSlide" Target="/ppt/notesSlides/notesSlide25.xml" Id="R447fd3e1353a4fc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defa69bf1bd4123" /><Relationship Type="http://schemas.openxmlformats.org/officeDocument/2006/relationships/notesSlide" Target="/ppt/notesSlides/notesSlide26.xml" Id="Reb84f66648e0486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0ca9790f34841c1" /><Relationship Type="http://schemas.openxmlformats.org/officeDocument/2006/relationships/image" Target="/ppt/media/image3.png" Id="R303a0186ecea4094" /><Relationship Type="http://schemas.openxmlformats.org/officeDocument/2006/relationships/notesSlide" Target="/ppt/notesSlides/notesSlide27.xml" Id="R2813798dff0c490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682e8217ce04224" /><Relationship Type="http://schemas.openxmlformats.org/officeDocument/2006/relationships/notesSlide" Target="/ppt/notesSlides/notesSlide28.xml" Id="R2862d992f0b246c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b8764097e1e4852" /><Relationship Type="http://schemas.openxmlformats.org/officeDocument/2006/relationships/notesSlide" Target="/ppt/notesSlides/notesSlide29.xml" Id="Rff49f165123448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d7afc3068bf4fec" /><Relationship Type="http://schemas.openxmlformats.org/officeDocument/2006/relationships/notesSlide" Target="/ppt/notesSlides/notesSlide30.xml" Id="R19d4b60dc98444a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0a79cbdc9a54e05" /><Relationship Type="http://schemas.openxmlformats.org/officeDocument/2006/relationships/notesSlide" Target="/ppt/notesSlides/notesSlide31.xml" Id="Rdcd634633ff64d9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fc88fcf630b4268" /><Relationship Type="http://schemas.openxmlformats.org/officeDocument/2006/relationships/notesSlide" Target="/ppt/notesSlides/notesSlide32.xml" Id="R2dab7cbb8d1e47a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d988dc0d2424df6" /><Relationship Type="http://schemas.openxmlformats.org/officeDocument/2006/relationships/notesSlide" Target="/ppt/notesSlides/notesSlide33.xml" Id="R2ea94e9a225e439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6b31f3e049e49b5" /><Relationship Type="http://schemas.openxmlformats.org/officeDocument/2006/relationships/notesSlide" Target="/ppt/notesSlides/notesSlide34.xml" Id="Ra127123802d74ea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af9986b2e744d21" /><Relationship Type="http://schemas.openxmlformats.org/officeDocument/2006/relationships/notesSlide" Target="/ppt/notesSlides/notesSlide35.xml" Id="Rc7ac92afea944da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5c120455845457b" /><Relationship Type="http://schemas.openxmlformats.org/officeDocument/2006/relationships/notesSlide" Target="/ppt/notesSlides/notesSlide36.xml" Id="R847267228ab14db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16cf06d634b4002" /><Relationship Type="http://schemas.openxmlformats.org/officeDocument/2006/relationships/notesSlide" Target="/ppt/notesSlides/notesSlide37.xml" Id="R9aff5c04732f4e9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63c8079a8f2426f" /><Relationship Type="http://schemas.openxmlformats.org/officeDocument/2006/relationships/notesSlide" Target="/ppt/notesSlides/notesSlide38.xml" Id="Rb823174ff2bb4a2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71c2fd2932b47c4" /><Relationship Type="http://schemas.openxmlformats.org/officeDocument/2006/relationships/notesSlide" Target="/ppt/notesSlides/notesSlide39.xml" Id="Ra6929eebabb1423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3b9be8c2d304c4a" /><Relationship Type="http://schemas.openxmlformats.org/officeDocument/2006/relationships/notesSlide" Target="/ppt/notesSlides/notesSlide40.xml" Id="R74f2fa87f43f4dc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08e70a9d41648a1" /><Relationship Type="http://schemas.openxmlformats.org/officeDocument/2006/relationships/notesSlide" Target="/ppt/notesSlides/notesSlide41.xml" Id="R0a6da070aa2644b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764e179a1bd4aa9" /><Relationship Type="http://schemas.openxmlformats.org/officeDocument/2006/relationships/notesSlide" Target="/ppt/notesSlides/notesSlide42.xml" Id="Rc6e23610e5df4ac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0f36feaf6374597" /><Relationship Type="http://schemas.openxmlformats.org/officeDocument/2006/relationships/notesSlide" Target="/ppt/notesSlides/notesSlide43.xml" Id="Re7a69c081c9b475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0c67158bcf74aab" /><Relationship Type="http://schemas.openxmlformats.org/officeDocument/2006/relationships/notesSlide" Target="/ppt/notesSlides/notesSlide44.xml" Id="R2aa83a26564f49b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91a55ec0e3fb4e4f" /><Relationship Type="http://schemas.openxmlformats.org/officeDocument/2006/relationships/notesSlide" Target="/ppt/notesSlides/notesSlide45.xml" Id="Rc92db08be20a4e1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889ac28fbdb4f81" /><Relationship Type="http://schemas.openxmlformats.org/officeDocument/2006/relationships/notesSlide" Target="/ppt/notesSlides/notesSlide46.xml" Id="R9cdecae1e2e1470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d09c0e173d84394" /><Relationship Type="http://schemas.openxmlformats.org/officeDocument/2006/relationships/notesSlide" Target="/ppt/notesSlides/notesSlide47.xml" Id="Rd5aed72c086b4d1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c85feab22c246bb" /><Relationship Type="http://schemas.openxmlformats.org/officeDocument/2006/relationships/notesSlide" Target="/ppt/notesSlides/notesSlide48.xml" Id="R170dd369456646e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c7241d6a8e64452" /><Relationship Type="http://schemas.openxmlformats.org/officeDocument/2006/relationships/notesSlide" Target="/ppt/notesSlides/notesSlide49.xml" Id="R1b7e2f6672e5499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1ab322f6d364d53" /><Relationship Type="http://schemas.openxmlformats.org/officeDocument/2006/relationships/notesSlide" Target="/ppt/notesSlides/notesSlide50.xml" Id="Ra1c42bc7539f4e6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454b39617dd45ea" /><Relationship Type="http://schemas.openxmlformats.org/officeDocument/2006/relationships/notesSlide" Target="/ppt/notesSlides/notesSlide51.xml" Id="R149fca9f129047c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2fae9b28a184419" /><Relationship Type="http://schemas.openxmlformats.org/officeDocument/2006/relationships/notesSlide" Target="/ppt/notesSlides/notesSlide52.xml" Id="Rb858989a14fd4e1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f747268d75d4e84" /><Relationship Type="http://schemas.openxmlformats.org/officeDocument/2006/relationships/notesSlide" Target="/ppt/notesSlides/notesSlide53.xml" Id="R0ab83ed92f6846c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83c8bab91244a99" /><Relationship Type="http://schemas.openxmlformats.org/officeDocument/2006/relationships/notesSlide" Target="/ppt/notesSlides/notesSlide54.xml" Id="R4f955f2c20e6494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127931582af14578" /><Relationship Type="http://schemas.openxmlformats.org/officeDocument/2006/relationships/notesSlide" Target="/ppt/notesSlides/notesSlide55.xml" Id="R3ef9d32c8957426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640a78b8b484893" /><Relationship Type="http://schemas.openxmlformats.org/officeDocument/2006/relationships/notesSlide" Target="/ppt/notesSlides/notesSlide56.xml" Id="R4ee509f2f34c41d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a4ce2bcdc304f12" /><Relationship Type="http://schemas.openxmlformats.org/officeDocument/2006/relationships/notesSlide" Target="/ppt/notesSlides/notesSlide57.xml" Id="R867f4c20f661408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4d2406f33dac4679" /><Relationship Type="http://schemas.openxmlformats.org/officeDocument/2006/relationships/notesSlide" Target="/ppt/notesSlides/notesSlide58.xml" Id="R9239cb579e0f448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6161f101f9d649fd" /><Relationship Type="http://schemas.openxmlformats.org/officeDocument/2006/relationships/notesSlide" Target="/ppt/notesSlides/notesSlide59.xml" Id="Rc783b865197f41b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1f43270122734177" /><Relationship Type="http://schemas.openxmlformats.org/officeDocument/2006/relationships/notesSlide" Target="/ppt/notesSlides/notesSlide60.xml" Id="R9b29075ccd5240c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c870697f29054df4" /><Relationship Type="http://schemas.openxmlformats.org/officeDocument/2006/relationships/hyperlink" Target="https://docs.google.com/forms/d/e/1FAIpQLSeZymY0jwFhuwihprLiqEaq2DqmLZD3nIYht1IkN4OcPGeTFg/viewform" TargetMode="External" Id="Rf498bc1c6fd54c8c" /><Relationship Type="http://schemas.openxmlformats.org/officeDocument/2006/relationships/notesSlide" Target="/ppt/notesSlides/notesSlide61.xml" Id="R2ccc00439b3e49e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b637244c0cf432f" /><Relationship Type="http://schemas.openxmlformats.org/officeDocument/2006/relationships/image" Target="/ppt/media/image4.png" Id="R1ddde08c169546ae" /><Relationship Type="http://schemas.openxmlformats.org/officeDocument/2006/relationships/hyperlink" Target="https://forms.gle/yodGpWvz4b2GioZYA" TargetMode="External" Id="Rae425d772b0c4c3e" /><Relationship Type="http://schemas.openxmlformats.org/officeDocument/2006/relationships/notesSlide" Target="/ppt/notesSlides/notesSlide62.xml" Id="Rce0d177978d345c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f7c1f11ed7884b8d" /><Relationship Type="http://schemas.openxmlformats.org/officeDocument/2006/relationships/notesSlide" Target="/ppt/notesSlides/notesSlide63.xml" Id="R8b5044effb0f467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70f63f8796c4fa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673A00F-F93D-4EC7-8A3C-BC7E5682AF8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82FE314-3C64-44E6-9AA3-AC3F24F6E4C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4</a:t>
            </a:r>
          </a:p>
        </p:txBody>
      </p:sp>
      <p:sp>
        <p:nvSpPr>
          <p:cNvPr id="4" name="">
            <a:extLst xmlns:a="http://schemas.openxmlformats.org/drawingml/2006/main">
              <a:ext uri="{FF2B5EF4-FFF2-40B4-BE49-F238E27FC236}">
                <a16:creationId xmlns:a16="http://schemas.microsoft.com/office/drawing/2014/main" id="{C24F9E7D-3301-49E3-8FC1-D371FC07BFF8}"/>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7847FEAE-C3A0-4A42-8A73-D01F8A1C0A0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4796472A-B986-4FA1-BD56-A3260163B63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29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5210994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4D5BAB2-0BBD-4FE6-90CC-DEB7F7FFA6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6F532E-09E2-47B7-B8CC-29B6F423DF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CFB7485-C63B-440E-A35E-4A2ACB595C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93BB4C38-954C-407A-883D-F59D388511B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F8AC10-45BB-40D4-A5E4-769981D5408E}"/>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42805B6-E634-4A5E-B663-4B1F73F2300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60ABDC04-8539-45D6-A969-64ACE7510CB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E448E8A-419C-4CD1-8108-9DF86227FCDF}"/>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7A92CC50-3634-4C9D-AFF3-B9B2B92169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a:t>
            </a:r>
          </a:p>
        </p:txBody>
      </p:sp>
    </p:spTree>
    <p:extLst>
      <p:ext uri="{BB962C8B-B14F-4D97-AF65-F5344CB8AC3E}">
        <p14:creationId xmlns:p14="http://schemas.microsoft.com/office/powerpoint/2010/main" val="11124648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DBAF6A-A1A7-4A16-86D6-C93749218C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66A632-52FA-461D-9627-A9FCC72473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E1D581-4E08-42A1-8BC8-00E4EF6BD2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AC311789-FE3B-4F82-8B93-A3C25213651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E47336-CBEC-47C4-AB54-FCD5B14CECD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9247CFE9-1785-4473-98B8-C57AF219166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2C33F916-8595-40E6-95EC-1E8B83F315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a:t>
            </a:r>
          </a:p>
        </p:txBody>
      </p:sp>
    </p:spTree>
    <p:extLst>
      <p:ext uri="{BB962C8B-B14F-4D97-AF65-F5344CB8AC3E}">
        <p14:creationId xmlns:p14="http://schemas.microsoft.com/office/powerpoint/2010/main" val="168349234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3A4EE3-AE48-45DD-8051-4422EB46AD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57A7D2-52FC-412E-81E5-471D44E9C9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C48CFB-FB93-4BD4-A4FB-9E8608E7AC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DFF8D67C-FE00-48AB-A774-193BF038CD9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829891-F77F-4FB9-8C36-402EBFF1EB5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FEA1D38A-3C25-4CBB-9EAC-16204985C0B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BE831403-7E0C-445E-A25F-595854C8AF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a:t>
            </a:r>
          </a:p>
        </p:txBody>
      </p:sp>
    </p:spTree>
    <p:extLst>
      <p:ext uri="{BB962C8B-B14F-4D97-AF65-F5344CB8AC3E}">
        <p14:creationId xmlns:p14="http://schemas.microsoft.com/office/powerpoint/2010/main" val="19169673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40C9B1-05BC-4E69-A5AB-FA2DB02E02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10CB9D-047D-48B4-834E-56F9F923B3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482B8F-C83D-4280-8B95-C88050A9E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DD2B398A-F2A0-4BBC-862A-D3427B08B91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4DE9B6-FE9A-4F66-9146-56DE7DC4A14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914A2B60-C815-4FC2-8FBD-80533ADA993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EAA1200C-AC7E-4DBB-A4B2-C7F067961F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a:t>
            </a:r>
          </a:p>
        </p:txBody>
      </p:sp>
    </p:spTree>
    <p:extLst>
      <p:ext uri="{BB962C8B-B14F-4D97-AF65-F5344CB8AC3E}">
        <p14:creationId xmlns:p14="http://schemas.microsoft.com/office/powerpoint/2010/main" val="4930171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4B10C1-CFC9-4F3C-9E64-F4402C778C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D49717-0312-455A-937A-D90AF8A2DB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E95D4B-079F-4CCD-9F9C-E60108D289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C51A572E-27B4-4585-A755-475C96794C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E8DA82-F9BE-4734-BA95-BFC973E033F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5856FB66-8D95-42A1-90D1-30C3EF43736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982D2F-F115-40A2-87B4-D3D810A7785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956901C2-BEBC-48CE-BECF-D118C3D884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85917D-B2D0-40F3-9D26-7A2DE366CF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D69CB13A-0F9C-46E3-A9F2-65DB7DCA7E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a:t>
            </a:r>
          </a:p>
        </p:txBody>
      </p:sp>
    </p:spTree>
    <p:extLst>
      <p:ext uri="{BB962C8B-B14F-4D97-AF65-F5344CB8AC3E}">
        <p14:creationId xmlns:p14="http://schemas.microsoft.com/office/powerpoint/2010/main" val="2106723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191860-D9C1-440C-A33C-BE26C8E234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176FCB-42BC-4FE8-8A49-3D666F7ADC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4F4C8CF-7FFC-491F-8E63-C66DA00626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B6DBFE51-6B82-4DAA-AA5D-8634DB96CB2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7E71DC-B6F1-42D4-BD06-6A12D13345F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5A0BF302-A702-464E-A531-39AAC644A9E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922ED446-D789-4020-AB6F-FD7B48BA244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2470AF0-4494-4896-9114-09A2A150C47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C184CAFE-79B9-460C-B358-99D730E1DFC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D301ADA6-276C-4D4D-AE3A-095C49E16B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a:t>
            </a:r>
          </a:p>
        </p:txBody>
      </p:sp>
    </p:spTree>
    <p:extLst>
      <p:ext uri="{BB962C8B-B14F-4D97-AF65-F5344CB8AC3E}">
        <p14:creationId xmlns:p14="http://schemas.microsoft.com/office/powerpoint/2010/main" val="17278146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C29F6CD-1484-42CC-AB2F-69EAD20EA6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E95615-717A-4624-ABDF-371660DB2B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E76B5D-50AA-47FF-A6C2-26A0B4067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DA4C9892-1E3F-4DE0-87B1-2F0F7D05D7D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8A3520-F052-40AB-91D3-5C643C74D89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DA95D87F-C7B0-47FD-8302-E10A22930BD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FBA37A5-26C3-4AFD-AE5B-368C631426A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7FA3D742-8FF7-4647-9096-33B6EC0B225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2CD336D1-3D0A-4C11-92A4-6CA0FAA9ECA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255F227-241E-4C3B-BCBB-7AA219BFEEF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5A4C88D1-88B7-4186-8C63-216EBE0547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a:t>
            </a:r>
          </a:p>
        </p:txBody>
      </p:sp>
    </p:spTree>
    <p:extLst>
      <p:ext uri="{BB962C8B-B14F-4D97-AF65-F5344CB8AC3E}">
        <p14:creationId xmlns:p14="http://schemas.microsoft.com/office/powerpoint/2010/main" val="19655066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4CB31C-65FB-4FEE-B944-69932EE75B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38DBCE-3B61-4E41-A011-6F4E7900A9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5B63396-0591-4E82-AFD9-4F54E0F431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 and iteration</a:t>
            </a:r>
          </a:p>
        </p:txBody>
      </p:sp>
      <p:sp>
        <p:nvSpPr>
          <p:cNvPr id="4" name="">
            <a:extLst xmlns:a="http://schemas.openxmlformats.org/drawingml/2006/main">
              <a:ext uri="{FF2B5EF4-FFF2-40B4-BE49-F238E27FC236}">
                <a16:creationId xmlns:a16="http://schemas.microsoft.com/office/drawing/2014/main" id="{E0D38489-31FE-49A3-8ACD-1A1690D44B3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5A553F-A5E0-4D0E-B634-69CA24A4D37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Loop and iteration</a:t>
            </a:r>
          </a:p>
        </p:txBody>
      </p:sp>
      <p:sp>
        <p:nvSpPr>
          <p:cNvPr id="6" name="">
            <a:extLst xmlns:a="http://schemas.openxmlformats.org/drawingml/2006/main">
              <a:ext uri="{FF2B5EF4-FFF2-40B4-BE49-F238E27FC236}">
                <a16:creationId xmlns:a16="http://schemas.microsoft.com/office/drawing/2014/main" id="{CAF982CD-C57C-461F-A27E-63715DA2B76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for loop runs its indented body once per item. Each pass is one iteration.</a:t>
            </a:r>
          </a:p>
        </p:txBody>
      </p:sp>
      <p:sp>
        <p:nvSpPr>
          <p:cNvPr id="7" name="">
            <a:extLst xmlns:a="http://schemas.openxmlformats.org/drawingml/2006/main">
              <a:ext uri="{FF2B5EF4-FFF2-40B4-BE49-F238E27FC236}">
                <a16:creationId xmlns:a16="http://schemas.microsoft.com/office/drawing/2014/main" id="{B4C7A01F-56B8-4453-BB5F-FF64C0AB8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9</a:t>
            </a:r>
          </a:p>
        </p:txBody>
      </p:sp>
    </p:spTree>
    <p:extLst>
      <p:ext uri="{BB962C8B-B14F-4D97-AF65-F5344CB8AC3E}">
        <p14:creationId xmlns:p14="http://schemas.microsoft.com/office/powerpoint/2010/main" val="20075785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C3BB8E-83FC-4ABE-A4CA-62B0F341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15980E-DB15-45F1-A4D4-41CA65FD83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0B62DCB-1815-4CF9-AA9E-80A731590F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235F26C7-69F1-45F3-B29E-A46DA306E07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21FFB0-4A2A-40DF-8330-DA557420DB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AFCE29B9-C1A1-44CA-9D69-DBA3AA446F0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A69E013F-503C-4AE4-BDD6-4AE89F9FDF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10</a:t>
            </a:r>
          </a:p>
        </p:txBody>
      </p:sp>
    </p:spTree>
    <p:extLst>
      <p:ext uri="{BB962C8B-B14F-4D97-AF65-F5344CB8AC3E}">
        <p14:creationId xmlns:p14="http://schemas.microsoft.com/office/powerpoint/2010/main" val="1414924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BAA149-89F9-4FFC-BA4B-32E1F77A60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5C072D-1A15-4CDB-9C83-A1DE5D4A07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2B9BDA-B8C5-4AA0-8D88-EB488F2083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38803661-4756-42B9-BD8A-74B5E21695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705CF6-BDDC-4807-B581-06757E3E8F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EAEAA22A-EC23-4BAA-AFB6-C86B1A31E9F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29EC64-4605-45CC-AE5C-1FEEF64817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D4CEFA91-CEC6-45F3-A3F1-2B5D9BDFD5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101521-BAA2-4A18-B6F5-D0E5026D11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E4E7608A-D9EB-4918-9EE9-201E70874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11</a:t>
            </a:r>
          </a:p>
        </p:txBody>
      </p:sp>
    </p:spTree>
    <p:extLst>
      <p:ext uri="{BB962C8B-B14F-4D97-AF65-F5344CB8AC3E}">
        <p14:creationId xmlns:p14="http://schemas.microsoft.com/office/powerpoint/2010/main" val="108854266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F643A9-8D2A-474D-9C5F-AE9E52E4A2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AB7D37-9DD5-4DCC-95E7-195D79868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6388F0-9740-459F-81F9-8E2956C0F6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9F2FA49B-670E-49E1-9AB1-32F0DBF61C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1E07AD-2C58-4FD1-8289-D766F2E505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AED63E9E-6009-45EF-A44D-D9DE5F8B266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1DACAC-7E60-4072-85DC-2FC00E34B8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56FAF5BF-E74C-416B-A6B7-520E8C1FE17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8C7E7B-8670-425E-8D41-0E7D181EDB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C3898A3C-870E-42D7-A001-FFCF1F06F8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12</a:t>
            </a:r>
          </a:p>
        </p:txBody>
      </p:sp>
    </p:spTree>
    <p:extLst>
      <p:ext uri="{BB962C8B-B14F-4D97-AF65-F5344CB8AC3E}">
        <p14:creationId xmlns:p14="http://schemas.microsoft.com/office/powerpoint/2010/main" val="146408307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99A77C-C478-4336-8558-FE40E69F108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CBB563-3CEC-40C2-A8AA-50ACC9D710D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55e371d40144a9a"/>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E9E63AA-5627-41F6-A34C-CD34D6FB470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3149FC-410D-4604-B970-0AFA9A30B6E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AF34C680-7D24-4BF8-A959-7D8BE57D5E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13</a:t>
            </a:r>
          </a:p>
        </p:txBody>
      </p:sp>
    </p:spTree>
    <p:extLst>
      <p:ext uri="{BB962C8B-B14F-4D97-AF65-F5344CB8AC3E}">
        <p14:creationId xmlns:p14="http://schemas.microsoft.com/office/powerpoint/2010/main" val="14262409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F3939F-D7B4-4A8F-B25D-1603293E41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C09388-C9B8-4F9C-8E63-48CD9E2671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68365B8-552E-48EF-8049-2D5D3A7FAC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3EF71FD-37A3-424E-A22C-C2777B3F11D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D3E1477F-ABD2-4886-A1AF-3D66F379AD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14</a:t>
            </a:r>
          </a:p>
        </p:txBody>
      </p:sp>
    </p:spTree>
    <p:extLst>
      <p:ext uri="{BB962C8B-B14F-4D97-AF65-F5344CB8AC3E}">
        <p14:creationId xmlns:p14="http://schemas.microsoft.com/office/powerpoint/2010/main" val="1024786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258F391-5790-4DAF-A230-4D6277B7B7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2FC0C-1F27-4D5E-8E21-AC6ED5DFFB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7A2344-1404-45EC-BE6D-C85F763E9E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7904D5BB-6178-4A48-94F0-A6533E78E86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4C71F7-21FF-489E-91BF-BA3B15B098D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032BEDBA-9482-417B-A7C9-671D00BAA73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82B6456-41FF-4695-A782-F9AA55BE2AC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0A09567-6318-4446-B99E-790751622B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92402924-DFCB-4217-9FFD-F19E94568BA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D6DF270D-6C11-4B80-9337-B99F6D7E74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F1957EE-3BBC-4B59-A325-68F9DFFBD8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15</a:t>
            </a:r>
          </a:p>
        </p:txBody>
      </p:sp>
    </p:spTree>
    <p:extLst>
      <p:ext uri="{BB962C8B-B14F-4D97-AF65-F5344CB8AC3E}">
        <p14:creationId xmlns:p14="http://schemas.microsoft.com/office/powerpoint/2010/main" val="161949066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A041D2-8BA5-406E-BF7A-C9B2688B4B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0B4D15-F76A-4CD8-9DAF-BC6EC2BEBB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FD6DBE7-8C21-45E1-B977-5AE12F5EE1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EF0F1872-4C92-4141-84FD-0B26115979A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C92EFC-790F-4AE4-BD1F-1F38FE0CC18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C1CD6845-70DF-4E3D-9AA4-5EB5D502EF77}"/>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FCED6A6B-5E7F-42CD-A21E-3175242178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16</a:t>
            </a:r>
          </a:p>
        </p:txBody>
      </p:sp>
    </p:spTree>
    <p:extLst>
      <p:ext uri="{BB962C8B-B14F-4D97-AF65-F5344CB8AC3E}">
        <p14:creationId xmlns:p14="http://schemas.microsoft.com/office/powerpoint/2010/main" val="44399282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7343AC-97BD-4C77-A506-6B26A907C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213CF0-85ED-4417-A616-DA4F3DBB65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E10ED5F-BC64-4AFE-B62D-64C503A3EB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57503AB8-1A58-482D-B593-79119219A24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EA88B1-76AE-4738-A7F4-9AFDB94956C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17A62FC9-3B04-40B1-B37B-8A79C4A6C4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DC2E2F-9DBF-4A1C-80ED-696955B907A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F88DC98A-2894-4981-8879-5CF7C73D3A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C6BF0C9E-193C-4CBC-BFB0-BA90488DDA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F98D7874-F1D1-4962-AA36-DF70A4C80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17</a:t>
            </a:r>
          </a:p>
        </p:txBody>
      </p:sp>
    </p:spTree>
    <p:extLst>
      <p:ext uri="{BB962C8B-B14F-4D97-AF65-F5344CB8AC3E}">
        <p14:creationId xmlns:p14="http://schemas.microsoft.com/office/powerpoint/2010/main" val="16189696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0DAA2A-2F0C-4F17-9BC1-F4AD96EB62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43B474-4011-4AAA-9773-C3C2FFFEF3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EF125B-E793-40F0-B7F0-6A4898C396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10758FD2-EC62-40BD-B512-125356FB8E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72E323-4B1F-4A5C-AD19-0A5F1412800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AFAE15A3-2971-4C1E-8C34-46CA658D498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76879C-9DAC-482A-AF7A-7DC50141286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D4060D1E-B7D7-493F-81AA-A8C6460C21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D25C02-0A0D-42A4-9320-981CB2B3AE4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69F46AC9-954D-4B5D-A0C6-F091C14764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18</a:t>
            </a:r>
          </a:p>
        </p:txBody>
      </p:sp>
    </p:spTree>
    <p:extLst>
      <p:ext uri="{BB962C8B-B14F-4D97-AF65-F5344CB8AC3E}">
        <p14:creationId xmlns:p14="http://schemas.microsoft.com/office/powerpoint/2010/main" val="145018428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50555C-0A5D-4678-A773-87BC01663E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19BE90-F4DA-44C3-9EC8-D5BE50E796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C5C2BD-E5DA-4C10-824E-A8518411F5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2341F98D-E6EC-4B73-984F-A5E44EDF55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3EE963-B702-4C4A-9949-84B7803AD90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3E52C9DB-323C-4516-AF00-C85455B30D8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6A4F4DE-7572-4D27-95E3-C178FB5E109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BC7B1DDC-2B63-4C71-9C7A-3E40CFCE7F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2E39887C-6C3E-4C44-8FB2-C5983F1D78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7D76A658-4581-46BB-8231-64F35BD173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19</a:t>
            </a:r>
          </a:p>
        </p:txBody>
      </p:sp>
    </p:spTree>
    <p:extLst>
      <p:ext uri="{BB962C8B-B14F-4D97-AF65-F5344CB8AC3E}">
        <p14:creationId xmlns:p14="http://schemas.microsoft.com/office/powerpoint/2010/main" val="89853696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42D601-B66E-4DFF-9229-BFF775627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41A81E-D3EA-4352-8FBC-BFE96157B7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E412D2-021B-4E88-ADF6-1B6735C0B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9C7596D5-1DF1-466B-A167-C444EDE822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6169FE-A813-4C3D-813E-703D4B1349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D9A8BC23-A651-4C5A-A519-48C64357391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1E4E6C-1358-4F67-B9AD-C9E45DA388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859302CB-45D7-46E3-BECB-716D76A78D0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6A0DDC-00F2-4A6B-ACA3-B848E83B22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5478B1B7-DDD6-4F38-A0C7-8D3B8A97C4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20</a:t>
            </a:r>
          </a:p>
        </p:txBody>
      </p:sp>
    </p:spTree>
    <p:extLst>
      <p:ext uri="{BB962C8B-B14F-4D97-AF65-F5344CB8AC3E}">
        <p14:creationId xmlns:p14="http://schemas.microsoft.com/office/powerpoint/2010/main" val="36175332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826A32-BDC0-467D-99FB-22AE4A6E08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9B8CAC-6F13-4744-ADBE-7CB52AF2B5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D6607A-EF5A-4B1C-A1DE-E308AA8D83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C6A20E26-E98D-46E6-8F8D-42C0E3EA63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D88963-C85E-4E29-87C0-12B647A269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09D0B9CC-FC5B-4583-9580-CBA67041E4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64FDDA-5E1F-4E06-975C-D7DE6FEC8B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649D5EFC-1751-4CB6-8924-CC06224131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A0EE6607-CA12-4998-9FF6-91E997BC09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21</a:t>
            </a:r>
          </a:p>
        </p:txBody>
      </p:sp>
    </p:spTree>
    <p:extLst>
      <p:ext uri="{BB962C8B-B14F-4D97-AF65-F5344CB8AC3E}">
        <p14:creationId xmlns:p14="http://schemas.microsoft.com/office/powerpoint/2010/main" val="164355940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B8B4D1-EA1F-4F35-BCDE-E5081BEE7A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5DBEFA-1923-494C-B1E4-195017A97B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DCE23D-B06D-4AEE-BDDD-51BF629769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DDCAB2CE-2FD9-4965-9BD2-A37C872F20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12C7CE-46E7-4F02-A01C-8CF090E297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D618F114-80B9-48C2-B4A3-8D463B4DCFF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6CE428-931E-4456-BBF5-B25A8237D5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863F122D-2C9F-43AE-8C9D-FDFD8D422F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9A4265-8143-46D0-A8D4-91629AC01C3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66074A2A-DA98-425B-8F08-15E9446A74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22</a:t>
            </a:r>
          </a:p>
        </p:txBody>
      </p:sp>
    </p:spTree>
    <p:extLst>
      <p:ext uri="{BB962C8B-B14F-4D97-AF65-F5344CB8AC3E}">
        <p14:creationId xmlns:p14="http://schemas.microsoft.com/office/powerpoint/2010/main" val="139721459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BCB23E-B658-4946-BEC6-CF14D51C74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CDCE55-B363-4A60-AC19-57347A333C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A354F7-D565-4930-A1BA-8C5B0E4E67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5CBAB230-7EB6-44BC-A4EC-0807F5D31E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DC4A77-0309-462A-8FE7-CE025438742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E2226732-61FF-42A7-992B-0822609C4E0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5EEE8B2-B059-4083-A8B1-E344EE9E674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A1697C6D-ADB0-45D7-9583-9B85CDD9D7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C5988EFF-4D32-491B-AC57-D9BA95EE3F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20AB4D97-7480-4E38-ACB8-5185183CC0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23</a:t>
            </a:r>
          </a:p>
        </p:txBody>
      </p:sp>
    </p:spTree>
    <p:extLst>
      <p:ext uri="{BB962C8B-B14F-4D97-AF65-F5344CB8AC3E}">
        <p14:creationId xmlns:p14="http://schemas.microsoft.com/office/powerpoint/2010/main" val="141247278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6BED82-F043-41CD-9C66-FCF8008D02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09A170-C5CB-4A31-9173-B4A7F8292F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BCE86F6-496B-4082-92E4-3AA6E0FA48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3FCAD6D-503B-483D-A155-1DE928E533E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AB7C6A48-77C6-4456-B930-12C9383FC7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24</a:t>
            </a:r>
          </a:p>
        </p:txBody>
      </p:sp>
    </p:spTree>
    <p:extLst>
      <p:ext uri="{BB962C8B-B14F-4D97-AF65-F5344CB8AC3E}">
        <p14:creationId xmlns:p14="http://schemas.microsoft.com/office/powerpoint/2010/main" val="4414387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EE6FB0-3116-4F21-B675-E43E7757B1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128A8-6295-4E70-8CE9-85221B6BF0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9B5F18-B975-46EF-8441-C26AB83A36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EBEB25A5-2E60-4ACC-B5C9-906363E6233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A298BE-913E-4206-9F64-D0CC0077175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AA21D7-622A-47D9-815E-666D0E60B1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F4F4E6C0-56F6-4F1C-A6F4-1E9486F03F4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113B4311-37C0-49C0-AF23-1AF17F51B5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25</a:t>
            </a:r>
          </a:p>
        </p:txBody>
      </p:sp>
    </p:spTree>
    <p:extLst>
      <p:ext uri="{BB962C8B-B14F-4D97-AF65-F5344CB8AC3E}">
        <p14:creationId xmlns:p14="http://schemas.microsoft.com/office/powerpoint/2010/main" val="152447031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3764B5-7DB0-4BE6-9A68-C22B248B8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C54BB9-7A55-4744-AA9A-ABFE58FDF3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D8835B-DCAB-4702-B693-2E10094C19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CBD3C7CE-F17F-4470-AC4C-BA97F8BE599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531094-9F54-4843-8CFD-827266B12E7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3CCDEB66-2D3C-445B-A1FD-87883FF131C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5B9A2AD-E6F3-48BF-B636-1E9DAEEC489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F93494E9-28BF-4BA1-A4FF-05E0D7E8497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5399642E-7EBB-41EE-8AEB-35A4909CA83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2418BD2B-8B93-46E0-BADD-F25038DC16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26</a:t>
            </a:r>
          </a:p>
        </p:txBody>
      </p:sp>
    </p:spTree>
    <p:extLst>
      <p:ext uri="{BB962C8B-B14F-4D97-AF65-F5344CB8AC3E}">
        <p14:creationId xmlns:p14="http://schemas.microsoft.com/office/powerpoint/2010/main" val="8556039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7EDFA8-E31E-40A1-899B-7BB9D28BE1F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C2C67B-D5BE-48F2-ACC9-A4DD97002BD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03a0186ecea4094"/>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642821-611C-49B8-BF78-0E1056B23EA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4D736F-CA0E-42FE-B924-29D26A261A9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513B0CDD-FF7F-45F7-BAD2-1CB0752A72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27</a:t>
            </a:r>
          </a:p>
        </p:txBody>
      </p:sp>
    </p:spTree>
    <p:extLst>
      <p:ext uri="{BB962C8B-B14F-4D97-AF65-F5344CB8AC3E}">
        <p14:creationId xmlns:p14="http://schemas.microsoft.com/office/powerpoint/2010/main" val="380257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C4F48E-9A90-4419-B3A5-4AE770D973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4A58B4-97D1-4E5D-A141-1D52405E74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E1D7FD2-9ECA-4CC5-AB15-CD01B592DD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7F9155A3-C6A8-4A5E-906E-0A3D8E9212B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BCCCE6-0712-4827-8908-D3156509AC0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7E5E4918-E8AE-4E52-AD3F-B3053C02FAE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B4A02CB8-6936-4060-8F71-38EA6830BC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28</a:t>
            </a:r>
          </a:p>
        </p:txBody>
      </p:sp>
    </p:spTree>
    <p:extLst>
      <p:ext uri="{BB962C8B-B14F-4D97-AF65-F5344CB8AC3E}">
        <p14:creationId xmlns:p14="http://schemas.microsoft.com/office/powerpoint/2010/main" val="151230484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AAA925-32B1-46BE-A90D-5EA6CD14D2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7F7D99-5322-49AA-B0C2-8BDB26EAEA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CB8ADF-6A3A-45C7-A776-BD58EBB055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4D8474C2-F60B-48A3-93FE-6B2F05E5FB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DDD619-6A87-45D8-AF1B-AEB132C1819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CEF50083-6786-4380-85AC-268EA6AB807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6EE312-EB0C-4B1B-B193-2EAEF4E360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290327EC-6724-4539-B97C-F6BD92C592D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AB5DB0-83EF-4C5B-8968-CA95959507E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DF44BC22-D3D8-4DC9-9349-2E922CD22C5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F161BD-EE75-4D17-A355-783A502F7F0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38A581EE-6CE0-4F4E-99B2-7B6D3EAF48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29</a:t>
            </a:r>
          </a:p>
        </p:txBody>
      </p:sp>
    </p:spTree>
    <p:extLst>
      <p:ext uri="{BB962C8B-B14F-4D97-AF65-F5344CB8AC3E}">
        <p14:creationId xmlns:p14="http://schemas.microsoft.com/office/powerpoint/2010/main" val="178196054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B403AD-9288-4ED6-989E-C6359D129D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283840-C952-4F60-BC9A-81BC2CF15C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A5F57CB-B110-4565-B3DA-7AAA20BA40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008B0CD-B467-4804-92CB-262FB5D73C2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FD1D47B9-E14B-4018-A3A9-8E082FDE48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30</a:t>
            </a:r>
          </a:p>
        </p:txBody>
      </p:sp>
    </p:spTree>
    <p:extLst>
      <p:ext uri="{BB962C8B-B14F-4D97-AF65-F5344CB8AC3E}">
        <p14:creationId xmlns:p14="http://schemas.microsoft.com/office/powerpoint/2010/main" val="156595810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3C306EE-975F-4A6C-861B-E48B58295D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1BFC11-CCA8-4762-86E9-66CD5C0018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75661B-EE40-441D-8EC9-25BD76419B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1C00E8BB-7921-4767-82D9-D6C717F1D2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FD3459-0DF1-485D-9D3B-C0435B0163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058C6134-F541-46DB-BC70-71FECCA6C35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0A7825-8297-4244-B3C8-76E24DEE98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1CA5969B-0209-4CE3-9EB0-C06852CE49B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B68F02-7E44-41B0-A4F7-EB301AC05EB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49A24A3F-5D03-4A63-919C-16B81BF389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31</a:t>
            </a:r>
          </a:p>
        </p:txBody>
      </p:sp>
    </p:spTree>
    <p:extLst>
      <p:ext uri="{BB962C8B-B14F-4D97-AF65-F5344CB8AC3E}">
        <p14:creationId xmlns:p14="http://schemas.microsoft.com/office/powerpoint/2010/main" val="196845990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D7F455-8EA8-4B33-801B-CE3B3D4E93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0ECE83-CA70-4606-81A9-65A0948172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4D50C21-B8ED-40AC-8B53-41DD6CE121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384558B-5964-40D5-97F3-B6D30F68A6C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7E5815-BADA-45CB-887B-0613D68AE70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19D2A48C-E423-446C-B9E7-074FCDE86D9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95C0A55A-8238-43AF-8AD4-A0B0E37FE9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32</a:t>
            </a:r>
          </a:p>
        </p:txBody>
      </p:sp>
    </p:spTree>
    <p:extLst>
      <p:ext uri="{BB962C8B-B14F-4D97-AF65-F5344CB8AC3E}">
        <p14:creationId xmlns:p14="http://schemas.microsoft.com/office/powerpoint/2010/main" val="71644006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B7D2C5-57E4-490D-8F85-6FC882735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4E88F6-5F3A-4656-9E81-E8303E9078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12F130-7DDF-4897-9261-00D5145B49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AA090AD2-1C1A-43BF-B393-D7B1F18957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8127CF-2FDC-4BE4-BA68-B0F45954F5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BCA73E89-AC69-442F-BFD8-3A0A36665C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79B774-DDEF-449E-B0A4-91AE1708F66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crack_width_mm (millimetres); group by structure_id.</a:t>
            </a:r>
          </a:p>
        </p:txBody>
      </p:sp>
      <p:sp>
        <p:nvSpPr>
          <p:cNvPr id="8" name="">
            <a:extLst xmlns:a="http://schemas.openxmlformats.org/drawingml/2006/main">
              <a:ext uri="{FF2B5EF4-FFF2-40B4-BE49-F238E27FC236}">
                <a16:creationId xmlns:a16="http://schemas.microsoft.com/office/drawing/2014/main" id="{070EA076-922A-4080-ABB1-7E82A5B697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55F5AF-C036-4A15-9883-CBCCEC278F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09ABD177-0924-4591-AD1B-35EFB98DFD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33</a:t>
            </a:r>
          </a:p>
        </p:txBody>
      </p:sp>
    </p:spTree>
    <p:extLst>
      <p:ext uri="{BB962C8B-B14F-4D97-AF65-F5344CB8AC3E}">
        <p14:creationId xmlns:p14="http://schemas.microsoft.com/office/powerpoint/2010/main" val="160269132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C2653E-5D7D-404B-B852-CD30744DAB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80ED05-32FE-4B41-81E1-7E9DEABC4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894F73-CBFE-4465-9E29-B30EDA2768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6A45AB6F-C215-4F11-80A3-42267633B2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3A9DA2-BB8B-4E90-8701-51E6F23F7F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site_inspection_log.csv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D63D5557-2CEB-4AAF-912C-8A0C2ECB0E0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53A2DC-A8BB-4C5D-9534-0D912889F6C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97C723C0-F68E-48EF-9768-E8330AB68B8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45A693-0D33-4A70-9D2C-965C7C6BEE1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ACD3813D-A90A-4D04-A7A7-753E81AC53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34</a:t>
            </a:r>
          </a:p>
        </p:txBody>
      </p:sp>
    </p:spTree>
    <p:extLst>
      <p:ext uri="{BB962C8B-B14F-4D97-AF65-F5344CB8AC3E}">
        <p14:creationId xmlns:p14="http://schemas.microsoft.com/office/powerpoint/2010/main" val="119807856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2149D7-BBF3-457A-8EA0-B830A02F9B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00BE51-FBF6-4E3E-B2E1-414AAED233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4B579F-B0E9-4CD9-9BB8-98B59A41C6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B912F0B1-398B-48F0-9D8C-CAA1A982A60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0E6529-4A1B-4585-9350-A8D783AF5E4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import</a:t>
            </a:r>
            <a:r>
              <a:rPr sz="2173" b="0">
                <a:solidFill>
                  <a:srgbClr val="F4F7FA"/>
                </a:solidFill>
                <a:latin typeface="Courier New"/>
                <a:ea typeface="Courier New"/>
                <a:cs typeface="Courier New"/>
              </a:rPr>
              <a:t> csv</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with open("site_inspection_log.csv", newline="") as 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rows = list(csv.DictReader(source))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print(rows[0])</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C6B62DF8-1399-4D03-AD76-23EB971202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66DE9B5E-08E2-4ED6-8A30-406ED5EE817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BD13660B-C9B1-4FD4-932C-27C46172CD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35</a:t>
            </a:r>
          </a:p>
        </p:txBody>
      </p:sp>
    </p:spTree>
    <p:extLst>
      <p:ext uri="{BB962C8B-B14F-4D97-AF65-F5344CB8AC3E}">
        <p14:creationId xmlns:p14="http://schemas.microsoft.com/office/powerpoint/2010/main" val="54577956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03DE6A-847A-4C25-A1A6-58BF6905D3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9AA0A0-4927-497C-B53F-571BD217B2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A45BB8-7892-4165-9532-FA2869BF61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F89FAB15-25DC-4CD5-B8C4-459B5823A6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A7168E-835E-420F-BEE9-C269E674CD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BB624CFC-F5E0-4E90-9F15-5C1B4E01D8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DD35F40-DA30-40EC-97CC-E4AF52F1B1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2CB6D0A3-E396-42C1-984A-F07034409D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99E8E9-F42B-49AD-9BD9-4044426B0AD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81DE533E-12C8-4DCE-B501-CC286D719D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36</a:t>
            </a:r>
          </a:p>
        </p:txBody>
      </p:sp>
    </p:spTree>
    <p:extLst>
      <p:ext uri="{BB962C8B-B14F-4D97-AF65-F5344CB8AC3E}">
        <p14:creationId xmlns:p14="http://schemas.microsoft.com/office/powerpoint/2010/main" val="129808648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1BA91E-2B45-40E1-BD83-EDB05DABC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0EF693-486A-43B5-9031-E2FB47C473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96119F-27E3-470A-A446-3AEE78DFDB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2BF099AB-50DE-4254-8FCD-68692244A32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9DE1BB-0259-4929-8459-40BDD5A8B28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B6E96AA-2BBA-4914-9F1B-FCC0FB2CDD6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5C00D402-AC0C-47D6-8599-74BC912ED4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A2BD1304-2BA5-44A7-A992-A8351993F1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37</a:t>
            </a:r>
          </a:p>
        </p:txBody>
      </p:sp>
    </p:spTree>
    <p:extLst>
      <p:ext uri="{BB962C8B-B14F-4D97-AF65-F5344CB8AC3E}">
        <p14:creationId xmlns:p14="http://schemas.microsoft.com/office/powerpoint/2010/main" val="28728293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CF5661-5D35-458E-AC78-3C2CEE43AB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744D63-0CF8-4BA8-80CC-5086BF2EC5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BDD128-F6BC-45EC-8D4C-7AC51FF806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022255EE-411B-45A6-B926-0A8812EBC4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017D0-C3AB-4E28-B4BC-62502EB1812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FF73A621-88F7-44E2-805C-B1FED8AAB7A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94603EF1-4F9C-4F9A-A86E-693E204572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EFC39A0-3B09-44A4-9A9C-DB64AC57DE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38</a:t>
            </a:r>
          </a:p>
        </p:txBody>
      </p:sp>
    </p:spTree>
    <p:extLst>
      <p:ext uri="{BB962C8B-B14F-4D97-AF65-F5344CB8AC3E}">
        <p14:creationId xmlns:p14="http://schemas.microsoft.com/office/powerpoint/2010/main" val="61163825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AB427A-C551-41AE-8EDE-2E892FE385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D0724C-29E8-4966-9883-40FA183FBD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4E29D0-D272-491C-9628-224778602F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E996CA8A-F614-4E44-947D-3BF23253D93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F03A1E-DD3C-4F3D-8736-D92F30FE55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60D96B-D7AB-4BCC-9D68-43BAE635A68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5B68368B-9453-4DE6-A77A-D7916CC3AC6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31069BF9-835F-4ED1-9C2A-DB1F84E608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39</a:t>
            </a:r>
          </a:p>
        </p:txBody>
      </p:sp>
    </p:spTree>
    <p:extLst>
      <p:ext uri="{BB962C8B-B14F-4D97-AF65-F5344CB8AC3E}">
        <p14:creationId xmlns:p14="http://schemas.microsoft.com/office/powerpoint/2010/main" val="146164474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F104354-ED99-470F-AF6B-CC35747DEE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72712F-CCF5-4C0E-8596-19FE255A03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25298A6-3B21-41BE-AA38-1E0CCE021A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733478B5-964E-4B06-B38A-B631520258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E8E5D1-104E-4AC8-970A-B755CE9C1A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1977C994-AF98-4EAE-9492-C8435E2B3E1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4E1561-EEA6-4032-A0B9-B9FD1DDCCA1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165396D-1E34-4E95-BC95-7811052058F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E4F3808-AB81-4DC3-9789-3259CFD3FAD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332C8341-8935-4C80-8F5C-8D6A6D8D9C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B0EE0BF6-BE55-401E-BAC0-A8486A9809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40</a:t>
            </a:r>
          </a:p>
        </p:txBody>
      </p:sp>
    </p:spTree>
    <p:extLst>
      <p:ext uri="{BB962C8B-B14F-4D97-AF65-F5344CB8AC3E}">
        <p14:creationId xmlns:p14="http://schemas.microsoft.com/office/powerpoint/2010/main" val="17773251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117BD9-4DC2-4F52-9785-CB62642B65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8F752A-0A7E-40A5-96A0-50A16442FA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D92879-C3FF-4211-9D66-6EB47486A8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5361BCBF-3E1C-4061-97AF-5170A847A5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0CFCB6-29DD-4852-8716-DF4C04994D1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8B354F81-EC13-4C1B-9149-33742E0D23A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CC3DC9-3548-4FBF-82D2-BC098768DDA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7763DB67-7D20-4E5B-B141-E8902E7A7AE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2434B4-5182-4316-A068-769D7BF4E2B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4406C0A5-56EF-4FE2-AA78-E5A0B4E2C80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C17175-445F-4AB6-91AB-2E8D078CA1D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DDD29F30-DFBA-4B43-BBD4-10B4CEB091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41</a:t>
            </a:r>
          </a:p>
        </p:txBody>
      </p:sp>
    </p:spTree>
    <p:extLst>
      <p:ext uri="{BB962C8B-B14F-4D97-AF65-F5344CB8AC3E}">
        <p14:creationId xmlns:p14="http://schemas.microsoft.com/office/powerpoint/2010/main" val="10288970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290656-78D9-46A1-B26F-E9F900586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A3B244-D4FB-455C-8F57-8470560269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FC2A62-DCD5-4C08-AD0F-00221EF0ED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F9880B59-B4D8-4CFA-BE01-A420602143F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6DDBB3-BA2A-452C-888C-DE457F0BB9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BCE89B04-9FD6-4A1F-817E-3A96D317109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AA1095F-254E-4D93-8CBD-BC10E637FC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D75B38A-812D-426F-9795-845FC0E733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42</a:t>
            </a:r>
          </a:p>
        </p:txBody>
      </p:sp>
    </p:spTree>
    <p:extLst>
      <p:ext uri="{BB962C8B-B14F-4D97-AF65-F5344CB8AC3E}">
        <p14:creationId xmlns:p14="http://schemas.microsoft.com/office/powerpoint/2010/main" val="1497284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3367ED2-CAFD-4E06-8DD7-79D746A663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CE1A1C-4AB4-407B-A557-C899EDE654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D3F20A-0710-43D8-AB8C-9D2B98B681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74DDF405-73CF-4CB7-BBED-1B0E64171F5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AAB389-4217-42F7-8520-7486B2A27A3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268F0D9A-774D-4EF4-BD33-D7F333F3711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85986C5-74EF-423F-93D9-F05C9DC5109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C772444-6DA2-4695-9B1F-B41E26E94C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575CC0B1-A315-4C74-88C9-B0FC01926C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43</a:t>
            </a:r>
          </a:p>
        </p:txBody>
      </p:sp>
    </p:spTree>
    <p:extLst>
      <p:ext uri="{BB962C8B-B14F-4D97-AF65-F5344CB8AC3E}">
        <p14:creationId xmlns:p14="http://schemas.microsoft.com/office/powerpoint/2010/main" val="60383799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286C22-AB1E-489E-A4BF-D660CFE7F5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9981A1-B940-4BB3-9FAE-5ED88693DB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663E93-A3CA-4B6D-9872-0BE9C41F4E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71B29EE5-CEEA-4116-9A84-EF6D950D3C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A1FE9C-EB62-4102-B0F9-2BF584BE56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193A5A-931F-482A-95C2-F2F66BAD460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B83478D7-1CD0-4044-BB8C-073608426F3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C8A1A672-106E-4815-8A1F-A2699C4664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44</a:t>
            </a:r>
          </a:p>
        </p:txBody>
      </p:sp>
    </p:spTree>
    <p:extLst>
      <p:ext uri="{BB962C8B-B14F-4D97-AF65-F5344CB8AC3E}">
        <p14:creationId xmlns:p14="http://schemas.microsoft.com/office/powerpoint/2010/main" val="8170761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2A6AB4-08BA-44AE-8F6C-0FEC43AD4D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C51187-A5EA-49A9-85BF-FDFB870C81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CD470DA-6B2C-439A-AF88-15990C416A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DF9477BB-CFAA-4F61-827E-F63FBB34706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8523D0-A9FA-4350-B639-A05067495D9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3843366B-9F97-44A5-92E5-1DEA6FD8D33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35721F-6930-4A02-AAC5-DB47F145D3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F829269F-A104-45BC-BC87-8D69CB0D3DB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29396E71-54AB-48F7-B123-C0140C0BE91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C9FECB39-0312-49DC-BF38-D535DA7122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2A8E70AC-398D-4475-B8C4-D9B97FE329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45</a:t>
            </a:r>
          </a:p>
        </p:txBody>
      </p:sp>
    </p:spTree>
    <p:extLst>
      <p:ext uri="{BB962C8B-B14F-4D97-AF65-F5344CB8AC3E}">
        <p14:creationId xmlns:p14="http://schemas.microsoft.com/office/powerpoint/2010/main" val="7232391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ACACA7-B199-4F8C-9FDF-3FE26E6F6B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C0FA6C-9D85-4C8E-92E4-EACB23E43F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722D4B-3902-4095-B969-2AD8D5C1E6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EDF70E25-5B77-4E7D-A134-839B3C66D5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82C936-12F4-4626-8C3A-019222189F8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C272FA-E4FB-4C2E-AAA1-BC1505918DF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970CFB53-64AA-4661-987B-07A57EA16A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2C23D9BE-7057-448A-AC8D-16419F58FE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46</a:t>
            </a:r>
          </a:p>
        </p:txBody>
      </p:sp>
    </p:spTree>
    <p:extLst>
      <p:ext uri="{BB962C8B-B14F-4D97-AF65-F5344CB8AC3E}">
        <p14:creationId xmlns:p14="http://schemas.microsoft.com/office/powerpoint/2010/main" val="19529438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9684E33-A767-481A-8D7D-3352FE6944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496707-6696-4E10-BEF5-33896B994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9A01E10-45AE-4034-8357-D6EF12B40C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B427B3E9-871B-4D54-8BE8-2CC6BCD9663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E658B7-320B-478D-853F-E8F1EB9D85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E5924D9B-5619-4115-81F9-87C53DB7457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E4EDF85-45F6-42E5-87EB-43F924332E2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F1C96324-6D1C-4964-8A84-855381670D8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133B9FD2-B8BE-48E1-B07A-55A92F1E2F6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8F224DB-FF56-47A7-8AED-8E3185E007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89358487-A7EF-4FFE-B769-B12F45370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47</a:t>
            </a:r>
          </a:p>
        </p:txBody>
      </p:sp>
    </p:spTree>
    <p:extLst>
      <p:ext uri="{BB962C8B-B14F-4D97-AF65-F5344CB8AC3E}">
        <p14:creationId xmlns:p14="http://schemas.microsoft.com/office/powerpoint/2010/main" val="7434826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263B09-6D6C-499B-B6CC-2A2AFD885F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CBBD73-D28C-4F0F-B311-0822AFBD4A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051E4A-9206-4E86-9D18-2A3B4346E6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EF997AC-C62A-41A0-B71D-7B08E24C5A0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471282-6B73-40A6-8F34-4AF77BA4BD2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143FE6-38C6-429E-AEAE-9959DF89C0A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69B57733-17B9-42A9-8192-D9C5D7BDC0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F561EF80-851A-431D-9D26-8EAEDF2C00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48</a:t>
            </a:r>
          </a:p>
        </p:txBody>
      </p:sp>
    </p:spTree>
    <p:extLst>
      <p:ext uri="{BB962C8B-B14F-4D97-AF65-F5344CB8AC3E}">
        <p14:creationId xmlns:p14="http://schemas.microsoft.com/office/powerpoint/2010/main" val="195122048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4027F8-16E6-408E-AA6D-E71045E316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346D59-4F3B-4E5A-86F5-68B48FB380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A51E87C-D798-4E16-AE3A-51AE681D9C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FB277CFA-10C3-4329-8A8F-1C9649ECBC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AF1814-17D2-4B9A-8E89-57A9B2DBF4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AE19E222-EBAE-444C-BE06-99D6CA28C35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9CF4F8-8C59-4DCA-A0A4-8C524E22FF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B3A2C138-39F0-4202-981D-D5DB3388855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0C7C5E-D40E-4696-B88D-028AA10CAD5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49298015-7BA9-463B-BD22-6C592B9CC9E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4464D3E-4035-4198-A966-162A5317208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DFF04997-DDFA-40F3-84E0-C600A9892A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49</a:t>
            </a:r>
          </a:p>
        </p:txBody>
      </p:sp>
    </p:spTree>
    <p:extLst>
      <p:ext uri="{BB962C8B-B14F-4D97-AF65-F5344CB8AC3E}">
        <p14:creationId xmlns:p14="http://schemas.microsoft.com/office/powerpoint/2010/main" val="95620843"/>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10B70A-3B5B-44DC-80A5-CB97A44B45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A9E8A6-E588-4418-99B1-13D0F87C1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B933F3A-1A02-46D4-83EA-B0007C169B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57E711FB-8048-4BBA-8D4A-43F37F38A34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16880B-610B-4548-8DB2-7DF425E02E13}"/>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84B1FAE7-F0CF-4B6A-BB51-D46751D2D0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50</a:t>
            </a:r>
          </a:p>
        </p:txBody>
      </p:sp>
    </p:spTree>
    <p:extLst>
      <p:ext uri="{BB962C8B-B14F-4D97-AF65-F5344CB8AC3E}">
        <p14:creationId xmlns:p14="http://schemas.microsoft.com/office/powerpoint/2010/main" val="73057579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910EE58-66F2-4CB4-A416-2B9282E81E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64A1D2-CB15-49F8-BBE6-BB5A017F53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EC517A-CFB8-4FA9-BBD6-142E007DE7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59E89D68-5449-45BE-BB91-327D3A8047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68056A-6570-47F4-860F-1374A964AF0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2D2C4B05-ED03-490E-B50A-D60C48BD12B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88AEDC-1D57-4E7C-81C5-C7DAA20BEC3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C38F7CD1-1FD9-4137-A0D9-3F4D2D34046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229642-C500-4144-AEA5-4C7B1FB7759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B6B3342A-BCE4-44AB-AF87-8AC93B9F63D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7626CB-B005-45EB-B0A9-87B21A5A29F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45DF5CAF-ACA2-4D3C-8A20-ABAD9EA5FF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51</a:t>
            </a:r>
          </a:p>
        </p:txBody>
      </p:sp>
    </p:spTree>
    <p:extLst>
      <p:ext uri="{BB962C8B-B14F-4D97-AF65-F5344CB8AC3E}">
        <p14:creationId xmlns:p14="http://schemas.microsoft.com/office/powerpoint/2010/main" val="122592762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2D96AB-EA1A-46EE-A8FD-241268BFC0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8641EA-5ED3-4B34-94D8-27D59396DB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D426B7-6D30-4C9F-B917-22B11E6259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6E59B392-A6EB-4E92-A1DE-52194A69932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BFD4B9-1F8D-4938-B775-399FA4441BE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55000E40-931F-4596-BF67-289C3159F0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52</a:t>
            </a:r>
          </a:p>
        </p:txBody>
      </p:sp>
    </p:spTree>
    <p:extLst>
      <p:ext uri="{BB962C8B-B14F-4D97-AF65-F5344CB8AC3E}">
        <p14:creationId xmlns:p14="http://schemas.microsoft.com/office/powerpoint/2010/main" val="158804440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A54663-79B0-4A7D-A256-301676111D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9F651C-4661-4EF7-9D01-E755306866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2E2FB7-7F2E-4D6F-85A6-533DCCB369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979AF1F7-E5E6-4A58-A8A8-7B63C1135B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452019-7312-46BF-8894-7AF468B2F8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B5DD67CD-D9FA-4030-BE82-94FA7A2600F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B24321-9B37-4744-AA53-B3BE8F0F5E6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38A8E0DC-7454-4BAD-9CBE-929DC9478C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B324D0-85F1-42BA-BF8C-EF03C8B04D7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082C24F-40CF-4094-A4BB-303327C2682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467F98-BA15-4FBD-B114-7C842637E88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2B32FF76-3AD6-4EE3-B0B6-624FD8C8CC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53</a:t>
            </a:r>
          </a:p>
        </p:txBody>
      </p:sp>
    </p:spTree>
    <p:extLst>
      <p:ext uri="{BB962C8B-B14F-4D97-AF65-F5344CB8AC3E}">
        <p14:creationId xmlns:p14="http://schemas.microsoft.com/office/powerpoint/2010/main" val="13574201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3B09BD-61A3-46DE-87DB-61B526AC86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C2A0AF-F461-4731-AF9B-248ED4EC72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75EE80-1E65-452C-B5BC-7245AF37DC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DA953515-6611-44CE-BC10-96671C413B6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DCE4AA-FF1F-4477-A259-194704A0EE4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E71616-A03C-4076-9371-B3311A4230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crack_width_mm field is nonblank.</a:t>
            </a:r>
          </a:p>
        </p:txBody>
      </p:sp>
      <p:sp>
        <p:nvSpPr>
          <p:cNvPr id="7" name="">
            <a:extLst xmlns:a="http://schemas.openxmlformats.org/drawingml/2006/main">
              <a:ext uri="{FF2B5EF4-FFF2-40B4-BE49-F238E27FC236}">
                <a16:creationId xmlns:a16="http://schemas.microsoft.com/office/drawing/2014/main" id="{D151BD8C-CA25-4810-8431-F36D92B1009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F485686C-EA28-4092-8628-E485DB15CB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54</a:t>
            </a:r>
          </a:p>
        </p:txBody>
      </p:sp>
    </p:spTree>
    <p:extLst>
      <p:ext uri="{BB962C8B-B14F-4D97-AF65-F5344CB8AC3E}">
        <p14:creationId xmlns:p14="http://schemas.microsoft.com/office/powerpoint/2010/main" val="155989173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8412F5-166D-4628-9BD9-E5585E7ACC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5CEC39-BC85-4D6A-B76F-DF7925F631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BC9209-FC13-4053-8A3C-FCD82768D2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AC67ABE0-8763-48EA-8B28-B159220576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1E1A31-C862-4D2B-8C32-A30050BDF6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crack_width_mm values as a number.</a:t>
            </a:r>
          </a:p>
        </p:txBody>
      </p:sp>
      <p:sp>
        <p:nvSpPr>
          <p:cNvPr id="6" name="">
            <a:extLst xmlns:a="http://schemas.openxmlformats.org/drawingml/2006/main">
              <a:ext uri="{FF2B5EF4-FFF2-40B4-BE49-F238E27FC236}">
                <a16:creationId xmlns:a16="http://schemas.microsoft.com/office/drawing/2014/main" id="{2968C246-493D-4463-A223-0B45E6C9D84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1EAB48-EFBA-49BA-86EC-4016C545BDA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46933D67-9FB5-420B-AA9D-52BFA4DA30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77A1A8-584A-4F4E-8A83-2F393C46B5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98DB6C08-64E1-42DF-AEF8-47FD5439D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55</a:t>
            </a:r>
          </a:p>
        </p:txBody>
      </p:sp>
    </p:spTree>
    <p:extLst>
      <p:ext uri="{BB962C8B-B14F-4D97-AF65-F5344CB8AC3E}">
        <p14:creationId xmlns:p14="http://schemas.microsoft.com/office/powerpoint/2010/main" val="184204913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90ECB7-65C0-460E-863C-22574E0BD4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F95EBC-5151-43C8-B31D-1E070F557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E8FD1F-1AB6-444B-BE5F-D5A0207216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408C48C6-DE93-4638-93ED-603247C59C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89FBD2-5A7C-4072-9249-086D842B382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19BA5F-ED5A-401B-9FC2-DCA1941EFC1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crack_width_mm readings strictly greater than 0.3.</a:t>
            </a:r>
          </a:p>
        </p:txBody>
      </p:sp>
      <p:sp>
        <p:nvSpPr>
          <p:cNvPr id="7" name="">
            <a:extLst xmlns:a="http://schemas.openxmlformats.org/drawingml/2006/main">
              <a:ext uri="{FF2B5EF4-FFF2-40B4-BE49-F238E27FC236}">
                <a16:creationId xmlns:a16="http://schemas.microsoft.com/office/drawing/2014/main" id="{8D98F5BE-EBB3-431B-9BE9-E928169DF5F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8F954346-B295-44DD-8B54-0B0A9D1870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56</a:t>
            </a:r>
          </a:p>
        </p:txBody>
      </p:sp>
    </p:spTree>
    <p:extLst>
      <p:ext uri="{BB962C8B-B14F-4D97-AF65-F5344CB8AC3E}">
        <p14:creationId xmlns:p14="http://schemas.microsoft.com/office/powerpoint/2010/main" val="213740841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DD14C0-BA89-44F3-BDED-AA0C7E7CA2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5D3E26-75E0-47B1-8FCD-45D2413348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A74561-A22C-4A8E-8214-261F2B22A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7EE6EEE7-2E02-49C3-A0B1-870112DDB91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10E4E9-6B89-4C8C-8ADE-E1B332B3E81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structure_id labels and whose values are the mean valid crack_width_mm readings within each group.</a:t>
            </a:r>
          </a:p>
        </p:txBody>
      </p:sp>
      <p:sp>
        <p:nvSpPr>
          <p:cNvPr id="6" name="">
            <a:extLst xmlns:a="http://schemas.openxmlformats.org/drawingml/2006/main">
              <a:ext uri="{FF2B5EF4-FFF2-40B4-BE49-F238E27FC236}">
                <a16:creationId xmlns:a16="http://schemas.microsoft.com/office/drawing/2014/main" id="{E5D1A30D-FAC5-456F-82A7-58D0291A1E9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12D257-0197-4635-9F07-09E51EBB95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8BB57480-AC4B-4414-89F3-EE8B0219E0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CAEEFC-DD68-4CF0-9A6B-28BF0D03623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0F1288E9-DF80-4D6B-B854-93145BD34A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57</a:t>
            </a:r>
          </a:p>
        </p:txBody>
      </p:sp>
    </p:spTree>
    <p:extLst>
      <p:ext uri="{BB962C8B-B14F-4D97-AF65-F5344CB8AC3E}">
        <p14:creationId xmlns:p14="http://schemas.microsoft.com/office/powerpoint/2010/main" val="74997977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96A0C7-103E-41EA-8745-22DA9EC065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D06B26-1B94-4992-8AB4-DD253C542A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42D365-BC03-427D-B80D-FB2EE84B2C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39ED17F1-E11E-4A03-AD6E-73444C91E1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6513BB-A075-488A-A6E0-0BEF0C163D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FF52C68A-FD54-4D34-95BD-963CE2B1731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FB7C80-14A0-45BB-BEBA-C27C98302FC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A917BA47-66E5-470C-8ED3-94F6A41979B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B74837-94A5-4CF4-8B6B-22068DA3BE9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crack_width_mm values must be skipped in numerical summaries.</a:t>
            </a:r>
          </a:p>
        </p:txBody>
      </p:sp>
      <p:sp>
        <p:nvSpPr>
          <p:cNvPr id="10" name="">
            <a:extLst xmlns:a="http://schemas.openxmlformats.org/drawingml/2006/main">
              <a:ext uri="{FF2B5EF4-FFF2-40B4-BE49-F238E27FC236}">
                <a16:creationId xmlns:a16="http://schemas.microsoft.com/office/drawing/2014/main" id="{BE2ED12E-0DD8-4E1B-974A-6402122C680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CAE8334-EF77-40A0-81B1-61CDA1E3378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0.3 is a teaching assumption.</a:t>
            </a:r>
          </a:p>
        </p:txBody>
      </p:sp>
      <p:sp>
        <p:nvSpPr>
          <p:cNvPr id="12" name="">
            <a:extLst xmlns:a="http://schemas.openxmlformats.org/drawingml/2006/main">
              <a:ext uri="{FF2B5EF4-FFF2-40B4-BE49-F238E27FC236}">
                <a16:creationId xmlns:a16="http://schemas.microsoft.com/office/drawing/2014/main" id="{475DE163-9658-4977-ABE6-CFC4928AE6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58</a:t>
            </a:r>
          </a:p>
        </p:txBody>
      </p:sp>
    </p:spTree>
    <p:extLst>
      <p:ext uri="{BB962C8B-B14F-4D97-AF65-F5344CB8AC3E}">
        <p14:creationId xmlns:p14="http://schemas.microsoft.com/office/powerpoint/2010/main" val="67924325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447D83-46B5-4D33-B7F5-A23F427848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DA35F9-73B0-44CE-93D9-8BF6539F22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ECD218-1590-49F3-AE1F-A4691E0B25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03DFF0E4-EC57-461E-A9D6-2855D0C2A6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C2D9956-6532-415E-8A37-A8FC7F3AA1C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0.3) and group_means keyed by structure_id.</a:t>
            </a:r>
          </a:p>
        </p:txBody>
      </p:sp>
      <p:sp>
        <p:nvSpPr>
          <p:cNvPr id="6" name="">
            <a:extLst xmlns:a="http://schemas.openxmlformats.org/drawingml/2006/main">
              <a:ext uri="{FF2B5EF4-FFF2-40B4-BE49-F238E27FC236}">
                <a16:creationId xmlns:a16="http://schemas.microsoft.com/office/drawing/2014/main" id="{8F3C2043-77C8-4BAF-99BC-CC1166FCE7F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C8C40C-BA3B-47E3-9515-766E8A90373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8D279A53-87EF-4400-BAD7-2D63F3B991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5588FC-0E8E-40DB-A2F5-FA8398AB015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CAE3FF00-48F9-45ED-A668-324B6B79346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BE2D85-8121-4A2F-B56F-7BD7F43CCBD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1A04F35F-FAD0-430A-9164-19B6D04A23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59</a:t>
            </a:r>
          </a:p>
        </p:txBody>
      </p:sp>
    </p:spTree>
    <p:extLst>
      <p:ext uri="{BB962C8B-B14F-4D97-AF65-F5344CB8AC3E}">
        <p14:creationId xmlns:p14="http://schemas.microsoft.com/office/powerpoint/2010/main" val="1785384668"/>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A25234-4D36-4D54-B6F5-4427C0EF49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AD0227-338D-463F-B5B5-5F6D8E4E9D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DEF0A9-8E67-48CC-A0F8-254B41AD31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EB109AF3-D47C-43E9-9964-B1A2222E4F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8AFB3F-F120-488B-8499-5353E209C82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7CEC3A3F-CD15-475C-BA42-642ABE9F944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C2D36B-07D1-4464-A668-B22E0CEE008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9414848B-B5A4-4298-B338-043D65D66E9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C2F084-9237-4A32-9653-4F58728AE7E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128468A5-C821-460F-B8A8-9DBBE7018B9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1A585C1-C8BA-448E-B4FF-F35B4DF667C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B7D25E59-0FE2-4E0E-B3E1-96DEA7F172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60</a:t>
            </a:r>
          </a:p>
        </p:txBody>
      </p:sp>
    </p:spTree>
    <p:extLst>
      <p:ext uri="{BB962C8B-B14F-4D97-AF65-F5344CB8AC3E}">
        <p14:creationId xmlns:p14="http://schemas.microsoft.com/office/powerpoint/2010/main" val="74802479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E14FA19-EEEC-4F13-A9A2-416BFEEEB9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FBC054-55B4-4A6F-B132-9696280406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243B293-B0B7-41B2-8F01-330D267E8B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0E5267C4-6070-48A5-9405-A11764B692E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AC7390-02AB-4BF2-B351-501D9B46F72F}"/>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29 Sep 2026, 11:00 Kampala</a:t>
            </a:r>
          </a:p>
        </p:txBody>
      </p:sp>
      <p:sp>
        <p:nvSpPr>
          <p:cNvPr id="6" name="">
            <a:extLst xmlns:a="http://schemas.openxmlformats.org/drawingml/2006/main">
              <a:ext uri="{FF2B5EF4-FFF2-40B4-BE49-F238E27FC236}">
                <a16:creationId xmlns:a16="http://schemas.microsoft.com/office/drawing/2014/main" id="{2C910871-BDB7-4514-A62D-94FA71162AF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C38F4E-6408-40C7-A3B7-596125BA92B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Oct 2026, 11:00 Kampala</a:t>
            </a:r>
          </a:p>
        </p:txBody>
      </p:sp>
      <p:sp>
        <p:nvSpPr>
          <p:cNvPr id="8" name="">
            <a:extLst xmlns:a="http://schemas.openxmlformats.org/drawingml/2006/main">
              <a:ext uri="{FF2B5EF4-FFF2-40B4-BE49-F238E27FC236}">
                <a16:creationId xmlns:a16="http://schemas.microsoft.com/office/drawing/2014/main" id="{8BAED815-BDFB-45FE-9FC1-02D794F06E0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5E1291-5221-4602-B9EE-47C77FF466F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389748C-1E1E-43F3-A836-062A530C293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0D3527B-BA0A-47EB-B935-5605CAD8421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B9ACD60-569F-4CBB-9573-4CD9260B8AA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BE171B5-C471-41B0-80C6-C8B69BCCC3C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498bc1c6fd54c8c"/>
              </a:rPr>
              <a:t>Open W04 assignment form</a:t>
            </a:r>
          </a:p>
        </p:txBody>
      </p:sp>
      <p:sp>
        <p:nvSpPr>
          <p:cNvPr id="14" name="">
            <a:extLst xmlns:a="http://schemas.openxmlformats.org/drawingml/2006/main">
              <a:ext uri="{FF2B5EF4-FFF2-40B4-BE49-F238E27FC236}">
                <a16:creationId xmlns:a16="http://schemas.microsoft.com/office/drawing/2014/main" id="{FC998F26-26E6-4A50-8803-45D886CAF09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https://docs.google.com/forms/d/e/1FAIpQLSeZymY0jwFhuwihprLiqEaq2DqmLZD3nIYht1IkN4OcPGeTFg/viewform</a:t>
            </a:r>
          </a:p>
        </p:txBody>
      </p:sp>
      <p:sp>
        <p:nvSpPr>
          <p:cNvPr id="15" name="">
            <a:extLst xmlns:a="http://schemas.openxmlformats.org/drawingml/2006/main">
              <a:ext uri="{FF2B5EF4-FFF2-40B4-BE49-F238E27FC236}">
                <a16:creationId xmlns:a16="http://schemas.microsoft.com/office/drawing/2014/main" id="{E187D7D1-D57B-42CC-B9E0-C03C54D2CF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61</a:t>
            </a:r>
          </a:p>
        </p:txBody>
      </p:sp>
    </p:spTree>
    <p:extLst>
      <p:ext uri="{BB962C8B-B14F-4D97-AF65-F5344CB8AC3E}">
        <p14:creationId xmlns:p14="http://schemas.microsoft.com/office/powerpoint/2010/main" val="855934443"/>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49DAA45-EF89-40AC-912D-56835F0751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D29C9A-59D5-4185-AD89-A56A5A782D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5DE1A8F-E233-4A8A-B9B5-02969B40FC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3C6CACAF-BEE2-4BE0-BB9E-58E39AF1AED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183A26-7C12-4C52-B089-D04DB12D035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BB6251D-25E2-409B-9D98-1D390A22C86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AE23DF-971B-498F-A3E6-BBD7774D52F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904519A5-A0C9-4BEB-94E5-56678F9BF95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4566AE-42C1-439E-B28E-2A1E6FC3B16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681A8F0-289F-4051-956A-2AC406726AE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058CCCF-D83E-48AC-9FAB-C6927BED0D3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ddde08c169546ae"/>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1E43620-9F4D-485C-9CC1-47C2B70C569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EC2DD96-D01F-4A9C-843F-129B4F653C9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4587F4F-B9D5-4772-B361-E20C20D13F3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e425d772b0c4c3e"/>
              </a:rPr>
              <a:t>Open this week’s quiz</a:t>
            </a:r>
          </a:p>
        </p:txBody>
      </p:sp>
      <p:sp>
        <p:nvSpPr>
          <p:cNvPr id="16" name="">
            <a:extLst xmlns:a="http://schemas.openxmlformats.org/drawingml/2006/main">
              <a:ext uri="{FF2B5EF4-FFF2-40B4-BE49-F238E27FC236}">
                <a16:creationId xmlns:a16="http://schemas.microsoft.com/office/drawing/2014/main" id="{33F67F99-F4C2-4DFA-9B28-C3A4182644C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https://forms.gle/yodGpWvz4b2GioZYA</a:t>
            </a:r>
          </a:p>
        </p:txBody>
      </p:sp>
      <p:sp>
        <p:nvSpPr>
          <p:cNvPr id="17" name="">
            <a:extLst xmlns:a="http://schemas.openxmlformats.org/drawingml/2006/main">
              <a:ext uri="{FF2B5EF4-FFF2-40B4-BE49-F238E27FC236}">
                <a16:creationId xmlns:a16="http://schemas.microsoft.com/office/drawing/2014/main" id="{DC39FE65-ADC5-4E00-B541-13ECA66592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62</a:t>
            </a:r>
          </a:p>
        </p:txBody>
      </p:sp>
    </p:spTree>
    <p:extLst>
      <p:ext uri="{BB962C8B-B14F-4D97-AF65-F5344CB8AC3E}">
        <p14:creationId xmlns:p14="http://schemas.microsoft.com/office/powerpoint/2010/main" val="1426276244"/>
      </p:ext>
    </p:extLst>
  </p:cSld>
</p:sld>
</file>

<file path=ppt/slides/slide6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8159D1-790A-4B04-A191-644BDD5217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13C16D7-9395-4E27-A89B-339E491FF7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CC112A4A-1E46-49C8-8F5D-B0C7EE7F07A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FD80C03-F132-484E-893A-026AEE0D5B0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1F9BF5B3-3DF8-42C9-9A12-3AD6BD210D8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C23168A-0546-4EF5-8690-8EF21565D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63</a:t>
            </a:r>
          </a:p>
        </p:txBody>
      </p:sp>
    </p:spTree>
    <p:extLst>
      <p:ext uri="{BB962C8B-B14F-4D97-AF65-F5344CB8AC3E}">
        <p14:creationId xmlns:p14="http://schemas.microsoft.com/office/powerpoint/2010/main" val="15746195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2026-09-28T21:23:34.1280000Z</dcterms:created>
  <dcterms:modified xsi:type="dcterms:W3CDTF">2026-09-28T21:23:34.1280000Z</dcterms:modified>
</coreProperties>
</file>