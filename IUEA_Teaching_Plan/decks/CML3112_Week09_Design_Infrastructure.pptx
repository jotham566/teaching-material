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27ec649e5a44d9" /><Relationship Type="http://schemas.openxmlformats.org/officeDocument/2006/relationships/extended-properties" Target="/docProps/app.xml" Id="R585671b056fa4176" /><Relationship Type="http://schemas.openxmlformats.org/officeDocument/2006/relationships/officeDocument" Target="/ppt/presentation.xml" Id="Rf0f5b29d13424681" /></Relationships>
</file>

<file path=ppt/presentation.xml><?xml version="1.0" encoding="utf-8"?>
<p:presentation xmlns:p="http://schemas.openxmlformats.org/presentationml/2006/main">
  <p:sldMasterIdLst>
    <p:sldMasterId xmlns:r="http://schemas.openxmlformats.org/officeDocument/2006/relationships" id="2147483648" r:id="R65903cfe49ac4d08"/>
  </p:sldMasterIdLst>
  <p:notesMasterIdLst>
    <p:notesMasterId xmlns:r="http://schemas.openxmlformats.org/officeDocument/2006/relationships" r:id="R735c8f1e32054161"/>
  </p:notesMasterIdLst>
  <p:sldIdLst>
    <p:sldId xmlns:r="http://schemas.openxmlformats.org/officeDocument/2006/relationships" id="256" r:id="R5f3b8352467e4b0d"/>
    <p:sldId xmlns:r="http://schemas.openxmlformats.org/officeDocument/2006/relationships" id="257" r:id="R675fe566a3874bec"/>
    <p:sldId xmlns:r="http://schemas.openxmlformats.org/officeDocument/2006/relationships" id="258" r:id="Rf11bb133548b44a3"/>
    <p:sldId xmlns:r="http://schemas.openxmlformats.org/officeDocument/2006/relationships" id="259" r:id="Rbaf2c11c49104b10"/>
    <p:sldId xmlns:r="http://schemas.openxmlformats.org/officeDocument/2006/relationships" id="260" r:id="R0bf3bef0b272422c"/>
    <p:sldId xmlns:r="http://schemas.openxmlformats.org/officeDocument/2006/relationships" id="261" r:id="R0ce2075b6d004f90"/>
    <p:sldId xmlns:r="http://schemas.openxmlformats.org/officeDocument/2006/relationships" id="262" r:id="Rdb267c9ff3d44a03"/>
    <p:sldId xmlns:r="http://schemas.openxmlformats.org/officeDocument/2006/relationships" id="263" r:id="R98d2cb7a0ae64403"/>
    <p:sldId xmlns:r="http://schemas.openxmlformats.org/officeDocument/2006/relationships" id="264" r:id="Rbf662dd0aa1f4b3c"/>
    <p:sldId xmlns:r="http://schemas.openxmlformats.org/officeDocument/2006/relationships" id="265" r:id="Rd78b05c2504d4369"/>
    <p:sldId xmlns:r="http://schemas.openxmlformats.org/officeDocument/2006/relationships" id="266" r:id="R4d275e802d794ffa"/>
    <p:sldId xmlns:r="http://schemas.openxmlformats.org/officeDocument/2006/relationships" id="267" r:id="R0fa38ed8249c48a6"/>
    <p:sldId xmlns:r="http://schemas.openxmlformats.org/officeDocument/2006/relationships" id="268" r:id="R9647535cfc4f4480"/>
    <p:sldId xmlns:r="http://schemas.openxmlformats.org/officeDocument/2006/relationships" id="269" r:id="Rcd73723020424db6"/>
    <p:sldId xmlns:r="http://schemas.openxmlformats.org/officeDocument/2006/relationships" id="270" r:id="Rd4353cb61588405d"/>
    <p:sldId xmlns:r="http://schemas.openxmlformats.org/officeDocument/2006/relationships" id="271" r:id="R3c54b82176ac455d"/>
    <p:sldId xmlns:r="http://schemas.openxmlformats.org/officeDocument/2006/relationships" id="272" r:id="Rf11e825376d34972"/>
    <p:sldId xmlns:r="http://schemas.openxmlformats.org/officeDocument/2006/relationships" id="273" r:id="Re9f4a5b2841f40f9"/>
    <p:sldId xmlns:r="http://schemas.openxmlformats.org/officeDocument/2006/relationships" id="274" r:id="R5380f69b2c0d4127"/>
    <p:sldId xmlns:r="http://schemas.openxmlformats.org/officeDocument/2006/relationships" id="275" r:id="R73cc2cbf0a0a4227"/>
    <p:sldId xmlns:r="http://schemas.openxmlformats.org/officeDocument/2006/relationships" id="276" r:id="R9e3e551ae04f44c0"/>
    <p:sldId xmlns:r="http://schemas.openxmlformats.org/officeDocument/2006/relationships" id="277" r:id="R7e71915ecdd145c6"/>
    <p:sldId xmlns:r="http://schemas.openxmlformats.org/officeDocument/2006/relationships" id="278" r:id="Rd055352aad5b473a"/>
    <p:sldId xmlns:r="http://schemas.openxmlformats.org/officeDocument/2006/relationships" id="279" r:id="R28fc651f5b1f4719"/>
    <p:sldId xmlns:r="http://schemas.openxmlformats.org/officeDocument/2006/relationships" id="280" r:id="R0f11dbf40dc249c5"/>
    <p:sldId xmlns:r="http://schemas.openxmlformats.org/officeDocument/2006/relationships" id="281" r:id="Ra464fb311bd642ca"/>
    <p:sldId xmlns:r="http://schemas.openxmlformats.org/officeDocument/2006/relationships" id="282" r:id="R2542282b7b7a4e44"/>
    <p:sldId xmlns:r="http://schemas.openxmlformats.org/officeDocument/2006/relationships" id="283" r:id="R5fd0e34176214695"/>
    <p:sldId xmlns:r="http://schemas.openxmlformats.org/officeDocument/2006/relationships" id="284" r:id="Ra0cb2533bf55412d"/>
    <p:sldId xmlns:r="http://schemas.openxmlformats.org/officeDocument/2006/relationships" id="285" r:id="Rc1667498839a4bb6"/>
    <p:sldId xmlns:r="http://schemas.openxmlformats.org/officeDocument/2006/relationships" id="286" r:id="Ra29f5e4b46fb44bd"/>
    <p:sldId xmlns:r="http://schemas.openxmlformats.org/officeDocument/2006/relationships" id="287" r:id="Rd0c2b6a45f8a468c"/>
    <p:sldId xmlns:r="http://schemas.openxmlformats.org/officeDocument/2006/relationships" id="288" r:id="R0b82caea90394678"/>
    <p:sldId xmlns:r="http://schemas.openxmlformats.org/officeDocument/2006/relationships" id="289" r:id="R5a70ff7532c343ec"/>
    <p:sldId xmlns:r="http://schemas.openxmlformats.org/officeDocument/2006/relationships" id="290" r:id="Rc0bb58fbbffa44d4"/>
    <p:sldId xmlns:r="http://schemas.openxmlformats.org/officeDocument/2006/relationships" id="291" r:id="R96cbc79e2aea4fa4"/>
    <p:sldId xmlns:r="http://schemas.openxmlformats.org/officeDocument/2006/relationships" id="292" r:id="R3139c65c011e4ce8"/>
    <p:sldId xmlns:r="http://schemas.openxmlformats.org/officeDocument/2006/relationships" id="293" r:id="Rd30778e50f764639"/>
    <p:sldId xmlns:r="http://schemas.openxmlformats.org/officeDocument/2006/relationships" id="294" r:id="Rfe0cc375d20546b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f7ed0b311248e5" /><Relationship Type="http://schemas.openxmlformats.org/officeDocument/2006/relationships/slideMaster" Target="/ppt/slideMasters/slideMaster1.xml" Id="R65903cfe49ac4d08" /><Relationship Type="http://schemas.openxmlformats.org/officeDocument/2006/relationships/notesMaster" Target="/ppt/notesMasters/notesMaster1.xml" Id="R735c8f1e32054161" /><Relationship Type="http://schemas.openxmlformats.org/officeDocument/2006/relationships/presProps" Target="/ppt/presProps.xml" Id="Ra6866fe2d8b24760" /><Relationship Type="http://schemas.openxmlformats.org/officeDocument/2006/relationships/tableStyles" Target="/ppt/tableStyles.xml" Id="R51e195e19c9c4515" /><Relationship Type="http://schemas.openxmlformats.org/officeDocument/2006/relationships/slide" Target="/ppt/slides/slide1.xml" Id="R5f3b8352467e4b0d" /><Relationship Type="http://schemas.openxmlformats.org/officeDocument/2006/relationships/slide" Target="/ppt/slides/slide2.xml" Id="R675fe566a3874bec" /><Relationship Type="http://schemas.openxmlformats.org/officeDocument/2006/relationships/slide" Target="/ppt/slides/slide3.xml" Id="Rf11bb133548b44a3" /><Relationship Type="http://schemas.openxmlformats.org/officeDocument/2006/relationships/slide" Target="/ppt/slides/slide4.xml" Id="Rbaf2c11c49104b10" /><Relationship Type="http://schemas.openxmlformats.org/officeDocument/2006/relationships/slide" Target="/ppt/slides/slide5.xml" Id="R0bf3bef0b272422c" /><Relationship Type="http://schemas.openxmlformats.org/officeDocument/2006/relationships/slide" Target="/ppt/slides/slide6.xml" Id="R0ce2075b6d004f90" /><Relationship Type="http://schemas.openxmlformats.org/officeDocument/2006/relationships/slide" Target="/ppt/slides/slide7.xml" Id="Rdb267c9ff3d44a03" /><Relationship Type="http://schemas.openxmlformats.org/officeDocument/2006/relationships/slide" Target="/ppt/slides/slide8.xml" Id="R98d2cb7a0ae64403" /><Relationship Type="http://schemas.openxmlformats.org/officeDocument/2006/relationships/slide" Target="/ppt/slides/slide9.xml" Id="Rbf662dd0aa1f4b3c" /><Relationship Type="http://schemas.openxmlformats.org/officeDocument/2006/relationships/slide" Target="/ppt/slides/slide10.xml" Id="Rd78b05c2504d4369" /><Relationship Type="http://schemas.openxmlformats.org/officeDocument/2006/relationships/slide" Target="/ppt/slides/slide11.xml" Id="R4d275e802d794ffa" /><Relationship Type="http://schemas.openxmlformats.org/officeDocument/2006/relationships/slide" Target="/ppt/slides/slide12.xml" Id="R0fa38ed8249c48a6" /><Relationship Type="http://schemas.openxmlformats.org/officeDocument/2006/relationships/slide" Target="/ppt/slides/slide13.xml" Id="R9647535cfc4f4480" /><Relationship Type="http://schemas.openxmlformats.org/officeDocument/2006/relationships/slide" Target="/ppt/slides/slide14.xml" Id="Rcd73723020424db6" /><Relationship Type="http://schemas.openxmlformats.org/officeDocument/2006/relationships/slide" Target="/ppt/slides/slide15.xml" Id="Rd4353cb61588405d" /><Relationship Type="http://schemas.openxmlformats.org/officeDocument/2006/relationships/slide" Target="/ppt/slides/slide16.xml" Id="R3c54b82176ac455d" /><Relationship Type="http://schemas.openxmlformats.org/officeDocument/2006/relationships/slide" Target="/ppt/slides/slide17.xml" Id="Rf11e825376d34972" /><Relationship Type="http://schemas.openxmlformats.org/officeDocument/2006/relationships/slide" Target="/ppt/slides/slide18.xml" Id="Re9f4a5b2841f40f9" /><Relationship Type="http://schemas.openxmlformats.org/officeDocument/2006/relationships/slide" Target="/ppt/slides/slide19.xml" Id="R5380f69b2c0d4127" /><Relationship Type="http://schemas.openxmlformats.org/officeDocument/2006/relationships/slide" Target="/ppt/slides/slide20.xml" Id="R73cc2cbf0a0a4227" /><Relationship Type="http://schemas.openxmlformats.org/officeDocument/2006/relationships/slide" Target="/ppt/slides/slide21.xml" Id="R9e3e551ae04f44c0" /><Relationship Type="http://schemas.openxmlformats.org/officeDocument/2006/relationships/slide" Target="/ppt/slides/slide22.xml" Id="R7e71915ecdd145c6" /><Relationship Type="http://schemas.openxmlformats.org/officeDocument/2006/relationships/slide" Target="/ppt/slides/slide23.xml" Id="Rd055352aad5b473a" /><Relationship Type="http://schemas.openxmlformats.org/officeDocument/2006/relationships/slide" Target="/ppt/slides/slide24.xml" Id="R28fc651f5b1f4719" /><Relationship Type="http://schemas.openxmlformats.org/officeDocument/2006/relationships/slide" Target="/ppt/slides/slide25.xml" Id="R0f11dbf40dc249c5" /><Relationship Type="http://schemas.openxmlformats.org/officeDocument/2006/relationships/slide" Target="/ppt/slides/slide26.xml" Id="Ra464fb311bd642ca" /><Relationship Type="http://schemas.openxmlformats.org/officeDocument/2006/relationships/slide" Target="/ppt/slides/slide27.xml" Id="R2542282b7b7a4e44" /><Relationship Type="http://schemas.openxmlformats.org/officeDocument/2006/relationships/slide" Target="/ppt/slides/slide28.xml" Id="R5fd0e34176214695" /><Relationship Type="http://schemas.openxmlformats.org/officeDocument/2006/relationships/slide" Target="/ppt/slides/slide29.xml" Id="Ra0cb2533bf55412d" /><Relationship Type="http://schemas.openxmlformats.org/officeDocument/2006/relationships/slide" Target="/ppt/slides/slide30.xml" Id="Rc1667498839a4bb6" /><Relationship Type="http://schemas.openxmlformats.org/officeDocument/2006/relationships/slide" Target="/ppt/slides/slide31.xml" Id="Ra29f5e4b46fb44bd" /><Relationship Type="http://schemas.openxmlformats.org/officeDocument/2006/relationships/slide" Target="/ppt/slides/slide32.xml" Id="Rd0c2b6a45f8a468c" /><Relationship Type="http://schemas.openxmlformats.org/officeDocument/2006/relationships/slide" Target="/ppt/slides/slide33.xml" Id="R0b82caea90394678" /><Relationship Type="http://schemas.openxmlformats.org/officeDocument/2006/relationships/slide" Target="/ppt/slides/slide34.xml" Id="R5a70ff7532c343ec" /><Relationship Type="http://schemas.openxmlformats.org/officeDocument/2006/relationships/slide" Target="/ppt/slides/slide35.xml" Id="Rc0bb58fbbffa44d4" /><Relationship Type="http://schemas.openxmlformats.org/officeDocument/2006/relationships/slide" Target="/ppt/slides/slide36.xml" Id="R96cbc79e2aea4fa4" /><Relationship Type="http://schemas.openxmlformats.org/officeDocument/2006/relationships/slide" Target="/ppt/slides/slide37.xml" Id="R3139c65c011e4ce8" /><Relationship Type="http://schemas.openxmlformats.org/officeDocument/2006/relationships/slide" Target="/ppt/slides/slide38.xml" Id="Rd30778e50f764639" /><Relationship Type="http://schemas.openxmlformats.org/officeDocument/2006/relationships/slide" Target="/ppt/slides/slide39.xml" Id="Rfe0cc375d20546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6d213eb5244f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5162d1fe2c47c4" /><Relationship Type="http://schemas.openxmlformats.org/officeDocument/2006/relationships/notesMaster" Target="/ppt/notesMasters/notesMaster1.xml" Id="R4ca06121d0d34c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0409109c144ff5" /><Relationship Type="http://schemas.openxmlformats.org/officeDocument/2006/relationships/notesMaster" Target="/ppt/notesMasters/notesMaster1.xml" Id="R36503b5c860648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258feda74147d2" /><Relationship Type="http://schemas.openxmlformats.org/officeDocument/2006/relationships/notesMaster" Target="/ppt/notesMasters/notesMaster1.xml" Id="Rc318a16f384d4b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5c47b0620204115" /><Relationship Type="http://schemas.openxmlformats.org/officeDocument/2006/relationships/notesMaster" Target="/ppt/notesMasters/notesMaster1.xml" Id="Ra05fe8f5f6b544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16ca734d5f4118" /><Relationship Type="http://schemas.openxmlformats.org/officeDocument/2006/relationships/notesMaster" Target="/ppt/notesMasters/notesMaster1.xml" Id="Raf3b83ec2cfb4f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628ef142e64926" /><Relationship Type="http://schemas.openxmlformats.org/officeDocument/2006/relationships/notesMaster" Target="/ppt/notesMasters/notesMaster1.xml" Id="Red218253eaab43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de65bd01904597" /><Relationship Type="http://schemas.openxmlformats.org/officeDocument/2006/relationships/notesMaster" Target="/ppt/notesMasters/notesMaster1.xml" Id="R4d331f609ba443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0d890f64524442" /><Relationship Type="http://schemas.openxmlformats.org/officeDocument/2006/relationships/notesMaster" Target="/ppt/notesMasters/notesMaster1.xml" Id="R42b64bf2c15b48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d78218d3a964210" /><Relationship Type="http://schemas.openxmlformats.org/officeDocument/2006/relationships/notesMaster" Target="/ppt/notesMasters/notesMaster1.xml" Id="R7f0a6c88bb1e48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4edd2aee2874703" /><Relationship Type="http://schemas.openxmlformats.org/officeDocument/2006/relationships/notesMaster" Target="/ppt/notesMasters/notesMaster1.xml" Id="R68c3e89edf8b49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a709094e4b4c1a" /><Relationship Type="http://schemas.openxmlformats.org/officeDocument/2006/relationships/notesMaster" Target="/ppt/notesMasters/notesMaster1.xml" Id="R900eeb111a8449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f3c8848ab834542" /><Relationship Type="http://schemas.openxmlformats.org/officeDocument/2006/relationships/notesMaster" Target="/ppt/notesMasters/notesMaster1.xml" Id="Rdb4a4ba4ab8549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d2ca6977e54124" /><Relationship Type="http://schemas.openxmlformats.org/officeDocument/2006/relationships/notesMaster" Target="/ppt/notesMasters/notesMaster1.xml" Id="R158a1b4c083d45e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0f034a706624411" /><Relationship Type="http://schemas.openxmlformats.org/officeDocument/2006/relationships/notesMaster" Target="/ppt/notesMasters/notesMaster1.xml" Id="R3a8a0dfd795c4d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622cd40f3204613" /><Relationship Type="http://schemas.openxmlformats.org/officeDocument/2006/relationships/notesMaster" Target="/ppt/notesMasters/notesMaster1.xml" Id="R8537ccd9717b463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0c11f121d3a4e35" /><Relationship Type="http://schemas.openxmlformats.org/officeDocument/2006/relationships/notesMaster" Target="/ppt/notesMasters/notesMaster1.xml" Id="Raede6785e1df46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a1ee44706fd47d1" /><Relationship Type="http://schemas.openxmlformats.org/officeDocument/2006/relationships/notesMaster" Target="/ppt/notesMasters/notesMaster1.xml" Id="R3e29e1920ea642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b83915df988408b" /><Relationship Type="http://schemas.openxmlformats.org/officeDocument/2006/relationships/notesMaster" Target="/ppt/notesMasters/notesMaster1.xml" Id="R76ea444e1b9b4f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4e0202291d14331" /><Relationship Type="http://schemas.openxmlformats.org/officeDocument/2006/relationships/notesMaster" Target="/ppt/notesMasters/notesMaster1.xml" Id="R0ff96ec9258e431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c655f498fe4c9b" /><Relationship Type="http://schemas.openxmlformats.org/officeDocument/2006/relationships/notesMaster" Target="/ppt/notesMasters/notesMaster1.xml" Id="Rea60a81d3da54bc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db22cfbb84e4766" /><Relationship Type="http://schemas.openxmlformats.org/officeDocument/2006/relationships/notesMaster" Target="/ppt/notesMasters/notesMaster1.xml" Id="R536393cf35e047b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9419d1c7c59400c" /><Relationship Type="http://schemas.openxmlformats.org/officeDocument/2006/relationships/notesMaster" Target="/ppt/notesMasters/notesMaster1.xml" Id="R4670ac6f7c064e5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9e779606ecc4701" /><Relationship Type="http://schemas.openxmlformats.org/officeDocument/2006/relationships/notesMaster" Target="/ppt/notesMasters/notesMaster1.xml" Id="R5c7d921bc5184be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af209f8ad1d4e2d" /><Relationship Type="http://schemas.openxmlformats.org/officeDocument/2006/relationships/notesMaster" Target="/ppt/notesMasters/notesMaster1.xml" Id="Rb5ba3812d6864ee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a9c563ec2234835" /><Relationship Type="http://schemas.openxmlformats.org/officeDocument/2006/relationships/notesMaster" Target="/ppt/notesMasters/notesMaster1.xml" Id="R5a7959c9de5d493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650b61eebd54275" /><Relationship Type="http://schemas.openxmlformats.org/officeDocument/2006/relationships/notesMaster" Target="/ppt/notesMasters/notesMaster1.xml" Id="Ra05a8987ce6044a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46574cd459e4da0" /><Relationship Type="http://schemas.openxmlformats.org/officeDocument/2006/relationships/notesMaster" Target="/ppt/notesMasters/notesMaster1.xml" Id="R6cf27dfccb764c7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b741fe53a664c60" /><Relationship Type="http://schemas.openxmlformats.org/officeDocument/2006/relationships/notesMaster" Target="/ppt/notesMasters/notesMaster1.xml" Id="Rd1c58df992d14e9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55c1ec27af34037" /><Relationship Type="http://schemas.openxmlformats.org/officeDocument/2006/relationships/notesMaster" Target="/ppt/notesMasters/notesMaster1.xml" Id="R98480d8a48b9440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7ff87568e8d47e3" /><Relationship Type="http://schemas.openxmlformats.org/officeDocument/2006/relationships/notesMaster" Target="/ppt/notesMasters/notesMaster1.xml" Id="Rc3add6eab8d8470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c4b2bb13eb34539" /><Relationship Type="http://schemas.openxmlformats.org/officeDocument/2006/relationships/notesMaster" Target="/ppt/notesMasters/notesMaster1.xml" Id="Rdc955c1ef7a142a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32bcbb6456942d4" /><Relationship Type="http://schemas.openxmlformats.org/officeDocument/2006/relationships/notesMaster" Target="/ppt/notesMasters/notesMaster1.xml" Id="R882748554d65481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f754496eb5b4e31" /><Relationship Type="http://schemas.openxmlformats.org/officeDocument/2006/relationships/notesMaster" Target="/ppt/notesMasters/notesMaster1.xml" Id="Rbe52d7b0000c47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9607ea6706f48a3" /><Relationship Type="http://schemas.openxmlformats.org/officeDocument/2006/relationships/notesMaster" Target="/ppt/notesMasters/notesMaster1.xml" Id="Ra1598b434d8a48f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76339a1e48f4104" /><Relationship Type="http://schemas.openxmlformats.org/officeDocument/2006/relationships/notesMaster" Target="/ppt/notesMasters/notesMaster1.xml" Id="Rf2cc3560998d4d6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50b05fd9c334247" /><Relationship Type="http://schemas.openxmlformats.org/officeDocument/2006/relationships/notesMaster" Target="/ppt/notesMasters/notesMaster1.xml" Id="R975aee9a2c7a4bb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f066dd8c8f44047" /><Relationship Type="http://schemas.openxmlformats.org/officeDocument/2006/relationships/notesMaster" Target="/ppt/notesMasters/notesMaster1.xml" Id="Ra88da04a84ac442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0121d910fe045d1" /><Relationship Type="http://schemas.openxmlformats.org/officeDocument/2006/relationships/notesMaster" Target="/ppt/notesMasters/notesMaster1.xml" Id="Re0f0361f60674f7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8ebb1ee902d458b" /><Relationship Type="http://schemas.openxmlformats.org/officeDocument/2006/relationships/notesMaster" Target="/ppt/notesMasters/notesMaster1.xml" Id="R2cf0a6c6b8c141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the cost of mistakes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the cost of mistakes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Classification and the cost of mistakes. Explain why this example is needed before running it.</a:t>
            </a:r>
          </a:p>
          <a:p xmlns:a="http://schemas.openxmlformats.org/drawingml/2006/main">
            <a:r>
              <a:t/>
            </a:r>
          </a:p>
          <a:p xmlns:a="http://schemas.openxmlformats.org/drawingml/2006/main">
            <a:r>
              <a:t>EXPLAIN</a:t>
            </a:r>
          </a:p>
          <a:p xmlns:a="http://schemas.openxmlformats.org/drawingml/2006/main">
            <a:r>
              <a:t>Distinguish an actual label from a predicted label.</a:t>
            </a:r>
          </a:p>
          <a:p xmlns:a="http://schemas.openxmlformats.org/drawingml/2006/main">
            <a:r>
              <a:t/>
            </a:r>
          </a:p>
          <a:p xmlns:a="http://schemas.openxmlformats.org/drawingml/2006/main">
            <a:r>
              <a:t>Count prediction outcomes and explain their costs.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Classification and the cost of mistakes.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Three independently built classifiers, ROC/AUC and full threshold curves are extension after the basic matrix is secure.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8 predicted a number. This week predicts a category and counts the different kinds of correct and incorrect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warning system predicts a category. We compare each prediction with its recorded answer, then count false alarms and missed warnings using an explicit cost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The positive class.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positive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In this example, 1 means a warning is needed.</a:t>
            </a:r>
          </a:p>
          <a:p xmlns:a="http://schemas.openxmlformats.org/drawingml/2006/main">
            <a:r>
              <a:t/>
            </a:r>
          </a:p>
          <a:p xmlns:a="http://schemas.openxmlformats.org/drawingml/2006/main">
            <a:r>
              <a:t>0 means a warning is not needed.</a:t>
            </a:r>
          </a:p>
          <a:p xmlns:a="http://schemas.openxmlformats.org/drawingml/2006/main">
            <a:r>
              <a:t/>
            </a:r>
          </a:p>
          <a:p xmlns:a="http://schemas.openxmlformats.org/drawingml/2006/main">
            <a:r>
              <a:t>Actual is the reference label. Predicted is the model’s label.</a:t>
            </a:r>
          </a:p>
          <a:p xmlns:a="http://schemas.openxmlformats.org/drawingml/2006/main">
            <a:r>
              <a:t/>
            </a:r>
          </a:p>
          <a:p xmlns:a="http://schemas.openxmlformats.org/drawingml/2006/main">
            <a:r>
              <a:t>A false negative misses a real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Class and positive label / TP and TN.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 and positive label / TP and TN.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positive class. Explain why this example is needed before running it.</a:t>
            </a:r>
          </a:p>
          <a:p xmlns:a="http://schemas.openxmlformats.org/drawingml/2006/main">
            <a:r>
              <a:t/>
            </a:r>
          </a:p>
          <a:p xmlns:a="http://schemas.openxmlformats.org/drawingml/2006/main">
            <a:r>
              <a:t>EXPLAIN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preceding slide: The positive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NEXT</a:t>
            </a:r>
          </a:p>
          <a:p xmlns:a="http://schemas.openxmlformats.org/drawingml/2006/main">
            <a:r>
              <a:t>FP and FN.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FP and FN.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Class and positive label / TP and TN. Explain why this example is needed before running it.</a:t>
            </a:r>
          </a:p>
          <a:p xmlns:a="http://schemas.openxmlformats.org/drawingml/2006/main">
            <a:r>
              <a:t/>
            </a:r>
          </a:p>
          <a:p xmlns:a="http://schemas.openxmlformats.org/drawingml/2006/main">
            <a:r>
              <a:t>EXPLAIN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the preceding slide: Class and positive label / TP and TN.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NEXT</a:t>
            </a:r>
          </a:p>
          <a:p xmlns:a="http://schemas.openxmlformats.org/drawingml/2006/main">
            <a:r>
              <a:t>Actual and predicted describe different things.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Actual and predicted describe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FP and FN. Explain why this example is needed before running it.</a:t>
            </a:r>
          </a:p>
          <a:p xmlns:a="http://schemas.openxmlformats.org/drawingml/2006/main">
            <a:r>
              <a:t/>
            </a:r>
          </a:p>
          <a:p xmlns:a="http://schemas.openxmlformats.org/drawingml/2006/main">
            <a:r>
              <a:t>EXPLAIN</a:t>
            </a:r>
          </a:p>
          <a:p xmlns:a="http://schemas.openxmlformats.org/drawingml/2006/main">
            <a:r>
              <a:t>Actual is the recorded reference answer.</a:t>
            </a:r>
          </a:p>
          <a:p xmlns:a="http://schemas.openxmlformats.org/drawingml/2006/main">
            <a:r>
              <a:t/>
            </a:r>
          </a:p>
          <a:p xmlns:a="http://schemas.openxmlformats.org/drawingml/2006/main">
            <a:r>
              <a:t>Predicted is the answer produced by our model.</a:t>
            </a:r>
          </a:p>
          <a:p xmlns:a="http://schemas.openxmlformats.org/drawingml/2006/main">
            <a:r>
              <a:t/>
            </a:r>
          </a:p>
          <a:p xmlns:a="http://schemas.openxmlformats.org/drawingml/2006/main">
            <a:r>
              <a:t>A correct prediction matches the reference. Class 1 means warning in this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the preceding slide: FP and FN.</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a:t>
            </a:r>
          </a:p>
          <a:p xmlns:a="http://schemas.openxmlformats.org/drawingml/2006/main">
            <a:r>
              <a:t/>
            </a:r>
          </a:p>
          <a:p xmlns:a="http://schemas.openxmlformats.org/drawingml/2006/main">
            <a:r>
              <a:t>NEXT</a:t>
            </a:r>
          </a:p>
          <a:p xmlns:a="http://schemas.openxmlformats.org/drawingml/2006/main">
            <a:r>
              <a:t>Every paired result belongs in one cell.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paired result belongs in one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Actual and predicted describe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Read actual first, then predicted. Explain the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the preceding slide: Actual and predicted describe different things.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The four kinds of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four kinds of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Every paired result belongs in one cell. Explain why this example is needed before running it.</a:t>
            </a:r>
          </a:p>
          <a:p xmlns:a="http://schemas.openxmlformats.org/drawingml/2006/main">
            <a:r>
              <a:t/>
            </a:r>
          </a:p>
          <a:p xmlns:a="http://schemas.openxmlformats.org/drawingml/2006/main">
            <a:r>
              <a:t>EXPLAIN</a:t>
            </a:r>
          </a:p>
          <a:p xmlns:a="http://schemas.openxmlformats.org/drawingml/2006/main">
            <a:r>
              <a:t>Rows are actual and columns are predicted.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the preceding slide: Every paired result belongs in one cell.</a:t>
            </a:r>
          </a:p>
          <a:p xmlns:a="http://schemas.openxmlformats.org/drawingml/2006/main">
            <a:r>
              <a:t/>
            </a:r>
          </a:p>
          <a:p xmlns:a="http://schemas.openxmlformats.org/drawingml/2006/main">
            <a:r>
              <a:t>LECTURER CUE</a:t>
            </a:r>
          </a:p>
          <a:p xmlns:a="http://schemas.openxmlformats.org/drawingml/2006/main">
            <a:r>
              <a:t>Rows are actual and columns are predicted. Read each paired observation into exactly one cell. Precision = 1/2. Recall = 1/2. Cost = 5 × FN + FP = 6 under this invented cost rule.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Precision /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four kinds of result. Explain why this example is needed before running it.</a:t>
            </a:r>
          </a:p>
          <a:p xmlns:a="http://schemas.openxmlformats.org/drawingml/2006/main">
            <a:r>
              <a:t/>
            </a:r>
          </a:p>
          <a:p xmlns:a="http://schemas.openxmlformats.org/drawingml/2006/main">
            <a:r>
              <a:t>EXPLAIN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preceding slide: The four kinds of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NEXT</a:t>
            </a:r>
          </a:p>
          <a:p xmlns:a="http://schemas.openxmlformats.org/drawingml/2006/main">
            <a:r>
              <a:t>Precision and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and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Precision / Recall. Explain why this example is needed before running it.</a:t>
            </a:r>
          </a:p>
          <a:p xmlns:a="http://schemas.openxmlformats.org/drawingml/2006/main">
            <a:r>
              <a:t/>
            </a:r>
          </a:p>
          <a:p xmlns:a="http://schemas.openxmlformats.org/drawingml/2006/main">
            <a:r>
              <a:t>EXPLAIN</a:t>
            </a:r>
          </a:p>
          <a:p xmlns:a="http://schemas.openxmlformats.org/drawingml/2006/main">
            <a:r>
              <a:t>Precision asks: of the warnings raised, how many were correct?</a:t>
            </a:r>
          </a:p>
          <a:p xmlns:a="http://schemas.openxmlformats.org/drawingml/2006/main">
            <a:r>
              <a:t/>
            </a:r>
          </a:p>
          <a:p xmlns:a="http://schemas.openxmlformats.org/drawingml/2006/main">
            <a:r>
              <a:t>Recall asks: of the real warnings, how many did we detect?</a:t>
            </a:r>
          </a:p>
          <a:p xmlns:a="http://schemas.openxmlformats.org/drawingml/2006/main">
            <a:r>
              <a:t/>
            </a:r>
          </a:p>
          <a:p xmlns:a="http://schemas.openxmlformats.org/drawingml/2006/main">
            <a:r>
              <a:t>A zero denominator needs an explicit rule.</a:t>
            </a:r>
          </a:p>
          <a:p xmlns:a="http://schemas.openxmlformats.org/drawingml/2006/main">
            <a:r>
              <a:t/>
            </a:r>
          </a:p>
          <a:p xmlns:a="http://schemas.openxmlformats.org/drawingml/2006/main">
            <a:r>
              <a:t>Use the rule in your task brief when implementing the function.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the preceding slide: Precision / Recall.</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Two fractions ask different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Probability and a decision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Precision and recall. Explain why this example is needed before running it.</a:t>
            </a:r>
          </a:p>
          <a:p xmlns:a="http://schemas.openxmlformats.org/drawingml/2006/main">
            <a:r>
              <a:t/>
            </a:r>
          </a:p>
          <a:p xmlns:a="http://schemas.openxmlformats.org/drawingml/2006/main">
            <a:r>
              <a:t>EXPLAIN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NEXT</a:t>
            </a:r>
          </a:p>
          <a:p xmlns:a="http://schemas.openxmlformats.org/drawingml/2006/main">
            <a:r>
              <a:t>A category decision can use a probability.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decision can use a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Probability and a decision threshold. Explain why this example is needed before running it.</a:t>
            </a:r>
          </a:p>
          <a:p xmlns:a="http://schemas.openxmlformats.org/drawingml/2006/main">
            <a:r>
              <a:t/>
            </a:r>
          </a:p>
          <a:p xmlns:a="http://schemas.openxmlformats.org/drawingml/2006/main">
            <a:r>
              <a:t>EXPLAIN</a:t>
            </a:r>
          </a:p>
          <a:p xmlns:a="http://schemas.openxmlformats.org/drawingml/2006/main">
            <a:r>
              <a:t>A classifier may estimate the probability of class 1.</a:t>
            </a:r>
          </a:p>
          <a:p xmlns:a="http://schemas.openxmlformats.org/drawingml/2006/main">
            <a:r>
              <a:t/>
            </a:r>
          </a:p>
          <a:p xmlns:a="http://schemas.openxmlformats.org/drawingml/2006/main">
            <a:r>
              <a:t>A threshold converts that estimate into warning or no warning.</a:t>
            </a:r>
          </a:p>
          <a:p xmlns:a="http://schemas.openxmlformats.org/drawingml/2006/main">
            <a:r>
              <a:t/>
            </a:r>
          </a:p>
          <a:p xmlns:a="http://schemas.openxmlformats.org/drawingml/2006/main">
            <a:r>
              <a:t>Logistic regression is a classification model. Its probability estimates still need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the preceding slide: Probability and a decision threshold.</a:t>
            </a:r>
          </a:p>
          <a:p xmlns:a="http://schemas.openxmlformats.org/drawingml/2006/main">
            <a:r>
              <a:t/>
            </a:r>
          </a:p>
          <a:p xmlns:a="http://schemas.openxmlformats.org/drawingml/2006/main">
            <a:r>
              <a:t>LECTURER CUE</a:t>
            </a:r>
          </a:p>
          <a:p xmlns:a="http://schemas.openxmlformats.org/drawingml/2006/main">
            <a:r>
              <a:t>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Probability and a warning decision.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Threshold and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A category decision can use a probability. Explain why this example is needed before running it.</a:t>
            </a:r>
          </a:p>
          <a:p xmlns:a="http://schemas.openxmlformats.org/drawingml/2006/main">
            <a:r>
              <a:t/>
            </a:r>
          </a:p>
          <a:p xmlns:a="http://schemas.openxmlformats.org/drawingml/2006/main">
            <a:r>
              <a:t>EXPLAIN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the preceding slide: Two fractions ask different questions.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NEXT</a:t>
            </a:r>
          </a:p>
          <a:p xmlns:a="http://schemas.openxmlformats.org/drawingml/2006/main">
            <a:r>
              <a:t>State the cost rule before calculating.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State the cost rule before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Threshold and cost. Explain why this example is needed before running it.</a:t>
            </a:r>
          </a:p>
          <a:p xmlns:a="http://schemas.openxmlformats.org/drawingml/2006/main">
            <a:r>
              <a:t/>
            </a:r>
          </a:p>
          <a:p xmlns:a="http://schemas.openxmlformats.org/drawingml/2006/main">
            <a:r>
              <a:t>EXPLAIN</a:t>
            </a:r>
          </a:p>
          <a:p xmlns:a="http://schemas.openxmlformats.org/drawingml/2006/main">
            <a:r>
              <a:t>A cost rule assigns a penalty to each kind of mistake. In this teaching example, a missed warning costs 5 units and a false alarm costs 1 unit.</a:t>
            </a:r>
          </a:p>
          <a:p xmlns:a="http://schemas.openxmlformats.org/drawingml/2006/main">
            <a:r>
              <a:t/>
            </a:r>
          </a:p>
          <a:p xmlns:a="http://schemas.openxmlformats.org/drawingml/2006/main">
            <a:r>
              <a:t>Total cost = 5 × FN + FP. One missed warning and one false alarm therefore cost 6 units.</a:t>
            </a:r>
          </a:p>
          <a:p xmlns:a="http://schemas.openxmlformats.org/drawingml/2006/main">
            <a:r>
              <a:t/>
            </a:r>
          </a:p>
          <a:p xmlns:a="http://schemas.openxmlformats.org/drawingml/2006/main">
            <a:r>
              <a:t>These are invented teaching penalties. Use the published assignment cost rule and explain whose consequences it represents.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the preceding slide: Threshold and cost.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Counting syntax in the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syntax in the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State the cost rule before calculating. Explain why this example is needed before running it.</a:t>
            </a:r>
          </a:p>
          <a:p xmlns:a="http://schemas.openxmlformats.org/drawingml/2006/main">
            <a:r>
              <a:t/>
            </a:r>
          </a:p>
          <a:p xmlns:a="http://schemas.openxmlformats.org/drawingml/2006/main">
            <a:r>
              <a:t>EXPLAIN</a:t>
            </a:r>
          </a:p>
          <a:p xmlns:a="http://schemas.openxmlformats.org/drawingml/2006/main">
            <a:r>
              <a:t>Our paired lists must have matching lengths. zip alone stops at the shorter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the preceding slide: State the cost rule before calculating.</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in Python</a:t>
            </a:r>
          </a:p>
          <a:p xmlns:a="http://schemas.openxmlformats.org/drawingml/2006/main">
            <a:r>
              <a:t/>
            </a:r>
          </a:p>
          <a:p xmlns:a="http://schemas.openxmlformats.org/drawingml/2006/main">
            <a:r>
              <a:t>CONNECT</a:t>
            </a:r>
          </a:p>
          <a:p xmlns:a="http://schemas.openxmlformats.org/drawingml/2006/main">
            <a:r>
              <a:t>Build on Counting syntax in the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Counting syntax in the example.</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Complete practice code:</a:t>
            </a:r>
          </a:p>
          <a:p xmlns:a="http://schemas.openxmlformats.org/drawingml/2006/main">
            <a:r>
              <a:t>actual = [1, 1, 0, 0]</a:t>
            </a:r>
          </a:p>
          <a:p xmlns:a="http://schemas.openxmlformats.org/drawingml/2006/main">
            <a:r>
              <a:t>predicted = [1, 0, 1, 0]</a:t>
            </a:r>
          </a:p>
          <a:p xmlns:a="http://schemas.openxmlformats.org/drawingml/2006/main">
            <a:r>
              <a:t>for truth, guess in zip(actual, predicted):</a:t>
            </a:r>
          </a:p>
          <a:p xmlns:a="http://schemas.openxmlformats.org/drawingml/2006/main">
            <a:r>
              <a:t>    print(truth, guess)</a:t>
            </a:r>
          </a:p>
          <a:p xmlns:a="http://schemas.openxmlformats.org/drawingml/2006/main">
            <a:r>
              <a:t># Count the four categories on paper before calculating.</a:t>
            </a:r>
          </a:p>
          <a:p xmlns:a="http://schemas.openxmlformats.org/drawingml/2006/main">
            <a:r>
              <a:t>tp, fn, fp, tn = 1, 1, 1, 1</a:t>
            </a:r>
          </a:p>
          <a:p xmlns:a="http://schemas.openxmlformats.org/drawingml/2006/main">
            <a:r>
              <a:t>print(tp / (tp + fp))</a:t>
            </a:r>
          </a:p>
          <a:p xmlns:a="http://schemas.openxmlformats.org/drawingml/2006/main">
            <a:r>
              <a:t>print(tp / (tp + fn))</a:t>
            </a:r>
          </a:p>
          <a:p xmlns:a="http://schemas.openxmlformats.org/drawingml/2006/main">
            <a:r>
              <a:t>print(5 * fn + fp)</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results</a:t>
            </a:r>
          </a:p>
          <a:p xmlns:a="http://schemas.openxmlformats.org/drawingml/2006/main">
            <a:r>
              <a:t/>
            </a:r>
          </a:p>
          <a:p xmlns:a="http://schemas.openxmlformats.org/drawingml/2006/main">
            <a:r>
              <a:t>CONNECT</a:t>
            </a:r>
          </a:p>
          <a:p xmlns:a="http://schemas.openxmlformats.org/drawingml/2006/main">
            <a:r>
              <a:t>Build on Classification outcomes in Python. Explain why this example is needed before running it.</a:t>
            </a:r>
          </a:p>
          <a:p xmlns:a="http://schemas.openxmlformats.org/drawingml/2006/main">
            <a:r>
              <a:t/>
            </a:r>
          </a:p>
          <a:p xmlns:a="http://schemas.openxmlformats.org/drawingml/2006/main">
            <a:r>
              <a:t>EXPLAIN</a:t>
            </a:r>
          </a:p>
          <a:p xmlns:a="http://schemas.openxmlformats.org/drawingml/2006/main">
            <a:r>
              <a:t>Four paired rows, then precision 0.5, recall 0.5 and teaching cost 6.</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Counting arbitrary paired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Classification outcomes results. Explain why this example is needed before running it.</a:t>
            </a:r>
          </a:p>
          <a:p xmlns:a="http://schemas.openxmlformats.org/drawingml/2006/main">
            <a:r>
              <a:t/>
            </a:r>
          </a:p>
          <a:p xmlns:a="http://schemas.openxmlformats.org/drawingml/2006/main">
            <a:r>
              <a:t>EXPLAIN</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tp = tn = fp = fn = 0 sets all four counters to zero. tp += 1 is shorthand for tp = tp + 1.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Counting arbitrary paired observations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Counting arbitrary paired observations.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Counting arbitrary paired observations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(1/3).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Counting arbitrary paired observations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(2/3).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confusion matrix.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Represent a category with indicators.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Counting arbitrary paired observations in Python (3/3). Explain why this example is needed before running it.</a:t>
            </a:r>
          </a:p>
          <a:p xmlns:a="http://schemas.openxmlformats.org/drawingml/2006/main">
            <a:r>
              <a:t/>
            </a:r>
          </a:p>
          <a:p xmlns:a="http://schemas.openxmlformats.org/drawingml/2006/main">
            <a:r>
              <a:t>EXPLAIN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the preceding slide: Probability and a warning decision.</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NEXT</a:t>
            </a:r>
          </a:p>
          <a:p xmlns:a="http://schemas.openxmlformats.org/drawingml/2006/main">
            <a:r>
              <a:t>A category can become indicator columns.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can become indicator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Represent a category with indicators. Explain why this example is needed before running it.</a:t>
            </a:r>
          </a:p>
          <a:p xmlns:a="http://schemas.openxmlformats.org/drawingml/2006/main">
            <a:r>
              <a:t/>
            </a:r>
          </a:p>
          <a:p xmlns:a="http://schemas.openxmlformats.org/drawingml/2006/main">
            <a:r>
              <a:t>EXPLAIN</a:t>
            </a:r>
          </a:p>
          <a:p xmlns:a="http://schemas.openxmlformats.org/drawingml/2006/main">
            <a:r>
              <a:t>An encoder converts category labels to numeric columns. Fit it on training data. Each indicator is 1 when that category applies, otherwise 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the preceding slide: Represent a category with indicators.</a:t>
            </a:r>
          </a:p>
          <a:p xmlns:a="http://schemas.openxmlformats.org/drawingml/2006/main">
            <a:r>
              <a:t/>
            </a:r>
          </a:p>
          <a:p xmlns:a="http://schemas.openxmlformats.org/drawingml/2006/main">
            <a:r>
              <a:t>LECTURER CUE</a:t>
            </a:r>
          </a:p>
          <a:p xmlns:a="http://schemas.openxmlformats.org/drawingml/2006/main">
            <a:r>
              <a:t>An indicator is 1 when its category applies and 0 otherwise. Fit the encoder on training data.</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Accuracy can hide missed warnings.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Accuracy can hide missed warnings.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A category can become indicator columns. Explain why this example is needed before running it.</a:t>
            </a:r>
          </a:p>
          <a:p xmlns:a="http://schemas.openxmlformats.org/drawingml/2006/main">
            <a:r>
              <a:t/>
            </a:r>
          </a:p>
          <a:p xmlns:a="http://schemas.openxmlformats.org/drawingml/2006/main">
            <a:r>
              <a:t>EXPLAIN</a:t>
            </a:r>
          </a:p>
          <a:p xmlns:a="http://schemas.openxmlformats.org/drawingml/2006/main">
            <a:r>
              <a:t>Accuracy = number of correct labels / number of labels. It counts correct warnings and correct non-warnings together.</a:t>
            </a:r>
          </a:p>
          <a:p xmlns:a="http://schemas.openxmlformats.org/drawingml/2006/main">
            <a:r>
              <a:t/>
            </a:r>
          </a:p>
          <a:p xmlns:a="http://schemas.openxmlformats.org/drawingml/2006/main">
            <a:r>
              <a:t>If 90 of 100 cases need no warning, predicting no warning every time gives 90% accuracy. It detects none of the 10 real warnings: recall is 0.</a:t>
            </a:r>
          </a:p>
          <a:p xmlns:a="http://schemas.openxmlformats.org/drawingml/2006/main">
            <a:r>
              <a:t/>
            </a:r>
          </a:p>
          <a:p xmlns:a="http://schemas.openxmlformats.org/drawingml/2006/main">
            <a:r>
              <a:t>Always inspect the actual/predicted counts and relevant costs before calling a classifier useful.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the preceding slide: A category can become indicator columns.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Accuracy can hide missed warnings. Explain why this example is needed before running it.</a:t>
            </a:r>
          </a:p>
          <a:p xmlns:a="http://schemas.openxmlformats.org/drawingml/2006/main">
            <a:r>
              <a:t/>
            </a:r>
          </a:p>
          <a:p xmlns:a="http://schemas.openxmlformats.org/drawingml/2006/main">
            <a:r>
              <a:t>EXPLAIN</a:t>
            </a:r>
          </a:p>
          <a:p xmlns:a="http://schemas.openxmlformats.org/drawingml/2006/main">
            <a:r>
              <a:t>Example: Change the second prediction to 1. Count again. Does this improve both recall and the assumed cost?</a:t>
            </a:r>
          </a:p>
          <a:p xmlns:a="http://schemas.openxmlformats.org/drawingml/2006/main">
            <a:r>
              <a:t/>
            </a:r>
          </a:p>
          <a:p xmlns:a="http://schemas.openxmlformats.org/drawingml/2006/main">
            <a:r>
              <a:t>Answer: TP=2, FN=0, FP=1, TN=1. Precision 2/3, recall 1, cost 1. This particular change improves recall and cost.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Accuracy can hide missed warnings.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TP=2, FN=0, FP=1, TN=1. Precision 2/3, recall 1, cost 1. This particular change improves recall and cost.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TP=2, FN=0, FP=1, TN=1. Precision 2/3, recall 1, cost 1. This particular change improves recall and cost.</a:t>
            </a:r>
          </a:p>
          <a:p xmlns:a="http://schemas.openxmlformats.org/drawingml/2006/main">
            <a:r>
              <a:t>Which step produced this result? What changes if one input changes?</a:t>
            </a:r>
          </a:p>
          <a:p xmlns:a="http://schemas.openxmlformats.org/drawingml/2006/main">
            <a:r>
              <a:t>CML3112   Week 9   32</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Implement classification_metrics on arbitrary paired binary labels, not only the example.</a:t>
            </a:r>
          </a:p>
          <a:p xmlns:a="http://schemas.openxmlformats.org/drawingml/2006/main">
            <a:r>
              <a:t/>
            </a:r>
          </a:p>
          <a:p xmlns:a="http://schemas.openxmlformats.org/drawingml/2006/main">
            <a:r>
              <a:t>Use the published zero-denominator convention.</a:t>
            </a:r>
          </a:p>
          <a:p xmlns:a="http://schemas.openxmlformats.org/drawingml/2006/main">
            <a:r>
              <a:t/>
            </a:r>
          </a:p>
          <a:p xmlns:a="http://schemas.openxmlformats.org/drawingml/2006/main">
            <a:r>
              <a:t>Read the supplied W09 comparison separately.</a:t>
            </a:r>
          </a:p>
          <a:p xmlns:a="http://schemas.openxmlformats.org/drawingml/2006/main">
            <a:r>
              <a:t/>
            </a:r>
          </a:p>
          <a:p xmlns:a="http://schemas.openxmlformats.org/drawingml/2006/main">
            <a:r>
              <a:t>Teacher-written cost assumptions are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All claimed benefits require real-world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Category predictions and operating thresholds.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majority-only classifier can achieve high accuracy while missing the rare class.</a:t>
            </a:r>
          </a:p>
          <a:p xmlns:a="http://schemas.openxmlformats.org/drawingml/2006/main">
            <a:r>
              <a:t/>
            </a:r>
          </a:p>
          <a:p xmlns:a="http://schemas.openxmlformats.org/drawingml/2006/main">
            <a:r>
              <a:t>Name the positive class and both confusion-matrix axes.</a:t>
            </a:r>
          </a:p>
          <a:p xmlns:a="http://schemas.openxmlformats.org/drawingml/2006/main">
            <a:r>
              <a:t/>
            </a:r>
          </a:p>
          <a:p xmlns:a="http://schemas.openxmlformats.org/drawingml/2006/main">
            <a:r>
              <a:t>A model expecting numeric features cannot directly use raw category strings; use numeric indicator columns for categories.</a:t>
            </a:r>
          </a:p>
          <a:p xmlns:a="http://schemas.openxmlformats.org/drawingml/2006/main">
            <a:r>
              <a:t/>
            </a:r>
          </a:p>
          <a:p xmlns:a="http://schemas.openxmlformats.org/drawingml/2006/main">
            <a:r>
              <a:t>Compare threshold choices on validation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Category predictions and operating thresholds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Category predictions and operating thresholds. Explain why this example is needed before running it.</a:t>
            </a:r>
          </a:p>
          <a:p xmlns:a="http://schemas.openxmlformats.org/drawingml/2006/main">
            <a:r>
              <a:t/>
            </a:r>
          </a:p>
          <a:p xmlns:a="http://schemas.openxmlformats.org/drawingml/2006/main">
            <a:r>
              <a:t>EXPLAIN</a:t>
            </a:r>
          </a:p>
          <a:p xmlns:a="http://schemas.openxmlformats.org/drawingml/2006/main">
            <a:r>
              <a:t>Reducing the threshold adds flagged cases and cannot reduce recall on fixed scored observations, but precision can move either way.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Category predictions and operating thresholds continued. Explain why this example is needed before running it.</a:t>
            </a:r>
          </a:p>
          <a:p xmlns:a="http://schemas.openxmlformats.org/drawingml/2006/main">
            <a:r>
              <a:t/>
            </a:r>
          </a:p>
          <a:p xmlns:a="http://schemas.openxmlformats.org/drawingml/2006/main">
            <a:r>
              <a:t>EXPLAIN</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cost.</a:t>
            </a:r>
          </a:p>
          <a:p xmlns:a="http://schemas.openxmlformats.org/drawingml/2006/main">
            <a:r>
              <a:t/>
            </a:r>
          </a:p>
          <a:p xmlns:a="http://schemas.openxmlformats.org/drawingml/2006/main">
            <a:r>
              <a:t>Explain the 5:1 missed-warning/false-alarm cost assumption and why accuracy alone is insufficient.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 continued.</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Your issued task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These costs are teaching assumptions,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classification_metrics(actual,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classification_metrics(actual,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Your issued task continued. Explain why this example is needed before running it.</a:t>
            </a:r>
          </a:p>
          <a:p xmlns:a="http://schemas.openxmlformats.org/drawingml/2006/main">
            <a:r>
              <a:t/>
            </a:r>
          </a:p>
          <a:p xmlns:a="http://schemas.openxmlformats.org/drawingml/2006/main">
            <a:r>
              <a:t>EXPLAIN</a:t>
            </a:r>
          </a:p>
          <a:p xmlns:a="http://schemas.openxmlformats.org/drawingml/2006/main">
            <a:r>
              <a:t>For binary labels return tp, tn, fp, fn, precision, recall and cost=5*fn+fp; use zero for an undefined precision/recall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the preceding slide: Your issued task continued.</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IUEA_Teaching_Plan/assessment_banks/W09/CML3112/A/TASKS.md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classification_metrics(actual,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classification_metrics(actual,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 and cost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 and cost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03 Nov 2026, 11:00 Kampala</a:t>
            </a:r>
          </a:p>
          <a:p xmlns:a="http://schemas.openxmlformats.org/drawingml/2006/main">
            <a:r>
              <a:t/>
            </a:r>
          </a:p>
          <a:p xmlns:a="http://schemas.openxmlformats.org/drawingml/2006/main">
            <a:r>
              <a:t>Deadline: 10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9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9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Classification and cost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the preceding slide: Classification and cost submission.</a:t>
            </a:r>
          </a:p>
          <a:p xmlns:a="http://schemas.openxmlformats.org/drawingml/2006/main">
            <a:r>
              <a:t/>
            </a:r>
          </a:p>
          <a:p xmlns:a="http://schemas.openxmlformats.org/drawingml/2006/main">
            <a:r>
              <a:t>LECTURER CUE</a:t>
            </a:r>
          </a:p>
          <a:p xmlns:a="http://schemas.openxmlformats.org/drawingml/2006/main">
            <a:r>
              <a:t>Activate the matching open_W9_CML3112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9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9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Translate the medical example to warning/no-warning and label the axes.</a:t>
            </a:r>
          </a:p>
          <a:p xmlns:a="http://schemas.openxmlformats.org/drawingml/2006/main">
            <a:r>
              <a:t>Preview before class and stop after the selected short excerpt. If playback fails, teach the worked example. Video is optional. Source: https://www.youtube.com/watch?v=Kdsp6soqA7o</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09bd8060d04c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63fec409c5041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488b2009a484c8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d53c585a9274e8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3925bd97994f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53d294f4b34f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C5B173E-4562-426D-8EA4-7EC34D9EDF8B}"/>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FCB646-BA27-445B-88C0-96A52EA676E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48D18C97-0E46-4BA2-B456-C1A5DA9EAB2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DF9389C8-CBEC-4BD5-B3C8-2F211450180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C889D7D-8106-4C4A-B1B8-7E4E877FA54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3F2E47B-F2F8-48DD-A72F-7BE12B60CA9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D0A7ED-C445-4BF0-B5C7-01B02D52939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24BF7CC-98CD-40A6-99D4-9DF42DD784A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9DC4D74-BC0B-4A9F-959E-D935A14551A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4455CDE-CB48-4E0C-AE9E-8750621251E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48C0593-7250-4D60-A82E-6A42BFDC26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C3CC6CF-D9CB-441B-ACFD-39860788BBF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CA853EE-7927-45FD-A429-CF313332966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5356467-A37C-4FBA-AB85-D4AF4223C74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0B5FD1-4A94-400F-8D78-955459900F7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ecb1322edd44e7" /><Relationship Type="http://schemas.openxmlformats.org/officeDocument/2006/relationships/slideLayout" Target="/ppt/slideLayouts/slideLayout1.xml" Id="R7db7822e55f04ea8" /><Relationship Type="http://schemas.openxmlformats.org/officeDocument/2006/relationships/slideLayout" Target="/ppt/slideLayouts/slideLayout2.xml" Id="R8855273a1a454481" /><Relationship Type="http://schemas.openxmlformats.org/officeDocument/2006/relationships/slideLayout" Target="/ppt/slideLayouts/slideLayout3.xml" Id="R79a6aa283a624730" /><Relationship Type="http://schemas.openxmlformats.org/officeDocument/2006/relationships/slideLayout" Target="/ppt/slideLayouts/slideLayout4.xml" Id="R001bc850878e4d68" /><Relationship Type="http://schemas.openxmlformats.org/officeDocument/2006/relationships/slideLayout" Target="/ppt/slideLayouts/slideLayout5.xml" Id="Rbbb09c9963a249b7" /><Relationship Type="http://schemas.openxmlformats.org/officeDocument/2006/relationships/slideLayout" Target="/ppt/slideLayouts/slideLayout6.xml" Id="Rfae7605fee5d4a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b7822e55f04ea8"/>
    <p:sldLayoutId xmlns:r="http://schemas.openxmlformats.org/officeDocument/2006/relationships" id="2147483650" r:id="R8855273a1a454481"/>
    <p:sldLayoutId xmlns:r="http://schemas.openxmlformats.org/officeDocument/2006/relationships" id="2147483651" r:id="R79a6aa283a624730"/>
    <p:sldLayoutId xmlns:r="http://schemas.openxmlformats.org/officeDocument/2006/relationships" id="2147483652" r:id="R001bc850878e4d68"/>
    <p:sldLayoutId xmlns:r="http://schemas.openxmlformats.org/officeDocument/2006/relationships" id="2147483653" r:id="Rbbb09c9963a249b7"/>
    <p:sldLayoutId xmlns:r="http://schemas.openxmlformats.org/officeDocument/2006/relationships" id="2147483654" r:id="Rfae7605fee5d4a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7af65f37eb04bed" /><Relationship Type="http://schemas.openxmlformats.org/officeDocument/2006/relationships/image" Target="/ppt/media/image.png" Id="R3a41ede55c7148d7" /><Relationship Type="http://schemas.openxmlformats.org/officeDocument/2006/relationships/notesSlide" Target="/ppt/notesSlides/notesSlide1.xml" Id="Rc0af6193447a40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d182baca7ae4014" /><Relationship Type="http://schemas.openxmlformats.org/officeDocument/2006/relationships/notesSlide" Target="/ppt/notesSlides/notesSlide2.xml" Id="R47688663334a4a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41ebb09a644cec" /><Relationship Type="http://schemas.openxmlformats.org/officeDocument/2006/relationships/notesSlide" Target="/ppt/notesSlides/notesSlide3.xml" Id="Rd828d9a6440d4f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1a5d9c4f6fe4f5e" /><Relationship Type="http://schemas.openxmlformats.org/officeDocument/2006/relationships/notesSlide" Target="/ppt/notesSlides/notesSlide4.xml" Id="R67913571a31440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96eeec06826428f" /><Relationship Type="http://schemas.openxmlformats.org/officeDocument/2006/relationships/notesSlide" Target="/ppt/notesSlides/notesSlide5.xml" Id="Rea7d58ee31254b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758de6837a84d05" /><Relationship Type="http://schemas.openxmlformats.org/officeDocument/2006/relationships/notesSlide" Target="/ppt/notesSlides/notesSlide6.xml" Id="R4f9b85e0fa7c4b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375ce768c1469a" /><Relationship Type="http://schemas.openxmlformats.org/officeDocument/2006/relationships/notesSlide" Target="/ppt/notesSlides/notesSlide7.xml" Id="Rfde685f5c91c45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ce285d437334af0" /><Relationship Type="http://schemas.openxmlformats.org/officeDocument/2006/relationships/notesSlide" Target="/ppt/notesSlides/notesSlide8.xml" Id="Ra197dcc99aca4e2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197645753d54563" /><Relationship Type="http://schemas.openxmlformats.org/officeDocument/2006/relationships/image" Target="/ppt/media/image2.png" Id="Ra70671ff194d4946" /><Relationship Type="http://schemas.openxmlformats.org/officeDocument/2006/relationships/notesSlide" Target="/ppt/notesSlides/notesSlide9.xml" Id="R4dcceb40c1554c8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be833038e4346b2" /><Relationship Type="http://schemas.openxmlformats.org/officeDocument/2006/relationships/notesSlide" Target="/ppt/notesSlides/notesSlide10.xml" Id="R5933fc63d4ae46d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5ed0428ad5845a6" /><Relationship Type="http://schemas.openxmlformats.org/officeDocument/2006/relationships/notesSlide" Target="/ppt/notesSlides/notesSlide11.xml" Id="R7d55fe127b1742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06a25450fa14c79" /><Relationship Type="http://schemas.openxmlformats.org/officeDocument/2006/relationships/notesSlide" Target="/ppt/notesSlides/notesSlide12.xml" Id="R0bcfaffc9b1f49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400929514584272" /><Relationship Type="http://schemas.openxmlformats.org/officeDocument/2006/relationships/notesSlide" Target="/ppt/notesSlides/notesSlide13.xml" Id="R3750acd4b167472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9eb67d4db474365" /><Relationship Type="http://schemas.openxmlformats.org/officeDocument/2006/relationships/notesSlide" Target="/ppt/notesSlides/notesSlide14.xml" Id="Rc46286f636da45a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87be66e202a4ac6" /><Relationship Type="http://schemas.openxmlformats.org/officeDocument/2006/relationships/notesSlide" Target="/ppt/notesSlides/notesSlide15.xml" Id="R46a0b3582758484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71dda650265495f" /><Relationship Type="http://schemas.openxmlformats.org/officeDocument/2006/relationships/notesSlide" Target="/ppt/notesSlides/notesSlide16.xml" Id="R4d187174db2143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272f1ab77964e37" /><Relationship Type="http://schemas.openxmlformats.org/officeDocument/2006/relationships/notesSlide" Target="/ppt/notesSlides/notesSlide17.xml" Id="R00ca6950594840f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50ffd14976949c4" /><Relationship Type="http://schemas.openxmlformats.org/officeDocument/2006/relationships/notesSlide" Target="/ppt/notesSlides/notesSlide18.xml" Id="R97e4dd4049174f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29117392fbe46ca" /><Relationship Type="http://schemas.openxmlformats.org/officeDocument/2006/relationships/notesSlide" Target="/ppt/notesSlides/notesSlide19.xml" Id="R71bb530580874c6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8f5147922834b8d" /><Relationship Type="http://schemas.openxmlformats.org/officeDocument/2006/relationships/notesSlide" Target="/ppt/notesSlides/notesSlide20.xml" Id="R87edf802c97f40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25a2da3b500463a" /><Relationship Type="http://schemas.openxmlformats.org/officeDocument/2006/relationships/notesSlide" Target="/ppt/notesSlides/notesSlide21.xml" Id="R78d44171a368433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1a702c233fd4c7c" /><Relationship Type="http://schemas.openxmlformats.org/officeDocument/2006/relationships/notesSlide" Target="/ppt/notesSlides/notesSlide22.xml" Id="Rf455b48f67064ea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c69042c690d49ce" /><Relationship Type="http://schemas.openxmlformats.org/officeDocument/2006/relationships/notesSlide" Target="/ppt/notesSlides/notesSlide23.xml" Id="R56fc785faa9d44a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98b4568e22f4aeb" /><Relationship Type="http://schemas.openxmlformats.org/officeDocument/2006/relationships/notesSlide" Target="/ppt/notesSlides/notesSlide24.xml" Id="Ra65b6d98e12f40b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cdde324ac6244d7" /><Relationship Type="http://schemas.openxmlformats.org/officeDocument/2006/relationships/notesSlide" Target="/ppt/notesSlides/notesSlide25.xml" Id="R5ecea882931c411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4783d063662408a" /><Relationship Type="http://schemas.openxmlformats.org/officeDocument/2006/relationships/notesSlide" Target="/ppt/notesSlides/notesSlide26.xml" Id="R9757f05f6b0441c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ae8f1b33586431a" /><Relationship Type="http://schemas.openxmlformats.org/officeDocument/2006/relationships/notesSlide" Target="/ppt/notesSlides/notesSlide27.xml" Id="R3dc8033d367842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c3cfdc18bfc4671" /><Relationship Type="http://schemas.openxmlformats.org/officeDocument/2006/relationships/notesSlide" Target="/ppt/notesSlides/notesSlide28.xml" Id="Re3ddada5ce21413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861db7834a94104" /><Relationship Type="http://schemas.openxmlformats.org/officeDocument/2006/relationships/notesSlide" Target="/ppt/notesSlides/notesSlide29.xml" Id="Re056f0e7666d45a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3f87af3c2c24919" /><Relationship Type="http://schemas.openxmlformats.org/officeDocument/2006/relationships/notesSlide" Target="/ppt/notesSlides/notesSlide30.xml" Id="Re66a864794f1496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4b747635258425c" /><Relationship Type="http://schemas.openxmlformats.org/officeDocument/2006/relationships/notesSlide" Target="/ppt/notesSlides/notesSlide31.xml" Id="Rdbc5fda8aef1415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3fdfb0243ea4e09" /><Relationship Type="http://schemas.openxmlformats.org/officeDocument/2006/relationships/notesSlide" Target="/ppt/notesSlides/notesSlide32.xml" Id="R3ac95a566b5649b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8475ecdfb504eb0" /><Relationship Type="http://schemas.openxmlformats.org/officeDocument/2006/relationships/notesSlide" Target="/ppt/notesSlides/notesSlide33.xml" Id="R425ed97d7f4c4e3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3a47337ebd24ece" /><Relationship Type="http://schemas.openxmlformats.org/officeDocument/2006/relationships/notesSlide" Target="/ppt/notesSlides/notesSlide34.xml" Id="R2a6ba6075112468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36cd2a4bdfc4d39" /><Relationship Type="http://schemas.openxmlformats.org/officeDocument/2006/relationships/notesSlide" Target="/ppt/notesSlides/notesSlide35.xml" Id="R479e83ceed5843f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31d460e6acd472b" /><Relationship Type="http://schemas.openxmlformats.org/officeDocument/2006/relationships/hyperlink" Target="https://docs.google.com/forms/d/e/1FAIpQLSfTe7OkZ7tZEVzG-mup0-8liXg1jKy_KmsDWZiPK9EWMJ9InA/viewform" TargetMode="External" Id="R60ff95313f904b5a" /><Relationship Type="http://schemas.openxmlformats.org/officeDocument/2006/relationships/notesSlide" Target="/ppt/notesSlides/notesSlide36.xml" Id="Ra34416c8d816411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215665ae0f14237" /><Relationship Type="http://schemas.openxmlformats.org/officeDocument/2006/relationships/image" Target="/ppt/media/image3.png" Id="Rbec70f4029404df1" /><Relationship Type="http://schemas.openxmlformats.org/officeDocument/2006/relationships/hyperlink" Target="https://forms.gle/6XBHNCQXESUyQ6G86" TargetMode="External" Id="R131392c1f4684c68" /><Relationship Type="http://schemas.openxmlformats.org/officeDocument/2006/relationships/notesSlide" Target="/ppt/notesSlides/notesSlide37.xml" Id="Rc8c3bf4430894e5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d90e4212e124c0b" /><Relationship Type="http://schemas.openxmlformats.org/officeDocument/2006/relationships/notesSlide" Target="/ppt/notesSlides/notesSlide38.xml" Id="Ra1d5d794a9954be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0bc4bbd28944930" /><Relationship Type="http://schemas.openxmlformats.org/officeDocument/2006/relationships/hyperlink" Target="https://www.youtube.com/watch?v=Kdsp6soqA7o" TargetMode="External" Id="R5a59d0cc877445c1" /><Relationship Type="http://schemas.openxmlformats.org/officeDocument/2006/relationships/notesSlide" Target="/ppt/notesSlides/notesSlide39.xml" Id="R3437be1cae9a42c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a41ede55c7148d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B176E0-3136-4C64-9018-6E49667B6BA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CE277F8-D6AD-48B2-A493-C6736FB068C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9</a:t>
            </a:r>
          </a:p>
        </p:txBody>
      </p:sp>
      <p:sp>
        <p:nvSpPr>
          <p:cNvPr id="4" name="">
            <a:extLst xmlns:a="http://schemas.openxmlformats.org/drawingml/2006/main">
              <a:ext uri="{FF2B5EF4-FFF2-40B4-BE49-F238E27FC236}">
                <a16:creationId xmlns:a16="http://schemas.microsoft.com/office/drawing/2014/main" id="{BAB21999-8A43-404A-B549-A7C30A8D637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B9F7728B-BEB6-4CA7-B460-7ADF1BB4A10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AC53BE9-9BFE-40FC-A0EA-4319CA39F35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20065006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8538CC-28BC-4CB5-AC3D-C1912E6DE6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D3E8E8-3C50-4681-9C3A-DF75A7B3E6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70C9666-FDEE-4822-8093-3109D9A681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5D6FD7A3-A14B-4C38-9AC2-E1DCB527357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196D66-0CFF-42DA-8661-5CF579C594B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6452164-68A0-49D7-BD1A-078759E58E3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35179DE4-F0B3-45A2-A762-6D03BC933CB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0DBF5A7-A7A8-48E1-A648-959416449FF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F70778C5-B9EC-47E4-BA64-DE3AF4B32C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a:t>
            </a:r>
          </a:p>
        </p:txBody>
      </p:sp>
    </p:spTree>
    <p:extLst>
      <p:ext uri="{BB962C8B-B14F-4D97-AF65-F5344CB8AC3E}">
        <p14:creationId xmlns:p14="http://schemas.microsoft.com/office/powerpoint/2010/main" val="1403989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B81319-3573-412B-8996-2200ED1026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7B5509-632D-4D2B-A5D5-50842DAE31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B0AA59-8582-4C27-A675-B331AD682C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B8462B56-6536-4688-828C-D8293994637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B3EF9A-14E9-48FE-A50B-230ED2C9BF9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2F3482F9-3A9A-4D97-8D4E-5438057BACB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A9F403ED-8246-49FC-B0EF-6E16C94A9A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a:t>
            </a:r>
          </a:p>
        </p:txBody>
      </p:sp>
    </p:spTree>
    <p:extLst>
      <p:ext uri="{BB962C8B-B14F-4D97-AF65-F5344CB8AC3E}">
        <p14:creationId xmlns:p14="http://schemas.microsoft.com/office/powerpoint/2010/main" val="83699317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7041BE2-01DF-4AF3-8795-1039665B3E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EBF82C-7D45-4B34-B80E-28A64E0A8C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E52CB8-03E9-4A45-AC89-345B6C2ED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4B90301A-F418-4B73-8EE5-AC287B9E63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FC8B9D-C7EB-4C8F-B856-34BA8344DA3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21507CC5-CB7D-4E75-8418-72E47DE24E4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35963F6D-9D69-41C9-94C2-0D85F21383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4</a:t>
            </a:r>
          </a:p>
        </p:txBody>
      </p:sp>
    </p:spTree>
    <p:extLst>
      <p:ext uri="{BB962C8B-B14F-4D97-AF65-F5344CB8AC3E}">
        <p14:creationId xmlns:p14="http://schemas.microsoft.com/office/powerpoint/2010/main" val="9170427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EE3DA7-8114-4B0C-9637-3F36D8D8E2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FC84CC-775A-46AA-BC25-4FCDA6F483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E250A6-F284-4E64-8451-99489D8DBC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6884AF87-51F4-43E9-B2E0-E078757DDC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EE1055-5C4D-476B-A93C-B5D2CF6575A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B4FDFA2C-9D2E-4B1F-BA26-D35B617482B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5C8ACC-ACB2-4D4A-8659-3858F0CD0EB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9D595E8A-FBCC-4C80-8DF0-9C8890F3DEC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9A80BA-1570-4211-BA38-EEE5FC8D173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10142224-7B12-4E72-997E-BC97B7D942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6496F8-9E1D-498A-A278-BF7AD467100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F19EA686-0B06-4753-9C47-00041D5DE7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5</a:t>
            </a:r>
          </a:p>
        </p:txBody>
      </p:sp>
    </p:spTree>
    <p:extLst>
      <p:ext uri="{BB962C8B-B14F-4D97-AF65-F5344CB8AC3E}">
        <p14:creationId xmlns:p14="http://schemas.microsoft.com/office/powerpoint/2010/main" val="93830793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C5EB70-AD1B-49A3-93DC-A15E2A388A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507FD5-8910-46C8-AEA4-E97BBFFE55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05232A7-07F0-4382-996D-C25EF47B92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8E8E9B4F-9BE1-4C64-B55F-032533D0C2F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6D3EFE-0FC8-47FF-B3C0-90B5B425E1F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B1D02305-E3E5-4A40-840D-A52293B97CB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F9E47C9A-F7A4-4A36-8989-DD72F43FB85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8BB713-0150-4493-BB79-45D14E48EEE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DB75CDDA-A82E-4562-988C-CE5A3A86450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C0ECDF8E-75E6-4104-AD1F-8C9FFA4DF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6</a:t>
            </a:r>
          </a:p>
        </p:txBody>
      </p:sp>
    </p:spTree>
    <p:extLst>
      <p:ext uri="{BB962C8B-B14F-4D97-AF65-F5344CB8AC3E}">
        <p14:creationId xmlns:p14="http://schemas.microsoft.com/office/powerpoint/2010/main" val="17001110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E2EEC2-8BBC-4723-AD2A-52D08DEA9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643843-8B61-47FD-A62D-C689DB38EC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ACD33B-EFDD-4E89-B4AB-84DF4EC463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E8E59AE6-5E9C-4C54-93CB-18F239555DB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CE5AEE-C3A9-4F17-99C8-4ADED6645D5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D212A207-A0D4-41AF-8581-49511E9BCC1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837A70AF-C604-4B44-A52E-71E58972F2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7</a:t>
            </a:r>
          </a:p>
        </p:txBody>
      </p:sp>
    </p:spTree>
    <p:extLst>
      <p:ext uri="{BB962C8B-B14F-4D97-AF65-F5344CB8AC3E}">
        <p14:creationId xmlns:p14="http://schemas.microsoft.com/office/powerpoint/2010/main" val="6911644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D45C75-F739-4D73-AE8B-C63E2C0401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3DA971-5BF1-41F1-B5B0-9011E2002B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1E94D3-64B3-4DD6-AC7A-735C9EEACB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4575D00D-6715-4861-AB48-26FAD1D084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17E9AC-288D-4F51-8F3E-A7C91C8BB6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53064747-AD52-4F45-ACB8-9E66960A00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A51705-1A64-488F-9789-1E614647016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08E4DB24-30F6-477C-A21A-CB1ED50BC0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961854-53FD-4559-B205-170632F3EF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D928AA12-98C8-4091-A464-95EAE17E4B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8</a:t>
            </a:r>
          </a:p>
        </p:txBody>
      </p:sp>
    </p:spTree>
    <p:extLst>
      <p:ext uri="{BB962C8B-B14F-4D97-AF65-F5344CB8AC3E}">
        <p14:creationId xmlns:p14="http://schemas.microsoft.com/office/powerpoint/2010/main" val="14088643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BC5024-303A-47B1-9941-E8926040377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07A3F0-39A0-4080-95B9-8E75852BF1D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70671ff194d494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25343CB-3678-498F-BE71-028C6808B38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A9DEB4-7DB0-4E04-B630-8564B1F5EE8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86AD2FF9-26DE-4216-B6DC-1616456FCF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9</a:t>
            </a:r>
          </a:p>
        </p:txBody>
      </p:sp>
    </p:spTree>
    <p:extLst>
      <p:ext uri="{BB962C8B-B14F-4D97-AF65-F5344CB8AC3E}">
        <p14:creationId xmlns:p14="http://schemas.microsoft.com/office/powerpoint/2010/main" val="2977330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A9809E-92A6-4110-95B4-536320371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D90BFD-B15E-4169-800F-3DC948B38C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0DA8269-50C8-433B-AECD-87C4ECA08F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FB3CC6-BB5B-48D7-B615-D1847B934C8D}"/>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D68FEE7D-0752-4218-921A-EC106F01D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10</a:t>
            </a:r>
          </a:p>
        </p:txBody>
      </p:sp>
    </p:spTree>
    <p:extLst>
      <p:ext uri="{BB962C8B-B14F-4D97-AF65-F5344CB8AC3E}">
        <p14:creationId xmlns:p14="http://schemas.microsoft.com/office/powerpoint/2010/main" val="18719852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2EB752-871A-4330-8A66-DEB6357FC0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D31815-0F43-40A8-B50A-45065DEC0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BCB211-074F-4C53-A58C-A1596B1B3F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26B2799E-F886-4D77-9A71-735C116702E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9555DF-31B2-49FE-8F1F-E6C119AB5FF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4400EDC6-DBAB-4898-AB1F-9E231311412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003FF4FE-7A19-4FDB-9D08-39E5C126555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BEB1B5-E5CC-4238-AB26-D756697678E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D4F7006F-9BC5-4DA7-BE77-F2B2AEC86D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7A8EEE96-B8BD-4D28-AB16-703FA4CF5A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11</a:t>
            </a:r>
          </a:p>
        </p:txBody>
      </p:sp>
    </p:spTree>
    <p:extLst>
      <p:ext uri="{BB962C8B-B14F-4D97-AF65-F5344CB8AC3E}">
        <p14:creationId xmlns:p14="http://schemas.microsoft.com/office/powerpoint/2010/main" val="4321996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2F586B-9ABE-4CF0-9697-A99486F935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A750FC-CFA8-4495-8211-91A78B014D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3D931A-DC73-43D0-AB01-49A4F84D11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53CBAA4C-8753-4BA9-99F6-5EE5CAED4D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64C03-25F4-41FF-87C3-4840B731B7D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CE0EC285-34D0-42AD-BBC5-599E95E01D9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708175-51F9-4A88-973B-2A803CFF5D8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ABE75920-E531-42FA-9B21-BA2BBFEBC6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85F817-A883-4B59-99C1-E3B5F614DC8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67F7F2DF-9819-449E-8364-43AA6624A52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A62183-264D-46B9-ADC8-2937A3AF07D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4A025AD0-7ABA-4FDA-B9EB-4F64E5C064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12</a:t>
            </a:r>
          </a:p>
        </p:txBody>
      </p:sp>
    </p:spTree>
    <p:extLst>
      <p:ext uri="{BB962C8B-B14F-4D97-AF65-F5344CB8AC3E}">
        <p14:creationId xmlns:p14="http://schemas.microsoft.com/office/powerpoint/2010/main" val="2128460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9E25D4-D935-4E16-8C99-33ADD27742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019205-3FBA-4659-B3BC-170168C601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1C55D76-0236-42FF-BED6-A80BD5EC12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32305035-8CA3-4CD6-B93D-3125B0BAAE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44A4D6-24D0-4A9A-94F0-0707A537509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C0E6A8A6-EEC6-4ECC-AC29-D9A05C0621A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6CDFC882-B6E5-435C-BE8C-81096B91620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E30DB7-E5DD-43CA-B214-B40E1D14C92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D7F42DE8-0E26-4133-A35A-B61032BCA6B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816596AA-43F3-4DD8-B251-3BC868549B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13</a:t>
            </a:r>
          </a:p>
        </p:txBody>
      </p:sp>
    </p:spTree>
    <p:extLst>
      <p:ext uri="{BB962C8B-B14F-4D97-AF65-F5344CB8AC3E}">
        <p14:creationId xmlns:p14="http://schemas.microsoft.com/office/powerpoint/2010/main" val="172999880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5C0449-AFBA-4287-975F-4962FA8ECE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E22C9C-1E21-44C4-84AD-47441A3870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4680B0-2BF7-4C08-AE12-D97D6D7EF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E78F3030-A378-4C82-A29E-157E336271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C8CDCA-D85F-4A80-AFAC-818678D1A0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7D0CE37F-3E20-4CA7-AD1F-FA62FFCE11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4F5CDA-9573-4D8A-BFB1-17B5FE49A7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032A2652-335C-41D0-93EC-C220EC5792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B5EAEB-5FC9-45B4-90F0-D1E71363F4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8F063B47-FCE0-42B4-8CFF-3BBDBF6F1C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14</a:t>
            </a:r>
          </a:p>
        </p:txBody>
      </p:sp>
    </p:spTree>
    <p:extLst>
      <p:ext uri="{BB962C8B-B14F-4D97-AF65-F5344CB8AC3E}">
        <p14:creationId xmlns:p14="http://schemas.microsoft.com/office/powerpoint/2010/main" val="12555044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8CAA21-2F3D-4A6E-9CC9-7AEFD8DB0C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34BC7B-2A85-4557-BA22-00CF4168E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6D11456-2BE4-46FB-9DCA-B9F000456C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1AF37A7E-D0B7-4EBE-9BDD-8B663F3A102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882A6-E298-4AF7-9549-FA57F5F98A4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CFADA65C-20ED-4F25-B9A5-2DCE2C08D9E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B008F633-5258-4982-A23F-6929F95EDA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15</a:t>
            </a:r>
          </a:p>
        </p:txBody>
      </p:sp>
    </p:spTree>
    <p:extLst>
      <p:ext uri="{BB962C8B-B14F-4D97-AF65-F5344CB8AC3E}">
        <p14:creationId xmlns:p14="http://schemas.microsoft.com/office/powerpoint/2010/main" val="11205117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0280CB-0372-484B-BF0D-89422FBF8C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A94E61-4E6D-4D47-B2A5-DF2D14E4E1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752DA1-C718-4F8C-900A-33C0915A15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C5E5AB86-73F1-45B4-98F1-E786EE982C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A4E406-F001-4ED5-9FAC-B999963A31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8D1CECB5-6038-4BA2-97C9-AF461EB294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AB679C-3CA7-45A1-9738-CB5086A061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87F756FA-C147-4E8B-AF68-A33337E678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E12AD6-2629-48A1-86AB-F3C7EA8EE9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4F35FA13-DCD3-4B6E-B1E5-71E8838853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16</a:t>
            </a:r>
          </a:p>
        </p:txBody>
      </p:sp>
    </p:spTree>
    <p:extLst>
      <p:ext uri="{BB962C8B-B14F-4D97-AF65-F5344CB8AC3E}">
        <p14:creationId xmlns:p14="http://schemas.microsoft.com/office/powerpoint/2010/main" val="193090686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9061CE-8BD3-40A3-AEBA-D3DAD3311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89C1E8-822D-49D3-B963-747526D494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1402A29-CE11-42D0-B7CC-D3D42AB6F7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D6818B7-8E71-4500-A2FF-5E1083016F6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06F617DA-CF19-4B5C-A8AF-CE06CA43D1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17</a:t>
            </a:r>
          </a:p>
        </p:txBody>
      </p:sp>
    </p:spTree>
    <p:extLst>
      <p:ext uri="{BB962C8B-B14F-4D97-AF65-F5344CB8AC3E}">
        <p14:creationId xmlns:p14="http://schemas.microsoft.com/office/powerpoint/2010/main" val="73063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82499B-F414-458B-88B3-771D886463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E52AA2-BB27-484F-8885-4F776C221E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04B375-6D2B-4D7F-89A4-0F7C273D65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3019E45B-5B7A-4054-B054-7FDA2E98A9B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E68C71-C9E8-4EA5-B5DA-6E00C58A6C0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ED96B3E5-5C90-4FAA-88F7-FDFCB6FC77D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4F078FB3-B2F9-44E3-A204-08E1A72D25F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05FA66A-B1BB-4497-BE7D-67E54D825A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18</a:t>
            </a:r>
          </a:p>
        </p:txBody>
      </p:sp>
    </p:spTree>
    <p:extLst>
      <p:ext uri="{BB962C8B-B14F-4D97-AF65-F5344CB8AC3E}">
        <p14:creationId xmlns:p14="http://schemas.microsoft.com/office/powerpoint/2010/main" val="17943567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543407-3152-42C9-B023-99DC4D38E5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8F217E-A76C-432B-91AA-C2ECFA6091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4C63E1E-E03F-426B-830C-DDFF8A3F48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7B4F2A38-04C9-4CC4-93ED-F6B866557C1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F95DEE-4106-4830-8FAE-C8A4420835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75628823-F3DB-48DB-AFB6-A973B99993D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3F8D253-1CF2-47C4-AC6A-1FB41BECF3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19</a:t>
            </a:r>
          </a:p>
        </p:txBody>
      </p:sp>
    </p:spTree>
    <p:extLst>
      <p:ext uri="{BB962C8B-B14F-4D97-AF65-F5344CB8AC3E}">
        <p14:creationId xmlns:p14="http://schemas.microsoft.com/office/powerpoint/2010/main" val="12800965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DA3C4A-5637-427E-8D68-59D68FF6ED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DA3524-FAED-42AF-BF3C-1AF056A064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29F88D-465A-4BF1-A7A4-BCDB58165B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FABAD259-818D-443E-8E4C-5473455A7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5532E4-42A3-4405-871B-36D840B4B3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FC2786-5F76-4018-B7A1-D6F0499D235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E2DC9789-25D6-4EC1-A65F-6850A6B4EC1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A7AF07A5-47EA-4A8C-AB9C-B69FAC81B4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20</a:t>
            </a:r>
          </a:p>
        </p:txBody>
      </p:sp>
    </p:spTree>
    <p:extLst>
      <p:ext uri="{BB962C8B-B14F-4D97-AF65-F5344CB8AC3E}">
        <p14:creationId xmlns:p14="http://schemas.microsoft.com/office/powerpoint/2010/main" val="12014793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FA15A9-5039-4F85-9122-F0FDF4CD09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A2BDBC-9689-4D98-BB4F-6B0C49ECC4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DA2BC1-9BD7-487E-9B80-20BE833B3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ECBE5A31-DEC7-42AE-913F-40583F1769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8E438F-CAEE-4828-B107-65A53CD3AEA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715AA967-F8AE-4FCE-AF9F-48324A8AFA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9D9EB87-E02B-4107-95A8-27A87F3EF02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745B686F-0D53-4AC7-A5BE-E16B6CA133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3EB5DE42-9520-441F-9E0B-4489F778B4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21</a:t>
            </a:r>
          </a:p>
        </p:txBody>
      </p:sp>
    </p:spTree>
    <p:extLst>
      <p:ext uri="{BB962C8B-B14F-4D97-AF65-F5344CB8AC3E}">
        <p14:creationId xmlns:p14="http://schemas.microsoft.com/office/powerpoint/2010/main" val="15182460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28D655D-0014-4FA4-9330-B19809855A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2B3EF4-9D4D-4F0F-AB9C-312C22863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F1BE76-46A1-4C70-B265-E190B06B58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84774447-0E6F-45A3-893E-16FB167AC0A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38E91B-ECAF-4A81-B14B-5BAB5BE9CF2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D1470C20-E469-441D-B3CE-9DC91CFEDD7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5EFAB72-3233-4E0F-A785-B43C43262F5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A78F7F1-65C0-4CD3-90CE-0CC1B60BFD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ED7F00E-3274-4519-9E88-92C1AD1ADE6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D6914293-484D-482A-AFE2-C11C950D52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A7C23CE7-8E12-424D-8E5E-D51DA393BE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22</a:t>
            </a:r>
          </a:p>
        </p:txBody>
      </p:sp>
    </p:spTree>
    <p:extLst>
      <p:ext uri="{BB962C8B-B14F-4D97-AF65-F5344CB8AC3E}">
        <p14:creationId xmlns:p14="http://schemas.microsoft.com/office/powerpoint/2010/main" val="23836317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87F4032-F55C-40E1-81E1-70CA0257A9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C49669-E379-4419-8338-9B011B3F67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B38DB71-DF6D-4326-83E7-5397D0EE54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AD8BA751-8E9E-48E5-BC26-6740D6F41A3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39BAFF-7EEC-49BC-8D5B-EC00D5FE4F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9A3173C1-271A-433C-A4E3-F2EB97B3565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56CD630-02EF-465B-8A6E-D4BF08F18D3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C9BCC48-FD69-4B19-B2AA-AA1224C3F3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B0B45A2D-DD6D-4869-BF7B-64BD3AF63E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23</a:t>
            </a:r>
          </a:p>
        </p:txBody>
      </p:sp>
    </p:spTree>
    <p:extLst>
      <p:ext uri="{BB962C8B-B14F-4D97-AF65-F5344CB8AC3E}">
        <p14:creationId xmlns:p14="http://schemas.microsoft.com/office/powerpoint/2010/main" val="126859987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BFBCFE-792F-4C09-A956-33834780B8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6CAFD4-AC94-4944-9652-605D60545E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72D128B-7013-416C-9EF1-2485547F8C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AD962956-EB82-458D-951D-68A2C5BA604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833A48-2FB6-43C7-9B41-F07F49A6188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3CC2E59B-21F0-4558-A9B2-8E33B18D1F1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C7532A09-8118-49E0-8473-33B4453CECA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3161EA-AD15-4633-AEE8-980D3A550FE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3E9B9475-2EC1-47E7-A343-86A6118D9E5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493F925B-7713-45AF-9DCE-DC46277CAC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24</a:t>
            </a:r>
          </a:p>
        </p:txBody>
      </p:sp>
    </p:spTree>
    <p:extLst>
      <p:ext uri="{BB962C8B-B14F-4D97-AF65-F5344CB8AC3E}">
        <p14:creationId xmlns:p14="http://schemas.microsoft.com/office/powerpoint/2010/main" val="79611618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71D655-159C-4D8A-9803-401A1C91B5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00028B-9B39-4D1A-824F-5BB390F199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49AFE70-A5D0-44E5-A600-2D0181AC8F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147E784-F744-4DA7-8579-724C159C2436}"/>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135FECE6-4D1D-46DB-A4B9-4107C62F46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25</a:t>
            </a:r>
          </a:p>
        </p:txBody>
      </p:sp>
    </p:spTree>
    <p:extLst>
      <p:ext uri="{BB962C8B-B14F-4D97-AF65-F5344CB8AC3E}">
        <p14:creationId xmlns:p14="http://schemas.microsoft.com/office/powerpoint/2010/main" val="20581302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9DB695-4146-485B-8980-C222D14294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4B261C-2EB0-417D-A4E2-B1843CD10C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265F75-2F28-4B3F-AD53-6AAA4C1075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667ECCB8-8678-403A-B3C7-91F7D671B9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99052F-F7E6-4CB9-9DFF-55D843DDEF1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4046C327-389D-4A39-8108-ACEB92FED12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010699-31A5-4A71-9290-969001A1120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64C9215F-FEE6-44D4-B4B5-DDEE765B37D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14725B-93FA-487D-93D6-1996A599AC3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910350B9-137A-4551-BC35-44A21A1E5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26</a:t>
            </a:r>
          </a:p>
        </p:txBody>
      </p:sp>
    </p:spTree>
    <p:extLst>
      <p:ext uri="{BB962C8B-B14F-4D97-AF65-F5344CB8AC3E}">
        <p14:creationId xmlns:p14="http://schemas.microsoft.com/office/powerpoint/2010/main" val="104739042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B97741-BF94-4023-B15F-5BBE18DB95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E906C7-0709-41CA-9150-6AF1E7D2AC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880A58-364F-4E3C-B57B-E7F76D131C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7290D61-9A9F-41A0-B61A-35F2E962E86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AD9FFF-8D4F-414F-A097-34EB444932A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7CF3F8-AA47-4904-9F6B-933948F09DF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879B36E4-98D4-4D12-A3C8-002BD5976E2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05300382-BD64-42C8-BAB6-F1756E9E46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27</a:t>
            </a:r>
          </a:p>
        </p:txBody>
      </p:sp>
    </p:spTree>
    <p:extLst>
      <p:ext uri="{BB962C8B-B14F-4D97-AF65-F5344CB8AC3E}">
        <p14:creationId xmlns:p14="http://schemas.microsoft.com/office/powerpoint/2010/main" val="59835847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BC96C-16BA-4A50-BF14-B196507F8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61B401-817B-43E7-B5CE-D89460E750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808F52-4319-47FF-9514-A7D8E9AA6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8FC2D5B2-73B2-4219-A859-B5F74EBD38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C5BD1A-E368-42AD-9E8F-3A90A684CC8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4C5465D0-5CAF-4E0B-928F-9A56C854DC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FC4AB5-A1BD-456F-8209-D3C0B545D64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3FE2918A-FE3E-4781-83CF-45CC44754DF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C6C581-F764-4E22-9DAB-17CAAFAE59F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E47B8F5D-FD2A-4C25-B9DD-B938A22BCB0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3464DE-4E1A-4A1E-8012-E0152C082E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C4B39549-80BE-446B-80DB-0D7209C982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28</a:t>
            </a:r>
          </a:p>
        </p:txBody>
      </p:sp>
    </p:spTree>
    <p:extLst>
      <p:ext uri="{BB962C8B-B14F-4D97-AF65-F5344CB8AC3E}">
        <p14:creationId xmlns:p14="http://schemas.microsoft.com/office/powerpoint/2010/main" val="181217328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B2701E-43B6-41C9-9E4E-5F4BAEB166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A99C06-1928-4C35-AF22-0E2B867BDC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04328AF-B0DC-4B45-8235-3E2CD64CB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BF1C853-6B74-42E4-BB2D-75C79AA41C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0237E3-A5DF-4361-A172-6D894E83174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E776FC5D-AB53-4E04-8C78-FB258709EF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29</a:t>
            </a:r>
          </a:p>
        </p:txBody>
      </p:sp>
    </p:spTree>
    <p:extLst>
      <p:ext uri="{BB962C8B-B14F-4D97-AF65-F5344CB8AC3E}">
        <p14:creationId xmlns:p14="http://schemas.microsoft.com/office/powerpoint/2010/main" val="158410627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DA2786-B12A-40F6-BB6A-240A8A6CE1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CD33FA-2C35-49DB-A9E1-B8E0DAE6EE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86009B-34DF-433C-89F3-6A5E37D14B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0841D424-73AE-4F97-B61D-C3DBBF05FE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56E27B-8C20-43E3-8EBE-A9853F6C144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AEC197F7-C014-46AA-83B7-E6293F06979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9BB15A-01E4-4972-8474-0F46089F229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77B210A7-4C8E-403A-BB77-AE88E69460D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D6EB19-3DE3-4016-A43F-2328495D77C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E45BF1DE-F65D-4072-B7FB-71F1D9D63F6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E61B62-A987-4300-AA18-C236C8B1A95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4995CB78-BD82-43FC-A638-1BC82671AF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30</a:t>
            </a:r>
          </a:p>
        </p:txBody>
      </p:sp>
    </p:spTree>
    <p:extLst>
      <p:ext uri="{BB962C8B-B14F-4D97-AF65-F5344CB8AC3E}">
        <p14:creationId xmlns:p14="http://schemas.microsoft.com/office/powerpoint/2010/main" val="180321502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2AA301-4F2B-4395-B83B-D5603067D2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08DFF9-CB5F-4466-9316-5EB51BE0CC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EF99CA-A5F9-4E54-8274-79EF40AEE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5825928E-8A31-4F40-96A9-B5398918471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9D386F-754F-4D3E-9888-336C8A683BC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165949D9-78EB-48DB-9289-5DC39A57E0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31</a:t>
            </a:r>
          </a:p>
        </p:txBody>
      </p:sp>
    </p:spTree>
    <p:extLst>
      <p:ext uri="{BB962C8B-B14F-4D97-AF65-F5344CB8AC3E}">
        <p14:creationId xmlns:p14="http://schemas.microsoft.com/office/powerpoint/2010/main" val="25962354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6E25A7-10A0-4C07-8554-0E184FBC7E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F767B3-19E3-474C-9B72-7F5EAFB804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34B995F-1D28-45B8-8E51-3E859455E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3437627-6587-4C81-A8EE-020C63328F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A4336C-8FCC-4CEE-B48C-919962FA845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3578C38E-789A-4FB7-B59B-F69F7A8BC82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5F52B4-FA01-4BAE-8D06-CEC614CD994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E650AD20-6376-4ABD-A210-56BB832FEF2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D74BB9-AD93-49D4-8DCE-30CA1858501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4C8B03E1-A7CB-4EB4-AF82-9C060086D1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794B0E-ECCE-48B9-9219-02351EE75F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0EB74E54-DDAE-4FD2-B413-399F8D90C5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32</a:t>
            </a:r>
          </a:p>
        </p:txBody>
      </p:sp>
    </p:spTree>
    <p:extLst>
      <p:ext uri="{BB962C8B-B14F-4D97-AF65-F5344CB8AC3E}">
        <p14:creationId xmlns:p14="http://schemas.microsoft.com/office/powerpoint/2010/main" val="58047706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5EBEB7-99EB-4093-B33F-4A75F99535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97EF39-0145-455C-9B98-A0E20F66A7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9B37B4-F310-488B-B5D0-2AEAEDA4A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EF8D1AE5-B9D5-4B0D-8AB2-89900A7A7A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0E51DE-0D3C-416B-B3EC-3D28265D45F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CBA7B52B-85A4-45A7-B09D-D4331D25DF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33</a:t>
            </a:r>
          </a:p>
        </p:txBody>
      </p:sp>
    </p:spTree>
    <p:extLst>
      <p:ext uri="{BB962C8B-B14F-4D97-AF65-F5344CB8AC3E}">
        <p14:creationId xmlns:p14="http://schemas.microsoft.com/office/powerpoint/2010/main" val="49104163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FEF1E7-99E4-4A8D-866D-5DEDD9FA1D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EBB349-0D27-49E9-8FF1-E770F811B7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27F31FF-2226-4EB5-8778-60C67131C4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E62AA80F-D2D6-4622-AD41-995B850E66E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0F6632-069F-43E6-882C-F98F429B25D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2B219A35-181C-4974-BCC2-7436E1F2FBF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FA6B9D-BFA4-4792-88DA-B7821A6923F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280A5A2-16ED-4B3E-95B6-60AB5D6992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34</a:t>
            </a:r>
          </a:p>
        </p:txBody>
      </p:sp>
    </p:spTree>
    <p:extLst>
      <p:ext uri="{BB962C8B-B14F-4D97-AF65-F5344CB8AC3E}">
        <p14:creationId xmlns:p14="http://schemas.microsoft.com/office/powerpoint/2010/main" val="64953861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047052-AC88-41EC-A70B-1541E014F3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CD2FA4-7CE5-472B-9A8B-6DF72186EF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360DFB-8B88-4460-985F-A67ED0A4B3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FEB117C8-0C44-4585-A388-58F7427212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3952CB-01C9-40C8-9C24-DD680D8E202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43E7D1E-E025-4864-ACD5-17835412DE6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2C612E-6DEB-417A-8ECF-F26EE668423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EECC665-F218-41F6-845C-261BA3DE29C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BA0006-9CD5-4610-9609-F7E38F1E543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7751E6A-FA40-4A80-985D-97EAB89AA24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0C4720-E1FD-41E4-B81E-8AC8B862939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05E261E-717E-421F-836E-128CA0ABF6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35</a:t>
            </a:r>
          </a:p>
        </p:txBody>
      </p:sp>
    </p:spTree>
    <p:extLst>
      <p:ext uri="{BB962C8B-B14F-4D97-AF65-F5344CB8AC3E}">
        <p14:creationId xmlns:p14="http://schemas.microsoft.com/office/powerpoint/2010/main" val="209158158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B36E1F5-8692-4C0D-9BCE-C8A528BC22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95506E-2DD6-436E-BCAE-63C5ACC5B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13F5E49-84C4-4C89-9A43-4E1E99194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7894EBF0-FAAB-45ED-83BB-8407A3DD2BE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8219A1-F4EE-4EBE-8578-EF1775D9671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03 Nov 2026, 11:00 Kampala</a:t>
            </a:r>
          </a:p>
        </p:txBody>
      </p:sp>
      <p:sp>
        <p:nvSpPr>
          <p:cNvPr id="6" name="">
            <a:extLst xmlns:a="http://schemas.openxmlformats.org/drawingml/2006/main">
              <a:ext uri="{FF2B5EF4-FFF2-40B4-BE49-F238E27FC236}">
                <a16:creationId xmlns:a16="http://schemas.microsoft.com/office/drawing/2014/main" id="{B4E0D595-B9CE-44F1-B3E9-71CC4BE6CEA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820D15-85B8-41CD-B104-1AFD7DA89E5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10 Nov 2026, 11:00 Kampala</a:t>
            </a:r>
          </a:p>
        </p:txBody>
      </p:sp>
      <p:sp>
        <p:nvSpPr>
          <p:cNvPr id="8" name="">
            <a:extLst xmlns:a="http://schemas.openxmlformats.org/drawingml/2006/main">
              <a:ext uri="{FF2B5EF4-FFF2-40B4-BE49-F238E27FC236}">
                <a16:creationId xmlns:a16="http://schemas.microsoft.com/office/drawing/2014/main" id="{0607E09A-9816-43B5-8A8C-F1D0DF6095C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63C34B-8825-4B76-9644-175AD3826E2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6E63B6D-2447-46C8-97DC-E6BA9DB166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AA5D269-BF86-4842-971C-69F1410C40E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1C02AF3-8353-4775-B6C7-613D91FF4D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4C1D2D-C0D3-4A68-A0D7-41DEF12928D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0ff95313f904b5a"/>
              </a:rPr>
              <a:t>Open W09 assignment form</a:t>
            </a:r>
          </a:p>
        </p:txBody>
      </p:sp>
      <p:sp>
        <p:nvSpPr>
          <p:cNvPr id="14" name="">
            <a:extLst xmlns:a="http://schemas.openxmlformats.org/drawingml/2006/main">
              <a:ext uri="{FF2B5EF4-FFF2-40B4-BE49-F238E27FC236}">
                <a16:creationId xmlns:a16="http://schemas.microsoft.com/office/drawing/2014/main" id="{F1B39F54-26F0-4A10-9882-35D34DCEF87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https://docs.google.com/forms/d/e/1FAIpQLSfTe7OkZ7tZEVzG-mup0-8liXg1jKy_KmsDWZiPK9EWMJ9InA/viewform</a:t>
            </a:r>
          </a:p>
        </p:txBody>
      </p:sp>
      <p:sp>
        <p:nvSpPr>
          <p:cNvPr id="15" name="">
            <a:extLst xmlns:a="http://schemas.openxmlformats.org/drawingml/2006/main">
              <a:ext uri="{FF2B5EF4-FFF2-40B4-BE49-F238E27FC236}">
                <a16:creationId xmlns:a16="http://schemas.microsoft.com/office/drawing/2014/main" id="{1E67212F-9CF7-4D34-8668-30F7FF0863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36</a:t>
            </a:r>
          </a:p>
        </p:txBody>
      </p:sp>
    </p:spTree>
    <p:extLst>
      <p:ext uri="{BB962C8B-B14F-4D97-AF65-F5344CB8AC3E}">
        <p14:creationId xmlns:p14="http://schemas.microsoft.com/office/powerpoint/2010/main" val="54770302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BC77491-1420-4042-8C40-00F223805D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679D2E-D785-4405-9C03-8334B08DBA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F976FB3-2967-4B65-AE03-37440D075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C9BF27C7-CC77-4D43-A652-4F955820BC8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82F3A1-A407-4B7B-A9FD-1FF1BBE0504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74938BF-2EC6-4F95-AA5E-8CBB64EC966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15CFEF-11B2-40EA-960C-62223A0E127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7F6469F-029A-4F5F-B12D-CDE4F1D1947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FD81A5-079D-49B7-937A-4D73D991E27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043788C-C294-4BB8-A63B-3C36ABAFCD3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B10071-4FD4-4B68-99F0-C9C06D5B3B3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ec70f4029404df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C4FFE1E-BB23-4CF8-B087-E91EF6BDF17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CCFAB30-3AC8-4008-86DA-81AC4FA5699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E940314-88FD-4166-BD97-CA96AA95F2A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31392c1f4684c68"/>
              </a:rPr>
              <a:t>Open this week’s quiz</a:t>
            </a:r>
          </a:p>
        </p:txBody>
      </p:sp>
      <p:sp>
        <p:nvSpPr>
          <p:cNvPr id="16" name="">
            <a:extLst xmlns:a="http://schemas.openxmlformats.org/drawingml/2006/main">
              <a:ext uri="{FF2B5EF4-FFF2-40B4-BE49-F238E27FC236}">
                <a16:creationId xmlns:a16="http://schemas.microsoft.com/office/drawing/2014/main" id="{ECA1C010-8573-4B97-B592-946EC514CC9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https://forms.gle/6XBHNCQXESUyQ6G86</a:t>
            </a:r>
          </a:p>
        </p:txBody>
      </p:sp>
      <p:sp>
        <p:nvSpPr>
          <p:cNvPr id="17" name="">
            <a:extLst xmlns:a="http://schemas.openxmlformats.org/drawingml/2006/main">
              <a:ext uri="{FF2B5EF4-FFF2-40B4-BE49-F238E27FC236}">
                <a16:creationId xmlns:a16="http://schemas.microsoft.com/office/drawing/2014/main" id="{4988151C-4E3E-4174-91FD-1D386088D6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37</a:t>
            </a:r>
          </a:p>
        </p:txBody>
      </p:sp>
    </p:spTree>
    <p:extLst>
      <p:ext uri="{BB962C8B-B14F-4D97-AF65-F5344CB8AC3E}">
        <p14:creationId xmlns:p14="http://schemas.microsoft.com/office/powerpoint/2010/main" val="1219770664"/>
      </p:ext>
    </p:extLst>
  </p:cSld>
</p:sld>
</file>

<file path=ppt/slides/slide3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204F98-3D1F-48BE-8BAA-C621896ECB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2BFF985-83F0-44D5-9D32-AA6D6625DF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916BEC4-4039-442F-A71F-E68B6FE0144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B8FA585-E2C4-446C-9648-40A0E9618B8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32F880A-6948-4F12-A05E-A7AC9A6C11B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A5DF47F-4D3D-4199-B07B-0FE29B166B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9   38</a:t>
            </a:r>
          </a:p>
        </p:txBody>
      </p:sp>
    </p:spTree>
    <p:extLst>
      <p:ext uri="{BB962C8B-B14F-4D97-AF65-F5344CB8AC3E}">
        <p14:creationId xmlns:p14="http://schemas.microsoft.com/office/powerpoint/2010/main" val="124480851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3DC23E5-71F6-498F-AACF-F74DBFF1FF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FDE970-F8CC-4B23-9896-88F5773326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B01948C-0993-4D5F-9C8C-665337D454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11939A7-D59C-4E97-877D-8FC06D32188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9B5CE6-F433-4BB5-9A41-53C25919E4D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7CEB125-67D4-49FF-ADF0-04F81427A73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E9B6EB-C035-4BF6-B844-9B168FAA5C4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1587739-603E-4506-9142-4002F43B6C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B0FCB1-59AC-453B-BC09-E278BBDC6A4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1F577954-EBB0-4754-9DC2-4BD8BBDAFC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E31B01-6F17-4931-821D-1C5CEF98326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A24F4198-B7A1-409F-9527-A63891389C9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99E6093-6A37-4118-B1F5-3BAB6FD8534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59d0cc877445c1"/>
              </a:rPr>
              <a:t>Open explainer video</a:t>
            </a:r>
          </a:p>
        </p:txBody>
      </p:sp>
      <p:sp>
        <p:nvSpPr>
          <p:cNvPr id="14" name="">
            <a:extLst xmlns:a="http://schemas.openxmlformats.org/drawingml/2006/main">
              <a:ext uri="{FF2B5EF4-FFF2-40B4-BE49-F238E27FC236}">
                <a16:creationId xmlns:a16="http://schemas.microsoft.com/office/drawing/2014/main" id="{3D585D01-F374-40A2-A673-7F828410207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E76A5289-8D58-4443-A681-C33F8FAA2F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9   39</a:t>
            </a:r>
          </a:p>
        </p:txBody>
      </p:sp>
    </p:spTree>
    <p:extLst>
      <p:ext uri="{BB962C8B-B14F-4D97-AF65-F5344CB8AC3E}">
        <p14:creationId xmlns:p14="http://schemas.microsoft.com/office/powerpoint/2010/main" val="9251730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2026-09-28T21:15:12.0500000Z</dcterms:created>
  <dcterms:modified xsi:type="dcterms:W3CDTF">2026-09-28T21:15:12.0500000Z</dcterms:modified>
</coreProperties>
</file>