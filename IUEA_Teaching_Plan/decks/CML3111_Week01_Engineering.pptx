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electrical, mechatronic and communications examples.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sensors, signals, energy systems, fault detection and machine health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ten thousand machine hours of sensor readings, and each period is labelled with whether a failure followed.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sensor logs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This machine has three sensors on it. It failed last month. Could we have known?</ns1:t>
            </ns1:r>
          </ns1:p>
          <ns1:p/>
          <ns1:p>
            <ns1:r>
              <ns1:t>Keep that question in mind. Think about what you would need. You would need the outcome, which is the failure. You would need the information that existed before the failure. And you would need to know how far ahead a warning would still be useful.</ns1:t>
            </ns1:r>
          </ns1:p>
          <ns1:p/>
          <ns1:p>
            <ns1:r>
              <ns1:t>In twenty minutes you will answer a version of this question yourself. You will do it on paper, with a small table of numbers,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rotational speed, torque and tool wear are the features. Whether the machine fails is the target.</ns1:t>
            </ns1:r>
          </ns1:p>
          <ns1:p/>
          <ns1:p>
            <ns1:r>
              <ns1:t>Be careful about the word cause. A target does not have to be a cause. Tool wear is associated with failure, which means the two tend to move together. The model learns that association. It knows nothing about metal fatigue, which is how metal actually weakens and breaks.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records from the AI4I 2020 Predictive Maintenance data set. Is whether the machine fails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For direct current circuits, power is voltage times current. Ohm's law says that voltage equals current times resistance. You do not need a model for either.</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newton metres of torque? A classification question is, failure or no failure. Another classification question is, which fault type, bearing, winding or imbalance? Imbalance means that a rotating part is not evenly weighted.</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Most motors in most plants have no sensor on them at all, so there is nothing to learn from.</ns1:t>
            </ns1:r>
          </ns1:p>
          <ns1:p/>
          <ns1:p>
            <ns1:r>
              <ns1:t>Two, no signal. The paint colour of the cabinet does not predict bearing failure. If you feed it in, a model will still produce a number.</ns1:t>
            </ns1:r>
          </ns1:p>
          <ns1:p/>
          <ns1:p>
            <ns1:r>
              <ns1:t>Three, physics is better. For direct current circuits, power is voltage times current, and Ohm's law says that voltage equals current times resistance. Do not use a model where an equation will do.</ns1:t>
            </ns1:r>
          </ns1:p>
          <ns1:p/>
          <ns1:p>
            <ns1:r>
              <ns1:t>Four, the future changed. A model trained before a motor rewind or a firmware change may silently stop being true afterwards. A rewind means replacing the copper windings.</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sensors, signals, energy systems, fault detection and machine health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shaft torque to within a few newton metres.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shaft torque in newton metres. For classification, use failure or no failure, or a fault type such as bearing, winding or imbalance.</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ten of twelve count.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6: a quiz and an assignment each week. The best 4 of the 6 count.</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DC circuits, power is voltage times current. Ohm’s law is voltage = current × resistance.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1.png"/>
          <ns0:cNvPicPr>
            <ns1:picLocks noChangeAspect="1"/>
          </ns0:cNvPicPr>
          <ns0:nvPr/>
        </ns0:nvPicPr>
        <ns0:blipFill>
          <ns1:blip ns2:embed="rId2"/>
          <ns1:stretch>
            <ns1:fillRect/>
          </ns1:stretch>
        </ns0:blipFill>
        <ns0:spPr>
          <ns1:xfrm>
            <ns1:off x="2933706" y="1911095"/>
            <ns1:ext cx="6324283"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N·m? Classification: failure or no failure; or fault type: bearing, winding, imbalance.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MADE CONCRETE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The same four limits, in your own discipline</ns1:t>
            </ns1:r>
          </ns1:p>
        </ns0:txBody>
      </ns0:sp>
      <ns0:sp>
        <ns0:nvSpPr>
          <ns0:cNvPr id="4" name="TextBox 3"/>
          <ns0:cNvSpPr txBox="1"/>
          <ns0:nvPr/>
        </ns0:nvSpPr>
        <ns0:spPr>
          <ns1:xfrm>
            <ns1:off x="685800"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1 · No data</ns1:t>
            </ns1:r>
          </ns1:p>
        </ns0:txBody>
      </ns0:sp>
      <ns0:sp>
        <ns0:nvSpPr>
          <ns0:cNvPr id="5" name="TextBox 4"/>
          <ns0:cNvSpPr txBox="1"/>
          <ns0:nvPr/>
        </ns0:nvSpPr>
        <ns0:spPr>
          <ns1:xfrm>
            <ns1:off x="685800"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Most motors in most plants have no sensor on them at all. There is nothing to learn from.</ns1:t>
            </ns1:r>
          </ns1:p>
        </ns0:txBody>
      </ns0:sp>
      <ns0:sp>
        <ns0:nvSpPr>
          <ns0:cNvPr id="6" name="TextBox 5"/>
          <ns0:cNvSpPr txBox="1"/>
          <ns0:nvPr/>
        </ns0:nvSpPr>
        <ns0:spPr>
          <ns1:xfrm>
            <ns1:off x="685800"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2 · No signal</ns1:t>
            </ns1:r>
          </ns1:p>
        </ns0:txBody>
      </ns0:sp>
      <ns0:sp>
        <ns0:nvSpPr>
          <ns0:cNvPr id="7" name="TextBox 6"/>
          <ns0:cNvSpPr txBox="1"/>
          <ns0:nvPr/>
        </ns0:nvSpPr>
        <ns0:spPr>
          <ns1:xfrm>
            <ns1:off x="685800"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The cabinet's paint colour does not predict bearing failure. Feed it in and a model will still produce a number.</ns1:t>
            </ns1:r>
          </ns1:p>
        </ns0:txBody>
      </ns0:sp>
      <ns0:sp>
        <ns0:nvSpPr>
          <ns0:cNvPr id="8" name="TextBox 7"/>
          <ns0:cNvSpPr txBox="1"/>
          <ns0:nvPr/>
        </ns0:nvSpPr>
        <ns0:spPr>
          <ns1:xfrm>
            <ns1:off x="6347307"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3 · Physics is better</ns1:t>
            </ns1:r>
          </ns1:p>
        </ns0:txBody>
      </ns0:sp>
      <ns0:sp>
        <ns0:nvSpPr>
          <ns0:cNvPr id="9" name="TextBox 8"/>
          <ns0:cNvSpPr txBox="1"/>
          <ns0:nvPr/>
        </ns0:nvSpPr>
        <ns0:spPr>
          <ns1:xfrm>
            <ns1:off x="6347307"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For DC circuits, power is voltage times current. Ohm’s law is voltage = current × resistance. Do not use a model where an equation will do.</ns1:t>
            </ns1:r>
          </ns1:p>
        </ns0:txBody>
      </ns0:sp>
      <ns0:sp>
        <ns0:nvSpPr>
          <ns0:cNvPr id="10" name="TextBox 9"/>
          <ns0:cNvSpPr txBox="1"/>
          <ns0:nvPr/>
        </ns0:nvSpPr>
        <ns0:spPr>
          <ns1:xfrm>
            <ns1:off x="6347307"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4 · The future changed</ns1:t>
            </ns1:r>
          </ns1:p>
        </ns0:txBody>
      </ns0:sp>
      <ns0:sp>
        <ns0:nvSpPr>
          <ns0:cNvPr id="11" name="TextBox 10"/>
          <ns0:cNvSpPr txBox="1"/>
          <ns0:nvPr/>
        </ns0:nvSpPr>
        <ns0:spPr>
          <ns1:xfrm>
            <ns1:off x="6347307"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A model trained before a rewind or a firmware change may silently stop being true afterwards.</ns1:t>
            </ns1:r>
          </ns1:p>
        </ns0:txBody>
      </ns0:sp>
      <ns0:sp>
        <ns0:nvSpPr>
          <ns0:cNvPr id="12" name="TextBox 11"/>
          <ns0:cNvSpPr txBox="1"/>
          <ns0:nvPr/>
        </ns0:nvSpPr>
        <ns0:spPr>
          <ns1:xfrm>
            <ns1:off x="6347307" y="4492284"/>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Why this matters for the rest of the course</ns1:t>
            </ns1:r>
          </ns1:p>
        </ns0:txBody>
      </ns0:sp>
      <ns0:sp>
        <ns0:nvSpPr>
          <ns0:cNvPr id="13" name="TextBox 12"/>
          <ns0:cNvSpPr txBox="1"/>
          <ns0:nvPr/>
        </ns0:nvSpPr>
        <ns0:spPr>
          <ns1:xfrm>
            <ns1:off x="6347307" y="4903547"/>
            <ns1:ext cx="5158587" cy="124659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Every project in Week 9 has to survive these four questions before it is approved. A team that cannot answer them has not defined an engineering problem yet — it has picked a technique and gone looking for somewhere to use it.</ns1:t>
            </ns1:r>
          </ns1:p>
        </ns0:txBody>
      </ns0:sp>
    </ns0:spTree>
  </ns0:cSld>
  <ns0:clrMapOvr>
    <ns1:masterClrMapping/>
  </ns0:clrMapOvr>
</ns0: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per cent each. Tap View score and read the feedback.</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ten of twelve count.</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1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