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d3877b95f6483e" /><Relationship Type="http://schemas.openxmlformats.org/officeDocument/2006/relationships/extended-properties" Target="/docProps/app.xml" Id="R1aaf5f462331439f" /><Relationship Type="http://schemas.openxmlformats.org/officeDocument/2006/relationships/officeDocument" Target="/ppt/presentation.xml" Id="R4bdb01e02fb84b9c" /></Relationships>
</file>

<file path=ppt/presentation.xml><?xml version="1.0" encoding="utf-8"?>
<p:presentation xmlns:p="http://schemas.openxmlformats.org/presentationml/2006/main">
  <p:sldMasterIdLst>
    <p:sldMasterId xmlns:r="http://schemas.openxmlformats.org/officeDocument/2006/relationships" id="2147483648" r:id="R7c127f0c09ea4281"/>
  </p:sldMasterIdLst>
  <p:notesMasterIdLst>
    <p:notesMasterId xmlns:r="http://schemas.openxmlformats.org/officeDocument/2006/relationships" r:id="R019a2ec33708403a"/>
  </p:notesMasterIdLst>
  <p:sldIdLst>
    <p:sldId xmlns:r="http://schemas.openxmlformats.org/officeDocument/2006/relationships" id="256" r:id="R8f01c5dadeed498c"/>
    <p:sldId xmlns:r="http://schemas.openxmlformats.org/officeDocument/2006/relationships" id="257" r:id="Rf1912c8d456d44ae"/>
    <p:sldId xmlns:r="http://schemas.openxmlformats.org/officeDocument/2006/relationships" id="258" r:id="R132889a39df341d1"/>
    <p:sldId xmlns:r="http://schemas.openxmlformats.org/officeDocument/2006/relationships" id="259" r:id="Red2adcfa4e4a4d0a"/>
    <p:sldId xmlns:r="http://schemas.openxmlformats.org/officeDocument/2006/relationships" id="260" r:id="R848f28ab613f4721"/>
    <p:sldId xmlns:r="http://schemas.openxmlformats.org/officeDocument/2006/relationships" id="261" r:id="R23dc0383fec64492"/>
    <p:sldId xmlns:r="http://schemas.openxmlformats.org/officeDocument/2006/relationships" id="262" r:id="R397410acb7664f3e"/>
    <p:sldId xmlns:r="http://schemas.openxmlformats.org/officeDocument/2006/relationships" id="263" r:id="Rcbfa2e686a584b23"/>
    <p:sldId xmlns:r="http://schemas.openxmlformats.org/officeDocument/2006/relationships" id="264" r:id="Reedbb768e36f44a8"/>
    <p:sldId xmlns:r="http://schemas.openxmlformats.org/officeDocument/2006/relationships" id="265" r:id="R62fb55cd922e433a"/>
    <p:sldId xmlns:r="http://schemas.openxmlformats.org/officeDocument/2006/relationships" id="266" r:id="R7de809e9dbe44aed"/>
    <p:sldId xmlns:r="http://schemas.openxmlformats.org/officeDocument/2006/relationships" id="267" r:id="R60849226ca7e4195"/>
    <p:sldId xmlns:r="http://schemas.openxmlformats.org/officeDocument/2006/relationships" id="268" r:id="R44900548ec2a4f94"/>
    <p:sldId xmlns:r="http://schemas.openxmlformats.org/officeDocument/2006/relationships" id="269" r:id="R02e351bbe7d842ec"/>
    <p:sldId xmlns:r="http://schemas.openxmlformats.org/officeDocument/2006/relationships" id="270" r:id="R285bd6feeb494e4b"/>
    <p:sldId xmlns:r="http://schemas.openxmlformats.org/officeDocument/2006/relationships" id="271" r:id="R65e4fd2355a24be1"/>
    <p:sldId xmlns:r="http://schemas.openxmlformats.org/officeDocument/2006/relationships" id="272" r:id="Rd30ddd217f97432c"/>
    <p:sldId xmlns:r="http://schemas.openxmlformats.org/officeDocument/2006/relationships" id="273" r:id="R0f84c87998db4658"/>
    <p:sldId xmlns:r="http://schemas.openxmlformats.org/officeDocument/2006/relationships" id="274" r:id="Rde1ccd6ee449467e"/>
    <p:sldId xmlns:r="http://schemas.openxmlformats.org/officeDocument/2006/relationships" id="275" r:id="R893436519b5b40c1"/>
    <p:sldId xmlns:r="http://schemas.openxmlformats.org/officeDocument/2006/relationships" id="276" r:id="Rb7defe9f525f4120"/>
    <p:sldId xmlns:r="http://schemas.openxmlformats.org/officeDocument/2006/relationships" id="277" r:id="R86feff30b56445eb"/>
    <p:sldId xmlns:r="http://schemas.openxmlformats.org/officeDocument/2006/relationships" id="278" r:id="R4f13235fd7cb457d"/>
    <p:sldId xmlns:r="http://schemas.openxmlformats.org/officeDocument/2006/relationships" id="279" r:id="Ra3f15820bea84f6b"/>
    <p:sldId xmlns:r="http://schemas.openxmlformats.org/officeDocument/2006/relationships" id="280" r:id="R53f1b3f8483c4108"/>
    <p:sldId xmlns:r="http://schemas.openxmlformats.org/officeDocument/2006/relationships" id="281" r:id="R207a8c77eb11471e"/>
    <p:sldId xmlns:r="http://schemas.openxmlformats.org/officeDocument/2006/relationships" id="282" r:id="R9e67ec6816404c42"/>
    <p:sldId xmlns:r="http://schemas.openxmlformats.org/officeDocument/2006/relationships" id="283" r:id="Rd4976ac100364f28"/>
    <p:sldId xmlns:r="http://schemas.openxmlformats.org/officeDocument/2006/relationships" id="284" r:id="R65b2377474394fb8"/>
    <p:sldId xmlns:r="http://schemas.openxmlformats.org/officeDocument/2006/relationships" id="285" r:id="R2fd8f410c8a54a1e"/>
    <p:sldId xmlns:r="http://schemas.openxmlformats.org/officeDocument/2006/relationships" id="286" r:id="Rbfcf60a635a64a48"/>
    <p:sldId xmlns:r="http://schemas.openxmlformats.org/officeDocument/2006/relationships" id="287" r:id="Rd132a37a9033449f"/>
    <p:sldId xmlns:r="http://schemas.openxmlformats.org/officeDocument/2006/relationships" id="288" r:id="Rdab422f1e576486c"/>
    <p:sldId xmlns:r="http://schemas.openxmlformats.org/officeDocument/2006/relationships" id="289" r:id="Rbf0e63ca774e4292"/>
    <p:sldId xmlns:r="http://schemas.openxmlformats.org/officeDocument/2006/relationships" id="290" r:id="Rd2fcad880e3440ea"/>
    <p:sldId xmlns:r="http://schemas.openxmlformats.org/officeDocument/2006/relationships" id="291" r:id="R52dd393591c84ce5"/>
    <p:sldId xmlns:r="http://schemas.openxmlformats.org/officeDocument/2006/relationships" id="292" r:id="Rca0a46231bb24bb0"/>
    <p:sldId xmlns:r="http://schemas.openxmlformats.org/officeDocument/2006/relationships" id="293" r:id="Rdd20831e747749f9"/>
    <p:sldId xmlns:r="http://schemas.openxmlformats.org/officeDocument/2006/relationships" id="294" r:id="R01d4cd64be5d4a6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dd40cb772764059" /><Relationship Type="http://schemas.openxmlformats.org/officeDocument/2006/relationships/slideMaster" Target="/ppt/slideMasters/slideMaster1.xml" Id="R7c127f0c09ea4281" /><Relationship Type="http://schemas.openxmlformats.org/officeDocument/2006/relationships/notesMaster" Target="/ppt/notesMasters/notesMaster1.xml" Id="R019a2ec33708403a" /><Relationship Type="http://schemas.openxmlformats.org/officeDocument/2006/relationships/presProps" Target="/ppt/presProps.xml" Id="Rc261ffe618c34a66" /><Relationship Type="http://schemas.openxmlformats.org/officeDocument/2006/relationships/tableStyles" Target="/ppt/tableStyles.xml" Id="Red57ee6d3dd14e99" /><Relationship Type="http://schemas.openxmlformats.org/officeDocument/2006/relationships/slide" Target="/ppt/slides/slide1.xml" Id="R8f01c5dadeed498c" /><Relationship Type="http://schemas.openxmlformats.org/officeDocument/2006/relationships/slide" Target="/ppt/slides/slide2.xml" Id="Rf1912c8d456d44ae" /><Relationship Type="http://schemas.openxmlformats.org/officeDocument/2006/relationships/slide" Target="/ppt/slides/slide3.xml" Id="R132889a39df341d1" /><Relationship Type="http://schemas.openxmlformats.org/officeDocument/2006/relationships/slide" Target="/ppt/slides/slide4.xml" Id="Red2adcfa4e4a4d0a" /><Relationship Type="http://schemas.openxmlformats.org/officeDocument/2006/relationships/slide" Target="/ppt/slides/slide5.xml" Id="R848f28ab613f4721" /><Relationship Type="http://schemas.openxmlformats.org/officeDocument/2006/relationships/slide" Target="/ppt/slides/slide6.xml" Id="R23dc0383fec64492" /><Relationship Type="http://schemas.openxmlformats.org/officeDocument/2006/relationships/slide" Target="/ppt/slides/slide7.xml" Id="R397410acb7664f3e" /><Relationship Type="http://schemas.openxmlformats.org/officeDocument/2006/relationships/slide" Target="/ppt/slides/slide8.xml" Id="Rcbfa2e686a584b23" /><Relationship Type="http://schemas.openxmlformats.org/officeDocument/2006/relationships/slide" Target="/ppt/slides/slide9.xml" Id="Reedbb768e36f44a8" /><Relationship Type="http://schemas.openxmlformats.org/officeDocument/2006/relationships/slide" Target="/ppt/slides/slide10.xml" Id="R62fb55cd922e433a" /><Relationship Type="http://schemas.openxmlformats.org/officeDocument/2006/relationships/slide" Target="/ppt/slides/slide11.xml" Id="R7de809e9dbe44aed" /><Relationship Type="http://schemas.openxmlformats.org/officeDocument/2006/relationships/slide" Target="/ppt/slides/slide12.xml" Id="R60849226ca7e4195" /><Relationship Type="http://schemas.openxmlformats.org/officeDocument/2006/relationships/slide" Target="/ppt/slides/slide13.xml" Id="R44900548ec2a4f94" /><Relationship Type="http://schemas.openxmlformats.org/officeDocument/2006/relationships/slide" Target="/ppt/slides/slide14.xml" Id="R02e351bbe7d842ec" /><Relationship Type="http://schemas.openxmlformats.org/officeDocument/2006/relationships/slide" Target="/ppt/slides/slide15.xml" Id="R285bd6feeb494e4b" /><Relationship Type="http://schemas.openxmlformats.org/officeDocument/2006/relationships/slide" Target="/ppt/slides/slide16.xml" Id="R65e4fd2355a24be1" /><Relationship Type="http://schemas.openxmlformats.org/officeDocument/2006/relationships/slide" Target="/ppt/slides/slide17.xml" Id="Rd30ddd217f97432c" /><Relationship Type="http://schemas.openxmlformats.org/officeDocument/2006/relationships/slide" Target="/ppt/slides/slide18.xml" Id="R0f84c87998db4658" /><Relationship Type="http://schemas.openxmlformats.org/officeDocument/2006/relationships/slide" Target="/ppt/slides/slide19.xml" Id="Rde1ccd6ee449467e" /><Relationship Type="http://schemas.openxmlformats.org/officeDocument/2006/relationships/slide" Target="/ppt/slides/slide20.xml" Id="R893436519b5b40c1" /><Relationship Type="http://schemas.openxmlformats.org/officeDocument/2006/relationships/slide" Target="/ppt/slides/slide21.xml" Id="Rb7defe9f525f4120" /><Relationship Type="http://schemas.openxmlformats.org/officeDocument/2006/relationships/slide" Target="/ppt/slides/slide22.xml" Id="R86feff30b56445eb" /><Relationship Type="http://schemas.openxmlformats.org/officeDocument/2006/relationships/slide" Target="/ppt/slides/slide23.xml" Id="R4f13235fd7cb457d" /><Relationship Type="http://schemas.openxmlformats.org/officeDocument/2006/relationships/slide" Target="/ppt/slides/slide24.xml" Id="Ra3f15820bea84f6b" /><Relationship Type="http://schemas.openxmlformats.org/officeDocument/2006/relationships/slide" Target="/ppt/slides/slide25.xml" Id="R53f1b3f8483c4108" /><Relationship Type="http://schemas.openxmlformats.org/officeDocument/2006/relationships/slide" Target="/ppt/slides/slide26.xml" Id="R207a8c77eb11471e" /><Relationship Type="http://schemas.openxmlformats.org/officeDocument/2006/relationships/slide" Target="/ppt/slides/slide27.xml" Id="R9e67ec6816404c42" /><Relationship Type="http://schemas.openxmlformats.org/officeDocument/2006/relationships/slide" Target="/ppt/slides/slide28.xml" Id="Rd4976ac100364f28" /><Relationship Type="http://schemas.openxmlformats.org/officeDocument/2006/relationships/slide" Target="/ppt/slides/slide29.xml" Id="R65b2377474394fb8" /><Relationship Type="http://schemas.openxmlformats.org/officeDocument/2006/relationships/slide" Target="/ppt/slides/slide30.xml" Id="R2fd8f410c8a54a1e" /><Relationship Type="http://schemas.openxmlformats.org/officeDocument/2006/relationships/slide" Target="/ppt/slides/slide31.xml" Id="Rbfcf60a635a64a48" /><Relationship Type="http://schemas.openxmlformats.org/officeDocument/2006/relationships/slide" Target="/ppt/slides/slide32.xml" Id="Rd132a37a9033449f" /><Relationship Type="http://schemas.openxmlformats.org/officeDocument/2006/relationships/slide" Target="/ppt/slides/slide33.xml" Id="Rdab422f1e576486c" /><Relationship Type="http://schemas.openxmlformats.org/officeDocument/2006/relationships/slide" Target="/ppt/slides/slide34.xml" Id="Rbf0e63ca774e4292" /><Relationship Type="http://schemas.openxmlformats.org/officeDocument/2006/relationships/slide" Target="/ppt/slides/slide35.xml" Id="Rd2fcad880e3440ea" /><Relationship Type="http://schemas.openxmlformats.org/officeDocument/2006/relationships/slide" Target="/ppt/slides/slide36.xml" Id="R52dd393591c84ce5" /><Relationship Type="http://schemas.openxmlformats.org/officeDocument/2006/relationships/slide" Target="/ppt/slides/slide37.xml" Id="Rca0a46231bb24bb0" /><Relationship Type="http://schemas.openxmlformats.org/officeDocument/2006/relationships/slide" Target="/ppt/slides/slide38.xml" Id="Rdd20831e747749f9" /><Relationship Type="http://schemas.openxmlformats.org/officeDocument/2006/relationships/slide" Target="/ppt/slides/slide39.xml" Id="R01d4cd64be5d4a6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c11aec2f32404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1807510ad4b478e" /><Relationship Type="http://schemas.openxmlformats.org/officeDocument/2006/relationships/notesMaster" Target="/ppt/notesMasters/notesMaster1.xml" Id="R8fbf305fc9524c77" /></Relationships>
</file>

<file path=ppt/notesSlides/_rels/notesSlide2.xml.rels>&#65279;<?xml version="1.0" encoding="utf-8"?><Relationships xmlns="http://schemas.openxmlformats.org/package/2006/relationships"><Relationship Type="http://schemas.openxmlformats.org/officeDocument/2006/relationships/slide" Target="/ppt/slides/slide2.xml" Id="Reec0bcdf182844dc" /><Relationship Type="http://schemas.openxmlformats.org/officeDocument/2006/relationships/notesMaster" Target="/ppt/notesMasters/notesMaster1.xml" Id="R47c775fdb6d84c5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d0c9204065474e" /><Relationship Type="http://schemas.openxmlformats.org/officeDocument/2006/relationships/notesMaster" Target="/ppt/notesMasters/notesMaster1.xml" Id="R8979c7ee00e04cf6"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5b6144200349c3" /><Relationship Type="http://schemas.openxmlformats.org/officeDocument/2006/relationships/notesMaster" Target="/ppt/notesMasters/notesMaster1.xml" Id="R61be2d25039f4bee" /></Relationships>
</file>

<file path=ppt/notesSlides/_rels/notesSlide5.xml.rels>&#65279;<?xml version="1.0" encoding="utf-8"?><Relationships xmlns="http://schemas.openxmlformats.org/package/2006/relationships"><Relationship Type="http://schemas.openxmlformats.org/officeDocument/2006/relationships/slide" Target="/ppt/slides/slide5.xml" Id="R42a83c1fed664262" /><Relationship Type="http://schemas.openxmlformats.org/officeDocument/2006/relationships/notesMaster" Target="/ppt/notesMasters/notesMaster1.xml" Id="R257965628bdd4faa" /></Relationships>
</file>

<file path=ppt/notesSlides/_rels/notesSlide6.xml.rels>&#65279;<?xml version="1.0" encoding="utf-8"?><Relationships xmlns="http://schemas.openxmlformats.org/package/2006/relationships"><Relationship Type="http://schemas.openxmlformats.org/officeDocument/2006/relationships/slide" Target="/ppt/slides/slide6.xml" Id="Rdd6cf0fb9a534f81" /><Relationship Type="http://schemas.openxmlformats.org/officeDocument/2006/relationships/notesMaster" Target="/ppt/notesMasters/notesMaster1.xml" Id="R3077a9bf9e144c54" /></Relationships>
</file>

<file path=ppt/notesSlides/_rels/notesSlide7.xml.rels>&#65279;<?xml version="1.0" encoding="utf-8"?><Relationships xmlns="http://schemas.openxmlformats.org/package/2006/relationships"><Relationship Type="http://schemas.openxmlformats.org/officeDocument/2006/relationships/slide" Target="/ppt/slides/slide7.xml" Id="Ra81f71c3e89148f3" /><Relationship Type="http://schemas.openxmlformats.org/officeDocument/2006/relationships/notesMaster" Target="/ppt/notesMasters/notesMaster1.xml" Id="R3d3ae96eac8148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612312493e44631" /><Relationship Type="http://schemas.openxmlformats.org/officeDocument/2006/relationships/notesMaster" Target="/ppt/notesMasters/notesMaster1.xml" Id="R6a90d8ad7bb04f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85b967cf14144538" /><Relationship Type="http://schemas.openxmlformats.org/officeDocument/2006/relationships/notesMaster" Target="/ppt/notesMasters/notesMaster1.xml" Id="R8e4d7a9a91984c3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aface332484a43" /><Relationship Type="http://schemas.openxmlformats.org/officeDocument/2006/relationships/notesMaster" Target="/ppt/notesMasters/notesMaster1.xml" Id="R1c60dad143d14e6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c10e70763094a92" /><Relationship Type="http://schemas.openxmlformats.org/officeDocument/2006/relationships/notesMaster" Target="/ppt/notesMasters/notesMaster1.xml" Id="Rb4bed21158ee4a8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563b53b7e944364" /><Relationship Type="http://schemas.openxmlformats.org/officeDocument/2006/relationships/notesMaster" Target="/ppt/notesMasters/notesMaster1.xml" Id="Rb89c3990758e41c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bcb4a96d81b4a27" /><Relationship Type="http://schemas.openxmlformats.org/officeDocument/2006/relationships/notesMaster" Target="/ppt/notesMasters/notesMaster1.xml" Id="R602c006ad7084a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6b9ca17662340b2" /><Relationship Type="http://schemas.openxmlformats.org/officeDocument/2006/relationships/notesMaster" Target="/ppt/notesMasters/notesMaster1.xml" Id="R33b2fc500d08473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ee94f462d1e4db1" /><Relationship Type="http://schemas.openxmlformats.org/officeDocument/2006/relationships/notesMaster" Target="/ppt/notesMasters/notesMaster1.xml" Id="Rc24379406d92452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91b7fae567a42c8" /><Relationship Type="http://schemas.openxmlformats.org/officeDocument/2006/relationships/notesMaster" Target="/ppt/notesMasters/notesMaster1.xml" Id="R4c6ba15dabb348c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b201a5802704560" /><Relationship Type="http://schemas.openxmlformats.org/officeDocument/2006/relationships/notesMaster" Target="/ppt/notesMasters/notesMaster1.xml" Id="R138e643cf52946f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8c4c159a2bc4948" /><Relationship Type="http://schemas.openxmlformats.org/officeDocument/2006/relationships/notesMaster" Target="/ppt/notesMasters/notesMaster1.xml" Id="Rbab79e5afecd45f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60c07a429da452d" /><Relationship Type="http://schemas.openxmlformats.org/officeDocument/2006/relationships/notesMaster" Target="/ppt/notesMasters/notesMaster1.xml" Id="R440f0beb317e4a8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0232be3411d49b8" /><Relationship Type="http://schemas.openxmlformats.org/officeDocument/2006/relationships/notesMaster" Target="/ppt/notesMasters/notesMaster1.xml" Id="R54999552dd084bf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ec0b946e2df434a" /><Relationship Type="http://schemas.openxmlformats.org/officeDocument/2006/relationships/notesMaster" Target="/ppt/notesMasters/notesMaster1.xml" Id="Ra462dcca9f91485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8406194d6074353" /><Relationship Type="http://schemas.openxmlformats.org/officeDocument/2006/relationships/notesMaster" Target="/ppt/notesMasters/notesMaster1.xml" Id="R850d97a19b8c438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d51b31337c84d88" /><Relationship Type="http://schemas.openxmlformats.org/officeDocument/2006/relationships/notesMaster" Target="/ppt/notesMasters/notesMaster1.xml" Id="R85320f8568ae473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7b81ac4e8074cf9" /><Relationship Type="http://schemas.openxmlformats.org/officeDocument/2006/relationships/notesMaster" Target="/ppt/notesMasters/notesMaster1.xml" Id="R2ce3940e3d2f409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ac0dd6419c3411e" /><Relationship Type="http://schemas.openxmlformats.org/officeDocument/2006/relationships/notesMaster" Target="/ppt/notesMasters/notesMaster1.xml" Id="R2e86eb1bf8f4442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ba8dd340ff64ba6" /><Relationship Type="http://schemas.openxmlformats.org/officeDocument/2006/relationships/notesMaster" Target="/ppt/notesMasters/notesMaster1.xml" Id="R3f94fed427a1454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5d653ba07804e80" /><Relationship Type="http://schemas.openxmlformats.org/officeDocument/2006/relationships/notesMaster" Target="/ppt/notesMasters/notesMaster1.xml" Id="R025075a467124ea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a17ddc494eb4480" /><Relationship Type="http://schemas.openxmlformats.org/officeDocument/2006/relationships/notesMaster" Target="/ppt/notesMasters/notesMaster1.xml" Id="R4eec978406e842b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073d132148b46a3" /><Relationship Type="http://schemas.openxmlformats.org/officeDocument/2006/relationships/notesMaster" Target="/ppt/notesMasters/notesMaster1.xml" Id="Rd67382664fb94c1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8ef639a4ff14cb7" /><Relationship Type="http://schemas.openxmlformats.org/officeDocument/2006/relationships/notesMaster" Target="/ppt/notesMasters/notesMaster1.xml" Id="Rd3b62d061394423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739dc3577e14e8b" /><Relationship Type="http://schemas.openxmlformats.org/officeDocument/2006/relationships/notesMaster" Target="/ppt/notesMasters/notesMaster1.xml" Id="R0c75e1d44a53485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33c6e6d25e64745" /><Relationship Type="http://schemas.openxmlformats.org/officeDocument/2006/relationships/notesMaster" Target="/ppt/notesMasters/notesMaster1.xml" Id="R30988052797b4b3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ec9d9a86ece4fa3" /><Relationship Type="http://schemas.openxmlformats.org/officeDocument/2006/relationships/notesMaster" Target="/ppt/notesMasters/notesMaster1.xml" Id="R42c0bf1f852d49e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c4433486d1c43d3" /><Relationship Type="http://schemas.openxmlformats.org/officeDocument/2006/relationships/notesMaster" Target="/ppt/notesMasters/notesMaster1.xml" Id="R2e4e5d13845445f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4a838b476cb46f7" /><Relationship Type="http://schemas.openxmlformats.org/officeDocument/2006/relationships/notesMaster" Target="/ppt/notesMasters/notesMaster1.xml" Id="Rbe2e36daab4c4ac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a43a6d43c11427a" /><Relationship Type="http://schemas.openxmlformats.org/officeDocument/2006/relationships/notesMaster" Target="/ppt/notesMasters/notesMaster1.xml" Id="R94f8cee51cca48d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9a7f7894a7d4391" /><Relationship Type="http://schemas.openxmlformats.org/officeDocument/2006/relationships/notesMaster" Target="/ppt/notesMasters/notesMaster1.xml" Id="R8412e22d0d79437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f56985f694245f1" /><Relationship Type="http://schemas.openxmlformats.org/officeDocument/2006/relationships/notesMaster" Target="/ppt/notesMasters/notesMaster1.xml" Id="R0d3b7ce17e8f421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3b234afd1fd4319" /><Relationship Type="http://schemas.openxmlformats.org/officeDocument/2006/relationships/notesMaster" Target="/ppt/notesMasters/notesMaster1.xml" Id="Rb71da4df10794520"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Honest validation and leakage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Honest validation and leakage.</a:t>
            </a:r>
          </a:p>
          <a:p>
            <a:r>
              <a:t/>
            </a:r>
          </a:p>
          <a:p>
            <a:r>
              <a:t>LECTURER CUE</a:t>
            </a:r>
          </a:p>
          <a:p>
            <a:r>
              <a:t>Ask learners to explain this goal in ordinary language. The first successful attempt matters more than covering optional extensions. Defer: Multiple adversarial notebooks, elaborate validation curves and several cross-validation variants are extensions after the core split is understood.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explain why E6 cannot be used to choose a feature or tune the tree. If they cannot, return to the paper partitions.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building team records indoor temperature to investigate comfort. Civil students can discuss construction and inspection; architecture students can discuss shading and ventilation. Explain the quantities before using them.</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Training validation and final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Training validation and final test</a:t>
            </a:r>
          </a:p>
          <a:p>
            <a:r>
              <a:t/>
            </a:r>
          </a:p>
          <a:p>
            <a:r>
              <a:t>CONNECT</a:t>
            </a:r>
          </a:p>
          <a:p>
            <a:r>
              <a:t>Build on the preceding slide: The engineering context.</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Three sets have different jobs.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Three sets have different jobs</a:t>
            </a:r>
          </a:p>
          <a:p>
            <a:r>
              <a:t/>
            </a:r>
          </a:p>
          <a:p>
            <a:r>
              <a:t>CONNECT</a:t>
            </a:r>
          </a:p>
          <a:p>
            <a:r>
              <a:t>Build on the preceding slide: Training validation and final test.</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Three sets have different jobs.</a:t>
            </a:r>
          </a:p>
          <a:p>
            <a:r>
              <a:t/>
            </a:r>
          </a:p>
          <a:p>
            <a:r>
              <a:t>POINT TO THE DEFINITION</a:t>
            </a:r>
          </a:p>
          <a:p>
            <a:r>
              <a:t>Generalisation: Performance on new cases from the intended setting, not merely on records already used.</a:t>
            </a:r>
          </a:p>
          <a:p>
            <a:r>
              <a:t>Overfitting and underfitting: Overfitting captures training-specific detail that fails to transfer. Underfitting misses useful patterns. Score gaps are clues, not a complete diagnosis.</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POINT TO THE DEFINITION</a:t>
            </a:r>
          </a:p>
          <a:p>
            <a:r>
              <a:t>Leakage: Information enters model development that would not legitimately be available, such as the answer or information from evaluation rows.</a:t>
            </a:r>
          </a:p>
          <a:p>
            <a:r>
              <a:t>Group split: Keep all observations from the same equipment in one partition when the goal is prediction for unseen equipment.</a:t>
            </a:r>
          </a:p>
          <a:p>
            <a:r>
              <a:t/>
            </a:r>
          </a:p>
          <a:p>
            <a:r>
              <a:t>NEXT</a:t>
            </a:r>
          </a:p>
          <a:p>
            <a:r>
              <a:t>Repeated equipment needs group separation.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Repeated equipment needs group separation</a:t>
            </a:r>
          </a:p>
          <a:p>
            <a:r>
              <a:t/>
            </a:r>
          </a:p>
          <a:p>
            <a:r>
              <a:t>CONNECT</a:t>
            </a:r>
          </a:p>
          <a:p>
            <a:r>
              <a:t>Build on the preceding slide: Words we will use.</a:t>
            </a:r>
          </a:p>
          <a:p>
            <a:r>
              <a:t/>
            </a:r>
          </a:p>
          <a:p>
            <a:r>
              <a:t>LECTURER CUE</a:t>
            </a:r>
          </a:p>
          <a:p>
            <a:r>
              <a:t>Write equipment letters on paper cards and distribute whole groups to train, validation and test. Explain why two observations of the same machine can share information.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Keeping equipment groups together.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Keeping equipment groups together</a:t>
            </a:r>
          </a:p>
          <a:p>
            <a:r>
              <a:t/>
            </a:r>
          </a:p>
          <a:p>
            <a:r>
              <a:t>CONNECT</a:t>
            </a:r>
          </a:p>
          <a:p>
            <a:r>
              <a:t>Build on the preceding slide: Repeated equipment needs group separation.</a:t>
            </a:r>
          </a:p>
          <a:p>
            <a:r>
              <a:t/>
            </a:r>
          </a:p>
          <a:p>
            <a:r>
              <a:t>LECTURER CUE</a:t>
            </a:r>
          </a:p>
          <a:p>
            <a:r>
              <a:t>This toy split explains group separation. It does not establish a representative evaluation with only two pieces of equipment.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(1/2)</a:t>
            </a:r>
          </a:p>
          <a:p>
            <a:r>
              <a:t/>
            </a:r>
          </a:p>
          <a:p>
            <a:r>
              <a:t>CONNECT</a:t>
            </a:r>
          </a:p>
          <a:p>
            <a:r>
              <a:t>Build on the preceding slide: Keeping equipment groups together.</a:t>
            </a:r>
          </a:p>
          <a:p>
            <a:r>
              <a:t/>
            </a:r>
          </a:p>
          <a:p>
            <a:r>
              <a:t>LECTURER CUE</a:t>
            </a:r>
          </a:p>
          <a:p>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a:r>
              <a:t/>
            </a:r>
          </a:p>
          <a:p>
            <a:r>
              <a:t>Complete practice code:</a:t>
            </a:r>
          </a:p>
          <a:p>
            <a:r>
              <a:t>records = [{"id": 1, "equipment": "A"},</a:t>
            </a:r>
          </a:p>
          <a:p>
            <a:r>
              <a:t>           {"id": 2, "equipment": "A"},</a:t>
            </a:r>
          </a:p>
          <a:p>
            <a:r>
              <a:t>           {"id": 3, "equipment": "B"}]</a:t>
            </a:r>
          </a:p>
          <a:p>
            <a:r>
              <a:t>train = []</a:t>
            </a:r>
          </a:p>
          <a:p>
            <a:r>
              <a:t>validation = []</a:t>
            </a:r>
          </a:p>
          <a:p>
            <a:r>
              <a:t>for row in records:</a:t>
            </a:r>
          </a:p>
          <a:p>
            <a:r>
              <a:t>    if row["equipment"] == "A":</a:t>
            </a:r>
          </a:p>
          <a:p>
            <a:r>
              <a:t>        train.append(row["id"])</a:t>
            </a:r>
          </a:p>
          <a:p>
            <a:r>
              <a:t>    else:</a:t>
            </a:r>
          </a:p>
          <a:p>
            <a:r>
              <a:t>        validation.append(row["id"])</a:t>
            </a:r>
          </a:p>
          <a:p>
            <a:r>
              <a:t>print(train, validation)</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WALK THROUGH THIS CODE</a:t>
            </a:r>
          </a:p>
          <a:p>
            <a:r>
              <a:t>Square brackets create a list or select an item.</a:t>
            </a:r>
          </a:p>
          <a:p>
            <a:r>
              <a:t>Braces hold dictionary key: value pairs here.</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(2/2)</a:t>
            </a:r>
          </a:p>
          <a:p>
            <a:r>
              <a:t/>
            </a:r>
          </a:p>
          <a:p>
            <a:r>
              <a:t>CONNECT</a:t>
            </a:r>
          </a:p>
          <a:p>
            <a:r>
              <a:t>Build on the preceding slide: Worked example (1/2).</a:t>
            </a:r>
          </a:p>
          <a:p>
            <a:r>
              <a:t/>
            </a:r>
          </a:p>
          <a:p>
            <a:r>
              <a:t>LECTURER CUE</a:t>
            </a:r>
          </a:p>
          <a:p>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a:r>
              <a:t/>
            </a:r>
          </a:p>
          <a:p>
            <a:r>
              <a:t>Complete practice code:</a:t>
            </a:r>
          </a:p>
          <a:p>
            <a:r>
              <a:t>records = [{"id": 1, "equipment": "A"},</a:t>
            </a:r>
          </a:p>
          <a:p>
            <a:r>
              <a:t>           {"id": 2, "equipment": "A"},</a:t>
            </a:r>
          </a:p>
          <a:p>
            <a:r>
              <a:t>           {"id": 3, "equipment": "B"}]</a:t>
            </a:r>
          </a:p>
          <a:p>
            <a:r>
              <a:t>train = []</a:t>
            </a:r>
          </a:p>
          <a:p>
            <a:r>
              <a:t>validation = []</a:t>
            </a:r>
          </a:p>
          <a:p>
            <a:r>
              <a:t>for row in records:</a:t>
            </a:r>
          </a:p>
          <a:p>
            <a:r>
              <a:t>    if row["equipment"] == "A":</a:t>
            </a:r>
          </a:p>
          <a:p>
            <a:r>
              <a:t>        train.append(row["id"])</a:t>
            </a:r>
          </a:p>
          <a:p>
            <a:r>
              <a:t>    else:</a:t>
            </a:r>
          </a:p>
          <a:p>
            <a:r>
              <a:t>        validation.append(row["id"])</a:t>
            </a:r>
          </a:p>
          <a:p>
            <a:r>
              <a:t>print(train, validation)</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(2/2).</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Preprocessing and pipeline.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Preprocessing and pipeline</a:t>
            </a:r>
          </a:p>
          <a:p>
            <a:r>
              <a:t/>
            </a:r>
          </a:p>
          <a:p>
            <a:r>
              <a:t>CONNECT</a:t>
            </a:r>
          </a:p>
          <a:p>
            <a:r>
              <a:t>Build on the preceding slide: Expected output.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Preprocessing and pipeline: Preprocessing changes inputs, for example filling missing values. A pipeline fits these steps on training data and applies the same fitted changes to new inputs.</a:t>
            </a:r>
          </a:p>
          <a:p>
            <a:r>
              <a:t/>
            </a:r>
          </a:p>
          <a:p>
            <a:r>
              <a:t>NEXT</a:t>
            </a:r>
          </a:p>
          <a:p>
            <a:r>
              <a:t>A learned cleaning value comes from training.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learned cleaning value comes from training</a:t>
            </a:r>
          </a:p>
          <a:p>
            <a:r>
              <a:t/>
            </a:r>
          </a:p>
          <a:p>
            <a:r>
              <a:t>CONNECT</a:t>
            </a:r>
          </a:p>
          <a:p>
            <a:r>
              <a:t>Build on the preceding slide: Preprocessing and pipeline.</a:t>
            </a:r>
          </a:p>
          <a:p>
            <a:r>
              <a:t/>
            </a:r>
          </a:p>
          <a:p>
            <a:r>
              <a:t>LECTURER CUE</a:t>
            </a:r>
          </a:p>
          <a:p>
            <a:r>
              <a:t>Fit a missing-value replacement on training values [20, 22, 24]: the median is 22. A new hotter observation must not change that fitted median.</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A training-only fill value.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training-only fill value</a:t>
            </a:r>
          </a:p>
          <a:p>
            <a:r>
              <a:t/>
            </a:r>
          </a:p>
          <a:p>
            <a:r>
              <a:t>CONNECT</a:t>
            </a:r>
          </a:p>
          <a:p>
            <a:r>
              <a:t>Build on the preceding slide: A learned cleaning value comes from training.</a:t>
            </a:r>
          </a:p>
          <a:p>
            <a:r>
              <a:t/>
            </a:r>
          </a:p>
          <a:p>
            <a:r>
              <a:t>LECTURER CUE</a:t>
            </a:r>
          </a:p>
          <a:p>
            <a:r>
              <a:t>The median is learned from training observations. Adding a new validation observation must not change it. A real modelling pipeline follows this same rule for each learned step.</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A training-only fill value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training-only fill value in Python (1/2)</a:t>
            </a:r>
          </a:p>
          <a:p>
            <a:r>
              <a:t/>
            </a:r>
          </a:p>
          <a:p>
            <a:r>
              <a:t>CONNECT</a:t>
            </a:r>
          </a:p>
          <a:p>
            <a:r>
              <a:t>Build on the preceding slide: A training-only fill value.</a:t>
            </a:r>
          </a:p>
          <a:p>
            <a:r>
              <a:t/>
            </a:r>
          </a:p>
          <a:p>
            <a:r>
              <a:t>LECTURER CUE</a:t>
            </a:r>
          </a:p>
          <a:p>
            <a:r>
              <a:t>The median is learned from training observations. Adding a new validation observation must not change it. A real modelling pipeline follows this same rule for each learned step.</a:t>
            </a:r>
          </a:p>
          <a:p>
            <a:r>
              <a:t/>
            </a:r>
          </a:p>
          <a:p>
            <a:r>
              <a:t>Complete practice code:</a:t>
            </a:r>
          </a:p>
          <a:p>
            <a:r>
              <a:t>from statistics import median</a:t>
            </a:r>
          </a:p>
          <a:p>
            <a:r>
              <a:t>training_values = [20, 22, 24]</a:t>
            </a:r>
          </a:p>
          <a:p>
            <a:r>
              <a:t>validation_values = [None, 40]</a:t>
            </a:r>
          </a:p>
          <a:p>
            <a:r>
              <a:t>training_median = median(training_values)</a:t>
            </a:r>
          </a:p>
          <a:p>
            <a:r>
              <a:t>filled_validation = []</a:t>
            </a:r>
          </a:p>
          <a:p>
            <a:r>
              <a:t>for value in validation_values:</a:t>
            </a:r>
          </a:p>
          <a:p>
            <a:r>
              <a:t>    if value is None:</a:t>
            </a:r>
          </a:p>
          <a:p>
            <a:r>
              <a:t>        filled_validation.append(training_median)</a:t>
            </a:r>
          </a:p>
          <a:p>
            <a:r>
              <a:t>    else:</a:t>
            </a:r>
          </a:p>
          <a:p>
            <a:r>
              <a:t>        filled_validation.append(value)</a:t>
            </a:r>
          </a:p>
          <a:p>
            <a:r>
              <a:t>print(training_median, filled_validation)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training-only fill value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training-only fill value in Python (2/2)</a:t>
            </a:r>
          </a:p>
          <a:p>
            <a:r>
              <a:t/>
            </a:r>
          </a:p>
          <a:p>
            <a:r>
              <a:t>CONNECT</a:t>
            </a:r>
          </a:p>
          <a:p>
            <a:r>
              <a:t>Build on the preceding slide: A training-only fill value in Python (1/2).</a:t>
            </a:r>
          </a:p>
          <a:p>
            <a:r>
              <a:t/>
            </a:r>
          </a:p>
          <a:p>
            <a:r>
              <a:t>LECTURER CUE</a:t>
            </a:r>
          </a:p>
          <a:p>
            <a:r>
              <a:t>The median is learned from training observations. Adding a new validation observation must not change it. A real modelling pipeline follows this same rule for each learned step.</a:t>
            </a:r>
          </a:p>
          <a:p>
            <a:r>
              <a:t/>
            </a:r>
          </a:p>
          <a:p>
            <a:r>
              <a:t>Complete practice code:</a:t>
            </a:r>
          </a:p>
          <a:p>
            <a:r>
              <a:t>from statistics import median</a:t>
            </a:r>
          </a:p>
          <a:p>
            <a:r>
              <a:t>training_values = [20, 22, 24]</a:t>
            </a:r>
          </a:p>
          <a:p>
            <a:r>
              <a:t>validation_values = [None, 40]</a:t>
            </a:r>
          </a:p>
          <a:p>
            <a:r>
              <a:t>training_median = median(training_values)</a:t>
            </a:r>
          </a:p>
          <a:p>
            <a:r>
              <a:t>filled_validation = []</a:t>
            </a:r>
          </a:p>
          <a:p>
            <a:r>
              <a:t>for value in validation_values:</a:t>
            </a:r>
          </a:p>
          <a:p>
            <a:r>
              <a:t>    if value is None:</a:t>
            </a:r>
          </a:p>
          <a:p>
            <a:r>
              <a:t>        filled_validation.append(training_median)</a:t>
            </a:r>
          </a:p>
          <a:p>
            <a:r>
              <a:t>    else:</a:t>
            </a:r>
          </a:p>
          <a:p>
            <a:r>
              <a:t>        filled_validation.append(value)</a:t>
            </a:r>
          </a:p>
          <a:p>
            <a:r>
              <a:t>print(training_median, filled_validation)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Leakage gives away information from the future.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Leakage gives away information from the future</a:t>
            </a:r>
          </a:p>
          <a:p>
            <a:r>
              <a:t/>
            </a:r>
          </a:p>
          <a:p>
            <a:r>
              <a:t>CONNECT</a:t>
            </a:r>
          </a:p>
          <a:p>
            <a:r>
              <a:t>Build on the preceding slide: A training-only fill value in Python (2/2).</a:t>
            </a:r>
          </a:p>
          <a:p>
            <a:r>
              <a:t/>
            </a:r>
          </a:p>
          <a:p>
            <a:r>
              <a:t>LECTURER CUE</a:t>
            </a:r>
          </a:p>
          <a:p>
            <a:r>
              <a:t>Show a counterexample: if every input contains a field called final_inspection_result recorded after the outcome, an excellent score can be meaningless for earlier prediction.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Cross-validation.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Cross-validation</a:t>
            </a:r>
          </a:p>
          <a:p>
            <a:r>
              <a:t/>
            </a:r>
          </a:p>
          <a:p>
            <a:r>
              <a:t>CONNECT</a:t>
            </a:r>
          </a:p>
          <a:p>
            <a:r>
              <a:t>Build on the preceding slide: Leakage gives away information from the future.</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POINT TO THE DEFINITION</a:t>
            </a:r>
          </a:p>
          <a:p>
            <a:r>
              <a:t>Cross-validation: Repeat fitting and validation on several partitions of the training/development data. Respect groups or time order. Keep the final test outside tuning.</a:t>
            </a:r>
          </a:p>
          <a:p>
            <a:r>
              <a:t/>
            </a:r>
          </a:p>
          <a:p>
            <a:r>
              <a:t>NEXT</a:t>
            </a:r>
          </a:p>
          <a:p>
            <a:r>
              <a:t>What standard deviation tells us.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standard deviation tells us</a:t>
            </a:r>
          </a:p>
          <a:p>
            <a:r>
              <a:t/>
            </a:r>
          </a:p>
          <a:p>
            <a:r>
              <a:t>CONNECT</a:t>
            </a:r>
          </a:p>
          <a:p>
            <a:r>
              <a:t>Build on the preceding slide: Cross-validation.</a:t>
            </a:r>
          </a:p>
          <a:p>
            <a:r>
              <a:t/>
            </a:r>
          </a:p>
          <a:p>
            <a:r>
              <a:t>LECTURER CUE</a:t>
            </a:r>
          </a:p>
          <a:p>
            <a:r>
              <a:t>Square each deviation, average all three, then take the square root. Here we describe the full displayed set. A sample SD would instead divide by n - 1; do not mix conventions.</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Each fold takes a turn at validation.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Each fold takes a turn at validation</a:t>
            </a:r>
          </a:p>
          <a:p>
            <a:r>
              <a:t/>
            </a:r>
          </a:p>
          <a:p>
            <a:r>
              <a:t>CONNECT</a:t>
            </a:r>
          </a:p>
          <a:p>
            <a:r>
              <a:t>Build on the preceding slide: What standard deviation tells us.</a:t>
            </a:r>
          </a:p>
          <a:p>
            <a:r>
              <a:t/>
            </a:r>
          </a:p>
          <a:p>
            <a:r>
              <a:t>LECTURER CUE</a:t>
            </a:r>
          </a:p>
          <a:p>
            <a:r>
              <a:t>The illustrated mean is about 4.30 MPa and population standard deviation about 0.39 MPa. This is fold variation, not a confidence interval. Keep equipment groups together. Keep a separate final test outside model selection.</a:t>
            </a:r>
          </a:p>
          <a:p>
            <a:r>
              <a:t>Source: existing course illustration figs/kfold.png. These are illustrative examples, not this cohort’s assessed results.</a:t>
            </a:r>
          </a:p>
          <a:p>
            <a:r>
              <a:t/>
            </a:r>
          </a:p>
          <a:p>
            <a:r>
              <a:t>NEXT</a:t>
            </a:r>
          </a:p>
          <a:p>
            <a:r>
              <a:t>Choose a split that matches future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Choose a split that matches future use</a:t>
            </a:r>
          </a:p>
          <a:p>
            <a:r>
              <a:t/>
            </a:r>
          </a:p>
          <a:p>
            <a:r>
              <a:t>CONNECT</a:t>
            </a:r>
          </a:p>
          <a:p>
            <a:r>
              <a:t>Build on the preceding slide: Each fold takes a turn at validation.</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Equipment or time: For unseen equipment, keep each equipment ID together. For future-time prediction, train on earlier observations and evaluate on later ones.</a:t>
            </a:r>
          </a:p>
          <a:p>
            <a:r>
              <a:t>Scaler and split tool: A scaler learns how to rescale features; fit it on training data. GroupShuffleSplit is a library tool for group separation. Our assignment instead uses its fixed published equipment lists.</a:t>
            </a:r>
          </a:p>
          <a:p>
            <a:r>
              <a:t/>
            </a:r>
          </a:p>
          <a:p>
            <a:r>
              <a:t>NEXT</a:t>
            </a:r>
          </a:p>
          <a:p>
            <a:r>
              <a:t>You are the data splitter.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data splitter</a:t>
            </a:r>
          </a:p>
          <a:p>
            <a:r>
              <a:t/>
            </a:r>
          </a:p>
          <a:p>
            <a:r>
              <a:t>CONNECT</a:t>
            </a:r>
          </a:p>
          <a:p>
            <a:r>
              <a:t>Build on the preceding slide: Choose a split that matches future use.</a:t>
            </a:r>
          </a:p>
          <a:p>
            <a:r>
              <a:t/>
            </a:r>
          </a:p>
          <a:p>
            <a:r>
              <a:t>LECTURER CUE</a:t>
            </a:r>
          </a:p>
          <a:p>
            <a:r>
              <a:t>Do this before revealing the discussion slide. One learner moves or writes the items, the other checks. Swap roles. Every student explains one step. Expected: No. Keep A1 and A2 together for this question. This tiny activity illustrates separation, not sufficient evaluation sample size.</a:t>
            </a:r>
          </a:p>
          <a:p>
            <a:r>
              <a:t>Wait for an individual prediction before inviting pair discussion. Give a first-step hint if needed.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data splitter.</a:t>
            </a:r>
          </a:p>
          <a:p>
            <a:r>
              <a:t/>
            </a:r>
          </a:p>
          <a:p>
            <a:r>
              <a:t>LECTURER CUE</a:t>
            </a:r>
          </a:p>
          <a:p>
            <a:r>
              <a:t>Ask which step produced this answer. Return to the concrete action if a learner cannot explain it. This is practice feedback, never a quiz key.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It stays with B in validation. Mixing a source across partitions can give an overly optimistic estimate for unseen equipment.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DISCUSSION KEY FOR THIS SLIDE</a:t>
            </a:r>
          </a:p>
          <a:p>
            <a:r>
              <a:t>DISCUSS THE REASONING</a:t>
            </a:r>
          </a:p>
          <a:p>
            <a:r>
              <a:t>Practice discussion</a:t>
            </a:r>
          </a:p>
          <a:p>
            <a:r>
              <a:t>It stays with B in validation. Mixing a source across partitions can give an overly optimistic estimate for unseen equipment.</a:t>
            </a:r>
          </a:p>
          <a:p>
            <a:r>
              <a:t>Which step produced this result? What changes if one input changes?</a:t>
            </a:r>
          </a:p>
          <a:p>
            <a:r>
              <a:t>CML3112   Week 10   27</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Explain why our repeated equipment IDs require grouped partitions rather than ordinary random folds.</a:t>
            </a:r>
          </a:p>
          <a:p>
            <a:r>
              <a:t>Preview before class and stop after the selected short excerpt. If playback fails, teach the worked example. Video is optional. Source: https://www.youtube.com/watch?v=fSytzGwwBVw</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W10 specifies E1–E4 train, E5 validation, E6 test and preserves input order. Use the assigned equipment_id field and record_id outputs. Reuse the W08 fitting pattern. Explain that GroupShuffleSplit and time-based splitting solve different deployment questions; use the rule in the issued task.</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Interpreting validation results.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Interpreting validation results</a:t>
            </a:r>
          </a:p>
          <a:p>
            <a:r>
              <a:t/>
            </a:r>
          </a:p>
          <a:p>
            <a:r>
              <a:t>CONNECT</a:t>
            </a:r>
          </a:p>
          <a:p>
            <a:r>
              <a:t>Build on the preceding slide: Preparing for the assignment.</a:t>
            </a:r>
          </a:p>
          <a:p>
            <a:r>
              <a:t/>
            </a:r>
          </a:p>
          <a:p>
            <a:r>
              <a:t>LECTURER CUE</a:t>
            </a:r>
          </a:p>
          <a:p>
            <a:r>
              <a:t>Teach these concepts before the weekly quiz. Use changed numbers for practice. This slide supplies concepts, not the quiz key.</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Interpreting validation results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Interpreting validation results continued</a:t>
            </a:r>
          </a:p>
          <a:p>
            <a:r>
              <a:t/>
            </a:r>
          </a:p>
          <a:p>
            <a:r>
              <a:t>CONNECT</a:t>
            </a:r>
          </a:p>
          <a:p>
            <a:r>
              <a:t>Build on the preceding slide: Interpreting validation results.</a:t>
            </a:r>
          </a:p>
          <a:p>
            <a:r>
              <a:t/>
            </a:r>
          </a:p>
          <a:p>
            <a:r>
              <a:t>LECTURER CUE</a:t>
            </a:r>
          </a:p>
          <a:p>
            <a:r>
              <a:t>Teach these concepts before the weekly quiz. Use changed numbers for practice. This slide supplies concepts, not the quiz key.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Interpreting validation results continued.</a:t>
            </a:r>
          </a:p>
          <a:p>
            <a:r>
              <a:t/>
            </a:r>
          </a:p>
          <a:p>
            <a:r>
              <a:t>LECTURER CUE</a:t>
            </a:r>
          </a:p>
          <a:p>
            <a:r>
              <a:t>Investigate building cooling load. Target units: kW.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group_split(records).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group_split(records)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IUEA_Teaching_Plan/assessment_banks/W10/CML3112/A/TASKS.md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predict_regression(training_records, feature_records).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predict_regression(training_records, feature_records)</a:t>
            </a:r>
          </a:p>
          <a:p>
            <a:r>
              <a:t/>
            </a:r>
          </a:p>
          <a:p>
            <a:r>
              <a:t>CONNECT</a:t>
            </a:r>
          </a:p>
          <a:p>
            <a:r>
              <a:t>Build on the preceding slide: group_split(records).</a:t>
            </a:r>
          </a:p>
          <a:p>
            <a:r>
              <a:t/>
            </a:r>
          </a:p>
          <a:p>
            <a:r>
              <a:t>LECTURER CUE</a:t>
            </a:r>
          </a:p>
          <a:p>
            <a:r>
              <a:t>Public task contract. Explain input and output types before independent work. Source: IUEA_Teaching_Plan/assessment_banks/W10/CML3112/A/TASKS.md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predict_regression(training_records, feature_records).</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Validation and trust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Validation and trust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10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10 quiz</a:t>
            </a:r>
          </a:p>
          <a:p>
            <a:r>
              <a:t/>
            </a:r>
          </a:p>
          <a:p>
            <a:r>
              <a:t>CONNECT</a:t>
            </a:r>
          </a:p>
          <a:p>
            <a:r>
              <a:t>Build on the preceding slide: Validation and trust submission.</a:t>
            </a:r>
          </a:p>
          <a:p>
            <a:r>
              <a:t/>
            </a:r>
          </a:p>
          <a:p>
            <a:r>
              <a:t>LECTURER CUE</a:t>
            </a:r>
          </a:p>
          <a:p>
            <a:r>
              <a:t>Activate the matching open_W10_CML3112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10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1be91f163e14f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1e26a097a84a57" /><Relationship Type="http://schemas.openxmlformats.org/officeDocument/2006/relationships/slideLayout" Target="/ppt/slideLayouts/slideLayout1.xml" Id="R3278e49d60a84f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78e49d60a84f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1bcc6ed6d34156" /><Relationship Type="http://schemas.openxmlformats.org/officeDocument/2006/relationships/image" Target="/ppt/media/image.png" Id="R700f2c8178ab46ae" /><Relationship Type="http://schemas.openxmlformats.org/officeDocument/2006/relationships/notesSlide" Target="/ppt/notesSlides/notesSlide1.xml" Id="R87b03d54bfba403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1eb87c119fc4dff" /><Relationship Type="http://schemas.openxmlformats.org/officeDocument/2006/relationships/notesSlide" Target="/ppt/notesSlides/notesSlide2.xml" Id="Rbb476ab9831c4f1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e89628dd7334735" /><Relationship Type="http://schemas.openxmlformats.org/officeDocument/2006/relationships/notesSlide" Target="/ppt/notesSlides/notesSlide3.xml" Id="R1cf3e3a414f24b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7a817e4fa134f80" /><Relationship Type="http://schemas.openxmlformats.org/officeDocument/2006/relationships/notesSlide" Target="/ppt/notesSlides/notesSlide4.xml" Id="Rd187015c1be2493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dfafaa84ac64769" /><Relationship Type="http://schemas.openxmlformats.org/officeDocument/2006/relationships/notesSlide" Target="/ppt/notesSlides/notesSlide5.xml" Id="R4b54df2d108844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a00f3debf2d491e" /><Relationship Type="http://schemas.openxmlformats.org/officeDocument/2006/relationships/image" Target="/ppt/media/image2.png" Id="R8e1f100f9db747ee" /><Relationship Type="http://schemas.openxmlformats.org/officeDocument/2006/relationships/notesSlide" Target="/ppt/notesSlides/notesSlide6.xml" Id="Rd2898e6e11bf4bc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ac47032dea04170" /><Relationship Type="http://schemas.openxmlformats.org/officeDocument/2006/relationships/notesSlide" Target="/ppt/notesSlides/notesSlide7.xml" Id="Rac2e742d3ac3483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aeace4b59aa4634" /><Relationship Type="http://schemas.openxmlformats.org/officeDocument/2006/relationships/notesSlide" Target="/ppt/notesSlides/notesSlide8.xml" Id="R7e619580fc4645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2256c6f662b4a60" /><Relationship Type="http://schemas.openxmlformats.org/officeDocument/2006/relationships/notesSlide" Target="/ppt/notesSlides/notesSlide9.xml" Id="R99a0120ba7944db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38d72515dd14149" /><Relationship Type="http://schemas.openxmlformats.org/officeDocument/2006/relationships/notesSlide" Target="/ppt/notesSlides/notesSlide10.xml" Id="Rdd203c087616400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4186538cf454592" /><Relationship Type="http://schemas.openxmlformats.org/officeDocument/2006/relationships/notesSlide" Target="/ppt/notesSlides/notesSlide11.xml" Id="R805f58b1e1d747f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89ff9562d664eb3" /><Relationship Type="http://schemas.openxmlformats.org/officeDocument/2006/relationships/notesSlide" Target="/ppt/notesSlides/notesSlide12.xml" Id="R9965f25a27794f7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1905cabab7044d6" /><Relationship Type="http://schemas.openxmlformats.org/officeDocument/2006/relationships/notesSlide" Target="/ppt/notesSlides/notesSlide13.xml" Id="Rc5af07e9895e4fe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4f015334f5947f5" /><Relationship Type="http://schemas.openxmlformats.org/officeDocument/2006/relationships/notesSlide" Target="/ppt/notesSlides/notesSlide14.xml" Id="R5f95c57b7c464ca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d2f9ab3bbec4ebf" /><Relationship Type="http://schemas.openxmlformats.org/officeDocument/2006/relationships/notesSlide" Target="/ppt/notesSlides/notesSlide15.xml" Id="R00093b346c5143b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71989e08ec94fc1" /><Relationship Type="http://schemas.openxmlformats.org/officeDocument/2006/relationships/notesSlide" Target="/ppt/notesSlides/notesSlide16.xml" Id="Rd9558075e759420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4813f8454534704" /><Relationship Type="http://schemas.openxmlformats.org/officeDocument/2006/relationships/notesSlide" Target="/ppt/notesSlides/notesSlide17.xml" Id="R66403415f5e848f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91efa06bdd14324" /><Relationship Type="http://schemas.openxmlformats.org/officeDocument/2006/relationships/notesSlide" Target="/ppt/notesSlides/notesSlide18.xml" Id="Rde6cf51352ae46e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56e5345f3354258" /><Relationship Type="http://schemas.openxmlformats.org/officeDocument/2006/relationships/notesSlide" Target="/ppt/notesSlides/notesSlide19.xml" Id="R9a4a20aa3b264cb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11bdbcc188742d7" /><Relationship Type="http://schemas.openxmlformats.org/officeDocument/2006/relationships/notesSlide" Target="/ppt/notesSlides/notesSlide20.xml" Id="R7f13c4d76dd246b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d6cced2fd5d4f04" /><Relationship Type="http://schemas.openxmlformats.org/officeDocument/2006/relationships/notesSlide" Target="/ppt/notesSlides/notesSlide21.xml" Id="Rf1058e808d364c1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ab59516d5ab4740" /><Relationship Type="http://schemas.openxmlformats.org/officeDocument/2006/relationships/image" Target="/ppt/media/image3.png" Id="Rc3ee7ae7454e4088" /><Relationship Type="http://schemas.openxmlformats.org/officeDocument/2006/relationships/notesSlide" Target="/ppt/notesSlides/notesSlide22.xml" Id="R1e7425d8ab314c8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3cc0cfba58a44f7" /><Relationship Type="http://schemas.openxmlformats.org/officeDocument/2006/relationships/notesSlide" Target="/ppt/notesSlides/notesSlide23.xml" Id="R3c16d9e6c00047a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f3175a0280c4955" /><Relationship Type="http://schemas.openxmlformats.org/officeDocument/2006/relationships/notesSlide" Target="/ppt/notesSlides/notesSlide24.xml" Id="R56eccc567d3b43c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051ee2a264041fd" /><Relationship Type="http://schemas.openxmlformats.org/officeDocument/2006/relationships/notesSlide" Target="/ppt/notesSlides/notesSlide25.xml" Id="R8dd3463b95644b6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126ad8a245348b2" /><Relationship Type="http://schemas.openxmlformats.org/officeDocument/2006/relationships/notesSlide" Target="/ppt/notesSlides/notesSlide26.xml" Id="R36e1e9010a2b4d3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c28ed737ef042f0" /><Relationship Type="http://schemas.openxmlformats.org/officeDocument/2006/relationships/notesSlide" Target="/ppt/notesSlides/notesSlide27.xml" Id="R9c9513af042b4c8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0729cf9b43d4bd1" /><Relationship Type="http://schemas.openxmlformats.org/officeDocument/2006/relationships/hyperlink" Target="https://www.youtube.com/watch?v=fSytzGwwBVw" TargetMode="External" Id="Rea182d9327844cef" /><Relationship Type="http://schemas.openxmlformats.org/officeDocument/2006/relationships/notesSlide" Target="/ppt/notesSlides/notesSlide28.xml" Id="Rbf60f0276aeb442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2000ca1c1b6413a" /><Relationship Type="http://schemas.openxmlformats.org/officeDocument/2006/relationships/notesSlide" Target="/ppt/notesSlides/notesSlide29.xml" Id="R3439cf70bd64437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40c69877ad944fa" /><Relationship Type="http://schemas.openxmlformats.org/officeDocument/2006/relationships/notesSlide" Target="/ppt/notesSlides/notesSlide30.xml" Id="R029ac89bd7ae4f3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5b09036f93234e41" /><Relationship Type="http://schemas.openxmlformats.org/officeDocument/2006/relationships/notesSlide" Target="/ppt/notesSlides/notesSlide31.xml" Id="R88d10a6683644fd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2e8bad4df7c4209" /><Relationship Type="http://schemas.openxmlformats.org/officeDocument/2006/relationships/notesSlide" Target="/ppt/notesSlides/notesSlide32.xml" Id="Rc5bc2a070d7d458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c94f1f17ad84c28" /><Relationship Type="http://schemas.openxmlformats.org/officeDocument/2006/relationships/notesSlide" Target="/ppt/notesSlides/notesSlide33.xml" Id="R81a737ee97ab423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099e819c7d54499" /><Relationship Type="http://schemas.openxmlformats.org/officeDocument/2006/relationships/notesSlide" Target="/ppt/notesSlides/notesSlide34.xml" Id="R03164595d4bf41d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c17d485806644d2" /><Relationship Type="http://schemas.openxmlformats.org/officeDocument/2006/relationships/notesSlide" Target="/ppt/notesSlides/notesSlide35.xml" Id="R2c7534b7b5d34ee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623d4335630f4b74" /><Relationship Type="http://schemas.openxmlformats.org/officeDocument/2006/relationships/notesSlide" Target="/ppt/notesSlides/notesSlide36.xml" Id="R6f8bf466341e4a4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7d544e922454de1" /><Relationship Type="http://schemas.openxmlformats.org/officeDocument/2006/relationships/hyperlink" Target="https://docs.google.com/forms/d/e/1FAIpQLSfHHR9NLI-zvGYZ2Xf7wgwxBjXO3bjfUZRIH9SX_g3JtGRLXQ/viewform" TargetMode="External" Id="R819163eb81d64e8c" /><Relationship Type="http://schemas.openxmlformats.org/officeDocument/2006/relationships/notesSlide" Target="/ppt/notesSlides/notesSlide37.xml" Id="R2d9d07d31f1c48f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95a66a7dcece4612" /><Relationship Type="http://schemas.openxmlformats.org/officeDocument/2006/relationships/image" Target="/ppt/media/image4.png" Id="Rd58d73f13d814697" /><Relationship Type="http://schemas.openxmlformats.org/officeDocument/2006/relationships/hyperlink" Target="https://forms.gle/8BV6yg76yvUwbQGK9" TargetMode="External" Id="R283d834cb1564d04" /><Relationship Type="http://schemas.openxmlformats.org/officeDocument/2006/relationships/notesSlide" Target="/ppt/notesSlides/notesSlide38.xml" Id="Rc14cb62931cb4ed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481f2bc34b874e01" /><Relationship Type="http://schemas.openxmlformats.org/officeDocument/2006/relationships/notesSlide" Target="/ppt/notesSlides/notesSlide39.xml" Id="R4dabaf96bded4c4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00f2c8178ab46a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E762809-7AB7-4CB7-8642-B716B7F84B47}"/>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1017285-CB57-45CF-8FBD-B61DFFA36A6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10</a:t>
            </a:r>
          </a:p>
        </p:txBody>
      </p:sp>
      <p:sp>
        <p:nvSpPr>
          <p:cNvPr id="4" name="">
            <a:extLst xmlns:a="http://schemas.openxmlformats.org/drawingml/2006/main">
              <a:ext uri="{FF2B5EF4-FFF2-40B4-BE49-F238E27FC236}">
                <a16:creationId xmlns:a16="http://schemas.microsoft.com/office/drawing/2014/main" id="{88B2E036-1D0B-482D-BACA-48583020E89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84D16E6C-657C-4C01-BAA0-AC41A080885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8B2B5128-F9AE-43A1-B219-FCDC6F2A02B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2433298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7AC6B9-DE8B-43BA-97D8-D32A533288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35F945-B119-48AF-8EA4-AA990A3FC4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380A3764-6848-47F8-B446-F13B494162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9931D05A-1537-4AB0-AD03-7BAFEA7B7558}"/>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FE1369-F86B-4F65-97CB-A99B0F12004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23920D4-8926-4E38-A84C-34AE3694C46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BC20376E-4C8C-4E3C-990B-353B2AE485BE}"/>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719ED97-F46C-4AB0-89BC-2E377515355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7DCC23F7-943F-45BB-A9BF-2013BE10B7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a:t>
            </a:r>
          </a:p>
        </p:txBody>
      </p:sp>
    </p:spTree>
    <p:extLst>
      <p:ext uri="{BB962C8B-B14F-4D97-AF65-F5344CB8AC3E}">
        <p14:creationId xmlns:p14="http://schemas.microsoft.com/office/powerpoint/2010/main" val="1788611857"/>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7C261FA-0FB4-4904-993C-217C243089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88127F92-5B63-483A-9F46-B3447C1C91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FF8C08FD-ED0B-4159-B4CD-B282EB8B0DF3}"/>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B690CC74-DCFF-4608-B546-43649D21E90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Which rows fit the model? Which rows help choose it? Which rows must remain untouched until the end?</a:t>
            </a:r>
          </a:p>
        </p:txBody>
      </p:sp>
      <p:sp>
        <p:nvSpPr>
          <p:cNvPr id="5" name="">
            <a:extLst xmlns:a="http://schemas.openxmlformats.org/drawingml/2006/main">
              <a:ext uri="{FF2B5EF4-FFF2-40B4-BE49-F238E27FC236}">
                <a16:creationId xmlns:a16="http://schemas.microsoft.com/office/drawing/2014/main" id="{4E43A395-A230-4613-B98E-66373D633DF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0BCABF97-8AC5-45C5-AF75-38D1D8390B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10   3</a:t>
            </a:r>
          </a:p>
        </p:txBody>
      </p:sp>
    </p:spTree>
    <p:extLst>
      <p:ext uri="{BB962C8B-B14F-4D97-AF65-F5344CB8AC3E}">
        <p14:creationId xmlns:p14="http://schemas.microsoft.com/office/powerpoint/2010/main" val="6854169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D97A4C-9A70-4B1F-B85F-A86B9AC1E4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7655CD-3689-451C-84BE-C07B2E241E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98320EFF-822B-4D5A-BBFB-01983404E7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B4D9C344-2B2F-4305-AF22-AFA97922FE4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6898B4-C83A-4C2C-8161-1A0A8ED47C7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79ACC85E-29C2-43A4-824F-B090A0E5CD1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2244EEF-4A22-4C02-A5B4-00F0A4C271C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BB1F7B8A-0ADA-46C2-BFBE-36D309AE953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421EDC7-B02C-4988-BAC5-5B504EB9FC4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1EF3F680-9976-46C2-832B-1C99D9868F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a:t>
            </a:r>
          </a:p>
        </p:txBody>
      </p:sp>
    </p:spTree>
    <p:extLst>
      <p:ext uri="{BB962C8B-B14F-4D97-AF65-F5344CB8AC3E}">
        <p14:creationId xmlns:p14="http://schemas.microsoft.com/office/powerpoint/2010/main" val="96774552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1E3CAAD-09AA-4E43-8985-21CDD37A9A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EAB201-E69B-464F-9932-9AC1F15296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1C7E45-5B2A-425C-970F-0B1563EC4F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A7774F21-113C-4573-B785-4D177755171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362660-7457-48E5-8BF0-FF92AECA413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2662A30E-B61C-4128-99D6-5676779A4E7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4EBB79-A726-4E8B-9270-B53651D8D1D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C5F9C1EF-E7AC-4D95-9F97-788C3CD1FC6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DF8778-C2B7-4287-833D-217B3646B79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D53ABFD2-3EC0-4D82-85D3-0035248909F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65AD202-D603-43A4-B583-DE7FFA99A6D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BAA6C268-C4D1-40E7-9255-156F3275C1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5</a:t>
            </a:r>
          </a:p>
        </p:txBody>
      </p:sp>
    </p:spTree>
    <p:extLst>
      <p:ext uri="{BB962C8B-B14F-4D97-AF65-F5344CB8AC3E}">
        <p14:creationId xmlns:p14="http://schemas.microsoft.com/office/powerpoint/2010/main" val="192588435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FA63B2-B7E5-47E4-8CDE-DA703194B71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1C3FB5-ECAC-436F-84AC-2B822792E5B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e1f100f9db747e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CDE52A2-BDD8-4104-A43B-526AA854530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96AF04-D058-44CF-9F67-57E76F57F5A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4B66647C-35E0-4561-A214-7EAB54D8A0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6</a:t>
            </a:r>
          </a:p>
        </p:txBody>
      </p:sp>
    </p:spTree>
    <p:extLst>
      <p:ext uri="{BB962C8B-B14F-4D97-AF65-F5344CB8AC3E}">
        <p14:creationId xmlns:p14="http://schemas.microsoft.com/office/powerpoint/2010/main" val="212893194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FD6E51-884E-4A60-B931-1D6820742C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A3293D-2C45-41A7-8FCF-7EC428311E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4FF9AE0-ECEB-4467-9964-EF1B794F38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7A4D1AF8-7260-4003-9B84-F23A2702D3D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E1CD94-C4A9-427D-846C-2CD94D5CABA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304605C3-F166-41EA-AA9E-D3773471EC3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E8E0A72F-847B-4F4B-9F29-FB8732E39E6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43255BB-5BE9-45F6-B07F-581CF94E5D5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4B31BA87-D71B-4042-BE10-7384BC755B3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CD8DCC78-47E8-4B6F-ADCD-CC72A4879B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7</a:t>
            </a:r>
          </a:p>
        </p:txBody>
      </p:sp>
    </p:spTree>
    <p:extLst>
      <p:ext uri="{BB962C8B-B14F-4D97-AF65-F5344CB8AC3E}">
        <p14:creationId xmlns:p14="http://schemas.microsoft.com/office/powerpoint/2010/main" val="88614206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B8F238-398C-4ED2-A2AD-D2778CFF63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8BFF08-A364-4B9A-AB88-A967B32677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75E0088-C1A3-49C5-BB60-B4FC9EAC8D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A6E4BA1C-D976-4415-8C78-F1374003329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229119-FE5B-4FBF-B9C1-48FB8913295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7CBF5950-F9CC-4EC4-8027-27B0E15B9B5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F783C73D-6E9B-4CBC-8C37-E8897349922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DA27CF-F738-4997-B701-211434C4F74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7FC24079-2DC5-49F1-A6A2-DA86B00992B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5F6A2F1E-8184-4ADB-B4BD-5BD5019C66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8</a:t>
            </a:r>
          </a:p>
        </p:txBody>
      </p:sp>
    </p:spTree>
    <p:extLst>
      <p:ext uri="{BB962C8B-B14F-4D97-AF65-F5344CB8AC3E}">
        <p14:creationId xmlns:p14="http://schemas.microsoft.com/office/powerpoint/2010/main" val="9573153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13E848-8557-4CCD-A96D-B99BDC4132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894753-552D-483C-8C5C-B22D51BD9A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E6C956-ECC9-4A7E-83D8-01FB513BC3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DBA648E8-F5C3-4E8D-B622-285C8A7DD8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55B5CF8-9C15-4EC6-BB6A-32AE64B8986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E2F92F43-B030-4EBF-B998-E57CD67DA0B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AC053E-CB11-4139-9A1E-C94A9C69F84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5B85B286-7169-4067-88E7-0C3AF75D218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683415-DD53-4E9A-927B-25E335CB288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EF981FEF-2811-4BAA-A6D6-234C79BB75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9</a:t>
            </a:r>
          </a:p>
        </p:txBody>
      </p:sp>
    </p:spTree>
    <p:extLst>
      <p:ext uri="{BB962C8B-B14F-4D97-AF65-F5344CB8AC3E}">
        <p14:creationId xmlns:p14="http://schemas.microsoft.com/office/powerpoint/2010/main" val="21182983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05B910-7792-46B0-A5D4-EAB6C7B74D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F798CE-F36D-4236-975D-D1570EB073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1AC8027-2E19-4E65-8C16-678A02F005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2154CDD6-6E93-4948-B3F4-373BF1502B9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toy split explains group separation.</a:t>
            </a:r>
          </a:p>
        </p:txBody>
      </p:sp>
      <p:sp>
        <p:nvSpPr>
          <p:cNvPr id="6" name="">
            <a:extLst xmlns:a="http://schemas.openxmlformats.org/drawingml/2006/main">
              <a:ext uri="{FF2B5EF4-FFF2-40B4-BE49-F238E27FC236}">
                <a16:creationId xmlns:a16="http://schemas.microsoft.com/office/drawing/2014/main" id="{78BFC058-646A-49B3-9725-B351C1C2C4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10</a:t>
            </a:r>
          </a:p>
        </p:txBody>
      </p:sp>
    </p:spTree>
    <p:extLst>
      <p:ext uri="{BB962C8B-B14F-4D97-AF65-F5344CB8AC3E}">
        <p14:creationId xmlns:p14="http://schemas.microsoft.com/office/powerpoint/2010/main" val="21718210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0D13F6E-0700-480D-A3CB-52AAEDA5D0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EB1877-145B-4AAF-8AA5-F7F481A358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E0BC91-003E-4AAB-AA67-F76A0A9E15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(1/2)</a:t>
            </a:r>
          </a:p>
        </p:txBody>
      </p:sp>
      <p:sp>
        <p:nvSpPr>
          <p:cNvPr id="4" name="">
            <a:extLst xmlns:a="http://schemas.openxmlformats.org/drawingml/2006/main">
              <a:ext uri="{FF2B5EF4-FFF2-40B4-BE49-F238E27FC236}">
                <a16:creationId xmlns:a16="http://schemas.microsoft.com/office/drawing/2014/main" id="{AFB0D3C6-3C4D-46A5-B1B5-1C829980D80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DBF5ED-FEA4-4C9C-A5F7-EFAE4911860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CAA4A577-4872-4F5E-8846-298168AE0F0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E206DA9-AB63-4AE0-AEC8-B5A92DFF57B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55A8EAAA-ACE6-4804-96A9-AA078E45D12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E09E7CB2-0D18-4140-A4BD-3AA55532EBB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78D2375F-984C-4BFF-A411-CAB83837436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6E935898-46DA-48C2-9F01-DDFF2A4EE8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11</a:t>
            </a:r>
          </a:p>
        </p:txBody>
      </p:sp>
    </p:spTree>
    <p:extLst>
      <p:ext uri="{BB962C8B-B14F-4D97-AF65-F5344CB8AC3E}">
        <p14:creationId xmlns:p14="http://schemas.microsoft.com/office/powerpoint/2010/main" val="42909435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6CF052F-7458-4FAC-9E04-7EEB45D3E5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3777AB-80AA-4A8E-8D06-3FE8AB6A20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F86A9BC-C949-411B-AE2B-F12E328DF6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(2/2)</a:t>
            </a:r>
          </a:p>
        </p:txBody>
      </p:sp>
      <p:sp>
        <p:nvSpPr>
          <p:cNvPr id="4" name="">
            <a:extLst xmlns:a="http://schemas.openxmlformats.org/drawingml/2006/main">
              <a:ext uri="{FF2B5EF4-FFF2-40B4-BE49-F238E27FC236}">
                <a16:creationId xmlns:a16="http://schemas.microsoft.com/office/drawing/2014/main" id="{1F68196F-D619-4194-AD9C-41ADD3E708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217059-65F2-4B6D-A21A-D39591DD0B0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15C97AE2-8E9B-46B3-A680-15E9C9D672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73E2C48-5DC2-4826-8808-0772345DB88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5303D2CA-13D7-4C61-985C-FBC670C89D1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ED8847BC-7FB4-4904-BF94-5AC9A43C27F7}"/>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04046AB6-25BC-4441-A5AC-1D6C34E0248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34C6E662-F8D7-42C4-94EB-5D6159A7C0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12</a:t>
            </a:r>
          </a:p>
        </p:txBody>
      </p:sp>
    </p:spTree>
    <p:extLst>
      <p:ext uri="{BB962C8B-B14F-4D97-AF65-F5344CB8AC3E}">
        <p14:creationId xmlns:p14="http://schemas.microsoft.com/office/powerpoint/2010/main" val="41013762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C4F17DA-57E9-4C51-8059-CC990EB2BF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56C87A-084D-45BB-A399-34CEB06686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CC4AB272-118D-48D7-9860-BBDFFA2C82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A0462B12-0C33-4FD2-BC21-C61C9E6595D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DA96EF-3F76-4DC5-AE1D-7EB1D781CD8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08374EA5-F880-4052-A8A0-52694B4CFFA2}"/>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9B538DF-604D-4907-8EA9-C986515718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13</a:t>
            </a:r>
          </a:p>
        </p:txBody>
      </p:sp>
    </p:spTree>
    <p:extLst>
      <p:ext uri="{BB962C8B-B14F-4D97-AF65-F5344CB8AC3E}">
        <p14:creationId xmlns:p14="http://schemas.microsoft.com/office/powerpoint/2010/main" val="24954575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A898A6-34CB-4A0A-9497-63FC48D948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CE7460-A426-4D95-8023-C6C0768B64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46AAB0B-2DAE-4CA9-B1FA-D6BFF05854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8A2FF2F1-7AF0-41E1-A9F1-EDE29F8799D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FC8A9D-F1A5-46A4-9A62-3C8821A3442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BD66B133-0D4D-4A0D-B5B0-7713CEC7E17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F9711E88-553D-46AD-9BC8-03CE79BAE8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14</a:t>
            </a:r>
          </a:p>
        </p:txBody>
      </p:sp>
    </p:spTree>
    <p:extLst>
      <p:ext uri="{BB962C8B-B14F-4D97-AF65-F5344CB8AC3E}">
        <p14:creationId xmlns:p14="http://schemas.microsoft.com/office/powerpoint/2010/main" val="9610665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3F19AA-A319-4950-93C2-EED02B7431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ADC9DD-5E5C-40B2-B1FF-FDA5FC2B57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D4B5B5-1019-4069-A98F-963B462C75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02DEA37D-E6BB-4432-92BE-44E4B8FE7BE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51F5B9D-3BAB-4380-BE0E-8789176D039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B72CFB3C-20E4-4FE9-A09D-56A510760A3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3A2F65-880B-4E5F-9766-DC2C61C1867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F1EFAC55-F9CD-49CE-9369-28854E387F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0BB5F4-43B8-44D2-A629-7AC473FEF4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393568DE-9F94-4EA2-83FD-AA894C5A0D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15</a:t>
            </a:r>
          </a:p>
        </p:txBody>
      </p:sp>
    </p:spTree>
    <p:extLst>
      <p:ext uri="{BB962C8B-B14F-4D97-AF65-F5344CB8AC3E}">
        <p14:creationId xmlns:p14="http://schemas.microsoft.com/office/powerpoint/2010/main" val="25709528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770B65-AEEA-45E7-A990-743DE8E1BB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D519C7-8A03-4BF5-A02D-1DCAFC7584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DE0D62-70B8-460C-9CB4-BACC1C4E35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a:t>
            </a:r>
          </a:p>
        </p:txBody>
      </p:sp>
      <p:sp>
        <p:nvSpPr>
          <p:cNvPr id="4" name="">
            <a:extLst xmlns:a="http://schemas.openxmlformats.org/drawingml/2006/main">
              <a:ext uri="{FF2B5EF4-FFF2-40B4-BE49-F238E27FC236}">
                <a16:creationId xmlns:a16="http://schemas.microsoft.com/office/drawing/2014/main" id="{02481E45-161D-4B0A-89D5-B70F4BDA2B5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BF313D-90AA-40DA-A0EC-2D27DA4255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learned from training observations.</a:t>
            </a:r>
          </a:p>
        </p:txBody>
      </p:sp>
      <p:sp>
        <p:nvSpPr>
          <p:cNvPr id="6" name="">
            <a:extLst xmlns:a="http://schemas.openxmlformats.org/drawingml/2006/main">
              <a:ext uri="{FF2B5EF4-FFF2-40B4-BE49-F238E27FC236}">
                <a16:creationId xmlns:a16="http://schemas.microsoft.com/office/drawing/2014/main" id="{2B0F6DB1-E85F-4225-99F7-E5E5231F350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9492E8-7CF0-422D-B9C5-C5FD810088D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a new validation observation must not change it.</a:t>
            </a:r>
          </a:p>
        </p:txBody>
      </p:sp>
      <p:sp>
        <p:nvSpPr>
          <p:cNvPr id="8" name="">
            <a:extLst xmlns:a="http://schemas.openxmlformats.org/drawingml/2006/main">
              <a:ext uri="{FF2B5EF4-FFF2-40B4-BE49-F238E27FC236}">
                <a16:creationId xmlns:a16="http://schemas.microsoft.com/office/drawing/2014/main" id="{9F386FBF-1E0E-4C3E-97D9-4F18D4CC3B2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8E9D32-D30B-42DF-88E8-51ABAC75DEB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real modelling pipeline follows this same rule for each learned step.</a:t>
            </a:r>
          </a:p>
        </p:txBody>
      </p:sp>
      <p:sp>
        <p:nvSpPr>
          <p:cNvPr id="10" name="">
            <a:extLst xmlns:a="http://schemas.openxmlformats.org/drawingml/2006/main">
              <a:ext uri="{FF2B5EF4-FFF2-40B4-BE49-F238E27FC236}">
                <a16:creationId xmlns:a16="http://schemas.microsoft.com/office/drawing/2014/main" id="{7E713E42-DCD8-4BCF-A913-57488FFCC2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16</a:t>
            </a:r>
          </a:p>
        </p:txBody>
      </p:sp>
    </p:spTree>
    <p:extLst>
      <p:ext uri="{BB962C8B-B14F-4D97-AF65-F5344CB8AC3E}">
        <p14:creationId xmlns:p14="http://schemas.microsoft.com/office/powerpoint/2010/main" val="73484677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5DEB2E4-3373-4385-B9E9-F63D59A2B3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28FEE9-2815-40C5-A6AA-D183B754D4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571759A-EC19-497A-B7EB-1FB60016EF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FB90AAA3-68FC-499E-B3A9-4043F6BD78F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684194-1B8E-409C-82B0-AC70BE0A450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92ADAE92-8777-45A4-9E54-049B5EE846F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EC6FB83-CD40-424D-A606-92BE8D05D89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2EE986A0-DE34-44B5-8C3C-2906CFD4579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9D047E15-F0D4-4AE5-AA4B-27E6DC2B41C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BC18D1C0-EFBD-4EA8-B42A-23F3D8242DD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355DE953-BF79-4912-A5AC-1C5FC197C5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17</a:t>
            </a:r>
          </a:p>
        </p:txBody>
      </p:sp>
    </p:spTree>
    <p:extLst>
      <p:ext uri="{BB962C8B-B14F-4D97-AF65-F5344CB8AC3E}">
        <p14:creationId xmlns:p14="http://schemas.microsoft.com/office/powerpoint/2010/main" val="15890987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F3AB41-B42B-40E3-B133-CDD1FB180A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5D031C-D3D8-4511-9922-C373A2EF1C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7C823CC-1200-4D71-B3B8-3172D0165E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6D6D6FA0-C8DD-4F9C-9A79-2359BCCE3C4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C9C55C-CFBB-42E1-8377-B3FC0881586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82382882-9416-4167-AD69-1DD1FCF41BF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DF77D0F3-A195-408B-A3A7-59EFED14423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A53A6BAE-D4A6-45E2-BE25-A5C16BD5C0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18</a:t>
            </a:r>
          </a:p>
        </p:txBody>
      </p:sp>
    </p:spTree>
    <p:extLst>
      <p:ext uri="{BB962C8B-B14F-4D97-AF65-F5344CB8AC3E}">
        <p14:creationId xmlns:p14="http://schemas.microsoft.com/office/powerpoint/2010/main" val="12043594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0997D4-C626-4724-8AFF-3D3C4D615B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9D73BF-4A24-4A66-9B0F-AAC0CF6710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255C06-E755-4EBE-A57C-F88913911E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E4B2A9BA-39C1-48F5-98AF-FF9F01BDB89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DCE08D-9FAB-4188-B02C-66E1ED05FFA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E0C0F0A1-96B3-4926-9AC9-D6D9DA672A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BAC5DC-4737-4A6A-AAA9-F472452539A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1D38505B-97DA-4E83-9C45-5EE5C3564B6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464829-79DB-49AD-BDC8-F09F8FFE1C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93E16CEB-AF3B-45CB-A9B7-A34CC62609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19</a:t>
            </a:r>
          </a:p>
        </p:txBody>
      </p:sp>
    </p:spTree>
    <p:extLst>
      <p:ext uri="{BB962C8B-B14F-4D97-AF65-F5344CB8AC3E}">
        <p14:creationId xmlns:p14="http://schemas.microsoft.com/office/powerpoint/2010/main" val="107566981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3397F1-6B97-42DF-9DFE-FDCCEEEE83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E1B983-CD30-40A1-AE05-E39B697F81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59672A7-7451-49C6-B84A-BDF801E6BE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D0C20436-85AB-42DE-BC08-856032F86F4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9D37E8-E491-4796-A8B4-3DAC84A7F38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28EEAA46-F4AB-4931-A044-36C769E9AC4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A4097C90-32AB-4F8F-AAF8-24F3D8A38C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20</a:t>
            </a:r>
          </a:p>
        </p:txBody>
      </p:sp>
    </p:spTree>
    <p:extLst>
      <p:ext uri="{BB962C8B-B14F-4D97-AF65-F5344CB8AC3E}">
        <p14:creationId xmlns:p14="http://schemas.microsoft.com/office/powerpoint/2010/main" val="39575670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404B605-A611-4330-A322-49F7F4AF35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1BE791-DC28-42A8-986F-73055C32B2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1CC8E56-6D11-44F4-9E84-41345191FC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718A1AE5-1F6D-4639-A93F-780C7394B0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DF8C31-30F6-4356-B197-04D2C43900D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3641AEF0-6FCA-4795-A058-E1B4B1BBAB9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4DE12B-1D6E-4933-9408-0A3AC357FDC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B1028359-7D94-43DC-854E-DA046FBAAE3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532FC0-2DCF-47E3-8AE0-2BB4D01FEEE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8AECD79C-A67A-4D28-B394-07E9C05D71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21</a:t>
            </a:r>
          </a:p>
        </p:txBody>
      </p:sp>
    </p:spTree>
    <p:extLst>
      <p:ext uri="{BB962C8B-B14F-4D97-AF65-F5344CB8AC3E}">
        <p14:creationId xmlns:p14="http://schemas.microsoft.com/office/powerpoint/2010/main" val="189351406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925902-96F4-4396-B0D2-80610695DA0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D9E0F4-A1B3-49B4-9172-1AF3B37B147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3ee7ae7454e4088"/>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D964C9B-AD37-4257-959F-31E8326B4F4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C55245-0B70-4FE4-8C1E-E649912E2AA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7A2D7710-1FDB-48EE-943F-F18F2E3366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22</a:t>
            </a:r>
          </a:p>
        </p:txBody>
      </p:sp>
    </p:spTree>
    <p:extLst>
      <p:ext uri="{BB962C8B-B14F-4D97-AF65-F5344CB8AC3E}">
        <p14:creationId xmlns:p14="http://schemas.microsoft.com/office/powerpoint/2010/main" val="146949974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C1DF3B-C3B7-4F4C-B36B-E1F03671B8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407E58-1406-4F0B-9641-CDA316EB02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18ED8B2-EBB7-4318-825B-08CF3CE87A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6B5880FE-20F7-479D-9E78-1C12396EAE3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F4E788-7B2F-497C-B8F7-E30EB15A55C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266E44F2-A5E0-45DF-96DE-6A612D46C76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586CEF57-560F-4298-8375-4D652422187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5E7993-180B-4F9C-8F7C-B601C91760D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7EA96522-E85C-445B-93E3-01183577659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5AD85391-7A74-49EE-9966-CE1669610D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23</a:t>
            </a:r>
          </a:p>
        </p:txBody>
      </p:sp>
    </p:spTree>
    <p:extLst>
      <p:ext uri="{BB962C8B-B14F-4D97-AF65-F5344CB8AC3E}">
        <p14:creationId xmlns:p14="http://schemas.microsoft.com/office/powerpoint/2010/main" val="32199613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5BCDBAC-055B-4FC1-B145-D09A1682C6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81AFE9-6627-4F49-AE77-28391AFFB1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DB895C8C-6552-4483-B518-CE28414CEF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data splitter</a:t>
            </a:r>
          </a:p>
        </p:txBody>
      </p:sp>
      <p:sp>
        <p:nvSpPr>
          <p:cNvPr id="4" name="">
            <a:extLst xmlns:a="http://schemas.openxmlformats.org/drawingml/2006/main">
              <a:ext uri="{FF2B5EF4-FFF2-40B4-BE49-F238E27FC236}">
                <a16:creationId xmlns:a16="http://schemas.microsoft.com/office/drawing/2014/main" id="{42760078-A870-4846-812E-8BF67B8BE693}"/>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A842483-98BD-479A-9DC8-87D61F7106B1}"/>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A1, A2, B1, B2, C1 and C2 on six cards. The letter identifies equipment.</a:t>
            </a:r>
          </a:p>
        </p:txBody>
      </p:sp>
      <p:sp>
        <p:nvSpPr>
          <p:cNvPr id="6" name="">
            <a:extLst xmlns:a="http://schemas.openxmlformats.org/drawingml/2006/main">
              <a:ext uri="{FF2B5EF4-FFF2-40B4-BE49-F238E27FC236}">
                <a16:creationId xmlns:a16="http://schemas.microsoft.com/office/drawing/2014/main" id="{1F0DF296-01B5-430C-BE99-6038ADF54E7A}"/>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7528FB-215D-4102-A878-23DE0A3D1BF7}"/>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equipment A in training, B in validation and C in final test.</a:t>
            </a:r>
          </a:p>
        </p:txBody>
      </p:sp>
      <p:sp>
        <p:nvSpPr>
          <p:cNvPr id="8" name="">
            <a:extLst xmlns:a="http://schemas.openxmlformats.org/drawingml/2006/main">
              <a:ext uri="{FF2B5EF4-FFF2-40B4-BE49-F238E27FC236}">
                <a16:creationId xmlns:a16="http://schemas.microsoft.com/office/drawing/2014/main" id="{4C31DEBC-AA24-499A-AFBC-66FE39B11C04}"/>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9FEC9E-9C19-4666-874E-C89892607668}"/>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Could A2 move to validation if the goal is new-equipment performance?</a:t>
            </a:r>
          </a:p>
        </p:txBody>
      </p:sp>
      <p:sp>
        <p:nvSpPr>
          <p:cNvPr id="10" name="">
            <a:extLst xmlns:a="http://schemas.openxmlformats.org/drawingml/2006/main">
              <a:ext uri="{FF2B5EF4-FFF2-40B4-BE49-F238E27FC236}">
                <a16:creationId xmlns:a16="http://schemas.microsoft.com/office/drawing/2014/main" id="{31771353-3D0A-4582-BD26-6EF49C224B51}"/>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E3801CE-2D72-4E78-8B1E-80B244ECA5A3}"/>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E7DD84B7-DD33-448A-9AF3-7A7156616A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24</a:t>
            </a:r>
          </a:p>
        </p:txBody>
      </p:sp>
    </p:spTree>
    <p:extLst>
      <p:ext uri="{BB962C8B-B14F-4D97-AF65-F5344CB8AC3E}">
        <p14:creationId xmlns:p14="http://schemas.microsoft.com/office/powerpoint/2010/main" val="39808631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5C16FD-4FCF-45D6-884E-AFE066785B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42BF17-2BF9-473E-817D-3539512C07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53B56B68-BBF8-419A-A9F6-F415791B1D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9D3C323C-2DCD-4C9B-A605-981EF09ADC5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F52EED-3D6A-46D8-8EEB-4070434797A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No. Keep A1 and A2 together for this question. This tiny activity illustrates separation, not sufficient evaluation sample size.</a:t>
            </a:r>
          </a:p>
        </p:txBody>
      </p:sp>
      <p:sp>
        <p:nvSpPr>
          <p:cNvPr id="6" name="">
            <a:extLst xmlns:a="http://schemas.openxmlformats.org/drawingml/2006/main">
              <a:ext uri="{FF2B5EF4-FFF2-40B4-BE49-F238E27FC236}">
                <a16:creationId xmlns:a16="http://schemas.microsoft.com/office/drawing/2014/main" id="{5A3A465E-1FA5-4085-ACBC-3AF99C866A3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4A7CE94-B153-4343-AEB7-E613AD8897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25</a:t>
            </a:r>
          </a:p>
        </p:txBody>
      </p:sp>
    </p:spTree>
    <p:extLst>
      <p:ext uri="{BB962C8B-B14F-4D97-AF65-F5344CB8AC3E}">
        <p14:creationId xmlns:p14="http://schemas.microsoft.com/office/powerpoint/2010/main" val="453895230"/>
      </p:ext>
    </p:extLst>
  </p:cSld>
</p:sld>
</file>

<file path=ppt/slides/slide26.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486C8A-839E-4056-BF50-74A0155F8C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95319E66-D0DD-4DF8-BD01-23A0293F5A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94C780FB-629E-44C7-B2CF-BE48CC23039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ACC571B9-15EF-4A4E-9A23-8CEF216E628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second observation from B arrives. Where does it go? Why not put it into training just to balance row counts?</a:t>
            </a:r>
          </a:p>
        </p:txBody>
      </p:sp>
      <p:sp>
        <p:nvSpPr>
          <p:cNvPr id="5" name="">
            <a:extLst xmlns:a="http://schemas.openxmlformats.org/drawingml/2006/main">
              <a:ext uri="{FF2B5EF4-FFF2-40B4-BE49-F238E27FC236}">
                <a16:creationId xmlns:a16="http://schemas.microsoft.com/office/drawing/2014/main" id="{6B989762-0088-4854-9CE2-6C95524896D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088950F5-D735-4EEC-8DC8-AEA4EEF98C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10   26</a:t>
            </a:r>
          </a:p>
        </p:txBody>
      </p:sp>
    </p:spTree>
    <p:extLst>
      <p:ext uri="{BB962C8B-B14F-4D97-AF65-F5344CB8AC3E}">
        <p14:creationId xmlns:p14="http://schemas.microsoft.com/office/powerpoint/2010/main" val="20474726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C4645CD-DB00-4EFA-BE19-51E032BC50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FBA3E4-36FC-4902-A863-743C5FBA5D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2F542ACF-D0B9-4222-B4A8-8B69254560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1D21C865-C5F2-485C-90E3-5092DD531EC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C03151-126E-45F2-A85B-EE3BECD3E65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It stays with B in validation. Mixing a source across partitions can give an overly optimistic estimate for unseen equipment.</a:t>
            </a:r>
          </a:p>
        </p:txBody>
      </p:sp>
      <p:sp>
        <p:nvSpPr>
          <p:cNvPr id="6" name="">
            <a:extLst xmlns:a="http://schemas.openxmlformats.org/drawingml/2006/main">
              <a:ext uri="{FF2B5EF4-FFF2-40B4-BE49-F238E27FC236}">
                <a16:creationId xmlns:a16="http://schemas.microsoft.com/office/drawing/2014/main" id="{20F1385A-556F-4106-8FB9-265B78BD4F2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CD5BFFC-84F6-4919-821A-075A26253A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27</a:t>
            </a:r>
          </a:p>
        </p:txBody>
      </p:sp>
    </p:spTree>
    <p:extLst>
      <p:ext uri="{BB962C8B-B14F-4D97-AF65-F5344CB8AC3E}">
        <p14:creationId xmlns:p14="http://schemas.microsoft.com/office/powerpoint/2010/main" val="162302385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3EEDD11-0C46-4A4B-A564-7D479A8E91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5459B8-EE48-482E-A8CE-FD14265CEA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52020C2-9F5A-48EC-B4E9-C00094529F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49031DF0-D0EF-40AD-A661-881B4E90D1E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5FA9BE-2F9F-4511-945F-40164E447BF1}"/>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6" name="">
            <a:extLst xmlns:a="http://schemas.openxmlformats.org/drawingml/2006/main">
              <a:ext uri="{FF2B5EF4-FFF2-40B4-BE49-F238E27FC236}">
                <a16:creationId xmlns:a16="http://schemas.microsoft.com/office/drawing/2014/main" id="{743693CB-5761-48F7-AE68-C90ED438CC68}"/>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B7F4E2-62EA-4E04-BA4E-7E8F950B9926}"/>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DAA883B1-7442-40C4-8503-95D231443761}"/>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916D94-70D3-4082-A0DC-7E0834209D4E}"/>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0" name="">
            <a:extLst xmlns:a="http://schemas.openxmlformats.org/drawingml/2006/main">
              <a:ext uri="{FF2B5EF4-FFF2-40B4-BE49-F238E27FC236}">
                <a16:creationId xmlns:a16="http://schemas.microsoft.com/office/drawing/2014/main" id="{857C7322-1CFF-499F-8B8A-F3A4E901027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9457935-9A47-4AAB-8CF4-8DAAD84C336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a182d9327844cef"/>
              </a:rPr>
              <a:t>Open explainer video</a:t>
            </a:r>
          </a:p>
        </p:txBody>
      </p:sp>
      <p:sp>
        <p:nvSpPr>
          <p:cNvPr id="12" name="">
            <a:extLst xmlns:a="http://schemas.openxmlformats.org/drawingml/2006/main">
              <a:ext uri="{FF2B5EF4-FFF2-40B4-BE49-F238E27FC236}">
                <a16:creationId xmlns:a16="http://schemas.microsoft.com/office/drawing/2014/main" id="{3ECC4C88-8F49-4DF8-9452-585097F416E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3" name="">
            <a:extLst xmlns:a="http://schemas.openxmlformats.org/drawingml/2006/main">
              <a:ext uri="{FF2B5EF4-FFF2-40B4-BE49-F238E27FC236}">
                <a16:creationId xmlns:a16="http://schemas.microsoft.com/office/drawing/2014/main" id="{5DB68074-1AE1-4881-84EA-7B7B14955A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28</a:t>
            </a:r>
          </a:p>
        </p:txBody>
      </p:sp>
    </p:spTree>
    <p:extLst>
      <p:ext uri="{BB962C8B-B14F-4D97-AF65-F5344CB8AC3E}">
        <p14:creationId xmlns:p14="http://schemas.microsoft.com/office/powerpoint/2010/main" val="750434688"/>
      </p:ext>
    </p:extLst>
  </p:cSld>
</p:sld>
</file>

<file path=ppt/slides/slide2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FC4F27-6D79-4415-BD79-640E8085F9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E72671F8-2FF0-4665-85F7-8DAA484685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034481D9-0481-4D3B-9E6B-91D17A7C72D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78D56B19-CD33-4BCB-B7B2-2BFD2988E68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our repeated equipment IDs require grouped partitions rather than ordinary random folds.</a:t>
            </a:r>
          </a:p>
        </p:txBody>
      </p:sp>
      <p:sp>
        <p:nvSpPr>
          <p:cNvPr id="5" name="">
            <a:extLst xmlns:a="http://schemas.openxmlformats.org/drawingml/2006/main">
              <a:ext uri="{FF2B5EF4-FFF2-40B4-BE49-F238E27FC236}">
                <a16:creationId xmlns:a16="http://schemas.microsoft.com/office/drawing/2014/main" id="{F960D0E8-7F66-4555-B8A7-125398CB567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6230F55D-778C-4D1D-99B8-84E0E90AA5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10   29</a:t>
            </a:r>
          </a:p>
        </p:txBody>
      </p:sp>
    </p:spTree>
    <p:extLst>
      <p:ext uri="{BB962C8B-B14F-4D97-AF65-F5344CB8AC3E}">
        <p14:creationId xmlns:p14="http://schemas.microsoft.com/office/powerpoint/2010/main" val="77486944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71F2139-A65C-41D3-8DD4-625A34D937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9185F9-1EB2-4F2B-8437-EDF70E61A8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7BD3529-2B6C-4127-928E-8AE1DFCCA1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FD94B6A2-4586-4A6B-9F9C-E89D68F2EFC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E00F8C-F7D3-4D93-90E7-D31B24019E8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xmlns:a="http://schemas.openxmlformats.org/drawingml/2006/main">
              <a:ext uri="{FF2B5EF4-FFF2-40B4-BE49-F238E27FC236}">
                <a16:creationId xmlns:a16="http://schemas.microsoft.com/office/drawing/2014/main" id="{8D00C2CC-06CC-4D21-8D83-102DE09105F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EEEA41-F50E-4AE6-B2B2-DDD7555F16D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xmlns:a="http://schemas.openxmlformats.org/drawingml/2006/main">
              <a:ext uri="{FF2B5EF4-FFF2-40B4-BE49-F238E27FC236}">
                <a16:creationId xmlns:a16="http://schemas.microsoft.com/office/drawing/2014/main" id="{D060BBDA-91EF-4B89-A2E4-8C959D8E5A3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D35F1B-978B-4B5D-BAB7-B1E072B2819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xmlns:a="http://schemas.openxmlformats.org/drawingml/2006/main">
              <a:ext uri="{FF2B5EF4-FFF2-40B4-BE49-F238E27FC236}">
                <a16:creationId xmlns:a16="http://schemas.microsoft.com/office/drawing/2014/main" id="{8DB8DC58-64DE-4EDA-A406-9E48D6CD5DB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A969D5B-DA23-48ED-B51A-F84C3E85B32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GroupShuffleSplit and time-based splitting solve different deployment questions; use the rule in the issued task.</a:t>
            </a:r>
          </a:p>
        </p:txBody>
      </p:sp>
      <p:sp>
        <p:nvSpPr>
          <p:cNvPr id="12" name="">
            <a:extLst xmlns:a="http://schemas.openxmlformats.org/drawingml/2006/main">
              <a:ext uri="{FF2B5EF4-FFF2-40B4-BE49-F238E27FC236}">
                <a16:creationId xmlns:a16="http://schemas.microsoft.com/office/drawing/2014/main" id="{585131F2-9A8A-4B1A-B4FC-C66AA9A2EB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30</a:t>
            </a:r>
          </a:p>
        </p:txBody>
      </p:sp>
    </p:spTree>
    <p:extLst>
      <p:ext uri="{BB962C8B-B14F-4D97-AF65-F5344CB8AC3E}">
        <p14:creationId xmlns:p14="http://schemas.microsoft.com/office/powerpoint/2010/main" val="190905802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3C8E851-EAB4-48BA-B14D-2CF469C2C3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EC99DA-849B-493A-8F65-0D2534592D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DD8D65-120E-424E-A152-6396DED189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889C7928-4AD1-4254-BCE8-42BB572934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3D4542-B553-406E-80C1-7FE398936B3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87E58E57-F4C7-4A28-B4EE-B5B5EDBB88A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F72782-01C2-47E8-8FB1-ACA0A95E0C9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C4EBAF02-1F9C-4662-A170-3264908F6EA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EF56CB-43DF-4569-8A11-DB005875DDD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EB5B1731-454C-4E58-8EC0-27A330D4A5B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5424443-8507-4E08-86F2-A1B3025C02D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29F72CC2-44AB-4AB6-A4AB-42FE5C8D64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31</a:t>
            </a:r>
          </a:p>
        </p:txBody>
      </p:sp>
    </p:spTree>
    <p:extLst>
      <p:ext uri="{BB962C8B-B14F-4D97-AF65-F5344CB8AC3E}">
        <p14:creationId xmlns:p14="http://schemas.microsoft.com/office/powerpoint/2010/main" val="82961814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C354185-D658-4EF3-A6FD-377AD8EEFC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047068-7718-4925-8532-94BB13BF97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AE0CF7-5604-4135-A162-43F721A7DC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C0FA1103-112C-4901-8023-8AA1EDE759AC}"/>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816C18-4D2D-4A7E-B206-0A2A01F16CBE}"/>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6E94BC09-E39D-4A84-B670-AB061D4F17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32</a:t>
            </a:r>
          </a:p>
        </p:txBody>
      </p:sp>
    </p:spTree>
    <p:extLst>
      <p:ext uri="{BB962C8B-B14F-4D97-AF65-F5344CB8AC3E}">
        <p14:creationId xmlns:p14="http://schemas.microsoft.com/office/powerpoint/2010/main" val="100120856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A24569F-E434-4C54-B4C4-A92681906F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CFA44B-43B8-4EFC-88B4-AF867D205C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3053E32-8BBC-477F-98F2-4FA4A4E208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AED273D8-A985-4FD4-8EEB-5209F5E44E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2DE6FD-D851-41F4-823D-B337516B935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FD968FC9-184D-4A92-89B0-5655ABC6DE7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F242F7-2225-455B-8D6C-248F89AA9CC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124FC0ED-6C28-4DAE-8567-40F601A8F28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E10A95-303B-4063-9A6F-90C897D05CB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B1B64686-6F41-4B90-9948-4FD4E7FF67A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6568F5-8C00-445E-8835-00C23279CFA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936D5CB7-C836-49E8-B0F6-FDF3ECB445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33</a:t>
            </a:r>
          </a:p>
        </p:txBody>
      </p:sp>
    </p:spTree>
    <p:extLst>
      <p:ext uri="{BB962C8B-B14F-4D97-AF65-F5344CB8AC3E}">
        <p14:creationId xmlns:p14="http://schemas.microsoft.com/office/powerpoint/2010/main" val="12682677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AE9705E-D569-4C2E-9C75-CFC0B2ABEF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9336C8-A987-4549-987A-806713842F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C106C17-9255-4F26-8CD1-BD58105374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358236B0-8835-4E99-A7F0-5177D2668C5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82D009-8DDE-409A-A4BC-CC5C22A9D18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C29615A8-C72C-4053-A7B8-F45754214D9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1EFE3AC-1289-4C73-87AF-02871F42EAB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8F59628-9707-4093-9FB8-DE7F0BB4D2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34</a:t>
            </a:r>
          </a:p>
        </p:txBody>
      </p:sp>
    </p:spTree>
    <p:extLst>
      <p:ext uri="{BB962C8B-B14F-4D97-AF65-F5344CB8AC3E}">
        <p14:creationId xmlns:p14="http://schemas.microsoft.com/office/powerpoint/2010/main" val="96949453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4B8AF4-C1ED-4FC8-871E-3269B06BF5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94560C-A498-4D09-BDAB-B0876CD4D9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7DBF2D7-FE3C-4332-A9F1-88B09BFFF8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BC2C39B5-9805-4EA0-8A8C-7D86AA926B2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B2D3A8-76D3-4445-8B64-5FBA28A09E1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D277F49C-2B2D-47F4-9FCA-4E3236C6571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082FA03-51C1-453D-9D7E-6DE2C41AE43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FD67E16-63E0-47E4-AD8F-99FE88734E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35</a:t>
            </a:r>
          </a:p>
        </p:txBody>
      </p:sp>
    </p:spTree>
    <p:extLst>
      <p:ext uri="{BB962C8B-B14F-4D97-AF65-F5344CB8AC3E}">
        <p14:creationId xmlns:p14="http://schemas.microsoft.com/office/powerpoint/2010/main" val="195747419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B9E0C9F-8744-4DA8-A171-80C73374E2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D1F847-8882-48A7-98B2-9986572D54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12BBB97-49EE-4742-BC17-B23094B8ED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EA327B6-57E2-4367-867F-78E75F72B5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3624425-FE4B-450B-AC29-BDFA1844980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17ABA023-3C7C-41EB-81B7-8B75B53DE00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1CE4B2-8D26-461C-B4A4-1BD91322115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9643EDC3-97FC-4973-AD1B-68746471FD1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7AC035-72BC-4ECF-A0CF-6E0CF777565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118432A-363E-476C-A6E8-067AADB36AA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E8E3FBE-E2E6-457C-8030-D4FA75902BD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33D9622-BE57-4D13-8E4A-8FB2E4EC8E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36</a:t>
            </a:r>
          </a:p>
        </p:txBody>
      </p:sp>
    </p:spTree>
    <p:extLst>
      <p:ext uri="{BB962C8B-B14F-4D97-AF65-F5344CB8AC3E}">
        <p14:creationId xmlns:p14="http://schemas.microsoft.com/office/powerpoint/2010/main" val="99662769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EC42C78-81F1-4001-B5B3-FE350C50A8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BC49D2-D884-47F5-AB1B-9D6B7DC404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F2CBB0E-163E-4C2A-A96D-2384508406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4DD31FB7-DCA4-4AB6-ACE3-22C8AE45550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16032B-B0FB-4C91-BA2A-BC364204EEF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10 Nov 2026, 11:00 Kampala</a:t>
            </a:r>
          </a:p>
        </p:txBody>
      </p:sp>
      <p:sp>
        <p:nvSpPr>
          <p:cNvPr id="6" name="">
            <a:extLst xmlns:a="http://schemas.openxmlformats.org/drawingml/2006/main">
              <a:ext uri="{FF2B5EF4-FFF2-40B4-BE49-F238E27FC236}">
                <a16:creationId xmlns:a16="http://schemas.microsoft.com/office/drawing/2014/main" id="{605AB982-28EC-48DC-B908-9C4CE167EEE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52FDDA-F14B-452C-86AB-994501ADEC0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17 Nov 2026, 11:00 Kampala</a:t>
            </a:r>
          </a:p>
        </p:txBody>
      </p:sp>
      <p:sp>
        <p:nvSpPr>
          <p:cNvPr id="8" name="">
            <a:extLst xmlns:a="http://schemas.openxmlformats.org/drawingml/2006/main">
              <a:ext uri="{FF2B5EF4-FFF2-40B4-BE49-F238E27FC236}">
                <a16:creationId xmlns:a16="http://schemas.microsoft.com/office/drawing/2014/main" id="{A87D2C85-65FE-49D8-B78B-56F50FAE560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4ECFA9-AF6F-4058-83F6-C104D0527BA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E36E29B-77E0-499B-8AA8-453B258C6EA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5E4B0A-4DD6-4AF3-9B74-CA9C890A9B7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F463C207-1B01-4094-B2E2-DA50EF2D13E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ECB04DF-56FB-4858-B3A3-0AC78454C7C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19163eb81d64e8c"/>
              </a:rPr>
              <a:t>Open W10 assignment form</a:t>
            </a:r>
          </a:p>
        </p:txBody>
      </p:sp>
      <p:sp>
        <p:nvSpPr>
          <p:cNvPr id="14" name="">
            <a:extLst xmlns:a="http://schemas.openxmlformats.org/drawingml/2006/main">
              <a:ext uri="{FF2B5EF4-FFF2-40B4-BE49-F238E27FC236}">
                <a16:creationId xmlns:a16="http://schemas.microsoft.com/office/drawing/2014/main" id="{C1B7F7BA-B8A1-4014-9536-A3391A6423B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https://docs.google.com/forms/d/e/1FAIpQLSfHHR9NLI-zvGYZ2Xf7wgwxBjXO3bjfUZRIH9SX_g3JtGRLXQ/viewform</a:t>
            </a:r>
          </a:p>
        </p:txBody>
      </p:sp>
      <p:sp>
        <p:nvSpPr>
          <p:cNvPr id="15" name="">
            <a:extLst xmlns:a="http://schemas.openxmlformats.org/drawingml/2006/main">
              <a:ext uri="{FF2B5EF4-FFF2-40B4-BE49-F238E27FC236}">
                <a16:creationId xmlns:a16="http://schemas.microsoft.com/office/drawing/2014/main" id="{7D3644E3-AD5E-44F1-B38B-1D0D5E9C6B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37</a:t>
            </a:r>
          </a:p>
        </p:txBody>
      </p:sp>
    </p:spTree>
    <p:extLst>
      <p:ext uri="{BB962C8B-B14F-4D97-AF65-F5344CB8AC3E}">
        <p14:creationId xmlns:p14="http://schemas.microsoft.com/office/powerpoint/2010/main" val="78089593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68D4FEB-540E-4A9A-978D-FC57C65F6E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F3C415-1A48-4407-8CC9-5D5523B2AC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FBAF2796-5991-47B2-9790-D416E50C66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D87ACFBB-3287-4A1F-9021-D125D80C5FD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C6D424-CF4A-4AD9-A33D-1B4D3EE3318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E52982B7-24C8-40EC-A9CF-48B1599FB16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7F4842-0544-4711-A51F-1E977F51F978}"/>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A4BD3E3-B0B5-4CC6-A48F-DFBB5C9D3B4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F7D2D2-F3DA-4064-9192-AF60D82CDE57}"/>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23656255-EC0E-49EF-A321-D24AC7C3149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F15522C-D6DC-4755-BF69-663C796BB04E}"/>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d58d73f13d814697"/>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101E06D-8BC6-44AD-ACDB-D47E78502CB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C3DE863-D9A1-4CC5-8BFF-01B5D8FD946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A2AF08B-4DA9-44BF-ACE9-80A75223C65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83d834cb1564d04"/>
              </a:rPr>
              <a:t>Open this week’s quiz</a:t>
            </a:r>
          </a:p>
        </p:txBody>
      </p:sp>
      <p:sp>
        <p:nvSpPr>
          <p:cNvPr id="16" name="">
            <a:extLst xmlns:a="http://schemas.openxmlformats.org/drawingml/2006/main">
              <a:ext uri="{FF2B5EF4-FFF2-40B4-BE49-F238E27FC236}">
                <a16:creationId xmlns:a16="http://schemas.microsoft.com/office/drawing/2014/main" id="{5A380D76-B316-407C-B526-3EC1DC01898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https://forms.gle/8BV6yg76yvUwbQGK9</a:t>
            </a:r>
          </a:p>
        </p:txBody>
      </p:sp>
      <p:sp>
        <p:nvSpPr>
          <p:cNvPr id="17" name="">
            <a:extLst xmlns:a="http://schemas.openxmlformats.org/drawingml/2006/main">
              <a:ext uri="{FF2B5EF4-FFF2-40B4-BE49-F238E27FC236}">
                <a16:creationId xmlns:a16="http://schemas.microsoft.com/office/drawing/2014/main" id="{B71D75CE-9C22-4B1A-98C0-372D4AC8FD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38</a:t>
            </a:r>
          </a:p>
        </p:txBody>
      </p:sp>
    </p:spTree>
    <p:extLst>
      <p:ext uri="{BB962C8B-B14F-4D97-AF65-F5344CB8AC3E}">
        <p14:creationId xmlns:p14="http://schemas.microsoft.com/office/powerpoint/2010/main" val="1071033171"/>
      </p:ext>
    </p:extLst>
  </p:cSld>
</p:sld>
</file>

<file path=ppt/slides/slide3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E806C8-10DC-44F8-B451-D5577C1503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A86274B0-07F7-4396-A623-C352C08E8B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7F94CD3F-972B-429D-B08A-D7F732ED83A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670824F-2107-441B-8FD0-010102B9D69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043B0FD4-149E-441C-9E9B-CF11758341B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305CA8FD-CC6C-4E29-A627-E3078FAB14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10   39</a:t>
            </a:r>
          </a:p>
        </p:txBody>
      </p:sp>
    </p:spTree>
    <p:extLst>
      <p:ext uri="{BB962C8B-B14F-4D97-AF65-F5344CB8AC3E}">
        <p14:creationId xmlns:p14="http://schemas.microsoft.com/office/powerpoint/2010/main" val="6388255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2026-09-16T11:08:52.7670000Z</dcterms:created>
  <dcterms:modified xsi:type="dcterms:W3CDTF">2026-09-16T11:08:52.7670000Z</dcterms:modified>
</coreProperties>
</file>