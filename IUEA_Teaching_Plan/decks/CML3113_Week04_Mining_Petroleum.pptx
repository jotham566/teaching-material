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3a06d0082ca4ee9" /><Relationship Type="http://schemas.openxmlformats.org/officeDocument/2006/relationships/extended-properties" Target="/docProps/app.xml" Id="Re2d1d9cc64c14dbf" /><Relationship Type="http://schemas.openxmlformats.org/officeDocument/2006/relationships/officeDocument" Target="/ppt/presentation.xml" Id="R594bd2af5bfc44c9" /></Relationships>
</file>

<file path=ppt/presentation.xml><?xml version="1.0" encoding="utf-8"?>
<p:presentation xmlns:p="http://schemas.openxmlformats.org/presentationml/2006/main">
  <p:sldMasterIdLst>
    <p:sldMasterId xmlns:r="http://schemas.openxmlformats.org/officeDocument/2006/relationships" id="2147483648" r:id="Rdc127817e37c44d5"/>
  </p:sldMasterIdLst>
  <p:notesMasterIdLst>
    <p:notesMasterId xmlns:r="http://schemas.openxmlformats.org/officeDocument/2006/relationships" r:id="R40f1e923f7ff4735"/>
  </p:notesMasterIdLst>
  <p:sldIdLst>
    <p:sldId xmlns:r="http://schemas.openxmlformats.org/officeDocument/2006/relationships" id="256" r:id="R048fc5765e274f33"/>
    <p:sldId xmlns:r="http://schemas.openxmlformats.org/officeDocument/2006/relationships" id="257" r:id="R3b0db5c676aa48de"/>
    <p:sldId xmlns:r="http://schemas.openxmlformats.org/officeDocument/2006/relationships" id="258" r:id="R05de0bb2af5f42fa"/>
    <p:sldId xmlns:r="http://schemas.openxmlformats.org/officeDocument/2006/relationships" id="259" r:id="R001fe71963974ba2"/>
    <p:sldId xmlns:r="http://schemas.openxmlformats.org/officeDocument/2006/relationships" id="260" r:id="R5040659e2f114c4e"/>
    <p:sldId xmlns:r="http://schemas.openxmlformats.org/officeDocument/2006/relationships" id="261" r:id="R721ab0829a494b59"/>
    <p:sldId xmlns:r="http://schemas.openxmlformats.org/officeDocument/2006/relationships" id="262" r:id="R62fca641b0534f64"/>
    <p:sldId xmlns:r="http://schemas.openxmlformats.org/officeDocument/2006/relationships" id="263" r:id="Re638a5714dda44d3"/>
    <p:sldId xmlns:r="http://schemas.openxmlformats.org/officeDocument/2006/relationships" id="264" r:id="Rad6370a32ec1468d"/>
    <p:sldId xmlns:r="http://schemas.openxmlformats.org/officeDocument/2006/relationships" id="265" r:id="Rfb0493edb0574d4b"/>
    <p:sldId xmlns:r="http://schemas.openxmlformats.org/officeDocument/2006/relationships" id="266" r:id="Rb9ba7983861843f9"/>
    <p:sldId xmlns:r="http://schemas.openxmlformats.org/officeDocument/2006/relationships" id="267" r:id="R29a04eb70ad54bbe"/>
    <p:sldId xmlns:r="http://schemas.openxmlformats.org/officeDocument/2006/relationships" id="268" r:id="Ra746d987c3d14341"/>
    <p:sldId xmlns:r="http://schemas.openxmlformats.org/officeDocument/2006/relationships" id="269" r:id="Rbac1e88a300d4188"/>
    <p:sldId xmlns:r="http://schemas.openxmlformats.org/officeDocument/2006/relationships" id="270" r:id="Rc69d7c7d4243418a"/>
    <p:sldId xmlns:r="http://schemas.openxmlformats.org/officeDocument/2006/relationships" id="271" r:id="R01ca953ad7294388"/>
    <p:sldId xmlns:r="http://schemas.openxmlformats.org/officeDocument/2006/relationships" id="272" r:id="Ra4ce23d21b2c47cf"/>
    <p:sldId xmlns:r="http://schemas.openxmlformats.org/officeDocument/2006/relationships" id="273" r:id="Ra0dcbd94ca7a4f0d"/>
    <p:sldId xmlns:r="http://schemas.openxmlformats.org/officeDocument/2006/relationships" id="274" r:id="R7fea931a43f64d94"/>
    <p:sldId xmlns:r="http://schemas.openxmlformats.org/officeDocument/2006/relationships" id="275" r:id="R17e43d6550be48dd"/>
    <p:sldId xmlns:r="http://schemas.openxmlformats.org/officeDocument/2006/relationships" id="276" r:id="R43c5be4c90fe4ebb"/>
    <p:sldId xmlns:r="http://schemas.openxmlformats.org/officeDocument/2006/relationships" id="277" r:id="R3a2325b867044ddd"/>
    <p:sldId xmlns:r="http://schemas.openxmlformats.org/officeDocument/2006/relationships" id="278" r:id="R83b6ad6ab0764593"/>
    <p:sldId xmlns:r="http://schemas.openxmlformats.org/officeDocument/2006/relationships" id="279" r:id="Recd9eadb220744e8"/>
    <p:sldId xmlns:r="http://schemas.openxmlformats.org/officeDocument/2006/relationships" id="280" r:id="R2445a91eb5094b35"/>
    <p:sldId xmlns:r="http://schemas.openxmlformats.org/officeDocument/2006/relationships" id="281" r:id="R29ab0aee2b904a40"/>
    <p:sldId xmlns:r="http://schemas.openxmlformats.org/officeDocument/2006/relationships" id="282" r:id="Rb88127659844485f"/>
    <p:sldId xmlns:r="http://schemas.openxmlformats.org/officeDocument/2006/relationships" id="283" r:id="Rb8e7016cc1774095"/>
    <p:sldId xmlns:r="http://schemas.openxmlformats.org/officeDocument/2006/relationships" id="284" r:id="R5c7be1a9eb5c4dfb"/>
    <p:sldId xmlns:r="http://schemas.openxmlformats.org/officeDocument/2006/relationships" id="285" r:id="Rce6ad75e04254d69"/>
    <p:sldId xmlns:r="http://schemas.openxmlformats.org/officeDocument/2006/relationships" id="286" r:id="R42defa7ec4384b0a"/>
    <p:sldId xmlns:r="http://schemas.openxmlformats.org/officeDocument/2006/relationships" id="287" r:id="R65a32569a3c148ab"/>
    <p:sldId xmlns:r="http://schemas.openxmlformats.org/officeDocument/2006/relationships" id="288" r:id="R8eda39c2c5c844c9"/>
    <p:sldId xmlns:r="http://schemas.openxmlformats.org/officeDocument/2006/relationships" id="289" r:id="R2441d0b1d9ff4ac7"/>
    <p:sldId xmlns:r="http://schemas.openxmlformats.org/officeDocument/2006/relationships" id="290" r:id="R71f71fe1ea304992"/>
    <p:sldId xmlns:r="http://schemas.openxmlformats.org/officeDocument/2006/relationships" id="291" r:id="R8aed73671e784d85"/>
    <p:sldId xmlns:r="http://schemas.openxmlformats.org/officeDocument/2006/relationships" id="292" r:id="R08660ab557e14d11"/>
    <p:sldId xmlns:r="http://schemas.openxmlformats.org/officeDocument/2006/relationships" id="293" r:id="R11c67998adb84ac8"/>
    <p:sldId xmlns:r="http://schemas.openxmlformats.org/officeDocument/2006/relationships" id="294" r:id="R066bf0fba1564b3d"/>
    <p:sldId xmlns:r="http://schemas.openxmlformats.org/officeDocument/2006/relationships" id="295" r:id="Rd100eb7a683a44f2"/>
    <p:sldId xmlns:r="http://schemas.openxmlformats.org/officeDocument/2006/relationships" id="296" r:id="R56e876e651e64f48"/>
    <p:sldId xmlns:r="http://schemas.openxmlformats.org/officeDocument/2006/relationships" id="297" r:id="Rb44867378ed340fc"/>
    <p:sldId xmlns:r="http://schemas.openxmlformats.org/officeDocument/2006/relationships" id="298" r:id="R1503826645c0417e"/>
    <p:sldId xmlns:r="http://schemas.openxmlformats.org/officeDocument/2006/relationships" id="299" r:id="R4d3fb8d112e24111"/>
    <p:sldId xmlns:r="http://schemas.openxmlformats.org/officeDocument/2006/relationships" id="300" r:id="R099daa02b0794bc4"/>
    <p:sldId xmlns:r="http://schemas.openxmlformats.org/officeDocument/2006/relationships" id="301" r:id="R96be681d2a7c4754"/>
    <p:sldId xmlns:r="http://schemas.openxmlformats.org/officeDocument/2006/relationships" id="302" r:id="R0355f9677b434163"/>
    <p:sldId xmlns:r="http://schemas.openxmlformats.org/officeDocument/2006/relationships" id="303" r:id="R750af22be7fa4235"/>
    <p:sldId xmlns:r="http://schemas.openxmlformats.org/officeDocument/2006/relationships" id="304" r:id="Rc8733d10e5a94bde"/>
    <p:sldId xmlns:r="http://schemas.openxmlformats.org/officeDocument/2006/relationships" id="305" r:id="Rc89506054c8442fa"/>
    <p:sldId xmlns:r="http://schemas.openxmlformats.org/officeDocument/2006/relationships" id="306" r:id="Refe5d5698ef74d8a"/>
    <p:sldId xmlns:r="http://schemas.openxmlformats.org/officeDocument/2006/relationships" id="307" r:id="R0d129162cabc43f4"/>
    <p:sldId xmlns:r="http://schemas.openxmlformats.org/officeDocument/2006/relationships" id="308" r:id="R9fca42b1dab548da"/>
    <p:sldId xmlns:r="http://schemas.openxmlformats.org/officeDocument/2006/relationships" id="309" r:id="Rd270a981a0444867"/>
    <p:sldId xmlns:r="http://schemas.openxmlformats.org/officeDocument/2006/relationships" id="310" r:id="R315a59c9a7cb423d"/>
    <p:sldId xmlns:r="http://schemas.openxmlformats.org/officeDocument/2006/relationships" id="311" r:id="Rf79867e46a6145a3"/>
    <p:sldId xmlns:r="http://schemas.openxmlformats.org/officeDocument/2006/relationships" id="312" r:id="R31e436e955c749e1"/>
    <p:sldId xmlns:r="http://schemas.openxmlformats.org/officeDocument/2006/relationships" id="313" r:id="Rb71882ff73ef4b0e"/>
    <p:sldId xmlns:r="http://schemas.openxmlformats.org/officeDocument/2006/relationships" id="314" r:id="R79021d4da1344b1c"/>
    <p:sldId xmlns:r="http://schemas.openxmlformats.org/officeDocument/2006/relationships" id="315" r:id="R37de7aac551848e8"/>
    <p:sldId xmlns:r="http://schemas.openxmlformats.org/officeDocument/2006/relationships" id="316" r:id="Rd6726405b78e4a0c"/>
    <p:sldId xmlns:r="http://schemas.openxmlformats.org/officeDocument/2006/relationships" id="317" r:id="R953c4cb63fa14673"/>
    <p:sldId xmlns:r="http://schemas.openxmlformats.org/officeDocument/2006/relationships" id="318" r:id="Rab263439d6654671"/>
    <p:sldId xmlns:r="http://schemas.openxmlformats.org/officeDocument/2006/relationships" id="319" r:id="R08e36b0f194a423c"/>
    <p:sldId xmlns:r="http://schemas.openxmlformats.org/officeDocument/2006/relationships" id="320" r:id="Rc8fea6a9c87d48b5"/>
    <p:sldId xmlns:r="http://schemas.openxmlformats.org/officeDocument/2006/relationships" id="321" r:id="R09e1ad144d4842b9"/>
    <p:sldId xmlns:r="http://schemas.openxmlformats.org/officeDocument/2006/relationships" id="322" r:id="Rde9e85c0bc134589"/>
    <p:sldId xmlns:r="http://schemas.openxmlformats.org/officeDocument/2006/relationships" id="323" r:id="Re7c228f30bd84888"/>
    <p:sldId xmlns:r="http://schemas.openxmlformats.org/officeDocument/2006/relationships" id="324" r:id="R4f71dca9b90947a7"/>
    <p:sldId xmlns:r="http://schemas.openxmlformats.org/officeDocument/2006/relationships" id="325" r:id="R15c913807c0a46bb"/>
    <p:sldId xmlns:r="http://schemas.openxmlformats.org/officeDocument/2006/relationships" id="326" r:id="R79424e62d4bb4ecb"/>
    <p:sldId xmlns:r="http://schemas.openxmlformats.org/officeDocument/2006/relationships" id="327" r:id="Rccb692224e58462b"/>
    <p:sldId xmlns:r="http://schemas.openxmlformats.org/officeDocument/2006/relationships" id="328" r:id="R8886c4dc1ca84360"/>
    <p:sldId xmlns:r="http://schemas.openxmlformats.org/officeDocument/2006/relationships" id="329" r:id="Re06a7a71ad9348a0"/>
    <p:sldId xmlns:r="http://schemas.openxmlformats.org/officeDocument/2006/relationships" id="330" r:id="R678a4623750d4f6b"/>
    <p:sldId xmlns:r="http://schemas.openxmlformats.org/officeDocument/2006/relationships" id="331" r:id="R7c837321e31043a0"/>
    <p:sldId xmlns:r="http://schemas.openxmlformats.org/officeDocument/2006/relationships" id="332" r:id="R4bbe65b5fc9c43f1"/>
    <p:sldId xmlns:r="http://schemas.openxmlformats.org/officeDocument/2006/relationships" id="333" r:id="R47f5e28afc134a29"/>
    <p:sldId xmlns:r="http://schemas.openxmlformats.org/officeDocument/2006/relationships" id="334" r:id="R3cb1476ee9494758"/>
    <p:sldId xmlns:r="http://schemas.openxmlformats.org/officeDocument/2006/relationships" id="335" r:id="Rc3d8c1fda5144e02"/>
    <p:sldId xmlns:r="http://schemas.openxmlformats.org/officeDocument/2006/relationships" id="336" r:id="R51fbad3130814123"/>
    <p:sldId xmlns:r="http://schemas.openxmlformats.org/officeDocument/2006/relationships" id="337" r:id="Rb30125a75fc845de"/>
    <p:sldId xmlns:r="http://schemas.openxmlformats.org/officeDocument/2006/relationships" id="338" r:id="R96f3def504c14ad1"/>
    <p:sldId xmlns:r="http://schemas.openxmlformats.org/officeDocument/2006/relationships" id="339" r:id="Rc5abcbb246b24815"/>
    <p:sldId xmlns:r="http://schemas.openxmlformats.org/officeDocument/2006/relationships" id="340" r:id="R735f94e58b27410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272bd7af54f4f06" /><Relationship Type="http://schemas.openxmlformats.org/officeDocument/2006/relationships/slideMaster" Target="/ppt/slideMasters/slideMaster1.xml" Id="Rdc127817e37c44d5" /><Relationship Type="http://schemas.openxmlformats.org/officeDocument/2006/relationships/notesMaster" Target="/ppt/notesMasters/notesMaster1.xml" Id="R40f1e923f7ff4735" /><Relationship Type="http://schemas.openxmlformats.org/officeDocument/2006/relationships/presProps" Target="/ppt/presProps.xml" Id="R1844cd3165e24dd2" /><Relationship Type="http://schemas.openxmlformats.org/officeDocument/2006/relationships/tableStyles" Target="/ppt/tableStyles.xml" Id="R04bb32b24d614fd4" /><Relationship Type="http://schemas.openxmlformats.org/officeDocument/2006/relationships/slide" Target="/ppt/slides/slide1.xml" Id="R048fc5765e274f33" /><Relationship Type="http://schemas.openxmlformats.org/officeDocument/2006/relationships/slide" Target="/ppt/slides/slide2.xml" Id="R3b0db5c676aa48de" /><Relationship Type="http://schemas.openxmlformats.org/officeDocument/2006/relationships/slide" Target="/ppt/slides/slide3.xml" Id="R05de0bb2af5f42fa" /><Relationship Type="http://schemas.openxmlformats.org/officeDocument/2006/relationships/slide" Target="/ppt/slides/slide4.xml" Id="R001fe71963974ba2" /><Relationship Type="http://schemas.openxmlformats.org/officeDocument/2006/relationships/slide" Target="/ppt/slides/slide5.xml" Id="R5040659e2f114c4e" /><Relationship Type="http://schemas.openxmlformats.org/officeDocument/2006/relationships/slide" Target="/ppt/slides/slide6.xml" Id="R721ab0829a494b59" /><Relationship Type="http://schemas.openxmlformats.org/officeDocument/2006/relationships/slide" Target="/ppt/slides/slide7.xml" Id="R62fca641b0534f64" /><Relationship Type="http://schemas.openxmlformats.org/officeDocument/2006/relationships/slide" Target="/ppt/slides/slide8.xml" Id="Re638a5714dda44d3" /><Relationship Type="http://schemas.openxmlformats.org/officeDocument/2006/relationships/slide" Target="/ppt/slides/slide9.xml" Id="Rad6370a32ec1468d" /><Relationship Type="http://schemas.openxmlformats.org/officeDocument/2006/relationships/slide" Target="/ppt/slides/slide10.xml" Id="Rfb0493edb0574d4b" /><Relationship Type="http://schemas.openxmlformats.org/officeDocument/2006/relationships/slide" Target="/ppt/slides/slide11.xml" Id="Rb9ba7983861843f9" /><Relationship Type="http://schemas.openxmlformats.org/officeDocument/2006/relationships/slide" Target="/ppt/slides/slide12.xml" Id="R29a04eb70ad54bbe" /><Relationship Type="http://schemas.openxmlformats.org/officeDocument/2006/relationships/slide" Target="/ppt/slides/slide13.xml" Id="Ra746d987c3d14341" /><Relationship Type="http://schemas.openxmlformats.org/officeDocument/2006/relationships/slide" Target="/ppt/slides/slide14.xml" Id="Rbac1e88a300d4188" /><Relationship Type="http://schemas.openxmlformats.org/officeDocument/2006/relationships/slide" Target="/ppt/slides/slide15.xml" Id="Rc69d7c7d4243418a" /><Relationship Type="http://schemas.openxmlformats.org/officeDocument/2006/relationships/slide" Target="/ppt/slides/slide16.xml" Id="R01ca953ad7294388" /><Relationship Type="http://schemas.openxmlformats.org/officeDocument/2006/relationships/slide" Target="/ppt/slides/slide17.xml" Id="Ra4ce23d21b2c47cf" /><Relationship Type="http://schemas.openxmlformats.org/officeDocument/2006/relationships/slide" Target="/ppt/slides/slide18.xml" Id="Ra0dcbd94ca7a4f0d" /><Relationship Type="http://schemas.openxmlformats.org/officeDocument/2006/relationships/slide" Target="/ppt/slides/slide19.xml" Id="R7fea931a43f64d94" /><Relationship Type="http://schemas.openxmlformats.org/officeDocument/2006/relationships/slide" Target="/ppt/slides/slide20.xml" Id="R17e43d6550be48dd" /><Relationship Type="http://schemas.openxmlformats.org/officeDocument/2006/relationships/slide" Target="/ppt/slides/slide21.xml" Id="R43c5be4c90fe4ebb" /><Relationship Type="http://schemas.openxmlformats.org/officeDocument/2006/relationships/slide" Target="/ppt/slides/slide22.xml" Id="R3a2325b867044ddd" /><Relationship Type="http://schemas.openxmlformats.org/officeDocument/2006/relationships/slide" Target="/ppt/slides/slide23.xml" Id="R83b6ad6ab0764593" /><Relationship Type="http://schemas.openxmlformats.org/officeDocument/2006/relationships/slide" Target="/ppt/slides/slide24.xml" Id="Recd9eadb220744e8" /><Relationship Type="http://schemas.openxmlformats.org/officeDocument/2006/relationships/slide" Target="/ppt/slides/slide25.xml" Id="R2445a91eb5094b35" /><Relationship Type="http://schemas.openxmlformats.org/officeDocument/2006/relationships/slide" Target="/ppt/slides/slide26.xml" Id="R29ab0aee2b904a40" /><Relationship Type="http://schemas.openxmlformats.org/officeDocument/2006/relationships/slide" Target="/ppt/slides/slide27.xml" Id="Rb88127659844485f" /><Relationship Type="http://schemas.openxmlformats.org/officeDocument/2006/relationships/slide" Target="/ppt/slides/slide28.xml" Id="Rb8e7016cc1774095" /><Relationship Type="http://schemas.openxmlformats.org/officeDocument/2006/relationships/slide" Target="/ppt/slides/slide29.xml" Id="R5c7be1a9eb5c4dfb" /><Relationship Type="http://schemas.openxmlformats.org/officeDocument/2006/relationships/slide" Target="/ppt/slides/slide30.xml" Id="Rce6ad75e04254d69" /><Relationship Type="http://schemas.openxmlformats.org/officeDocument/2006/relationships/slide" Target="/ppt/slides/slide31.xml" Id="R42defa7ec4384b0a" /><Relationship Type="http://schemas.openxmlformats.org/officeDocument/2006/relationships/slide" Target="/ppt/slides/slide32.xml" Id="R65a32569a3c148ab" /><Relationship Type="http://schemas.openxmlformats.org/officeDocument/2006/relationships/slide" Target="/ppt/slides/slide33.xml" Id="R8eda39c2c5c844c9" /><Relationship Type="http://schemas.openxmlformats.org/officeDocument/2006/relationships/slide" Target="/ppt/slides/slide34.xml" Id="R2441d0b1d9ff4ac7" /><Relationship Type="http://schemas.openxmlformats.org/officeDocument/2006/relationships/slide" Target="/ppt/slides/slide35.xml" Id="R71f71fe1ea304992" /><Relationship Type="http://schemas.openxmlformats.org/officeDocument/2006/relationships/slide" Target="/ppt/slides/slide36.xml" Id="R8aed73671e784d85" /><Relationship Type="http://schemas.openxmlformats.org/officeDocument/2006/relationships/slide" Target="/ppt/slides/slide37.xml" Id="R08660ab557e14d11" /><Relationship Type="http://schemas.openxmlformats.org/officeDocument/2006/relationships/slide" Target="/ppt/slides/slide38.xml" Id="R11c67998adb84ac8" /><Relationship Type="http://schemas.openxmlformats.org/officeDocument/2006/relationships/slide" Target="/ppt/slides/slide39.xml" Id="R066bf0fba1564b3d" /><Relationship Type="http://schemas.openxmlformats.org/officeDocument/2006/relationships/slide" Target="/ppt/slides/slide40.xml" Id="Rd100eb7a683a44f2" /><Relationship Type="http://schemas.openxmlformats.org/officeDocument/2006/relationships/slide" Target="/ppt/slides/slide41.xml" Id="R56e876e651e64f48" /><Relationship Type="http://schemas.openxmlformats.org/officeDocument/2006/relationships/slide" Target="/ppt/slides/slide42.xml" Id="Rb44867378ed340fc" /><Relationship Type="http://schemas.openxmlformats.org/officeDocument/2006/relationships/slide" Target="/ppt/slides/slide43.xml" Id="R1503826645c0417e" /><Relationship Type="http://schemas.openxmlformats.org/officeDocument/2006/relationships/slide" Target="/ppt/slides/slide44.xml" Id="R4d3fb8d112e24111" /><Relationship Type="http://schemas.openxmlformats.org/officeDocument/2006/relationships/slide" Target="/ppt/slides/slide45.xml" Id="R099daa02b0794bc4" /><Relationship Type="http://schemas.openxmlformats.org/officeDocument/2006/relationships/slide" Target="/ppt/slides/slide46.xml" Id="R96be681d2a7c4754" /><Relationship Type="http://schemas.openxmlformats.org/officeDocument/2006/relationships/slide" Target="/ppt/slides/slide47.xml" Id="R0355f9677b434163" /><Relationship Type="http://schemas.openxmlformats.org/officeDocument/2006/relationships/slide" Target="/ppt/slides/slide48.xml" Id="R750af22be7fa4235" /><Relationship Type="http://schemas.openxmlformats.org/officeDocument/2006/relationships/slide" Target="/ppt/slides/slide49.xml" Id="Rc8733d10e5a94bde" /><Relationship Type="http://schemas.openxmlformats.org/officeDocument/2006/relationships/slide" Target="/ppt/slides/slide50.xml" Id="Rc89506054c8442fa" /><Relationship Type="http://schemas.openxmlformats.org/officeDocument/2006/relationships/slide" Target="/ppt/slides/slide51.xml" Id="Refe5d5698ef74d8a" /><Relationship Type="http://schemas.openxmlformats.org/officeDocument/2006/relationships/slide" Target="/ppt/slides/slide52.xml" Id="R0d129162cabc43f4" /><Relationship Type="http://schemas.openxmlformats.org/officeDocument/2006/relationships/slide" Target="/ppt/slides/slide53.xml" Id="R9fca42b1dab548da" /><Relationship Type="http://schemas.openxmlformats.org/officeDocument/2006/relationships/slide" Target="/ppt/slides/slide54.xml" Id="Rd270a981a0444867" /><Relationship Type="http://schemas.openxmlformats.org/officeDocument/2006/relationships/slide" Target="/ppt/slides/slide55.xml" Id="R315a59c9a7cb423d" /><Relationship Type="http://schemas.openxmlformats.org/officeDocument/2006/relationships/slide" Target="/ppt/slides/slide56.xml" Id="Rf79867e46a6145a3" /><Relationship Type="http://schemas.openxmlformats.org/officeDocument/2006/relationships/slide" Target="/ppt/slides/slide57.xml" Id="R31e436e955c749e1" /><Relationship Type="http://schemas.openxmlformats.org/officeDocument/2006/relationships/slide" Target="/ppt/slides/slide58.xml" Id="Rb71882ff73ef4b0e" /><Relationship Type="http://schemas.openxmlformats.org/officeDocument/2006/relationships/slide" Target="/ppt/slides/slide59.xml" Id="R79021d4da1344b1c" /><Relationship Type="http://schemas.openxmlformats.org/officeDocument/2006/relationships/slide" Target="/ppt/slides/slide60.xml" Id="R37de7aac551848e8" /><Relationship Type="http://schemas.openxmlformats.org/officeDocument/2006/relationships/slide" Target="/ppt/slides/slide61.xml" Id="Rd6726405b78e4a0c" /><Relationship Type="http://schemas.openxmlformats.org/officeDocument/2006/relationships/slide" Target="/ppt/slides/slide62.xml" Id="R953c4cb63fa14673" /><Relationship Type="http://schemas.openxmlformats.org/officeDocument/2006/relationships/slide" Target="/ppt/slides/slide63.xml" Id="Rab263439d6654671" /><Relationship Type="http://schemas.openxmlformats.org/officeDocument/2006/relationships/slide" Target="/ppt/slides/slide64.xml" Id="R08e36b0f194a423c" /><Relationship Type="http://schemas.openxmlformats.org/officeDocument/2006/relationships/slide" Target="/ppt/slides/slide65.xml" Id="Rc8fea6a9c87d48b5" /><Relationship Type="http://schemas.openxmlformats.org/officeDocument/2006/relationships/slide" Target="/ppt/slides/slide66.xml" Id="R09e1ad144d4842b9" /><Relationship Type="http://schemas.openxmlformats.org/officeDocument/2006/relationships/slide" Target="/ppt/slides/slide67.xml" Id="Rde9e85c0bc134589" /><Relationship Type="http://schemas.openxmlformats.org/officeDocument/2006/relationships/slide" Target="/ppt/slides/slide68.xml" Id="Re7c228f30bd84888" /><Relationship Type="http://schemas.openxmlformats.org/officeDocument/2006/relationships/slide" Target="/ppt/slides/slide69.xml" Id="R4f71dca9b90947a7" /><Relationship Type="http://schemas.openxmlformats.org/officeDocument/2006/relationships/slide" Target="/ppt/slides/slide70.xml" Id="R15c913807c0a46bb" /><Relationship Type="http://schemas.openxmlformats.org/officeDocument/2006/relationships/slide" Target="/ppt/slides/slide71.xml" Id="R79424e62d4bb4ecb" /><Relationship Type="http://schemas.openxmlformats.org/officeDocument/2006/relationships/slide" Target="/ppt/slides/slide72.xml" Id="Rccb692224e58462b" /><Relationship Type="http://schemas.openxmlformats.org/officeDocument/2006/relationships/slide" Target="/ppt/slides/slide73.xml" Id="R8886c4dc1ca84360" /><Relationship Type="http://schemas.openxmlformats.org/officeDocument/2006/relationships/slide" Target="/ppt/slides/slide74.xml" Id="Re06a7a71ad9348a0" /><Relationship Type="http://schemas.openxmlformats.org/officeDocument/2006/relationships/slide" Target="/ppt/slides/slide75.xml" Id="R678a4623750d4f6b" /><Relationship Type="http://schemas.openxmlformats.org/officeDocument/2006/relationships/slide" Target="/ppt/slides/slide76.xml" Id="R7c837321e31043a0" /><Relationship Type="http://schemas.openxmlformats.org/officeDocument/2006/relationships/slide" Target="/ppt/slides/slide77.xml" Id="R4bbe65b5fc9c43f1" /><Relationship Type="http://schemas.openxmlformats.org/officeDocument/2006/relationships/slide" Target="/ppt/slides/slide78.xml" Id="R47f5e28afc134a29" /><Relationship Type="http://schemas.openxmlformats.org/officeDocument/2006/relationships/slide" Target="/ppt/slides/slide79.xml" Id="R3cb1476ee9494758" /><Relationship Type="http://schemas.openxmlformats.org/officeDocument/2006/relationships/slide" Target="/ppt/slides/slide80.xml" Id="Rc3d8c1fda5144e02" /><Relationship Type="http://schemas.openxmlformats.org/officeDocument/2006/relationships/slide" Target="/ppt/slides/slide81.xml" Id="R51fbad3130814123" /><Relationship Type="http://schemas.openxmlformats.org/officeDocument/2006/relationships/slide" Target="/ppt/slides/slide82.xml" Id="Rb30125a75fc845de" /><Relationship Type="http://schemas.openxmlformats.org/officeDocument/2006/relationships/slide" Target="/ppt/slides/slide83.xml" Id="R96f3def504c14ad1" /><Relationship Type="http://schemas.openxmlformats.org/officeDocument/2006/relationships/slide" Target="/ppt/slides/slide84.xml" Id="Rc5abcbb246b24815" /><Relationship Type="http://schemas.openxmlformats.org/officeDocument/2006/relationships/slide" Target="/ppt/slides/slide85.xml" Id="R735f94e58b27410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4e19b4220f54b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c353ee6a7894554" /><Relationship Type="http://schemas.openxmlformats.org/officeDocument/2006/relationships/notesMaster" Target="/ppt/notesMasters/notesMaster1.xml" Id="R85a2bdae849c41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29bd75e41a64cc5" /><Relationship Type="http://schemas.openxmlformats.org/officeDocument/2006/relationships/notesMaster" Target="/ppt/notesMasters/notesMaster1.xml" Id="Rda54e7daaded4d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ecbff0d60cb74816" /><Relationship Type="http://schemas.openxmlformats.org/officeDocument/2006/relationships/notesMaster" Target="/ppt/notesMasters/notesMaster1.xml" Id="Rf568d03975b642b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fe60b5fcec5454e" /><Relationship Type="http://schemas.openxmlformats.org/officeDocument/2006/relationships/notesMaster" Target="/ppt/notesMasters/notesMaster1.xml" Id="Rfac60d4d109c48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b2a40801c44135" /><Relationship Type="http://schemas.openxmlformats.org/officeDocument/2006/relationships/notesMaster" Target="/ppt/notesMasters/notesMaster1.xml" Id="Rbb247a99b4f14f8d" /></Relationships>
</file>

<file path=ppt/notesSlides/_rels/notesSlide6.xml.rels>&#65279;<?xml version="1.0" encoding="utf-8"?><Relationships xmlns="http://schemas.openxmlformats.org/package/2006/relationships"><Relationship Type="http://schemas.openxmlformats.org/officeDocument/2006/relationships/slide" Target="/ppt/slides/slide6.xml" Id="Rca22fdf8ee5e40c7" /><Relationship Type="http://schemas.openxmlformats.org/officeDocument/2006/relationships/notesMaster" Target="/ppt/notesMasters/notesMaster1.xml" Id="Rd5d4479d855f470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1f9de9697c4df3" /><Relationship Type="http://schemas.openxmlformats.org/officeDocument/2006/relationships/notesMaster" Target="/ppt/notesMasters/notesMaster1.xml" Id="Rb48a7756c1c94a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d9684fb3ba1f47f0" /><Relationship Type="http://schemas.openxmlformats.org/officeDocument/2006/relationships/notesMaster" Target="/ppt/notesMasters/notesMaster1.xml" Id="R4977fde84994418e" /></Relationships>
</file>

<file path=ppt/notesSlides/_rels/notesSlide9.xml.rels>&#65279;<?xml version="1.0" encoding="utf-8"?><Relationships xmlns="http://schemas.openxmlformats.org/package/2006/relationships"><Relationship Type="http://schemas.openxmlformats.org/officeDocument/2006/relationships/slide" Target="/ppt/slides/slide9.xml" Id="R9eab836905f44209" /><Relationship Type="http://schemas.openxmlformats.org/officeDocument/2006/relationships/notesMaster" Target="/ppt/notesMasters/notesMaster1.xml" Id="R75eb4063f0b34bc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fe38a09bbd4134" /><Relationship Type="http://schemas.openxmlformats.org/officeDocument/2006/relationships/notesMaster" Target="/ppt/notesMasters/notesMaster1.xml" Id="R4772d8c164934fd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471bb57b4544641" /><Relationship Type="http://schemas.openxmlformats.org/officeDocument/2006/relationships/notesMaster" Target="/ppt/notesMasters/notesMaster1.xml" Id="R4138fe1fb506466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9d5e5e2262d4d1b" /><Relationship Type="http://schemas.openxmlformats.org/officeDocument/2006/relationships/notesMaster" Target="/ppt/notesMasters/notesMaster1.xml" Id="R47e0dcb3635d4f3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1e0a66f3d6e4fc1" /><Relationship Type="http://schemas.openxmlformats.org/officeDocument/2006/relationships/notesMaster" Target="/ppt/notesMasters/notesMaster1.xml" Id="R77d34fde86e14c5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c7aabc54f894797" /><Relationship Type="http://schemas.openxmlformats.org/officeDocument/2006/relationships/notesMaster" Target="/ppt/notesMasters/notesMaster1.xml" Id="Rcef3769c07bd424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fb630a3038a421b" /><Relationship Type="http://schemas.openxmlformats.org/officeDocument/2006/relationships/notesMaster" Target="/ppt/notesMasters/notesMaster1.xml" Id="R8f73e96fe060467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23a18a900ac4214" /><Relationship Type="http://schemas.openxmlformats.org/officeDocument/2006/relationships/notesMaster" Target="/ppt/notesMasters/notesMaster1.xml" Id="R0a25d019753d431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57a32e57eff4b04" /><Relationship Type="http://schemas.openxmlformats.org/officeDocument/2006/relationships/notesMaster" Target="/ppt/notesMasters/notesMaster1.xml" Id="R99e47e50f133464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5ebb687a1ee4fc8" /><Relationship Type="http://schemas.openxmlformats.org/officeDocument/2006/relationships/notesMaster" Target="/ppt/notesMasters/notesMaster1.xml" Id="R20888e9d648b4bb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467d151ab764a04" /><Relationship Type="http://schemas.openxmlformats.org/officeDocument/2006/relationships/notesMaster" Target="/ppt/notesMasters/notesMaster1.xml" Id="Rcebd0247c08f4e9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9b40ec57ad14f65" /><Relationship Type="http://schemas.openxmlformats.org/officeDocument/2006/relationships/notesMaster" Target="/ppt/notesMasters/notesMaster1.xml" Id="R9173e7b3a12343e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9ce4867d3cf4902" /><Relationship Type="http://schemas.openxmlformats.org/officeDocument/2006/relationships/notesMaster" Target="/ppt/notesMasters/notesMaster1.xml" Id="Rdca19b0d06fb472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b53fd0bc49c4158" /><Relationship Type="http://schemas.openxmlformats.org/officeDocument/2006/relationships/notesMaster" Target="/ppt/notesMasters/notesMaster1.xml" Id="R3e395e7827704d2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f79ea8de2f442e4" /><Relationship Type="http://schemas.openxmlformats.org/officeDocument/2006/relationships/notesMaster" Target="/ppt/notesMasters/notesMaster1.xml" Id="Rb3c605bb272c408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35f2e88621a499f" /><Relationship Type="http://schemas.openxmlformats.org/officeDocument/2006/relationships/notesMaster" Target="/ppt/notesMasters/notesMaster1.xml" Id="Ra3964bf196564af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08ba076f0034e10" /><Relationship Type="http://schemas.openxmlformats.org/officeDocument/2006/relationships/notesMaster" Target="/ppt/notesMasters/notesMaster1.xml" Id="R1e7b81e4900e40e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fc078eaec5d4965" /><Relationship Type="http://schemas.openxmlformats.org/officeDocument/2006/relationships/notesMaster" Target="/ppt/notesMasters/notesMaster1.xml" Id="R91a1c8507ccf4fe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f810925dba04d02" /><Relationship Type="http://schemas.openxmlformats.org/officeDocument/2006/relationships/notesMaster" Target="/ppt/notesMasters/notesMaster1.xml" Id="R9c7bd5039bad4f7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73dace5fc0a40ac" /><Relationship Type="http://schemas.openxmlformats.org/officeDocument/2006/relationships/notesMaster" Target="/ppt/notesMasters/notesMaster1.xml" Id="R19be19f751f94ae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94cd6b483254d08" /><Relationship Type="http://schemas.openxmlformats.org/officeDocument/2006/relationships/notesMaster" Target="/ppt/notesMasters/notesMaster1.xml" Id="R2c3507b242fe4e0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d6f67fec5ba4778" /><Relationship Type="http://schemas.openxmlformats.org/officeDocument/2006/relationships/notesMaster" Target="/ppt/notesMasters/notesMaster1.xml" Id="Ra61838b91410414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c694e951a794b58" /><Relationship Type="http://schemas.openxmlformats.org/officeDocument/2006/relationships/notesMaster" Target="/ppt/notesMasters/notesMaster1.xml" Id="R83a55377c5574a2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2c7bc3f1a7f4236" /><Relationship Type="http://schemas.openxmlformats.org/officeDocument/2006/relationships/notesMaster" Target="/ppt/notesMasters/notesMaster1.xml" Id="Rfe26ee1c4a9d46f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9dfa6d71a0c41ea" /><Relationship Type="http://schemas.openxmlformats.org/officeDocument/2006/relationships/notesMaster" Target="/ppt/notesMasters/notesMaster1.xml" Id="R1299f6dd144b47e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bdefc25f7784997" /><Relationship Type="http://schemas.openxmlformats.org/officeDocument/2006/relationships/notesMaster" Target="/ppt/notesMasters/notesMaster1.xml" Id="R938be4dde8ce446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58e0210bead46f6" /><Relationship Type="http://schemas.openxmlformats.org/officeDocument/2006/relationships/notesMaster" Target="/ppt/notesMasters/notesMaster1.xml" Id="R8a65fa23a4be42c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0c5338897a6405a" /><Relationship Type="http://schemas.openxmlformats.org/officeDocument/2006/relationships/notesMaster" Target="/ppt/notesMasters/notesMaster1.xml" Id="R46954a84f96c426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901a02da046442a" /><Relationship Type="http://schemas.openxmlformats.org/officeDocument/2006/relationships/notesMaster" Target="/ppt/notesMasters/notesMaster1.xml" Id="R48aad704680d462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0cef19b20e04555" /><Relationship Type="http://schemas.openxmlformats.org/officeDocument/2006/relationships/notesMaster" Target="/ppt/notesMasters/notesMaster1.xml" Id="Re9f3149231b7400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f984fe3d6da48a1" /><Relationship Type="http://schemas.openxmlformats.org/officeDocument/2006/relationships/notesMaster" Target="/ppt/notesMasters/notesMaster1.xml" Id="Rd439742d1455431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657508d612e463e" /><Relationship Type="http://schemas.openxmlformats.org/officeDocument/2006/relationships/notesMaster" Target="/ppt/notesMasters/notesMaster1.xml" Id="R55b0869689184e4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1897a5684054b80" /><Relationship Type="http://schemas.openxmlformats.org/officeDocument/2006/relationships/notesMaster" Target="/ppt/notesMasters/notesMaster1.xml" Id="R0450b055322c468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ed4cfbcb1584a76" /><Relationship Type="http://schemas.openxmlformats.org/officeDocument/2006/relationships/notesMaster" Target="/ppt/notesMasters/notesMaster1.xml" Id="R3188abd58585439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1e3348f9bb34f8e" /><Relationship Type="http://schemas.openxmlformats.org/officeDocument/2006/relationships/notesMaster" Target="/ppt/notesMasters/notesMaster1.xml" Id="Rbdb339a48c724f5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42bb99c1f2e41a9" /><Relationship Type="http://schemas.openxmlformats.org/officeDocument/2006/relationships/notesMaster" Target="/ppt/notesMasters/notesMaster1.xml" Id="R4575df19b7d54dd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99377c32fd14fdf" /><Relationship Type="http://schemas.openxmlformats.org/officeDocument/2006/relationships/notesMaster" Target="/ppt/notesMasters/notesMaster1.xml" Id="R3e786dfc04da450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10821d406aa4ebb" /><Relationship Type="http://schemas.openxmlformats.org/officeDocument/2006/relationships/notesMaster" Target="/ppt/notesMasters/notesMaster1.xml" Id="Ra18672ae90824b7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08e0599f446475f" /><Relationship Type="http://schemas.openxmlformats.org/officeDocument/2006/relationships/notesMaster" Target="/ppt/notesMasters/notesMaster1.xml" Id="Ra3ff795bee4e490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02dacb551154d4d" /><Relationship Type="http://schemas.openxmlformats.org/officeDocument/2006/relationships/notesMaster" Target="/ppt/notesMasters/notesMaster1.xml" Id="Reee13944ba37419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aa4fa4125644316" /><Relationship Type="http://schemas.openxmlformats.org/officeDocument/2006/relationships/notesMaster" Target="/ppt/notesMasters/notesMaster1.xml" Id="Rb6422295ac63499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623ed82d0404549" /><Relationship Type="http://schemas.openxmlformats.org/officeDocument/2006/relationships/notesMaster" Target="/ppt/notesMasters/notesMaster1.xml" Id="R361994a934b0494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2a4046670994481" /><Relationship Type="http://schemas.openxmlformats.org/officeDocument/2006/relationships/notesMaster" Target="/ppt/notesMasters/notesMaster1.xml" Id="R2f3cbf812a79453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bd41db3250f47c1" /><Relationship Type="http://schemas.openxmlformats.org/officeDocument/2006/relationships/notesMaster" Target="/ppt/notesMasters/notesMaster1.xml" Id="Rd7b8479d06ed43c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523465e03354ba5" /><Relationship Type="http://schemas.openxmlformats.org/officeDocument/2006/relationships/notesMaster" Target="/ppt/notesMasters/notesMaster1.xml" Id="Re407b3ab577c402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b5e052dbe654a41" /><Relationship Type="http://schemas.openxmlformats.org/officeDocument/2006/relationships/notesMaster" Target="/ppt/notesMasters/notesMaster1.xml" Id="Rc6b2e299f3ae49b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63dd7ebdb254539" /><Relationship Type="http://schemas.openxmlformats.org/officeDocument/2006/relationships/notesMaster" Target="/ppt/notesMasters/notesMaster1.xml" Id="R6d06d9222ea04bab"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52707395d8447f3" /><Relationship Type="http://schemas.openxmlformats.org/officeDocument/2006/relationships/notesMaster" Target="/ppt/notesMasters/notesMaster1.xml" Id="R2fdbaa07e51e478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511542095164fbe" /><Relationship Type="http://schemas.openxmlformats.org/officeDocument/2006/relationships/notesMaster" Target="/ppt/notesMasters/notesMaster1.xml" Id="R4094a860de2a47a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338155040a244085" /><Relationship Type="http://schemas.openxmlformats.org/officeDocument/2006/relationships/notesMaster" Target="/ppt/notesMasters/notesMaster1.xml" Id="R4b4555ff65d3488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db445573b6b4a84" /><Relationship Type="http://schemas.openxmlformats.org/officeDocument/2006/relationships/notesMaster" Target="/ppt/notesMasters/notesMaster1.xml" Id="R20013ae00d6c4da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49890299749a440e" /><Relationship Type="http://schemas.openxmlformats.org/officeDocument/2006/relationships/notesMaster" Target="/ppt/notesMasters/notesMaster1.xml" Id="R5b8040d36e3e4eef"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08da19dd2d04c79" /><Relationship Type="http://schemas.openxmlformats.org/officeDocument/2006/relationships/notesMaster" Target="/ppt/notesMasters/notesMaster1.xml" Id="R165a00cc970c422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081960be511848b5" /><Relationship Type="http://schemas.openxmlformats.org/officeDocument/2006/relationships/notesMaster" Target="/ppt/notesMasters/notesMaster1.xml" Id="R0e74f3a937e24d8d"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0e00146749c44e2" /><Relationship Type="http://schemas.openxmlformats.org/officeDocument/2006/relationships/notesMaster" Target="/ppt/notesMasters/notesMaster1.xml" Id="R141c84a3929e47f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386e03dd49a54277" /><Relationship Type="http://schemas.openxmlformats.org/officeDocument/2006/relationships/notesMaster" Target="/ppt/notesMasters/notesMaster1.xml" Id="R921ca842e1b7459f"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9879d7271044238" /><Relationship Type="http://schemas.openxmlformats.org/officeDocument/2006/relationships/notesMaster" Target="/ppt/notesMasters/notesMaster1.xml" Id="Rf5a43c5f76c446a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3f13e442ad8346c4" /><Relationship Type="http://schemas.openxmlformats.org/officeDocument/2006/relationships/notesMaster" Target="/ppt/notesMasters/notesMaster1.xml" Id="Ra1110a8d9ac84ca0"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dee3afbd9f4418c" /><Relationship Type="http://schemas.openxmlformats.org/officeDocument/2006/relationships/notesMaster" Target="/ppt/notesMasters/notesMaster1.xml" Id="R92cf2cd897f34a98"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60b74dde31c41ea" /><Relationship Type="http://schemas.openxmlformats.org/officeDocument/2006/relationships/notesMaster" Target="/ppt/notesMasters/notesMaster1.xml" Id="R7f7ad9059b824b68"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f285bf4afdc244f3" /><Relationship Type="http://schemas.openxmlformats.org/officeDocument/2006/relationships/notesMaster" Target="/ppt/notesMasters/notesMaster1.xml" Id="R7d696a7c47f34f6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974bde7bff645e8" /><Relationship Type="http://schemas.openxmlformats.org/officeDocument/2006/relationships/notesMaster" Target="/ppt/notesMasters/notesMaster1.xml" Id="R0e5401ec4b4541e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f8af10fcee5f4520" /><Relationship Type="http://schemas.openxmlformats.org/officeDocument/2006/relationships/notesMaster" Target="/ppt/notesMasters/notesMaster1.xml" Id="Rf2a38c01f047483e"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59e5ae38ed994f0d" /><Relationship Type="http://schemas.openxmlformats.org/officeDocument/2006/relationships/notesMaster" Target="/ppt/notesMasters/notesMaster1.xml" Id="R627e98c058c444dc"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a83b528c1354b14" /><Relationship Type="http://schemas.openxmlformats.org/officeDocument/2006/relationships/notesMaster" Target="/ppt/notesMasters/notesMaster1.xml" Id="Rbf51eda0bfa64e74"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7a9954de998e4d65" /><Relationship Type="http://schemas.openxmlformats.org/officeDocument/2006/relationships/notesMaster" Target="/ppt/notesMasters/notesMaster1.xml" Id="R9910e85d770d424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039e5081555840ca" /><Relationship Type="http://schemas.openxmlformats.org/officeDocument/2006/relationships/notesMaster" Target="/ppt/notesMasters/notesMaster1.xml" Id="R05bce8e6492c457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9587229351b4cfa" /><Relationship Type="http://schemas.openxmlformats.org/officeDocument/2006/relationships/notesMaster" Target="/ppt/notesMasters/notesMaster1.xml" Id="R890f67e54d9848df"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e3e579df26648c1" /><Relationship Type="http://schemas.openxmlformats.org/officeDocument/2006/relationships/notesMaster" Target="/ppt/notesMasters/notesMaster1.xml" Id="Ra192b2df3820484e"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e76b69c376d4e19" /><Relationship Type="http://schemas.openxmlformats.org/officeDocument/2006/relationships/notesMaster" Target="/ppt/notesMasters/notesMaster1.xml" Id="Ra5a513df3eb946ea"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7cde2b1ca1d4ac6" /><Relationship Type="http://schemas.openxmlformats.org/officeDocument/2006/relationships/notesMaster" Target="/ppt/notesMasters/notesMaster1.xml" Id="R8c671b5cac0a4b1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ea1b676ef8c24ad1" /><Relationship Type="http://schemas.openxmlformats.org/officeDocument/2006/relationships/notesMaster" Target="/ppt/notesMasters/notesMaster1.xml" Id="R519737f481ed4d46"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c13d6ebb57704f80" /><Relationship Type="http://schemas.openxmlformats.org/officeDocument/2006/relationships/notesMaster" Target="/ppt/notesMasters/notesMaster1.xml" Id="Re9242ecf4a0941e8"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5cf8651b0f84cfc" /><Relationship Type="http://schemas.openxmlformats.org/officeDocument/2006/relationships/notesMaster" Target="/ppt/notesMasters/notesMaster1.xml" Id="R848c52f10dbc4d53"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f034fa152d844d0c" /><Relationship Type="http://schemas.openxmlformats.org/officeDocument/2006/relationships/notesMaster" Target="/ppt/notesMasters/notesMaster1.xml" Id="R1554e9c3a1db4cdf"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f705ce5bffc24c67" /><Relationship Type="http://schemas.openxmlformats.org/officeDocument/2006/relationships/notesMaster" Target="/ppt/notesMasters/notesMaster1.xml" Id="Rc061a15c0c584844"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8dd1a90d8f0447d0" /><Relationship Type="http://schemas.openxmlformats.org/officeDocument/2006/relationships/notesMaster" Target="/ppt/notesMasters/notesMaster1.xml" Id="R14113c85f09d4f9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loops and reading a table</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Lists loops and reading a table.</a:t>
            </a:r>
          </a:p>
          <a:p xmlns:a="http://schemas.openxmlformats.org/drawingml/2006/main">
            <a:r>
              <a:t/>
            </a:r>
          </a:p>
          <a:p xmlns:a="http://schemas.openxmlformats.org/drawingml/2006/main">
            <a:r>
              <a:t>EXPLAIN</a:t>
            </a:r>
          </a:p>
          <a:p xmlns:a="http://schemas.openxmlformats.org/drawingml/2006/main">
            <a:r>
              <a:t>Read lists and dictionary fields.</a:t>
            </a:r>
          </a:p>
          <a:p xmlns:a="http://schemas.openxmlformats.org/drawingml/2006/main">
            <a:r>
              <a:t/>
            </a:r>
          </a:p>
          <a:p xmlns:a="http://schemas.openxmlformats.org/drawingml/2006/main">
            <a:r>
              <a:t>Trace a loop, read CSV rows and calculate summaries.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Nested comprehensions, arbitrary exception handling, a blank-page investigation and data-source hunting are later practice. Never use except: pass to silently erase evidence.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Week 3 introduced values, function inputs and results, conditions and list positions. Now we repeat a calculation across records, then organise those records by keys.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Sensor readings arrive as records in a CSV file. We first learn the Python collections and loops needed to read those records and summarise them.</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List and index.</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 and index</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List and index: A list holds values in order: [2, 4, 6]. Square brackets select a position. readings[0] selects the first item, 2.</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list position starts at zero.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position starts at zero</a:t>
            </a:r>
          </a:p>
          <a:p xmlns:a="http://schemas.openxmlformats.org/drawingml/2006/main">
            <a:r>
              <a:t/>
            </a:r>
          </a:p>
          <a:p xmlns:a="http://schemas.openxmlformats.org/drawingml/2006/main">
            <a:r>
              <a:t>CONNECT</a:t>
            </a:r>
          </a:p>
          <a:p xmlns:a="http://schemas.openxmlformats.org/drawingml/2006/main">
            <a:r>
              <a:t>Previous slide: List and index.</a:t>
            </a:r>
          </a:p>
          <a:p xmlns:a="http://schemas.openxmlformats.org/drawingml/2006/main">
            <a:r>
              <a:t/>
            </a:r>
          </a:p>
          <a:p xmlns:a="http://schemas.openxmlformats.org/drawingml/2006/main">
            <a:r>
              <a:t>EXPLAIN</a:t>
            </a:r>
          </a:p>
          <a:p xmlns:a="http://schemas.openxmlformats.org/drawingml/2006/main">
            <a:r>
              <a:t>In [2, 4, 6], position 0 holds 2.</a:t>
            </a:r>
          </a:p>
          <a:p xmlns:a="http://schemas.openxmlformats.org/drawingml/2006/main">
            <a:r>
              <a:t/>
            </a:r>
          </a:p>
          <a:p xmlns:a="http://schemas.openxmlformats.org/drawingml/2006/main">
            <a:r>
              <a:t>Position 1 holds 4. Position 2 holds 6.</a:t>
            </a:r>
          </a:p>
          <a:p xmlns:a="http://schemas.openxmlformats.org/drawingml/2006/main">
            <a:r>
              <a:t/>
            </a:r>
          </a:p>
          <a:p xmlns:a="http://schemas.openxmlformats.org/drawingml/2006/main">
            <a:r>
              <a:t>There is no position 3 in this three-item list.</a:t>
            </a:r>
          </a:p>
          <a:p xmlns:a="http://schemas.openxmlformats.org/drawingml/2006/main">
            <a:r>
              <a:t/>
            </a:r>
          </a:p>
          <a:p xmlns:a="http://schemas.openxmlformats.org/drawingml/2006/main">
            <a:r>
              <a:t>LECTURER CUE</a:t>
            </a:r>
          </a:p>
          <a:p xmlns:a="http://schemas.openxmlformats.org/drawingml/2006/main">
            <a:r>
              <a:t>Draw three boxes labelled 0, 1 and 2 holding 2, 4 and 6. Read the first item aloud, then trace the loop by hand.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list operations.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list operations</a:t>
            </a:r>
          </a:p>
          <a:p xmlns:a="http://schemas.openxmlformats.org/drawingml/2006/main">
            <a:r>
              <a:t/>
            </a:r>
          </a:p>
          <a:p xmlns:a="http://schemas.openxmlformats.org/drawingml/2006/main">
            <a:r>
              <a:t>CONNECT</a:t>
            </a:r>
          </a:p>
          <a:p xmlns:a="http://schemas.openxmlformats.org/drawingml/2006/main">
            <a:r>
              <a:t>Previous slide: A list position starts at zero.</a:t>
            </a:r>
          </a:p>
          <a:p xmlns:a="http://schemas.openxmlformats.org/drawingml/2006/main">
            <a:r>
              <a:t/>
            </a:r>
          </a:p>
          <a:p xmlns:a="http://schemas.openxmlformats.org/drawingml/2006/main">
            <a:r>
              <a:t>EXPLAIN</a:t>
            </a:r>
          </a:p>
          <a:p xmlns:a="http://schemas.openxmlformats.org/drawingml/2006/main">
            <a:r>
              <a:t>append and len: readings.append(8) adds 8 to the end of the list. len(readings) counts its items. The dot selects an operation belonging to that object; parentheses call it.</a:t>
            </a:r>
          </a:p>
          <a:p xmlns:a="http://schemas.openxmlformats.org/drawingml/2006/main">
            <a:r>
              <a:t/>
            </a:r>
          </a:p>
          <a:p xmlns:a="http://schemas.openxmlformats.org/drawingml/2006/main">
            <a:r>
              <a:t>Slice: readings[1:3] selects positions 1 and 2. The stop position 3 is excluded. A slice produces a new list; it does not remove items from the original.</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list stores items in order.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stores items in order</a:t>
            </a:r>
          </a:p>
          <a:p xmlns:a="http://schemas.openxmlformats.org/drawingml/2006/main">
            <a:r>
              <a:t/>
            </a:r>
          </a:p>
          <a:p xmlns:a="http://schemas.openxmlformats.org/drawingml/2006/main">
            <a:r>
              <a:t>CONNECT</a:t>
            </a:r>
          </a:p>
          <a:p xmlns:a="http://schemas.openxmlformats.org/drawingml/2006/main">
            <a:r>
              <a:t>Previous slide: Read list operations.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readings = [2, 4, 6]</a:t>
            </a:r>
          </a:p>
          <a:p xmlns:a="http://schemas.openxmlformats.org/drawingml/2006/main">
            <a:r>
              <a:t>print(readings[0])</a:t>
            </a:r>
          </a:p>
          <a:p xmlns:a="http://schemas.openxmlformats.org/drawingml/2006/main">
            <a:r>
              <a:t>readings.append(8)</a:t>
            </a:r>
          </a:p>
          <a:p xmlns:a="http://schemas.openxmlformats.org/drawingml/2006/main">
            <a:r>
              <a:t>print(len(readings))</a:t>
            </a:r>
          </a:p>
          <a:p xmlns:a="http://schemas.openxmlformats.org/drawingml/2006/main">
            <a:r>
              <a:t>print(readings[1:3])</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append adds one item to the end of a list.</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builds a list. Positions start at zero. The slice stops before position 3.</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2 then 4 then [4, 6]. readings[4] would raise IndexError.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list changes.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list changes</a:t>
            </a:r>
          </a:p>
          <a:p xmlns:a="http://schemas.openxmlformats.org/drawingml/2006/main">
            <a:r>
              <a:t/>
            </a:r>
          </a:p>
          <a:p xmlns:a="http://schemas.openxmlformats.org/drawingml/2006/main">
            <a:r>
              <a:t>CONNECT</a:t>
            </a:r>
          </a:p>
          <a:p xmlns:a="http://schemas.openxmlformats.org/drawingml/2006/main">
            <a:r>
              <a:t>Previous slide: A list stores items in order.</a:t>
            </a:r>
          </a:p>
          <a:p xmlns:a="http://schemas.openxmlformats.org/drawingml/2006/main">
            <a:r>
              <a:t/>
            </a:r>
          </a:p>
          <a:p xmlns:a="http://schemas.openxmlformats.org/drawingml/2006/main">
            <a:r>
              <a:t>EXPLAIN</a:t>
            </a:r>
          </a:p>
          <a:p xmlns:a="http://schemas.openxmlformats.org/drawingml/2006/main">
            <a:r>
              <a:t>Instruction | List afterwards | Displayed output</a:t>
            </a:r>
          </a:p>
          <a:p xmlns:a="http://schemas.openxmlformats.org/drawingml/2006/main">
            <a:r>
              <a:t/>
            </a:r>
          </a:p>
          <a:p xmlns:a="http://schemas.openxmlformats.org/drawingml/2006/main">
            <a:r>
              <a:t>readings = [2, 4, 6] | [2, 4, 6] | Nothing yet</a:t>
            </a:r>
          </a:p>
          <a:p xmlns:a="http://schemas.openxmlformats.org/drawingml/2006/main">
            <a:r>
              <a:t/>
            </a:r>
          </a:p>
          <a:p xmlns:a="http://schemas.openxmlformats.org/drawingml/2006/main">
            <a:r>
              <a:t>print(readings[0]) | [2, 4, 6] | 2</a:t>
            </a:r>
          </a:p>
          <a:p xmlns:a="http://schemas.openxmlformats.org/drawingml/2006/main">
            <a:r>
              <a:t/>
            </a:r>
          </a:p>
          <a:p xmlns:a="http://schemas.openxmlformats.org/drawingml/2006/main">
            <a:r>
              <a:t>readings.append(8) | [2, 4, 6, 8] | Nothing yet</a:t>
            </a:r>
          </a:p>
          <a:p xmlns:a="http://schemas.openxmlformats.org/drawingml/2006/main">
            <a:r>
              <a:t/>
            </a:r>
          </a:p>
          <a:p xmlns:a="http://schemas.openxmlformats.org/drawingml/2006/main">
            <a:r>
              <a:t>print(readings[1:3]) | [2, 4, 6, 8] | [4, 6]</a:t>
            </a:r>
          </a:p>
          <a:p xmlns:a="http://schemas.openxmlformats.org/drawingml/2006/main">
            <a:r>
              <a:t/>
            </a:r>
          </a:p>
          <a:p xmlns:a="http://schemas.openxmlformats.org/drawingml/2006/main">
            <a:r>
              <a:t>len reports 4 after append. A slice excludes its stop position and leaves the original list intact.</a:t>
            </a:r>
          </a:p>
          <a:p xmlns:a="http://schemas.openxmlformats.org/drawingml/2006/main">
            <a:r>
              <a:t/>
            </a:r>
          </a:p>
          <a:p xmlns:a="http://schemas.openxmlformats.org/drawingml/2006/main">
            <a:r>
              <a:t>Read the rows in order. len reports 4 after append. A slice excludes its stop position and leaves the original list intact.</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loop repeats instructions.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loop repeats instructions</a:t>
            </a:r>
          </a:p>
          <a:p xmlns:a="http://schemas.openxmlformats.org/drawingml/2006/main">
            <a:r>
              <a:t/>
            </a:r>
          </a:p>
          <a:p xmlns:a="http://schemas.openxmlformats.org/drawingml/2006/main">
            <a:r>
              <a:t>CONNECT</a:t>
            </a:r>
          </a:p>
          <a:p xmlns:a="http://schemas.openxmlformats.org/drawingml/2006/main">
            <a:r>
              <a:t>Previous slide: Trace the list changes.</a:t>
            </a:r>
          </a:p>
          <a:p xmlns:a="http://schemas.openxmlformats.org/drawingml/2006/main">
            <a:r>
              <a:t/>
            </a:r>
          </a:p>
          <a:p xmlns:a="http://schemas.openxmlformats.org/drawingml/2006/main">
            <a:r>
              <a:t>EXPLAIN</a:t>
            </a:r>
          </a:p>
          <a:p xmlns:a="http://schemas.openxmlformats.org/drawingml/2006/main">
            <a:r>
              <a:t>A loop runs a block more than once. One execution of the block is called an iteration.</a:t>
            </a:r>
          </a:p>
          <a:p xmlns:a="http://schemas.openxmlformats.org/drawingml/2006/main">
            <a:r>
              <a:t/>
            </a:r>
          </a:p>
          <a:p xmlns:a="http://schemas.openxmlformats.org/drawingml/2006/main">
            <a:r>
              <a:t>for takes one item at a time from a collection. Use it when each item needs the same action.</a:t>
            </a:r>
          </a:p>
          <a:p xmlns:a="http://schemas.openxmlformats.org/drawingml/2006/main">
            <a:r>
              <a:t/>
            </a:r>
          </a:p>
          <a:p xmlns:a="http://schemas.openxmlformats.org/drawingml/2006/main">
            <a:r>
              <a:t>while repeats while a condition stays True. Use it when a condition controls repetition. We will trace each kind before using it in a calculation.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every part of a for header.</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every part of a for header</a:t>
            </a:r>
          </a:p>
          <a:p xmlns:a="http://schemas.openxmlformats.org/drawingml/2006/main">
            <a:r>
              <a:t/>
            </a:r>
          </a:p>
          <a:p xmlns:a="http://schemas.openxmlformats.org/drawingml/2006/main">
            <a:r>
              <a:t>CONNECT</a:t>
            </a:r>
          </a:p>
          <a:p xmlns:a="http://schemas.openxmlformats.org/drawingml/2006/main">
            <a:r>
              <a:t>Previous slide: A loop repeats instructions.</a:t>
            </a:r>
          </a:p>
          <a:p xmlns:a="http://schemas.openxmlformats.org/drawingml/2006/main">
            <a:r>
              <a:t/>
            </a:r>
          </a:p>
          <a:p xmlns:a="http://schemas.openxmlformats.org/drawingml/2006/main">
            <a:r>
              <a:t>EXPLAIN</a:t>
            </a:r>
          </a:p>
          <a:p xmlns:a="http://schemas.openxmlformats.org/drawingml/2006/main">
            <a:r>
              <a:t>In for reading in readings:, for introduces repetition, reading names the current item, and readings is the collection to visit.</a:t>
            </a:r>
          </a:p>
          <a:p xmlns:a="http://schemas.openxmlformats.org/drawingml/2006/main">
            <a:r>
              <a:t/>
            </a:r>
          </a:p>
          <a:p xmlns:a="http://schemas.openxmlformats.org/drawingml/2006/main">
            <a:r>
              <a:t>in connects the current-item name to that collection. The colon begins the loop body. Four spaces mark each instruction that repeats.</a:t>
            </a:r>
          </a:p>
          <a:p xmlns:a="http://schemas.openxmlformats.org/drawingml/2006/main">
            <a:r>
              <a:t/>
            </a:r>
          </a:p>
          <a:p xmlns:a="http://schemas.openxmlformats.org/drawingml/2006/main">
            <a:r>
              <a:t>reading is a name we choose; it is assigned the next item automatically. It is not the same name as readings. After the last item, execution leaves the loop.</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Visit each item without calculating.</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Visit each item without calculating</a:t>
            </a:r>
          </a:p>
          <a:p xmlns:a="http://schemas.openxmlformats.org/drawingml/2006/main">
            <a:r>
              <a:t/>
            </a:r>
          </a:p>
          <a:p xmlns:a="http://schemas.openxmlformats.org/drawingml/2006/main">
            <a:r>
              <a:t>CONNECT</a:t>
            </a:r>
          </a:p>
          <a:p xmlns:a="http://schemas.openxmlformats.org/drawingml/2006/main">
            <a:r>
              <a:t>Previous slide: Read every part of a for header.</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readings = [2, 4, 6]</a:t>
            </a:r>
          </a:p>
          <a:p xmlns:a="http://schemas.openxmlformats.org/drawingml/2006/main">
            <a:r>
              <a:t>for reading in readings:</a:t>
            </a:r>
          </a:p>
          <a:p xmlns:a="http://schemas.openxmlformats.org/drawingml/2006/main">
            <a:r>
              <a:t>    print(reading)</a:t>
            </a:r>
          </a:p>
          <a:p xmlns:a="http://schemas.openxmlformats.org/drawingml/2006/main">
            <a:r>
              <a:t>print("finished")</a:t>
            </a:r>
          </a:p>
          <a:p xmlns:a="http://schemas.openxmlformats.org/drawingml/2006/main">
            <a:r>
              <a:t/>
            </a:r>
          </a:p>
          <a:p xmlns:a="http://schemas.openxmlformats.org/drawingml/2006/main">
            <a:r>
              <a:t>The body runs once for each item.</a:t>
            </a:r>
          </a:p>
          <a:p xmlns:a="http://schemas.openxmlformats.org/drawingml/2006/main">
            <a:r>
              <a:t/>
            </a:r>
          </a:p>
          <a:p xmlns:a="http://schemas.openxmlformats.org/drawingml/2006/main">
            <a:r>
              <a:t>The final line is outside the loop, so it runs once.</a:t>
            </a:r>
          </a:p>
          <a:p xmlns:a="http://schemas.openxmlformats.org/drawingml/2006/main">
            <a:r>
              <a:t/>
            </a:r>
          </a:p>
          <a:p xmlns:a="http://schemas.openxmlformats.org/drawingml/2006/main">
            <a:r>
              <a:t>Output: 2; 4; 6; finished</a:t>
            </a:r>
          </a:p>
          <a:p xmlns:a="http://schemas.openxmlformats.org/drawingml/2006/main">
            <a:r>
              <a:t/>
            </a:r>
          </a:p>
          <a:p xmlns:a="http://schemas.openxmlformats.org/drawingml/2006/main">
            <a:r>
              <a:t>Expected printed output:</a:t>
            </a:r>
          </a:p>
          <a:p xmlns:a="http://schemas.openxmlformats.org/drawingml/2006/main">
            <a:r>
              <a:t>2</a:t>
            </a:r>
          </a:p>
          <a:p xmlns:a="http://schemas.openxmlformats.org/drawingml/2006/main">
            <a:r>
              <a:t>4</a:t>
            </a:r>
          </a:p>
          <a:p xmlns:a="http://schemas.openxmlformats.org/drawingml/2006/main">
            <a:r>
              <a:t>6</a:t>
            </a:r>
          </a:p>
          <a:p xmlns:a="http://schemas.openxmlformats.org/drawingml/2006/main">
            <a:r>
              <a:t>finished</a:t>
            </a:r>
          </a:p>
          <a:p xmlns:a="http://schemas.openxmlformats.org/drawingml/2006/main">
            <a:r>
              <a:t/>
            </a:r>
          </a:p>
          <a:p xmlns:a="http://schemas.openxmlformats.org/drawingml/2006/main">
            <a:r>
              <a:t>Run the complete cell, then trace each line. Expected output:</a:t>
            </a:r>
          </a:p>
          <a:p xmlns:a="http://schemas.openxmlformats.org/drawingml/2006/main">
            <a:r>
              <a:t>2</a:t>
            </a:r>
          </a:p>
          <a:p xmlns:a="http://schemas.openxmlformats.org/drawingml/2006/main">
            <a:r>
              <a:t>4</a:t>
            </a:r>
          </a:p>
          <a:p xmlns:a="http://schemas.openxmlformats.org/drawingml/2006/main">
            <a:r>
              <a:t>6</a:t>
            </a:r>
          </a:p>
          <a:p xmlns:a="http://schemas.openxmlformats.org/drawingml/2006/main">
            <a:r>
              <a:t>finished</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for loop item by item.</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for loop item by item</a:t>
            </a:r>
          </a:p>
          <a:p xmlns:a="http://schemas.openxmlformats.org/drawingml/2006/main">
            <a:r>
              <a:t/>
            </a:r>
          </a:p>
          <a:p xmlns:a="http://schemas.openxmlformats.org/drawingml/2006/main">
            <a:r>
              <a:t>CONNECT</a:t>
            </a:r>
          </a:p>
          <a:p xmlns:a="http://schemas.openxmlformats.org/drawingml/2006/main">
            <a:r>
              <a:t>Previous slide: Visit each item without calculating.</a:t>
            </a:r>
          </a:p>
          <a:p xmlns:a="http://schemas.openxmlformats.org/drawingml/2006/main">
            <a:r>
              <a:t/>
            </a:r>
          </a:p>
          <a:p xmlns:a="http://schemas.openxmlformats.org/drawingml/2006/main">
            <a:r>
              <a:t>EXPLAIN</a:t>
            </a:r>
          </a:p>
          <a:p xmlns:a="http://schemas.openxmlformats.org/drawingml/2006/main">
            <a:r>
              <a:t>Step | Current reading | Action</a:t>
            </a:r>
          </a:p>
          <a:p xmlns:a="http://schemas.openxmlformats.org/drawingml/2006/main">
            <a:r>
              <a:t/>
            </a:r>
          </a:p>
          <a:p xmlns:a="http://schemas.openxmlformats.org/drawingml/2006/main">
            <a:r>
              <a:t>First item | 2 | Print 2</a:t>
            </a:r>
          </a:p>
          <a:p xmlns:a="http://schemas.openxmlformats.org/drawingml/2006/main">
            <a:r>
              <a:t/>
            </a:r>
          </a:p>
          <a:p xmlns:a="http://schemas.openxmlformats.org/drawingml/2006/main">
            <a:r>
              <a:t>Second item | 4 | Print 4</a:t>
            </a:r>
          </a:p>
          <a:p xmlns:a="http://schemas.openxmlformats.org/drawingml/2006/main">
            <a:r>
              <a:t/>
            </a:r>
          </a:p>
          <a:p xmlns:a="http://schemas.openxmlformats.org/drawingml/2006/main">
            <a:r>
              <a:t>Third item | 6 | Print 6</a:t>
            </a:r>
          </a:p>
          <a:p xmlns:a="http://schemas.openxmlformats.org/drawingml/2006/main">
            <a:r>
              <a:t/>
            </a:r>
          </a:p>
          <a:p xmlns:a="http://schemas.openxmlformats.org/drawingml/2006/main">
            <a:r>
              <a:t>No items left | No new item | Leave loop; print finished</a:t>
            </a:r>
          </a:p>
          <a:p xmlns:a="http://schemas.openxmlformats.org/drawingml/2006/main">
            <a:r>
              <a:t/>
            </a:r>
          </a:p>
          <a:p xmlns:a="http://schemas.openxmlformats.org/drawingml/2006/main">
            <a:r>
              <a:t>An empty list runs the body zero times. It still reaches the outside line.</a:t>
            </a:r>
          </a:p>
          <a:p xmlns:a="http://schemas.openxmlformats.org/drawingml/2006/main">
            <a:r>
              <a:t/>
            </a:r>
          </a:p>
          <a:p xmlns:a="http://schemas.openxmlformats.org/drawingml/2006/main">
            <a:r>
              <a:t>Read the rows in order. An empty list runs the body zero times. It still reaches the outside line.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Updating a counter inside a loop.</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Updating a counter inside a loop</a:t>
            </a:r>
          </a:p>
          <a:p xmlns:a="http://schemas.openxmlformats.org/drawingml/2006/main">
            <a:r>
              <a:t/>
            </a:r>
          </a:p>
          <a:p xmlns:a="http://schemas.openxmlformats.org/drawingml/2006/main">
            <a:r>
              <a:t>CONNECT</a:t>
            </a:r>
          </a:p>
          <a:p xmlns:a="http://schemas.openxmlformats.org/drawingml/2006/main">
            <a:r>
              <a:t>Previous slide: Trace the for loop item by item.</a:t>
            </a:r>
          </a:p>
          <a:p xmlns:a="http://schemas.openxmlformats.org/drawingml/2006/main">
            <a:r>
              <a:t/>
            </a:r>
          </a:p>
          <a:p xmlns:a="http://schemas.openxmlformats.org/drawingml/2006/main">
            <a:r>
              <a:t>EXPLAIN</a:t>
            </a:r>
          </a:p>
          <a:p xmlns:a="http://schemas.openxmlformats.org/drawingml/2006/main">
            <a:r>
              <a:t>A counter records how many times an event happens. Set count = 0 before the loop, then count = count + 1 inside it.</a:t>
            </a:r>
          </a:p>
          <a:p xmlns:a="http://schemas.openxmlformats.org/drawingml/2006/main">
            <a:r>
              <a:t/>
            </a:r>
          </a:p>
          <a:p xmlns:a="http://schemas.openxmlformats.org/drawingml/2006/main">
            <a:r>
              <a:t>count += 1 is a shorter spelling for that numeric update. Similarly, total += reading means total = total + reading.</a:t>
            </a:r>
          </a:p>
          <a:p xmlns:a="http://schemas.openxmlformats.org/drawingml/2006/main">
            <a:r>
              <a:t/>
            </a:r>
          </a:p>
          <a:p xmlns:a="http://schemas.openxmlformats.org/drawingml/2006/main">
            <a:r>
              <a:t>The initial value belongs outside the loop. Resetting count to zero inside every iteration loses the earlier count.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Count the visited items.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 the visited items</a:t>
            </a:r>
          </a:p>
          <a:p xmlns:a="http://schemas.openxmlformats.org/drawingml/2006/main">
            <a:r>
              <a:t/>
            </a:r>
          </a:p>
          <a:p xmlns:a="http://schemas.openxmlformats.org/drawingml/2006/main">
            <a:r>
              <a:t>CONNECT</a:t>
            </a:r>
          </a:p>
          <a:p xmlns:a="http://schemas.openxmlformats.org/drawingml/2006/main">
            <a:r>
              <a:t>Previous slide: Updating a counter inside a loop.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count = 0</a:t>
            </a:r>
          </a:p>
          <a:p xmlns:a="http://schemas.openxmlformats.org/drawingml/2006/main">
            <a:r>
              <a:t>for reading in [2, 4, 6]:</a:t>
            </a:r>
          </a:p>
          <a:p xmlns:a="http://schemas.openxmlformats.org/drawingml/2006/main">
            <a:r>
              <a:t>    count += 1</a:t>
            </a:r>
          </a:p>
          <a:p xmlns:a="http://schemas.openxmlformats.org/drawingml/2006/main">
            <a:r>
              <a:t>print(count)</a:t>
            </a:r>
          </a:p>
          <a:p xmlns:a="http://schemas.openxmlformats.org/drawingml/2006/main">
            <a:r>
              <a:t/>
            </a:r>
          </a:p>
          <a:p xmlns:a="http://schemas.openxmlformats.org/drawingml/2006/main">
            <a:r>
              <a:t>Updates: 0 to 1, 1 to 2, then 2 to 3.</a:t>
            </a:r>
          </a:p>
          <a:p xmlns:a="http://schemas.openxmlformats.org/drawingml/2006/main">
            <a:r>
              <a:t/>
            </a:r>
          </a:p>
          <a:p xmlns:a="http://schemas.openxmlformats.org/drawingml/2006/main">
            <a:r>
              <a:t>Output: 3</a:t>
            </a:r>
          </a:p>
          <a:p xmlns:a="http://schemas.openxmlformats.org/drawingml/2006/main">
            <a:r>
              <a:t/>
            </a:r>
          </a:p>
          <a:p xmlns:a="http://schemas.openxmlformats.org/drawingml/2006/main">
            <a:r>
              <a:t>Expected printed output:</a:t>
            </a:r>
          </a:p>
          <a:p xmlns:a="http://schemas.openxmlformats.org/drawingml/2006/main">
            <a:r>
              <a:t>3</a:t>
            </a:r>
          </a:p>
          <a:p xmlns:a="http://schemas.openxmlformats.org/drawingml/2006/main">
            <a:r>
              <a:t/>
            </a:r>
          </a:p>
          <a:p xmlns:a="http://schemas.openxmlformats.org/drawingml/2006/main">
            <a:r>
              <a:t>Run the complete cell, then trace each line. Expected output:</a:t>
            </a:r>
          </a:p>
          <a:p xmlns:a="http://schemas.openxmlformats.org/drawingml/2006/main">
            <a:r>
              <a:t>3</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Accumulator.</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Accumulator</a:t>
            </a:r>
          </a:p>
          <a:p xmlns:a="http://schemas.openxmlformats.org/drawingml/2006/main">
            <a:r>
              <a:t/>
            </a:r>
          </a:p>
          <a:p xmlns:a="http://schemas.openxmlformats.org/drawingml/2006/main">
            <a:r>
              <a:t>CONNECT</a:t>
            </a:r>
          </a:p>
          <a:p xmlns:a="http://schemas.openxmlformats.org/drawingml/2006/main">
            <a:r>
              <a:t>Previous slide: Count the visited items.</a:t>
            </a:r>
          </a:p>
          <a:p xmlns:a="http://schemas.openxmlformats.org/drawingml/2006/main">
            <a:r>
              <a:t/>
            </a:r>
          </a:p>
          <a:p xmlns:a="http://schemas.openxmlformats.org/drawingml/2006/main">
            <a:r>
              <a:t>EXPLAIN</a:t>
            </a:r>
          </a:p>
          <a:p xmlns:a="http://schemas.openxmlformats.org/drawingml/2006/main">
            <a:r>
              <a:t>Accumulator: A running total. Set it to zero before the loop, add inside the loop, and read the final total afterward.</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loop repeats an indented block.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loop repeats an indented block</a:t>
            </a:r>
          </a:p>
          <a:p xmlns:a="http://schemas.openxmlformats.org/drawingml/2006/main">
            <a:r>
              <a:t/>
            </a:r>
          </a:p>
          <a:p xmlns:a="http://schemas.openxmlformats.org/drawingml/2006/main">
            <a:r>
              <a:t>CONNECT</a:t>
            </a:r>
          </a:p>
          <a:p xmlns:a="http://schemas.openxmlformats.org/drawingml/2006/main">
            <a:r>
              <a:t>Previous slide: Accumulator.</a:t>
            </a:r>
          </a:p>
          <a:p xmlns:a="http://schemas.openxmlformats.org/drawingml/2006/main">
            <a:r>
              <a:t/>
            </a:r>
          </a:p>
          <a:p xmlns:a="http://schemas.openxmlformats.org/drawingml/2006/main">
            <a:r>
              <a:t>EXPLAIN</a:t>
            </a:r>
          </a:p>
          <a:p xmlns:a="http://schemas.openxmlformats.org/drawingml/2006/main">
            <a:r>
              <a:t>for reading in readings: takes one item at a time.</a:t>
            </a:r>
          </a:p>
          <a:p xmlns:a="http://schemas.openxmlformats.org/drawingml/2006/main">
            <a:r>
              <a:t/>
            </a:r>
          </a:p>
          <a:p xmlns:a="http://schemas.openxmlformats.org/drawingml/2006/main">
            <a:r>
              <a:t>The colon starts the block. Four spaces show which lines repeat.</a:t>
            </a:r>
          </a:p>
          <a:p xmlns:a="http://schemas.openxmlformats.org/drawingml/2006/main">
            <a:r>
              <a:t/>
            </a:r>
          </a:p>
          <a:p xmlns:a="http://schemas.openxmlformats.org/drawingml/2006/main">
            <a:r>
              <a:t>A running total must start at zero before the loop.</a:t>
            </a:r>
          </a:p>
          <a:p xmlns:a="http://schemas.openxmlformats.org/drawingml/2006/main">
            <a:r>
              <a:t/>
            </a:r>
          </a:p>
          <a:p xmlns:a="http://schemas.openxmlformats.org/drawingml/2006/main">
            <a:r>
              <a:t>LECTURER CUE</a:t>
            </a:r>
          </a:p>
          <a:p xmlns:a="http://schemas.openxmlformats.org/drawingml/2006/main">
            <a:r>
              <a:t>Trace the native loop table that follows. Predict total after each item. An empty list needs a guard before dividing by its length.</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mean uses a total and a count.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mean uses a total and a count</a:t>
            </a:r>
          </a:p>
          <a:p xmlns:a="http://schemas.openxmlformats.org/drawingml/2006/main">
            <a:r>
              <a:t/>
            </a:r>
          </a:p>
          <a:p xmlns:a="http://schemas.openxmlformats.org/drawingml/2006/main">
            <a:r>
              <a:t>CONNECT</a:t>
            </a:r>
          </a:p>
          <a:p xmlns:a="http://schemas.openxmlformats.org/drawingml/2006/main">
            <a:r>
              <a:t>Previous slide: A loop repeats an indented block.</a:t>
            </a:r>
          </a:p>
          <a:p xmlns:a="http://schemas.openxmlformats.org/drawingml/2006/main">
            <a:r>
              <a:t/>
            </a:r>
          </a:p>
          <a:p xmlns:a="http://schemas.openxmlformats.org/drawingml/2006/main">
            <a:r>
              <a:t>EXPLAIN</a:t>
            </a:r>
          </a:p>
          <a:p xmlns:a="http://schemas.openxmlformats.org/drawingml/2006/main">
            <a:r>
              <a:t>Start the total at 0. Add 2, then 4, then 6.</a:t>
            </a:r>
          </a:p>
          <a:p xmlns:a="http://schemas.openxmlformats.org/drawingml/2006/main">
            <a:r>
              <a:t/>
            </a:r>
          </a:p>
          <a:p xmlns:a="http://schemas.openxmlformats.org/drawingml/2006/main">
            <a:r>
              <a:t>The final total is 12. The count is 3.</a:t>
            </a:r>
          </a:p>
          <a:p xmlns:a="http://schemas.openxmlformats.org/drawingml/2006/main">
            <a:r>
              <a:t/>
            </a:r>
          </a:p>
          <a:p xmlns:a="http://schemas.openxmlformats.org/drawingml/2006/main">
            <a:r>
              <a:t>12 / 3 gives the mean 4. An empty list needs a separate rule.</a:t>
            </a:r>
          </a:p>
          <a:p xmlns:a="http://schemas.openxmlformats.org/drawingml/2006/main">
            <a:r>
              <a:t/>
            </a:r>
          </a:p>
          <a:p xmlns:a="http://schemas.openxmlformats.org/drawingml/2006/main">
            <a:r>
              <a:t>LECTURER CUE</a:t>
            </a:r>
          </a:p>
          <a:p xmlns:a="http://schemas.openxmlformats.org/drawingml/2006/main">
            <a:r>
              <a:t>Make a table with columns reading and total: (2,2), (4,6), (6,12). len(readings) counts three items. 12 / 3 is 4.</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loop changes the running total.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loop changes the running total</a:t>
            </a:r>
          </a:p>
          <a:p xmlns:a="http://schemas.openxmlformats.org/drawingml/2006/main">
            <a:r>
              <a:t/>
            </a:r>
          </a:p>
          <a:p xmlns:a="http://schemas.openxmlformats.org/drawingml/2006/main">
            <a:r>
              <a:t>CONNECT</a:t>
            </a:r>
          </a:p>
          <a:p xmlns:a="http://schemas.openxmlformats.org/drawingml/2006/main">
            <a:r>
              <a:t>Previous slide: A mean uses a total and a count.</a:t>
            </a:r>
          </a:p>
          <a:p xmlns:a="http://schemas.openxmlformats.org/drawingml/2006/main">
            <a:r>
              <a:t/>
            </a:r>
          </a:p>
          <a:p xmlns:a="http://schemas.openxmlformats.org/drawingml/2006/main">
            <a:r>
              <a:t>EXPLAIN</a:t>
            </a:r>
          </a:p>
          <a:p xmlns:a="http://schemas.openxmlformats.org/drawingml/2006/main">
            <a:r>
              <a:t>This illustration uses six separate readings. Next we trace the smaller list [2, 4, 6] using the same running-total rule.</a:t>
            </a:r>
          </a:p>
          <a:p xmlns:a="http://schemas.openxmlformats.org/drawingml/2006/main">
            <a:r>
              <a:t/>
            </a:r>
          </a:p>
          <a:p xmlns:a="http://schemas.openxmlformats.org/drawingml/2006/main">
            <a:r>
              <a:t>LECTURER CUE</a:t>
            </a:r>
          </a:p>
          <a:p xmlns:a="http://schemas.openxmlformats.org/drawingml/2006/main">
            <a:r>
              <a:t>The displayed mean is rounded to two decimals. Keep full precision in calculations. This larger illustration follows the same rule as our smaller 2, 4, 6 example.</a:t>
            </a:r>
          </a:p>
          <a:p xmlns:a="http://schemas.openxmlformats.org/drawingml/2006/main">
            <a:r>
              <a:t>Source: existing course illustration figs/accumulator_trace.png.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Tracing the loop.</a:t>
            </a:r>
          </a:p>
          <a:p xmlns:a="http://schemas.openxmlformats.org/drawingml/2006/main">
            <a:r>
              <a:t/>
            </a:r>
          </a:p>
          <a:p xmlns:a="http://schemas.openxmlformats.org/drawingml/2006/main">
            <a:r>
              <a:t>REFERENCES</a:t>
            </a:r>
          </a:p>
          <a:p xmlns:a="http://schemas.openxmlformats.org/drawingml/2006/main">
            <a:r>
              <a:t>Source: existing course illustration figs/accumulator_trace.png.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Tracing the loop</a:t>
            </a:r>
          </a:p>
          <a:p xmlns:a="http://schemas.openxmlformats.org/drawingml/2006/main">
            <a:r>
              <a:t/>
            </a:r>
          </a:p>
          <a:p xmlns:a="http://schemas.openxmlformats.org/drawingml/2006/main">
            <a:r>
              <a:t>CONNECT</a:t>
            </a:r>
          </a:p>
          <a:p xmlns:a="http://schemas.openxmlformats.org/drawingml/2006/main">
            <a:r>
              <a:t>Previous slide: A loop changes the running total.</a:t>
            </a:r>
          </a:p>
          <a:p xmlns:a="http://schemas.openxmlformats.org/drawingml/2006/main">
            <a:r>
              <a:t/>
            </a:r>
          </a:p>
          <a:p xmlns:a="http://schemas.openxmlformats.org/drawingml/2006/main">
            <a:r>
              <a:t>EXPLAIN</a:t>
            </a:r>
          </a:p>
          <a:p xmlns:a="http://schemas.openxmlformats.org/drawingml/2006/main">
            <a:r>
              <a:t>Step | reading | total after addition</a:t>
            </a:r>
          </a:p>
          <a:p xmlns:a="http://schemas.openxmlformats.org/drawingml/2006/main">
            <a:r>
              <a:t/>
            </a:r>
          </a:p>
          <a:p xmlns:a="http://schemas.openxmlformats.org/drawingml/2006/main">
            <a:r>
              <a:t>Before loop | — | 0</a:t>
            </a:r>
          </a:p>
          <a:p xmlns:a="http://schemas.openxmlformats.org/drawingml/2006/main">
            <a:r>
              <a:t/>
            </a:r>
          </a:p>
          <a:p xmlns:a="http://schemas.openxmlformats.org/drawingml/2006/main">
            <a:r>
              <a:t>First | 2 | 2</a:t>
            </a:r>
          </a:p>
          <a:p xmlns:a="http://schemas.openxmlformats.org/drawingml/2006/main">
            <a:r>
              <a:t/>
            </a:r>
          </a:p>
          <a:p xmlns:a="http://schemas.openxmlformats.org/drawingml/2006/main">
            <a:r>
              <a:t>Second | 4 | 6</a:t>
            </a:r>
          </a:p>
          <a:p xmlns:a="http://schemas.openxmlformats.org/drawingml/2006/main">
            <a:r>
              <a:t/>
            </a:r>
          </a:p>
          <a:p xmlns:a="http://schemas.openxmlformats.org/drawingml/2006/main">
            <a:r>
              <a:t>Third | 6 | 12</a:t>
            </a:r>
          </a:p>
          <a:p xmlns:a="http://schemas.openxmlformats.org/drawingml/2006/main">
            <a:r>
              <a:t/>
            </a:r>
          </a:p>
          <a:p xmlns:a="http://schemas.openxmlformats.org/drawingml/2006/main">
            <a:r>
              <a:t>There are three readings.</a:t>
            </a:r>
          </a:p>
          <a:p xmlns:a="http://schemas.openxmlformats.org/drawingml/2006/main">
            <a:r>
              <a:t/>
            </a:r>
          </a:p>
          <a:p xmlns:a="http://schemas.openxmlformats.org/drawingml/2006/main">
            <a:r>
              <a:t>LECTURER CUE</a:t>
            </a:r>
          </a:p>
          <a:p xmlns:a="http://schemas.openxmlformats.org/drawingml/2006/main">
            <a:r>
              <a:t>There are three readings. The mean is 12 / 3 = 4. Reset total before repeating the calculation.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loops and records in Python</a:t>
            </a:r>
          </a:p>
          <a:p xmlns:a="http://schemas.openxmlformats.org/drawingml/2006/main">
            <a:r>
              <a:t/>
            </a:r>
          </a:p>
          <a:p xmlns:a="http://schemas.openxmlformats.org/drawingml/2006/main">
            <a:r>
              <a:t>CONNECT</a:t>
            </a:r>
          </a:p>
          <a:p xmlns:a="http://schemas.openxmlformats.org/drawingml/2006/main">
            <a:r>
              <a:t>Previous slide: Tracing the loop.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readings = [2, 4, 6]</a:t>
            </a:r>
          </a:p>
          <a:p xmlns:a="http://schemas.openxmlformats.org/drawingml/2006/main">
            <a:r>
              <a:t>total = 0</a:t>
            </a:r>
          </a:p>
          <a:p xmlns:a="http://schemas.openxmlformats.org/drawingml/2006/main">
            <a:r>
              <a:t>for reading in readings:</a:t>
            </a:r>
          </a:p>
          <a:p xmlns:a="http://schemas.openxmlformats.org/drawingml/2006/main">
            <a:r>
              <a:t>    total = total + reading</a:t>
            </a:r>
          </a:p>
          <a:p xmlns:a="http://schemas.openxmlformats.org/drawingml/2006/main">
            <a:r>
              <a:t>mean = total / len(readings)</a:t>
            </a:r>
          </a:p>
          <a:p xmlns:a="http://schemas.openxmlformats.org/drawingml/2006/main">
            <a:r>
              <a:t>print(mean)</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Draw three boxes labelled 0, 1 and 2 holding 2, 4 and 6. Read the first item aloud, then trace the loop by hand. Make a table with columns reading and total: (2,2), (4,6), (6,12). len(readings) counts three items. 12 / 3 is 4. Before a real CSV, show a two-line text extract and name its header. Open the issued CSV together. Explain csv.DictReader as one dictionary per row. Convert only the numeric column and state what should happen to an invalid value.</a:t>
            </a:r>
          </a:p>
          <a:p xmlns:a="http://schemas.openxmlformats.org/drawingml/2006/main">
            <a:r>
              <a:t/>
            </a:r>
          </a:p>
          <a:p xmlns:a="http://schemas.openxmlformats.org/drawingml/2006/main">
            <a:r>
              <a:t>Complete practice code:</a:t>
            </a:r>
          </a:p>
          <a:p xmlns:a="http://schemas.openxmlformats.org/drawingml/2006/main">
            <a:r>
              <a:t>readings = [2, 4, 6]</a:t>
            </a:r>
          </a:p>
          <a:p xmlns:a="http://schemas.openxmlformats.org/drawingml/2006/main">
            <a:r>
              <a:t>total = 0</a:t>
            </a:r>
          </a:p>
          <a:p xmlns:a="http://schemas.openxmlformats.org/drawingml/2006/main">
            <a:r>
              <a:t>for reading in readings:</a:t>
            </a:r>
          </a:p>
          <a:p xmlns:a="http://schemas.openxmlformats.org/drawingml/2006/main">
            <a:r>
              <a:t>    total = total + reading</a:t>
            </a:r>
          </a:p>
          <a:p xmlns:a="http://schemas.openxmlformats.org/drawingml/2006/main">
            <a:r>
              <a:t>mean = total / len(readings)</a:t>
            </a:r>
          </a:p>
          <a:p xmlns:a="http://schemas.openxmlformats.org/drawingml/2006/main">
            <a:r>
              <a:t>print(mean)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loops and records results</a:t>
            </a:r>
          </a:p>
          <a:p xmlns:a="http://schemas.openxmlformats.org/drawingml/2006/main">
            <a:r>
              <a:t/>
            </a:r>
          </a:p>
          <a:p xmlns:a="http://schemas.openxmlformats.org/drawingml/2006/main">
            <a:r>
              <a:t>CONNECT</a:t>
            </a:r>
          </a:p>
          <a:p xmlns:a="http://schemas.openxmlformats.org/drawingml/2006/main">
            <a:r>
              <a:t>Previous slide: Lists loops and records in Python.</a:t>
            </a:r>
          </a:p>
          <a:p xmlns:a="http://schemas.openxmlformats.org/drawingml/2006/main">
            <a:r>
              <a:t/>
            </a:r>
          </a:p>
          <a:p xmlns:a="http://schemas.openxmlformats.org/drawingml/2006/main">
            <a:r>
              <a:t>EXPLAIN</a:t>
            </a:r>
          </a:p>
          <a:p xmlns:a="http://schemas.openxmlformats.org/drawingml/2006/main">
            <a:r>
              <a:t>4.0</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built-in summary functions.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built-in summary functions</a:t>
            </a:r>
          </a:p>
          <a:p xmlns:a="http://schemas.openxmlformats.org/drawingml/2006/main">
            <a:r>
              <a:t/>
            </a:r>
          </a:p>
          <a:p xmlns:a="http://schemas.openxmlformats.org/drawingml/2006/main">
            <a:r>
              <a:t>CONNECT</a:t>
            </a:r>
          </a:p>
          <a:p xmlns:a="http://schemas.openxmlformats.org/drawingml/2006/main">
            <a:r>
              <a:t>Previous slide: Lists loops and records results.</a:t>
            </a:r>
          </a:p>
          <a:p xmlns:a="http://schemas.openxmlformats.org/drawingml/2006/main">
            <a:r>
              <a:t/>
            </a:r>
          </a:p>
          <a:p xmlns:a="http://schemas.openxmlformats.org/drawingml/2006/main">
            <a:r>
              <a:t>EXPLAIN</a:t>
            </a:r>
          </a:p>
          <a:p xmlns:a="http://schemas.openxmlformats.org/drawingml/2006/main">
            <a:r>
              <a:t>Function | Question it answers | For [2, 4, 6]</a:t>
            </a:r>
          </a:p>
          <a:p xmlns:a="http://schemas.openxmlformats.org/drawingml/2006/main">
            <a:r>
              <a:t/>
            </a:r>
          </a:p>
          <a:p xmlns:a="http://schemas.openxmlformats.org/drawingml/2006/main">
            <a:r>
              <a:t>len | How many items? | 3</a:t>
            </a:r>
          </a:p>
          <a:p xmlns:a="http://schemas.openxmlformats.org/drawingml/2006/main">
            <a:r>
              <a:t/>
            </a:r>
          </a:p>
          <a:p xmlns:a="http://schemas.openxmlformats.org/drawingml/2006/main">
            <a:r>
              <a:t>sum | What is their total? | 12</a:t>
            </a:r>
          </a:p>
          <a:p xmlns:a="http://schemas.openxmlformats.org/drawingml/2006/main">
            <a:r>
              <a:t/>
            </a:r>
          </a:p>
          <a:p xmlns:a="http://schemas.openxmlformats.org/drawingml/2006/main">
            <a:r>
              <a:t>min | Which is smallest? | 2</a:t>
            </a:r>
          </a:p>
          <a:p xmlns:a="http://schemas.openxmlformats.org/drawingml/2006/main">
            <a:r>
              <a:t/>
            </a:r>
          </a:p>
          <a:p xmlns:a="http://schemas.openxmlformats.org/drawingml/2006/main">
            <a:r>
              <a:t>max | Which is largest? | 6</a:t>
            </a:r>
          </a:p>
          <a:p xmlns:a="http://schemas.openxmlformats.org/drawingml/2006/main">
            <a:r>
              <a:t/>
            </a:r>
          </a:p>
          <a:p xmlns:a="http://schemas.openxmlformats.org/drawingml/2006/main">
            <a:r>
              <a:t>These functions already exist in Python. min and max need at least one item unless an explicit default is supplied.</a:t>
            </a:r>
          </a:p>
          <a:p xmlns:a="http://schemas.openxmlformats.org/drawingml/2006/main">
            <a:r>
              <a:t/>
            </a:r>
          </a:p>
          <a:p xmlns:a="http://schemas.openxmlformats.org/drawingml/2006/main">
            <a:r>
              <a:t>Read the rows in order. These functions already exist in Python. min and max need at least one item unless an explicit default is supplied.</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Built-in summaries of a list.</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Built-in summaries of a list</a:t>
            </a:r>
          </a:p>
          <a:p xmlns:a="http://schemas.openxmlformats.org/drawingml/2006/main">
            <a:r>
              <a:t/>
            </a:r>
          </a:p>
          <a:p xmlns:a="http://schemas.openxmlformats.org/drawingml/2006/main">
            <a:r>
              <a:t>CONNECT</a:t>
            </a:r>
          </a:p>
          <a:p xmlns:a="http://schemas.openxmlformats.org/drawingml/2006/main">
            <a:r>
              <a:t>Previous slide: The built-in summary functions.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readings = [2, 4, 6]</a:t>
            </a:r>
          </a:p>
          <a:p xmlns:a="http://schemas.openxmlformats.org/drawingml/2006/main">
            <a:r>
              <a:t>print(sum(readings))</a:t>
            </a:r>
          </a:p>
          <a:p xmlns:a="http://schemas.openxmlformats.org/drawingml/2006/main">
            <a:r>
              <a:t>print(len(readings))</a:t>
            </a:r>
          </a:p>
          <a:p xmlns:a="http://schemas.openxmlformats.org/drawingml/2006/main">
            <a:r>
              <a:t>print(min(readings))</a:t>
            </a:r>
          </a:p>
          <a:p xmlns:a="http://schemas.openxmlformats.org/drawingml/2006/main">
            <a:r>
              <a:t>print(max(readings))</a:t>
            </a:r>
          </a:p>
          <a:p xmlns:a="http://schemas.openxmlformats.org/drawingml/2006/main">
            <a:r>
              <a:t/>
            </a:r>
          </a:p>
          <a:p xmlns:a="http://schemas.openxmlformats.org/drawingml/2006/main">
            <a:r>
              <a:t>These functions are built into Python.</a:t>
            </a:r>
          </a:p>
          <a:p xmlns:a="http://schemas.openxmlformats.org/drawingml/2006/main">
            <a:r>
              <a:t/>
            </a:r>
          </a:p>
          <a:p xmlns:a="http://schemas.openxmlformats.org/drawingml/2006/main">
            <a:r>
              <a:t>min and max require a nonempty list here.</a:t>
            </a:r>
          </a:p>
          <a:p xmlns:a="http://schemas.openxmlformats.org/drawingml/2006/main">
            <a:r>
              <a:t/>
            </a:r>
          </a:p>
          <a:p xmlns:a="http://schemas.openxmlformats.org/drawingml/2006/main">
            <a:r>
              <a:t>Output: 12, 3, 2, 6. sum totals; len counts; min and max select the smallest and largest.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while loop checks before each repetition.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while loop checks before each repetition</a:t>
            </a:r>
          </a:p>
          <a:p xmlns:a="http://schemas.openxmlformats.org/drawingml/2006/main">
            <a:r>
              <a:t/>
            </a:r>
          </a:p>
          <a:p xmlns:a="http://schemas.openxmlformats.org/drawingml/2006/main">
            <a:r>
              <a:t>CONNECT</a:t>
            </a:r>
          </a:p>
          <a:p xmlns:a="http://schemas.openxmlformats.org/drawingml/2006/main">
            <a:r>
              <a:t>Previous slide: Built-in summaries of a list.</a:t>
            </a:r>
          </a:p>
          <a:p xmlns:a="http://schemas.openxmlformats.org/drawingml/2006/main">
            <a:r>
              <a:t/>
            </a:r>
          </a:p>
          <a:p xmlns:a="http://schemas.openxmlformats.org/drawingml/2006/main">
            <a:r>
              <a:t>EXPLAIN</a:t>
            </a:r>
          </a:p>
          <a:p xmlns:a="http://schemas.openxmlformats.org/drawingml/2006/main">
            <a:r>
              <a:t>while count &lt; 3: tests the condition before entering its indented block. True enters the block; False skips it and continues after the loop.</a:t>
            </a:r>
          </a:p>
          <a:p xmlns:a="http://schemas.openxmlformats.org/drawingml/2006/main">
            <a:r>
              <a:t/>
            </a:r>
          </a:p>
          <a:p xmlns:a="http://schemas.openxmlformats.org/drawingml/2006/main">
            <a:r>
              <a:t>At the end of the body, return to the condition and test again. Unlike for, while does not automatically move to the next list item.</a:t>
            </a:r>
          </a:p>
          <a:p xmlns:a="http://schemas.openxmlformats.org/drawingml/2006/main">
            <a:r>
              <a:t/>
            </a:r>
          </a:p>
          <a:p xmlns:a="http://schemas.openxmlformats.org/drawingml/2006/main">
            <a:r>
              <a:t>Something must make the condition become False, or the loop may continue indefinitely. In our example, count increases on every iteration.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while loop with a stopping condition.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while loop with a stopping condition</a:t>
            </a:r>
          </a:p>
          <a:p xmlns:a="http://schemas.openxmlformats.org/drawingml/2006/main">
            <a:r>
              <a:t/>
            </a:r>
          </a:p>
          <a:p xmlns:a="http://schemas.openxmlformats.org/drawingml/2006/main">
            <a:r>
              <a:t>CONNECT</a:t>
            </a:r>
          </a:p>
          <a:p xmlns:a="http://schemas.openxmlformats.org/drawingml/2006/main">
            <a:r>
              <a:t>Previous slide: A while loop checks before each repetition.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count = 0</a:t>
            </a:r>
          </a:p>
          <a:p xmlns:a="http://schemas.openxmlformats.org/drawingml/2006/main">
            <a:r>
              <a:t>while count &lt; 3:</a:t>
            </a:r>
          </a:p>
          <a:p xmlns:a="http://schemas.openxmlformats.org/drawingml/2006/main">
            <a:r>
              <a:t>    print(count)</a:t>
            </a:r>
          </a:p>
          <a:p xmlns:a="http://schemas.openxmlformats.org/drawingml/2006/main">
            <a:r>
              <a:t>    count = count + 1</a:t>
            </a:r>
          </a:p>
          <a:p xmlns:a="http://schemas.openxmlformats.org/drawingml/2006/main">
            <a:r>
              <a:t>print("finished")</a:t>
            </a:r>
          </a:p>
          <a:p xmlns:a="http://schemas.openxmlformats.org/drawingml/2006/main">
            <a:r>
              <a:t/>
            </a:r>
          </a:p>
          <a:p xmlns:a="http://schemas.openxmlformats.org/drawingml/2006/main">
            <a:r>
              <a:t>Initialise, test, run the body, update, test again.</a:t>
            </a:r>
          </a:p>
          <a:p xmlns:a="http://schemas.openxmlformats.org/drawingml/2006/main">
            <a:r>
              <a:t/>
            </a:r>
          </a:p>
          <a:p xmlns:a="http://schemas.openxmlformats.org/drawingml/2006/main">
            <a:r>
              <a:t>When count becomes 3, the condition is False.</a:t>
            </a:r>
          </a:p>
          <a:p xmlns:a="http://schemas.openxmlformats.org/drawingml/2006/main">
            <a:r>
              <a:t/>
            </a:r>
          </a:p>
          <a:p xmlns:a="http://schemas.openxmlformats.org/drawingml/2006/main">
            <a:r>
              <a:t>Output: 0; 1; 2; finished</a:t>
            </a:r>
          </a:p>
          <a:p xmlns:a="http://schemas.openxmlformats.org/drawingml/2006/main">
            <a:r>
              <a:t/>
            </a:r>
          </a:p>
          <a:p xmlns:a="http://schemas.openxmlformats.org/drawingml/2006/main">
            <a:r>
              <a:t>Expected printed output:</a:t>
            </a:r>
          </a:p>
          <a:p xmlns:a="http://schemas.openxmlformats.org/drawingml/2006/main">
            <a:r>
              <a:t>0</a:t>
            </a:r>
          </a:p>
          <a:p xmlns:a="http://schemas.openxmlformats.org/drawingml/2006/main">
            <a:r>
              <a:t>1</a:t>
            </a:r>
          </a:p>
          <a:p xmlns:a="http://schemas.openxmlformats.org/drawingml/2006/main">
            <a:r>
              <a:t>2</a:t>
            </a:r>
          </a:p>
          <a:p xmlns:a="http://schemas.openxmlformats.org/drawingml/2006/main">
            <a:r>
              <a:t>finished</a:t>
            </a:r>
          </a:p>
          <a:p xmlns:a="http://schemas.openxmlformats.org/drawingml/2006/main">
            <a:r>
              <a:t/>
            </a:r>
          </a:p>
          <a:p xmlns:a="http://schemas.openxmlformats.org/drawingml/2006/main">
            <a:r>
              <a:t>Run the complete cell, then trace each line. Expected output:</a:t>
            </a:r>
          </a:p>
          <a:p xmlns:a="http://schemas.openxmlformats.org/drawingml/2006/main">
            <a:r>
              <a:t>0</a:t>
            </a:r>
          </a:p>
          <a:p xmlns:a="http://schemas.openxmlformats.org/drawingml/2006/main">
            <a:r>
              <a:t>1</a:t>
            </a:r>
          </a:p>
          <a:p xmlns:a="http://schemas.openxmlformats.org/drawingml/2006/main">
            <a:r>
              <a:t>2</a:t>
            </a:r>
          </a:p>
          <a:p xmlns:a="http://schemas.openxmlformats.org/drawingml/2006/main">
            <a:r>
              <a:t>finished</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while condition and update.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while condition and update</a:t>
            </a:r>
          </a:p>
          <a:p xmlns:a="http://schemas.openxmlformats.org/drawingml/2006/main">
            <a:r>
              <a:t/>
            </a:r>
          </a:p>
          <a:p xmlns:a="http://schemas.openxmlformats.org/drawingml/2006/main">
            <a:r>
              <a:t>CONNECT</a:t>
            </a:r>
          </a:p>
          <a:p xmlns:a="http://schemas.openxmlformats.org/drawingml/2006/main">
            <a:r>
              <a:t>Previous slide: A while loop with a stopping condition.</a:t>
            </a:r>
          </a:p>
          <a:p xmlns:a="http://schemas.openxmlformats.org/drawingml/2006/main">
            <a:r>
              <a:t/>
            </a:r>
          </a:p>
          <a:p xmlns:a="http://schemas.openxmlformats.org/drawingml/2006/main">
            <a:r>
              <a:t>EXPLAIN</a:t>
            </a:r>
          </a:p>
          <a:p xmlns:a="http://schemas.openxmlformats.org/drawingml/2006/main">
            <a:r>
              <a:t>count before test | count &lt; 3 | Body and next count</a:t>
            </a:r>
          </a:p>
          <a:p xmlns:a="http://schemas.openxmlformats.org/drawingml/2006/main">
            <a:r>
              <a:t/>
            </a:r>
          </a:p>
          <a:p xmlns:a="http://schemas.openxmlformats.org/drawingml/2006/main">
            <a:r>
              <a:t>0 | True | Print 0; update to 1</a:t>
            </a:r>
          </a:p>
          <a:p xmlns:a="http://schemas.openxmlformats.org/drawingml/2006/main">
            <a:r>
              <a:t/>
            </a:r>
          </a:p>
          <a:p xmlns:a="http://schemas.openxmlformats.org/drawingml/2006/main">
            <a:r>
              <a:t>1 | True | Print 1; update to 2</a:t>
            </a:r>
          </a:p>
          <a:p xmlns:a="http://schemas.openxmlformats.org/drawingml/2006/main">
            <a:r>
              <a:t/>
            </a:r>
          </a:p>
          <a:p xmlns:a="http://schemas.openxmlformats.org/drawingml/2006/main">
            <a:r>
              <a:t>2 | True | Print 2; update to 3</a:t>
            </a:r>
          </a:p>
          <a:p xmlns:a="http://schemas.openxmlformats.org/drawingml/2006/main">
            <a:r>
              <a:t/>
            </a:r>
          </a:p>
          <a:p xmlns:a="http://schemas.openxmlformats.org/drawingml/2006/main">
            <a:r>
              <a:t>3 | False | Skip body; print finished</a:t>
            </a:r>
          </a:p>
          <a:p xmlns:a="http://schemas.openxmlformats.org/drawingml/2006/main">
            <a:r>
              <a:t/>
            </a:r>
          </a:p>
          <a:p xmlns:a="http://schemas.openxmlformats.org/drawingml/2006/main">
            <a:r>
              <a:t>If count starts at 3, the body runs zero times. The condition is tested first.</a:t>
            </a:r>
          </a:p>
          <a:p xmlns:a="http://schemas.openxmlformats.org/drawingml/2006/main">
            <a:r>
              <a:t/>
            </a:r>
          </a:p>
          <a:p xmlns:a="http://schemas.openxmlformats.org/drawingml/2006/main">
            <a:r>
              <a:t>Read the rows in order. If count starts at 3, the body runs zero times. The condition is tested first.</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Preventing an endless loop.</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Preventing an endless loop</a:t>
            </a:r>
          </a:p>
          <a:p xmlns:a="http://schemas.openxmlformats.org/drawingml/2006/main">
            <a:r>
              <a:t/>
            </a:r>
          </a:p>
          <a:p xmlns:a="http://schemas.openxmlformats.org/drawingml/2006/main">
            <a:r>
              <a:t>CONNECT</a:t>
            </a:r>
          </a:p>
          <a:p xmlns:a="http://schemas.openxmlformats.org/drawingml/2006/main">
            <a:r>
              <a:t>Previous slide: Trace the while condition and update.</a:t>
            </a:r>
          </a:p>
          <a:p xmlns:a="http://schemas.openxmlformats.org/drawingml/2006/main">
            <a:r>
              <a:t/>
            </a:r>
          </a:p>
          <a:p xmlns:a="http://schemas.openxmlformats.org/drawingml/2006/main">
            <a:r>
              <a:t>EXPLAIN</a:t>
            </a:r>
          </a:p>
          <a:p xmlns:a="http://schemas.openxmlformats.org/drawingml/2006/main">
            <a:r>
              <a:t>If the update is missing, count remains 0. The question 0 &lt; 3 stays True, so the body keeps running.</a:t>
            </a:r>
          </a:p>
          <a:p xmlns:a="http://schemas.openxmlformats.org/drawingml/2006/main">
            <a:r>
              <a:t/>
            </a:r>
          </a:p>
          <a:p xmlns:a="http://schemas.openxmlformats.org/drawingml/2006/main">
            <a:r>
              <a:t>In Colab, click the running cell’s stop button or use Runtime → Interrupt execution. Fix the condition or update before running again.</a:t>
            </a:r>
          </a:p>
          <a:p xmlns:a="http://schemas.openxmlformats.org/drawingml/2006/main">
            <a:r>
              <a:t/>
            </a:r>
          </a:p>
          <a:p xmlns:a="http://schemas.openxmlformats.org/drawingml/2006/main">
            <a:r>
              <a:t>Do not run an intentionally endless example. Trace the unchanged value on the slide to see why it would fail.</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Choosing if for or while.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if for or while</a:t>
            </a:r>
          </a:p>
          <a:p xmlns:a="http://schemas.openxmlformats.org/drawingml/2006/main">
            <a:r>
              <a:t/>
            </a:r>
          </a:p>
          <a:p xmlns:a="http://schemas.openxmlformats.org/drawingml/2006/main">
            <a:r>
              <a:t>CONNECT</a:t>
            </a:r>
          </a:p>
          <a:p xmlns:a="http://schemas.openxmlformats.org/drawingml/2006/main">
            <a:r>
              <a:t>Previous slide: Preventing an endless loop.</a:t>
            </a:r>
          </a:p>
          <a:p xmlns:a="http://schemas.openxmlformats.org/drawingml/2006/main">
            <a:r>
              <a:t/>
            </a:r>
          </a:p>
          <a:p xmlns:a="http://schemas.openxmlformats.org/drawingml/2006/main">
            <a:r>
              <a:t>EXPLAIN</a:t>
            </a:r>
          </a:p>
          <a:p xmlns:a="http://schemas.openxmlformats.org/drawingml/2006/main">
            <a:r>
              <a:t>Construct | Purpose | When it finishes</a:t>
            </a:r>
          </a:p>
          <a:p xmlns:a="http://schemas.openxmlformats.org/drawingml/2006/main">
            <a:r>
              <a:t/>
            </a:r>
          </a:p>
          <a:p xmlns:a="http://schemas.openxmlformats.org/drawingml/2006/main">
            <a:r>
              <a:t>if / else | Choose a path once | After the chosen block</a:t>
            </a:r>
          </a:p>
          <a:p xmlns:a="http://schemas.openxmlformats.org/drawingml/2006/main">
            <a:r>
              <a:t/>
            </a:r>
          </a:p>
          <a:p xmlns:a="http://schemas.openxmlformats.org/drawingml/2006/main">
            <a:r>
              <a:t>for | Visit supplied items | When items are exhausted</a:t>
            </a:r>
          </a:p>
          <a:p xmlns:a="http://schemas.openxmlformats.org/drawingml/2006/main">
            <a:r>
              <a:t/>
            </a:r>
          </a:p>
          <a:p xmlns:a="http://schemas.openxmlformats.org/drawingml/2006/main">
            <a:r>
              <a:t>while | Repeat while True | When condition becomes False</a:t>
            </a:r>
          </a:p>
          <a:p xmlns:a="http://schemas.openxmlformats.org/drawingml/2006/main">
            <a:r>
              <a:t/>
            </a:r>
          </a:p>
          <a:p xmlns:a="http://schemas.openxmlformats.org/drawingml/2006/main">
            <a:r>
              <a:t>A condition alone does not imply repetition: if tests once; while tests again after its body.</a:t>
            </a:r>
          </a:p>
          <a:p xmlns:a="http://schemas.openxmlformats.org/drawingml/2006/main">
            <a:r>
              <a:t/>
            </a:r>
          </a:p>
          <a:p xmlns:a="http://schemas.openxmlformats.org/drawingml/2006/main">
            <a:r>
              <a:t>Read the rows in order. A condition alone does not imply repetition: if tests once; while tests again after its body.</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range supplies a sequence of integers.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range supplies a sequence of integers</a:t>
            </a:r>
          </a:p>
          <a:p xmlns:a="http://schemas.openxmlformats.org/drawingml/2006/main">
            <a:r>
              <a:t/>
            </a:r>
          </a:p>
          <a:p xmlns:a="http://schemas.openxmlformats.org/drawingml/2006/main">
            <a:r>
              <a:t>CONNECT</a:t>
            </a:r>
          </a:p>
          <a:p xmlns:a="http://schemas.openxmlformats.org/drawingml/2006/main">
            <a:r>
              <a:t>Previous slide: Choosing if for or while.</a:t>
            </a:r>
          </a:p>
          <a:p xmlns:a="http://schemas.openxmlformats.org/drawingml/2006/main">
            <a:r>
              <a:t/>
            </a:r>
          </a:p>
          <a:p xmlns:a="http://schemas.openxmlformats.org/drawingml/2006/main">
            <a:r>
              <a:t>EXPLAIN</a:t>
            </a:r>
          </a:p>
          <a:p xmlns:a="http://schemas.openxmlformats.org/drawingml/2006/main">
            <a:r>
              <a:t>range(3) supplies 0, 1 and 2. The stop value 3 is excluded. range(1, 4) supplies 1, 2 and 3.</a:t>
            </a:r>
          </a:p>
          <a:p xmlns:a="http://schemas.openxmlformats.org/drawingml/2006/main">
            <a:r>
              <a:t/>
            </a:r>
          </a:p>
          <a:p xmlns:a="http://schemas.openxmlformats.org/drawingml/2006/main">
            <a:r>
              <a:t>Use range with for when a numbered repetition is useful. The loop still works by taking the next supplied item.</a:t>
            </a:r>
          </a:p>
          <a:p xmlns:a="http://schemas.openxmlformats.org/drawingml/2006/main">
            <a:r>
              <a:t/>
            </a:r>
          </a:p>
          <a:p xmlns:a="http://schemas.openxmlformats.org/drawingml/2006/main">
            <a:r>
              <a:t>range(0, 6, 2) uses a step of 2 and supplies 0, 2, 4. A step is the change between successive numbers; it cannot be zero.</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Repeat with range.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Repeat with range</a:t>
            </a:r>
          </a:p>
          <a:p xmlns:a="http://schemas.openxmlformats.org/drawingml/2006/main">
            <a:r>
              <a:t/>
            </a:r>
          </a:p>
          <a:p xmlns:a="http://schemas.openxmlformats.org/drawingml/2006/main">
            <a:r>
              <a:t>CONNECT</a:t>
            </a:r>
          </a:p>
          <a:p xmlns:a="http://schemas.openxmlformats.org/drawingml/2006/main">
            <a:r>
              <a:t>Previous slide: range supplies a sequence of integers.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for attempt in range(1, 4):</a:t>
            </a:r>
          </a:p>
          <a:p xmlns:a="http://schemas.openxmlformats.org/drawingml/2006/main">
            <a:r>
              <a:t>    print(attempt)</a:t>
            </a:r>
          </a:p>
          <a:p xmlns:a="http://schemas.openxmlformats.org/drawingml/2006/main">
            <a:r>
              <a:t/>
            </a:r>
          </a:p>
          <a:p xmlns:a="http://schemas.openxmlformats.org/drawingml/2006/main">
            <a:r>
              <a:t>Start at 1; stop before 4.</a:t>
            </a:r>
          </a:p>
          <a:p xmlns:a="http://schemas.openxmlformats.org/drawingml/2006/main">
            <a:r>
              <a:t/>
            </a:r>
          </a:p>
          <a:p xmlns:a="http://schemas.openxmlformats.org/drawingml/2006/main">
            <a:r>
              <a:t>Output: 1; 2; 3</a:t>
            </a:r>
          </a:p>
          <a:p xmlns:a="http://schemas.openxmlformats.org/drawingml/2006/main">
            <a:r>
              <a:t/>
            </a:r>
          </a:p>
          <a:p xmlns:a="http://schemas.openxmlformats.org/drawingml/2006/main">
            <a:r>
              <a:t>Expected printed output:</a:t>
            </a:r>
          </a:p>
          <a:p xmlns:a="http://schemas.openxmlformats.org/drawingml/2006/main">
            <a:r>
              <a:t>1</a:t>
            </a:r>
          </a:p>
          <a:p xmlns:a="http://schemas.openxmlformats.org/drawingml/2006/main">
            <a:r>
              <a:t>2</a:t>
            </a:r>
          </a:p>
          <a:p xmlns:a="http://schemas.openxmlformats.org/drawingml/2006/main">
            <a:r>
              <a:t>3</a:t>
            </a:r>
          </a:p>
          <a:p xmlns:a="http://schemas.openxmlformats.org/drawingml/2006/main">
            <a:r>
              <a:t/>
            </a:r>
          </a:p>
          <a:p xmlns:a="http://schemas.openxmlformats.org/drawingml/2006/main">
            <a:r>
              <a:t>Run the complete cell, then trace each line. Expected output:</a:t>
            </a:r>
          </a:p>
          <a:p xmlns:a="http://schemas.openxmlformats.org/drawingml/2006/main">
            <a:r>
              <a:t>1</a:t>
            </a:r>
          </a:p>
          <a:p xmlns:a="http://schemas.openxmlformats.org/drawingml/2006/main">
            <a:r>
              <a:t>2</a:t>
            </a:r>
          </a:p>
          <a:p xmlns:a="http://schemas.openxmlformats.org/drawingml/2006/main">
            <a:r>
              <a:t>3</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continue and break change a loop’s path.</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continue and break change a loop’s path</a:t>
            </a:r>
          </a:p>
          <a:p xmlns:a="http://schemas.openxmlformats.org/drawingml/2006/main">
            <a:r>
              <a:t/>
            </a:r>
          </a:p>
          <a:p xmlns:a="http://schemas.openxmlformats.org/drawingml/2006/main">
            <a:r>
              <a:t>CONNECT</a:t>
            </a:r>
          </a:p>
          <a:p xmlns:a="http://schemas.openxmlformats.org/drawingml/2006/main">
            <a:r>
              <a:t>Previous slide: Repeat with range.</a:t>
            </a:r>
          </a:p>
          <a:p xmlns:a="http://schemas.openxmlformats.org/drawingml/2006/main">
            <a:r>
              <a:t/>
            </a:r>
          </a:p>
          <a:p xmlns:a="http://schemas.openxmlformats.org/drawingml/2006/main">
            <a:r>
              <a:t>EXPLAIN</a:t>
            </a:r>
          </a:p>
          <a:p xmlns:a="http://schemas.openxmlformats.org/drawingml/2006/main">
            <a:r>
              <a:t>continue skips the rest of the current iteration, then starts the next iteration. It does not end the whole loop.</a:t>
            </a:r>
          </a:p>
          <a:p xmlns:a="http://schemas.openxmlformats.org/drawingml/2006/main">
            <a:r>
              <a:t/>
            </a:r>
          </a:p>
          <a:p xmlns:a="http://schemas.openxmlformats.org/drawingml/2006/main">
            <a:r>
              <a:t>break exits the nearest enclosing loop immediately. Execution resumes after that loop.</a:t>
            </a:r>
          </a:p>
          <a:p xmlns:a="http://schemas.openxmlformats.org/drawingml/2006/main">
            <a:r>
              <a:t/>
            </a:r>
          </a:p>
          <a:p xmlns:a="http://schemas.openxmlformats.org/drawingml/2006/main">
            <a:r>
              <a:t>Put the condition inside the loop with four spaces. Its action is inside that condition with eight spaces: an indented block inside another block.</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Skip one item using continue.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Skip one item using continue</a:t>
            </a:r>
          </a:p>
          <a:p xmlns:a="http://schemas.openxmlformats.org/drawingml/2006/main">
            <a:r>
              <a:t/>
            </a:r>
          </a:p>
          <a:p xmlns:a="http://schemas.openxmlformats.org/drawingml/2006/main">
            <a:r>
              <a:t>CONNECT</a:t>
            </a:r>
          </a:p>
          <a:p xmlns:a="http://schemas.openxmlformats.org/drawingml/2006/main">
            <a:r>
              <a:t>Previous slide: continue and break change a loop’s path.</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for reading in [2, -1, 6]:</a:t>
            </a:r>
          </a:p>
          <a:p xmlns:a="http://schemas.openxmlformats.org/drawingml/2006/main">
            <a:r>
              <a:t>    if reading &lt; 0:</a:t>
            </a:r>
          </a:p>
          <a:p xmlns:a="http://schemas.openxmlformats.org/drawingml/2006/main">
            <a:r>
              <a:t>        continue</a:t>
            </a:r>
          </a:p>
          <a:p xmlns:a="http://schemas.openxmlformats.org/drawingml/2006/main">
            <a:r>
              <a:t>    print(reading)</a:t>
            </a:r>
          </a:p>
          <a:p xmlns:a="http://schemas.openxmlformats.org/drawingml/2006/main">
            <a:r>
              <a:t/>
            </a:r>
          </a:p>
          <a:p xmlns:a="http://schemas.openxmlformats.org/drawingml/2006/main">
            <a:r>
              <a:t>-1 takes continue, so its print is skipped.</a:t>
            </a:r>
          </a:p>
          <a:p xmlns:a="http://schemas.openxmlformats.org/drawingml/2006/main">
            <a:r>
              <a:t/>
            </a:r>
          </a:p>
          <a:p xmlns:a="http://schemas.openxmlformats.org/drawingml/2006/main">
            <a:r>
              <a:t>2 and 6 reach print.</a:t>
            </a:r>
          </a:p>
          <a:p xmlns:a="http://schemas.openxmlformats.org/drawingml/2006/main">
            <a:r>
              <a:t/>
            </a:r>
          </a:p>
          <a:p xmlns:a="http://schemas.openxmlformats.org/drawingml/2006/main">
            <a:r>
              <a:t>Output: 2; 6</a:t>
            </a:r>
          </a:p>
          <a:p xmlns:a="http://schemas.openxmlformats.org/drawingml/2006/main">
            <a:r>
              <a:t/>
            </a:r>
          </a:p>
          <a:p xmlns:a="http://schemas.openxmlformats.org/drawingml/2006/main">
            <a:r>
              <a:t>Expected printed output:</a:t>
            </a:r>
          </a:p>
          <a:p xmlns:a="http://schemas.openxmlformats.org/drawingml/2006/main">
            <a:r>
              <a:t>2</a:t>
            </a:r>
          </a:p>
          <a:p xmlns:a="http://schemas.openxmlformats.org/drawingml/2006/main">
            <a:r>
              <a:t>6</a:t>
            </a:r>
          </a:p>
          <a:p xmlns:a="http://schemas.openxmlformats.org/drawingml/2006/main">
            <a:r>
              <a:t/>
            </a:r>
          </a:p>
          <a:p xmlns:a="http://schemas.openxmlformats.org/drawingml/2006/main">
            <a:r>
              <a:t>Run the complete cell, then trace each line. Expected output:</a:t>
            </a:r>
          </a:p>
          <a:p xmlns:a="http://schemas.openxmlformats.org/drawingml/2006/main">
            <a:r>
              <a:t>2</a:t>
            </a:r>
          </a:p>
          <a:p xmlns:a="http://schemas.openxmlformats.org/drawingml/2006/main">
            <a:r>
              <a:t>6</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Stop at one item using break.</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Stop at one item using break</a:t>
            </a:r>
          </a:p>
          <a:p xmlns:a="http://schemas.openxmlformats.org/drawingml/2006/main">
            <a:r>
              <a:t/>
            </a:r>
          </a:p>
          <a:p xmlns:a="http://schemas.openxmlformats.org/drawingml/2006/main">
            <a:r>
              <a:t>CONNECT</a:t>
            </a:r>
          </a:p>
          <a:p xmlns:a="http://schemas.openxmlformats.org/drawingml/2006/main">
            <a:r>
              <a:t>Previous slide: Skip one item using continue.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for reading in [2, -1, 6]:</a:t>
            </a:r>
          </a:p>
          <a:p xmlns:a="http://schemas.openxmlformats.org/drawingml/2006/main">
            <a:r>
              <a:t>    if reading &lt; 0:</a:t>
            </a:r>
          </a:p>
          <a:p xmlns:a="http://schemas.openxmlformats.org/drawingml/2006/main">
            <a:r>
              <a:t>        break</a:t>
            </a:r>
          </a:p>
          <a:p xmlns:a="http://schemas.openxmlformats.org/drawingml/2006/main">
            <a:r>
              <a:t>    print(reading)</a:t>
            </a:r>
          </a:p>
          <a:p xmlns:a="http://schemas.openxmlformats.org/drawingml/2006/main">
            <a:r>
              <a:t/>
            </a:r>
          </a:p>
          <a:p xmlns:a="http://schemas.openxmlformats.org/drawingml/2006/main">
            <a:r>
              <a:t>-1 triggers break. The loop never visits 6.</a:t>
            </a:r>
          </a:p>
          <a:p xmlns:a="http://schemas.openxmlformats.org/drawingml/2006/main">
            <a:r>
              <a:t/>
            </a:r>
          </a:p>
          <a:p xmlns:a="http://schemas.openxmlformats.org/drawingml/2006/main">
            <a:r>
              <a:t>Output: 2</a:t>
            </a:r>
          </a:p>
          <a:p xmlns:a="http://schemas.openxmlformats.org/drawingml/2006/main">
            <a:r>
              <a:t/>
            </a:r>
          </a:p>
          <a:p xmlns:a="http://schemas.openxmlformats.org/drawingml/2006/main">
            <a:r>
              <a:t>Expected printed output:</a:t>
            </a:r>
          </a:p>
          <a:p xmlns:a="http://schemas.openxmlformats.org/drawingml/2006/main">
            <a:r>
              <a:t>2</a:t>
            </a:r>
          </a:p>
          <a:p xmlns:a="http://schemas.openxmlformats.org/drawingml/2006/main">
            <a:r>
              <a:t/>
            </a:r>
          </a:p>
          <a:p xmlns:a="http://schemas.openxmlformats.org/drawingml/2006/main">
            <a:r>
              <a:t>Run the complete cell, then trace each line. Expected output:</a:t>
            </a:r>
          </a:p>
          <a:p xmlns:a="http://schemas.openxmlformats.org/drawingml/2006/main">
            <a:r>
              <a:t>2</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two loop controls.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two loop controls</a:t>
            </a:r>
          </a:p>
          <a:p xmlns:a="http://schemas.openxmlformats.org/drawingml/2006/main">
            <a:r>
              <a:t/>
            </a:r>
          </a:p>
          <a:p xmlns:a="http://schemas.openxmlformats.org/drawingml/2006/main">
            <a:r>
              <a:t>CONNECT</a:t>
            </a:r>
          </a:p>
          <a:p xmlns:a="http://schemas.openxmlformats.org/drawingml/2006/main">
            <a:r>
              <a:t>Previous slide: Stop at one item using break.</a:t>
            </a:r>
          </a:p>
          <a:p xmlns:a="http://schemas.openxmlformats.org/drawingml/2006/main">
            <a:r>
              <a:t/>
            </a:r>
          </a:p>
          <a:p xmlns:a="http://schemas.openxmlformats.org/drawingml/2006/main">
            <a:r>
              <a:t>EXPLAIN</a:t>
            </a:r>
          </a:p>
          <a:p xmlns:a="http://schemas.openxmlformats.org/drawingml/2006/main">
            <a:r>
              <a:t>Input | continue version | break version</a:t>
            </a:r>
          </a:p>
          <a:p xmlns:a="http://schemas.openxmlformats.org/drawingml/2006/main">
            <a:r>
              <a:t/>
            </a:r>
          </a:p>
          <a:p xmlns:a="http://schemas.openxmlformats.org/drawingml/2006/main">
            <a:r>
              <a:t>2 | Print 2 | Print 2</a:t>
            </a:r>
          </a:p>
          <a:p xmlns:a="http://schemas.openxmlformats.org/drawingml/2006/main">
            <a:r>
              <a:t/>
            </a:r>
          </a:p>
          <a:p xmlns:a="http://schemas.openxmlformats.org/drawingml/2006/main">
            <a:r>
              <a:t>-1 | Skip its print | Exit loop</a:t>
            </a:r>
          </a:p>
          <a:p xmlns:a="http://schemas.openxmlformats.org/drawingml/2006/main">
            <a:r>
              <a:t/>
            </a:r>
          </a:p>
          <a:p xmlns:a="http://schemas.openxmlformats.org/drawingml/2006/main">
            <a:r>
              <a:t>6 | Print 6 | Never visited</a:t>
            </a:r>
          </a:p>
          <a:p xmlns:a="http://schemas.openxmlformats.org/drawingml/2006/main">
            <a:r>
              <a:t/>
            </a:r>
          </a:p>
          <a:p xmlns:a="http://schemas.openxmlformats.org/drawingml/2006/main">
            <a:r>
              <a:t>Use continue only when skipping is justified by the stated data rule; do not silently discard evidence.</a:t>
            </a:r>
          </a:p>
          <a:p xmlns:a="http://schemas.openxmlformats.org/drawingml/2006/main">
            <a:r>
              <a:t/>
            </a:r>
          </a:p>
          <a:p xmlns:a="http://schemas.openxmlformats.org/drawingml/2006/main">
            <a:r>
              <a:t>Read the rows in order. Use continue only when skipping is justified by the stated data rule; do not silently discard evidence.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dictionary is a record with named fields.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dictionary is a record with named fields</a:t>
            </a:r>
          </a:p>
          <a:p xmlns:a="http://schemas.openxmlformats.org/drawingml/2006/main">
            <a:r>
              <a:t/>
            </a:r>
          </a:p>
          <a:p xmlns:a="http://schemas.openxmlformats.org/drawingml/2006/main">
            <a:r>
              <a:t>CONNECT</a:t>
            </a:r>
          </a:p>
          <a:p xmlns:a="http://schemas.openxmlformats.org/drawingml/2006/main">
            <a:r>
              <a:t>Previous slide: Trace the two loop controls.</a:t>
            </a:r>
          </a:p>
          <a:p xmlns:a="http://schemas.openxmlformats.org/drawingml/2006/main">
            <a:r>
              <a:t/>
            </a:r>
          </a:p>
          <a:p xmlns:a="http://schemas.openxmlformats.org/drawingml/2006/main">
            <a:r>
              <a:t>EXPLAIN</a:t>
            </a:r>
          </a:p>
          <a:p xmlns:a="http://schemas.openxmlformats.org/drawingml/2006/main">
            <a:r>
              <a:t>record = {"unit": "A", "reading": 4} stores two key–value pairs. Keys name fields; values hold the information.</a:t>
            </a:r>
          </a:p>
          <a:p xmlns:a="http://schemas.openxmlformats.org/drawingml/2006/main">
            <a:r>
              <a:t/>
            </a:r>
          </a:p>
          <a:p xmlns:a="http://schemas.openxmlformats.org/drawingml/2006/main">
            <a:r>
              <a:t>Braces enclose the dictionary. A colon separates each key from its value and a comma separates pairs. Each key is unique.</a:t>
            </a:r>
          </a:p>
          <a:p xmlns:a="http://schemas.openxmlformats.org/drawingml/2006/main">
            <a:r>
              <a:t/>
            </a:r>
          </a:p>
          <a:p xmlns:a="http://schemas.openxmlformats.org/drawingml/2006/main">
            <a:r>
              <a:t>record["reading"] returns 4. Unlike a list position, "reading" names the field we want.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missing dictionary key and get.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missing dictionary key and get</a:t>
            </a:r>
          </a:p>
          <a:p xmlns:a="http://schemas.openxmlformats.org/drawingml/2006/main">
            <a:r>
              <a:t/>
            </a:r>
          </a:p>
          <a:p xmlns:a="http://schemas.openxmlformats.org/drawingml/2006/main">
            <a:r>
              <a:t>CONNECT</a:t>
            </a:r>
          </a:p>
          <a:p xmlns:a="http://schemas.openxmlformats.org/drawingml/2006/main">
            <a:r>
              <a:t>Previous slide: A dictionary is a record with named fields.</a:t>
            </a:r>
          </a:p>
          <a:p xmlns:a="http://schemas.openxmlformats.org/drawingml/2006/main">
            <a:r>
              <a:t/>
            </a:r>
          </a:p>
          <a:p xmlns:a="http://schemas.openxmlformats.org/drawingml/2006/main">
            <a:r>
              <a:t>EXPLAIN</a:t>
            </a:r>
          </a:p>
          <a:p xmlns:a="http://schemas.openxmlformats.org/drawingml/2006/main">
            <a:r>
              <a:t>record["reading"] requests a known field. If that key does not exist, square-bracket lookup raises KeyError.</a:t>
            </a:r>
          </a:p>
          <a:p xmlns:a="http://schemas.openxmlformats.org/drawingml/2006/main">
            <a:r>
              <a:t/>
            </a:r>
          </a:p>
          <a:p xmlns:a="http://schemas.openxmlformats.org/drawingml/2006/main">
            <a:r>
              <a:t>record.get("missing", 0) asks for that key with a fallback: return 0 if it is absent. This does not add a new key.</a:t>
            </a:r>
          </a:p>
          <a:p xmlns:a="http://schemas.openxmlformats.org/drawingml/2006/main">
            <a:r>
              <a:t/>
            </a:r>
          </a:p>
          <a:p xmlns:a="http://schemas.openxmlformats.org/drawingml/2006/main">
            <a:r>
              <a:t>The second input is the fallback value. Use a fallback only when the task defines what missing information should mean.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and updating a dictionary.</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and updating a dictionary</a:t>
            </a:r>
          </a:p>
          <a:p xmlns:a="http://schemas.openxmlformats.org/drawingml/2006/main">
            <a:r>
              <a:t/>
            </a:r>
          </a:p>
          <a:p xmlns:a="http://schemas.openxmlformats.org/drawingml/2006/main">
            <a:r>
              <a:t>CONNECT</a:t>
            </a:r>
          </a:p>
          <a:p xmlns:a="http://schemas.openxmlformats.org/drawingml/2006/main">
            <a:r>
              <a:t>Previous slide: A missing dictionary key and get.</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record = {"unit": "A", "reading": 4}</a:t>
            </a:r>
          </a:p>
          <a:p xmlns:a="http://schemas.openxmlformats.org/drawingml/2006/main">
            <a:r>
              <a:t>print(record["reading"])</a:t>
            </a:r>
          </a:p>
          <a:p xmlns:a="http://schemas.openxmlformats.org/drawingml/2006/main">
            <a:r>
              <a:t>record["reading"] = 6</a:t>
            </a:r>
          </a:p>
          <a:p xmlns:a="http://schemas.openxmlformats.org/drawingml/2006/main">
            <a:r>
              <a:t>print(record["reading"])</a:t>
            </a:r>
          </a:p>
          <a:p xmlns:a="http://schemas.openxmlformats.org/drawingml/2006/main">
            <a:r>
              <a:t>print(record.get("missing", 0))</a:t>
            </a:r>
          </a:p>
          <a:p xmlns:a="http://schemas.openxmlformats.org/drawingml/2006/main">
            <a:r>
              <a:t/>
            </a:r>
          </a:p>
          <a:p xmlns:a="http://schemas.openxmlformats.org/drawingml/2006/main">
            <a:r>
              <a:t>["reading"] selects a key, not a position.</a:t>
            </a:r>
          </a:p>
          <a:p xmlns:a="http://schemas.openxmlformats.org/drawingml/2006/main">
            <a:r>
              <a:t/>
            </a:r>
          </a:p>
          <a:p xmlns:a="http://schemas.openxmlformats.org/drawingml/2006/main">
            <a:r>
              <a:t>Assigning through the key updates its value.</a:t>
            </a:r>
          </a:p>
          <a:p xmlns:a="http://schemas.openxmlformats.org/drawingml/2006/main">
            <a:r>
              <a:t/>
            </a:r>
          </a:p>
          <a:p xmlns:a="http://schemas.openxmlformats.org/drawingml/2006/main">
            <a:r>
              <a:t>Output: 4, then 6, then 0. get uses the fallback only when that key is absent.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Tuples and unpacking.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Tuples and unpacking</a:t>
            </a:r>
          </a:p>
          <a:p xmlns:a="http://schemas.openxmlformats.org/drawingml/2006/main">
            <a:r>
              <a:t/>
            </a:r>
          </a:p>
          <a:p xmlns:a="http://schemas.openxmlformats.org/drawingml/2006/main">
            <a:r>
              <a:t>CONNECT</a:t>
            </a:r>
          </a:p>
          <a:p xmlns:a="http://schemas.openxmlformats.org/drawingml/2006/main">
            <a:r>
              <a:t>Previous slide: Reading and updating a dictionary.</a:t>
            </a:r>
          </a:p>
          <a:p xmlns:a="http://schemas.openxmlformats.org/drawingml/2006/main">
            <a:r>
              <a:t/>
            </a:r>
          </a:p>
          <a:p xmlns:a="http://schemas.openxmlformats.org/drawingml/2006/main">
            <a:r>
              <a:t>EXPLAIN</a:t>
            </a:r>
          </a:p>
          <a:p xmlns:a="http://schemas.openxmlformats.org/drawingml/2006/main">
            <a:r>
              <a:t>A tuple stores items in order. point = (2, 3) stores two coordinates; point[0] is 2. You cannot reassign point[0].</a:t>
            </a:r>
          </a:p>
          <a:p xmlns:a="http://schemas.openxmlformats.org/drawingml/2006/main">
            <a:r>
              <a:t/>
            </a:r>
          </a:p>
          <a:p xmlns:a="http://schemas.openxmlformats.org/drawingml/2006/main">
            <a:r>
              <a:t>x, y = point gives the first item to x and the second to y. This is unpacking; the number of names must match the number of items.</a:t>
            </a:r>
          </a:p>
          <a:p xmlns:a="http://schemas.openxmlformats.org/drawingml/2006/main">
            <a:r>
              <a:t/>
            </a:r>
          </a:p>
          <a:p xmlns:a="http://schemas.openxmlformats.org/drawingml/2006/main">
            <a:r>
              <a:t>A tuple prevents replacing its positions. It does not freeze the contents of a mutable object stored inside it.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Unpacking a pair.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Unpacking a pair</a:t>
            </a:r>
          </a:p>
          <a:p xmlns:a="http://schemas.openxmlformats.org/drawingml/2006/main">
            <a:r>
              <a:t/>
            </a:r>
          </a:p>
          <a:p xmlns:a="http://schemas.openxmlformats.org/drawingml/2006/main">
            <a:r>
              <a:t>CONNECT</a:t>
            </a:r>
          </a:p>
          <a:p xmlns:a="http://schemas.openxmlformats.org/drawingml/2006/main">
            <a:r>
              <a:t>Previous slide: Tuples and unpacking.</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point = (2, 3)</a:t>
            </a:r>
          </a:p>
          <a:p xmlns:a="http://schemas.openxmlformats.org/drawingml/2006/main">
            <a:r>
              <a:t>x, y = point</a:t>
            </a:r>
          </a:p>
          <a:p xmlns:a="http://schemas.openxmlformats.org/drawingml/2006/main">
            <a:r>
              <a:t>print(x)</a:t>
            </a:r>
          </a:p>
          <a:p xmlns:a="http://schemas.openxmlformats.org/drawingml/2006/main">
            <a:r>
              <a:t>print(y)</a:t>
            </a:r>
          </a:p>
          <a:p xmlns:a="http://schemas.openxmlformats.org/drawingml/2006/main">
            <a:r>
              <a:t/>
            </a:r>
          </a:p>
          <a:p xmlns:a="http://schemas.openxmlformats.org/drawingml/2006/main">
            <a:r>
              <a:t>Two names receive the two items in order.</a:t>
            </a:r>
          </a:p>
          <a:p xmlns:a="http://schemas.openxmlformats.org/drawingml/2006/main">
            <a:r>
              <a:t/>
            </a:r>
          </a:p>
          <a:p xmlns:a="http://schemas.openxmlformats.org/drawingml/2006/main">
            <a:r>
              <a:t>Output: 2, then 3.</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set remembers distinct items.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set remembers distinct items</a:t>
            </a:r>
          </a:p>
          <a:p xmlns:a="http://schemas.openxmlformats.org/drawingml/2006/main">
            <a:r>
              <a:t/>
            </a:r>
          </a:p>
          <a:p xmlns:a="http://schemas.openxmlformats.org/drawingml/2006/main">
            <a:r>
              <a:t>CONNECT</a:t>
            </a:r>
          </a:p>
          <a:p xmlns:a="http://schemas.openxmlformats.org/drawingml/2006/main">
            <a:r>
              <a:t>Previous slide: Unpacking a pair.</a:t>
            </a:r>
          </a:p>
          <a:p xmlns:a="http://schemas.openxmlformats.org/drawingml/2006/main">
            <a:r>
              <a:t/>
            </a:r>
          </a:p>
          <a:p xmlns:a="http://schemas.openxmlformats.org/drawingml/2006/main">
            <a:r>
              <a:t>EXPLAIN</a:t>
            </a:r>
          </a:p>
          <a:p xmlns:a="http://schemas.openxmlformats.org/drawingml/2006/main">
            <a:r>
              <a:t>A set is useful when the question is “Have we seen this ID?” It keeps one instance of each distinct item.</a:t>
            </a:r>
          </a:p>
          <a:p xmlns:a="http://schemas.openxmlformats.org/drawingml/2006/main">
            <a:r>
              <a:t/>
            </a:r>
          </a:p>
          <a:p xmlns:a="http://schemas.openxmlformats.org/drawingml/2006/main">
            <a:r>
              <a:t>seen = set() creates an empty set. seen.add("A") adds an item. "A" in seen asks whether it is present.</a:t>
            </a:r>
          </a:p>
          <a:p xmlns:a="http://schemas.openxmlformats.org/drawingml/2006/main">
            <a:r>
              <a:t/>
            </a:r>
          </a:p>
          <a:p xmlns:a="http://schemas.openxmlformats.org/drawingml/2006/main">
            <a:r>
              <a:t>Do not use a set when position or repeated readings matter. Sets cannot be indexed. {} creates an empty dictionary, not an empty set.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Set membership and repeated IDs.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Set membership and repeated IDs</a:t>
            </a:r>
          </a:p>
          <a:p xmlns:a="http://schemas.openxmlformats.org/drawingml/2006/main">
            <a:r>
              <a:t/>
            </a:r>
          </a:p>
          <a:p xmlns:a="http://schemas.openxmlformats.org/drawingml/2006/main">
            <a:r>
              <a:t>CONNECT</a:t>
            </a:r>
          </a:p>
          <a:p xmlns:a="http://schemas.openxmlformats.org/drawingml/2006/main">
            <a:r>
              <a:t>Previous slide: A set remembers distinct items.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seen = set()</a:t>
            </a:r>
          </a:p>
          <a:p xmlns:a="http://schemas.openxmlformats.org/drawingml/2006/main">
            <a:r>
              <a:t>seen.add("A")</a:t>
            </a:r>
          </a:p>
          <a:p xmlns:a="http://schemas.openxmlformats.org/drawingml/2006/main">
            <a:r>
              <a:t>seen.add("A")</a:t>
            </a:r>
          </a:p>
          <a:p xmlns:a="http://schemas.openxmlformats.org/drawingml/2006/main">
            <a:r>
              <a:t>print(len(seen))</a:t>
            </a:r>
          </a:p>
          <a:p xmlns:a="http://schemas.openxmlformats.org/drawingml/2006/main">
            <a:r>
              <a:t>print("A" in seen)</a:t>
            </a:r>
          </a:p>
          <a:p xmlns:a="http://schemas.openxmlformats.org/drawingml/2006/main">
            <a:r>
              <a:t>print("B" in seen)</a:t>
            </a:r>
          </a:p>
          <a:p xmlns:a="http://schemas.openxmlformats.org/drawingml/2006/main">
            <a:r>
              <a:t/>
            </a:r>
          </a:p>
          <a:p xmlns:a="http://schemas.openxmlformats.org/drawingml/2006/main">
            <a:r>
              <a:t>in returns True or False.</a:t>
            </a:r>
          </a:p>
          <a:p xmlns:a="http://schemas.openxmlformats.org/drawingml/2006/main">
            <a:r>
              <a:t/>
            </a:r>
          </a:p>
          <a:p xmlns:a="http://schemas.openxmlformats.org/drawingml/2006/main">
            <a:r>
              <a:t>A set answers membership questions.</a:t>
            </a:r>
          </a:p>
          <a:p xmlns:a="http://schemas.openxmlformats.org/drawingml/2006/main">
            <a:r>
              <a:t/>
            </a:r>
          </a:p>
          <a:p xmlns:a="http://schemas.openxmlformats.org/drawingml/2006/main">
            <a:r>
              <a:t>Output: 1, True, False. Adding the same ID twice keeps one distinct ID.</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How the four collections differ.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How the four collections differ</a:t>
            </a:r>
          </a:p>
          <a:p xmlns:a="http://schemas.openxmlformats.org/drawingml/2006/main">
            <a:r>
              <a:t/>
            </a:r>
          </a:p>
          <a:p xmlns:a="http://schemas.openxmlformats.org/drawingml/2006/main">
            <a:r>
              <a:t>CONNECT</a:t>
            </a:r>
          </a:p>
          <a:p xmlns:a="http://schemas.openxmlformats.org/drawingml/2006/main">
            <a:r>
              <a:t>Previous slide: Set membership and repeated IDs.</a:t>
            </a:r>
          </a:p>
          <a:p xmlns:a="http://schemas.openxmlformats.org/drawingml/2006/main">
            <a:r>
              <a:t/>
            </a:r>
          </a:p>
          <a:p xmlns:a="http://schemas.openxmlformats.org/drawingml/2006/main">
            <a:r>
              <a:t>EXPLAIN</a:t>
            </a:r>
          </a:p>
          <a:p xmlns:a="http://schemas.openxmlformats.org/drawingml/2006/main">
            <a:r>
              <a:t>Collection | Find an item by | Repeats / changes</a:t>
            </a:r>
          </a:p>
          <a:p xmlns:a="http://schemas.openxmlformats.org/drawingml/2006/main">
            <a:r>
              <a:t/>
            </a:r>
          </a:p>
          <a:p xmlns:a="http://schemas.openxmlformats.org/drawingml/2006/main">
            <a:r>
              <a:t>list | Position: values[0] | Repeats allowed; items change</a:t>
            </a:r>
          </a:p>
          <a:p xmlns:a="http://schemas.openxmlformats.org/drawingml/2006/main">
            <a:r>
              <a:t/>
            </a:r>
          </a:p>
          <a:p xmlns:a="http://schemas.openxmlformats.org/drawingml/2006/main">
            <a:r>
              <a:t>dict | Key: record["reading"] | Keys unique; values change</a:t>
            </a:r>
          </a:p>
          <a:p xmlns:a="http://schemas.openxmlformats.org/drawingml/2006/main">
            <a:r>
              <a:t/>
            </a:r>
          </a:p>
          <a:p xmlns:a="http://schemas.openxmlformats.org/drawingml/2006/main">
            <a:r>
              <a:t>tuple | Position: point[0] | Repeats allowed; positions fixed</a:t>
            </a:r>
          </a:p>
          <a:p xmlns:a="http://schemas.openxmlformats.org/drawingml/2006/main">
            <a:r>
              <a:t/>
            </a:r>
          </a:p>
          <a:p xmlns:a="http://schemas.openxmlformats.org/drawingml/2006/main">
            <a:r>
              <a:t>set | Membership: "A" in seen | Distinct items; add or remove</a:t>
            </a:r>
          </a:p>
          <a:p xmlns:a="http://schemas.openxmlformats.org/drawingml/2006/main">
            <a:r>
              <a:t/>
            </a:r>
          </a:p>
          <a:p xmlns:a="http://schemas.openxmlformats.org/drawingml/2006/main">
            <a:r>
              <a:t>Choose by the question: ordered readings, named fields, fixed positions, or distinct IDs.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Dictionary items and two loop names.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Dictionary items and two loop names</a:t>
            </a:r>
          </a:p>
          <a:p xmlns:a="http://schemas.openxmlformats.org/drawingml/2006/main">
            <a:r>
              <a:t/>
            </a:r>
          </a:p>
          <a:p xmlns:a="http://schemas.openxmlformats.org/drawingml/2006/main">
            <a:r>
              <a:t>CONNECT</a:t>
            </a:r>
          </a:p>
          <a:p xmlns:a="http://schemas.openxmlformats.org/drawingml/2006/main">
            <a:r>
              <a:t>Previous slide: How the four collections differ.</a:t>
            </a:r>
          </a:p>
          <a:p xmlns:a="http://schemas.openxmlformats.org/drawingml/2006/main">
            <a:r>
              <a:t/>
            </a:r>
          </a:p>
          <a:p xmlns:a="http://schemas.openxmlformats.org/drawingml/2006/main">
            <a:r>
              <a:t>EXPLAIN</a:t>
            </a:r>
          </a:p>
          <a:p xmlns:a="http://schemas.openxmlformats.org/drawingml/2006/main">
            <a:r>
              <a:t>record.items() provides each key with its value as a pair. The loop unpacks each pair into the names key and value.</a:t>
            </a:r>
          </a:p>
          <a:p xmlns:a="http://schemas.openxmlformats.org/drawingml/2006/main">
            <a:r>
              <a:t/>
            </a:r>
          </a:p>
          <a:p xmlns:a="http://schemas.openxmlformats.org/drawingml/2006/main">
            <a:r>
              <a:t>for key, value in record.items(): repeats the indented body for each field. Use .items() when both the label and its value are needed.</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Looping through named fields.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Looping through named fields</a:t>
            </a:r>
          </a:p>
          <a:p xmlns:a="http://schemas.openxmlformats.org/drawingml/2006/main">
            <a:r>
              <a:t/>
            </a:r>
          </a:p>
          <a:p xmlns:a="http://schemas.openxmlformats.org/drawingml/2006/main">
            <a:r>
              <a:t>CONNECT</a:t>
            </a:r>
          </a:p>
          <a:p xmlns:a="http://schemas.openxmlformats.org/drawingml/2006/main">
            <a:r>
              <a:t>Previous slide: Dictionary items and two loop names.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record = {"unit": "A", "reading": 6}</a:t>
            </a:r>
          </a:p>
          <a:p xmlns:a="http://schemas.openxmlformats.org/drawingml/2006/main">
            <a:r>
              <a:t>for key, value in record.items():</a:t>
            </a:r>
          </a:p>
          <a:p xmlns:a="http://schemas.openxmlformats.org/drawingml/2006/main">
            <a:r>
              <a:t>    print(key, value)</a:t>
            </a:r>
          </a:p>
          <a:p xmlns:a="http://schemas.openxmlformats.org/drawingml/2006/main">
            <a:r>
              <a:t/>
            </a:r>
          </a:p>
          <a:p xmlns:a="http://schemas.openxmlformats.org/drawingml/2006/main">
            <a:r>
              <a:t>.items() supplies pairs.</a:t>
            </a:r>
          </a:p>
          <a:p xmlns:a="http://schemas.openxmlformats.org/drawingml/2006/main">
            <a:r>
              <a:t/>
            </a:r>
          </a:p>
          <a:p xmlns:a="http://schemas.openxmlformats.org/drawingml/2006/main">
            <a:r>
              <a:t>key and value are names chosen for this loop.</a:t>
            </a:r>
          </a:p>
          <a:p xmlns:a="http://schemas.openxmlformats.org/drawingml/2006/main">
            <a:r>
              <a:t/>
            </a:r>
          </a:p>
          <a:p xmlns:a="http://schemas.openxmlformats.org/drawingml/2006/main">
            <a:r>
              <a:t>Output: unit A, then reading 6. The dictionary preserves insertion order.</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position and a key find different things.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position and a key find different things</a:t>
            </a:r>
          </a:p>
          <a:p xmlns:a="http://schemas.openxmlformats.org/drawingml/2006/main">
            <a:r>
              <a:t/>
            </a:r>
          </a:p>
          <a:p xmlns:a="http://schemas.openxmlformats.org/drawingml/2006/main">
            <a:r>
              <a:t>CONNECT</a:t>
            </a:r>
          </a:p>
          <a:p xmlns:a="http://schemas.openxmlformats.org/drawingml/2006/main">
            <a:r>
              <a:t>Previous slide: Looping through named fields.</a:t>
            </a:r>
          </a:p>
          <a:p xmlns:a="http://schemas.openxmlformats.org/drawingml/2006/main">
            <a:r>
              <a:t/>
            </a:r>
          </a:p>
          <a:p xmlns:a="http://schemas.openxmlformats.org/drawingml/2006/main">
            <a:r>
              <a:t>EXPLAIN</a:t>
            </a:r>
          </a:p>
          <a:p xmlns:a="http://schemas.openxmlformats.org/drawingml/2006/main">
            <a:r>
              <a:t>Both examples return 4. Explain how each lookup finds it.</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CSV and header.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CSV and header</a:t>
            </a:r>
          </a:p>
          <a:p xmlns:a="http://schemas.openxmlformats.org/drawingml/2006/main">
            <a:r>
              <a:t/>
            </a:r>
          </a:p>
          <a:p xmlns:a="http://schemas.openxmlformats.org/drawingml/2006/main">
            <a:r>
              <a:t>CONNECT</a:t>
            </a:r>
          </a:p>
          <a:p xmlns:a="http://schemas.openxmlformats.org/drawingml/2006/main">
            <a:r>
              <a:t>Previous slide: A position and a key find different things.</a:t>
            </a:r>
          </a:p>
          <a:p xmlns:a="http://schemas.openxmlformats.org/drawingml/2006/main">
            <a:r>
              <a:t/>
            </a:r>
          </a:p>
          <a:p xmlns:a="http://schemas.openxmlformats.org/drawingml/2006/main">
            <a:r>
              <a:t>EXPLAIN</a:t>
            </a:r>
          </a:p>
          <a:p xmlns:a="http://schemas.openxmlformats.org/drawingml/2006/main">
            <a:r>
              <a:t>CSV and header: CSV means comma-separated values. One line usually represents one record; a header names the columns. CSV numbers arrive as text and may need float conversion.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One record at a time.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record at a time</a:t>
            </a:r>
          </a:p>
          <a:p xmlns:a="http://schemas.openxmlformats.org/drawingml/2006/main">
            <a:r>
              <a:t/>
            </a:r>
          </a:p>
          <a:p xmlns:a="http://schemas.openxmlformats.org/drawingml/2006/main">
            <a:r>
              <a:t>CONNECT</a:t>
            </a:r>
          </a:p>
          <a:p xmlns:a="http://schemas.openxmlformats.org/drawingml/2006/main">
            <a:r>
              <a:t>Previous slide: CSV and header.</a:t>
            </a:r>
          </a:p>
          <a:p xmlns:a="http://schemas.openxmlformats.org/drawingml/2006/main">
            <a:r>
              <a:t/>
            </a:r>
          </a:p>
          <a:p xmlns:a="http://schemas.openxmlformats.org/drawingml/2006/main">
            <a:r>
              <a:t>EXPLAIN</a:t>
            </a:r>
          </a:p>
          <a:p xmlns:a="http://schemas.openxmlformats.org/drawingml/2006/main">
            <a:r>
              <a:t>A CSV is a text table with a header row.</a:t>
            </a:r>
          </a:p>
          <a:p xmlns:a="http://schemas.openxmlformats.org/drawingml/2006/main">
            <a:r>
              <a:t/>
            </a:r>
          </a:p>
          <a:p xmlns:a="http://schemas.openxmlformats.org/drawingml/2006/main">
            <a:r>
              <a:t>DictReader uses that header for dictionary keys.</a:t>
            </a:r>
          </a:p>
          <a:p xmlns:a="http://schemas.openxmlformats.org/drawingml/2006/main">
            <a:r>
              <a:t/>
            </a:r>
          </a:p>
          <a:p xmlns:a="http://schemas.openxmlformats.org/drawingml/2006/main">
            <a:r>
              <a:t>CSV cells begin as text, even when they look numeric.</a:t>
            </a:r>
          </a:p>
          <a:p xmlns:a="http://schemas.openxmlformats.org/drawingml/2006/main">
            <a:r>
              <a:t/>
            </a:r>
          </a:p>
          <a:p xmlns:a="http://schemas.openxmlformats.org/drawingml/2006/main">
            <a:r>
              <a:t>float("2.5") converts text into the number 2.5.</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CSV file has a header and text values.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CSV file has a header and text values</a:t>
            </a:r>
          </a:p>
          <a:p xmlns:a="http://schemas.openxmlformats.org/drawingml/2006/main">
            <a:r>
              <a:t/>
            </a:r>
          </a:p>
          <a:p xmlns:a="http://schemas.openxmlformats.org/drawingml/2006/main">
            <a:r>
              <a:t>CONNECT</a:t>
            </a:r>
          </a:p>
          <a:p xmlns:a="http://schemas.openxmlformats.org/drawingml/2006/main">
            <a:r>
              <a:t>Previous slide: One record at a time.</a:t>
            </a:r>
          </a:p>
          <a:p xmlns:a="http://schemas.openxmlformats.org/drawingml/2006/main">
            <a:r>
              <a:t/>
            </a:r>
          </a:p>
          <a:p xmlns:a="http://schemas.openxmlformats.org/drawingml/2006/main">
            <a:r>
              <a:t>EXPLAIN</a:t>
            </a:r>
          </a:p>
          <a:p xmlns:a="http://schemas.openxmlformats.org/drawingml/2006/main">
            <a:r>
              <a:t>CSV line | Dictionary meaning</a:t>
            </a:r>
          </a:p>
          <a:p xmlns:a="http://schemas.openxmlformats.org/drawingml/2006/main">
            <a:r>
              <a:t/>
            </a:r>
          </a:p>
          <a:p xmlns:a="http://schemas.openxmlformats.org/drawingml/2006/main">
            <a:r>
              <a:t>unit,reading | Two field names</a:t>
            </a:r>
          </a:p>
          <a:p xmlns:a="http://schemas.openxmlformats.org/drawingml/2006/main">
            <a:r>
              <a:t/>
            </a:r>
          </a:p>
          <a:p xmlns:a="http://schemas.openxmlformats.org/drawingml/2006/main">
            <a:r>
              <a:t>A,2.5 | {"unit": "A", "reading": "2.5"}</a:t>
            </a:r>
          </a:p>
          <a:p xmlns:a="http://schemas.openxmlformats.org/drawingml/2006/main">
            <a:r>
              <a:t/>
            </a:r>
          </a:p>
          <a:p xmlns:a="http://schemas.openxmlformats.org/drawingml/2006/main">
            <a:r>
              <a:t>B, | {"unit": "B", "reading": ""}</a:t>
            </a:r>
          </a:p>
          <a:p xmlns:a="http://schemas.openxmlformats.org/drawingml/2006/main">
            <a:r>
              <a:t/>
            </a:r>
          </a:p>
          <a:p xmlns:a="http://schemas.openxmlformats.org/drawingml/2006/main">
            <a:r>
              <a:t>An empty field is empty text. Check the task’s rule before converting it.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CSV row becomes a dictionary.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CSV row becomes a dictionary</a:t>
            </a:r>
          </a:p>
          <a:p xmlns:a="http://schemas.openxmlformats.org/drawingml/2006/main">
            <a:r>
              <a:t/>
            </a:r>
          </a:p>
          <a:p xmlns:a="http://schemas.openxmlformats.org/drawingml/2006/main">
            <a:r>
              <a:t>CONNECT</a:t>
            </a:r>
          </a:p>
          <a:p xmlns:a="http://schemas.openxmlformats.org/drawingml/2006/main">
            <a:r>
              <a:t>Previous slide: A CSV file has a header and text values.</a:t>
            </a:r>
          </a:p>
          <a:p xmlns:a="http://schemas.openxmlformats.org/drawingml/2006/main">
            <a:r>
              <a:t/>
            </a:r>
          </a:p>
          <a:p xmlns:a="http://schemas.openxmlformats.org/drawingml/2006/main">
            <a:r>
              <a:t>EXPLAIN</a:t>
            </a:r>
          </a:p>
          <a:p xmlns:a="http://schemas.openxmlformats.org/drawingml/2006/main">
            <a:r>
              <a:t>The header gives field names, such as unit and reading.</a:t>
            </a:r>
          </a:p>
          <a:p xmlns:a="http://schemas.openxmlformats.org/drawingml/2006/main">
            <a:r>
              <a:t/>
            </a:r>
          </a:p>
          <a:p xmlns:a="http://schemas.openxmlformats.org/drawingml/2006/main">
            <a:r>
              <a:t>csv.DictReader returns one dictionary for each data row.</a:t>
            </a:r>
          </a:p>
          <a:p xmlns:a="http://schemas.openxmlformats.org/drawingml/2006/main">
            <a:r>
              <a:t/>
            </a:r>
          </a:p>
          <a:p xmlns:a="http://schemas.openxmlformats.org/drawingml/2006/main">
            <a:r>
              <a:t>The value "2.5" starts as text. float("2.5") makes the number 2.5.</a:t>
            </a:r>
          </a:p>
          <a:p xmlns:a="http://schemas.openxmlformats.org/drawingml/2006/main">
            <a:r>
              <a:t/>
            </a:r>
          </a:p>
          <a:p xmlns:a="http://schemas.openxmlformats.org/drawingml/2006/main">
            <a:r>
              <a:t>LECTURER CUE</a:t>
            </a:r>
          </a:p>
          <a:p xmlns:a="http://schemas.openxmlformats.org/drawingml/2006/main">
            <a:r>
              <a:t>Before a real CSV, show a two-line text extract and name its header. Open the issued CSV together. Explain csv.DictReader as one dictionary per row. Convert only the numeric column and state what should happen to an invalid value.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with and import.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with and import</a:t>
            </a:r>
          </a:p>
          <a:p xmlns:a="http://schemas.openxmlformats.org/drawingml/2006/main">
            <a:r>
              <a:t/>
            </a:r>
          </a:p>
          <a:p xmlns:a="http://schemas.openxmlformats.org/drawingml/2006/main">
            <a:r>
              <a:t>CONNECT</a:t>
            </a:r>
          </a:p>
          <a:p xmlns:a="http://schemas.openxmlformats.org/drawingml/2006/main">
            <a:r>
              <a:t>Previous slide: A CSV row becomes a dictionary.</a:t>
            </a:r>
          </a:p>
          <a:p xmlns:a="http://schemas.openxmlformats.org/drawingml/2006/main">
            <a:r>
              <a:t/>
            </a:r>
          </a:p>
          <a:p xmlns:a="http://schemas.openxmlformats.org/drawingml/2006/main">
            <a:r>
              <a:t>EXPLAIN</a:t>
            </a:r>
          </a:p>
          <a:p xmlns:a="http://schemas.openxmlformats.org/drawingml/2006/main">
            <a:r>
              <a:t>with and import: import makes library tools available. with open(...) opens a file for a block and closes it afterward. A filename must match an existing file in the working folder.</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cohort data.</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cohort data</a:t>
            </a:r>
          </a:p>
          <a:p xmlns:a="http://schemas.openxmlformats.org/drawingml/2006/main">
            <a:r>
              <a:t/>
            </a:r>
          </a:p>
          <a:p xmlns:a="http://schemas.openxmlformats.org/drawingml/2006/main">
            <a:r>
              <a:t>CONNECT</a:t>
            </a:r>
          </a:p>
          <a:p xmlns:a="http://schemas.openxmlformats.org/drawingml/2006/main">
            <a:r>
              <a:t>Previous slide: with and import.</a:t>
            </a:r>
          </a:p>
          <a:p xmlns:a="http://schemas.openxmlformats.org/drawingml/2006/main">
            <a:r>
              <a:t/>
            </a:r>
          </a:p>
          <a:p xmlns:a="http://schemas.openxmlformats.org/drawingml/2006/main">
            <a:r>
              <a:t>EXPLAIN</a:t>
            </a:r>
          </a:p>
          <a:p xmlns:a="http://schemas.openxmlformats.org/drawingml/2006/main">
            <a:r>
              <a:t>drill_shift_log.csv</a:t>
            </a:r>
          </a:p>
          <a:p xmlns:a="http://schemas.openxmlformats.org/drawingml/2006/main">
            <a:r>
              <a:t/>
            </a:r>
          </a:p>
          <a:p xmlns:a="http://schemas.openxmlformats.org/drawingml/2006/main">
            <a:r>
              <a:t>Summarise rate_of_penetration (m/hour); group by bit_type.</a:t>
            </a:r>
          </a:p>
          <a:p xmlns:a="http://schemas.openxmlformats.org/drawingml/2006/main">
            <a:r>
              <a:t/>
            </a:r>
          </a:p>
          <a:p xmlns:a="http://schemas.openxmlformats.org/drawingml/2006/main">
            <a:r>
              <a:t>Read the issued task’s blank-value and threshold rules before calculating.</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supplied CSV in four steps.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supplied CSV in four steps</a:t>
            </a:r>
          </a:p>
          <a:p xmlns:a="http://schemas.openxmlformats.org/drawingml/2006/main">
            <a:r>
              <a:t/>
            </a:r>
          </a:p>
          <a:p xmlns:a="http://schemas.openxmlformats.org/drawingml/2006/main">
            <a:r>
              <a:t>CONNECT</a:t>
            </a:r>
          </a:p>
          <a:p xmlns:a="http://schemas.openxmlformats.org/drawingml/2006/main">
            <a:r>
              <a:t>Previous slide: Your cohort data.</a:t>
            </a:r>
          </a:p>
          <a:p xmlns:a="http://schemas.openxmlformats.org/drawingml/2006/main">
            <a:r>
              <a:t/>
            </a:r>
          </a:p>
          <a:p xmlns:a="http://schemas.openxmlformats.org/drawingml/2006/main">
            <a:r>
              <a:t>EXPLAIN</a:t>
            </a:r>
          </a:p>
          <a:p xmlns:a="http://schemas.openxmlformats.org/drawingml/2006/main">
            <a:r>
              <a:t>Place drill_shift_log.csv beside the notebook, or upload it in Colab’s Files panel.</a:t>
            </a:r>
          </a:p>
          <a:p xmlns:a="http://schemas.openxmlformats.org/drawingml/2006/main">
            <a:r>
              <a:t/>
            </a:r>
          </a:p>
          <a:p xmlns:a="http://schemas.openxmlformats.org/drawingml/2006/main">
            <a:r>
              <a:t>import csv loads the CSV tools. newline="" lets the reader handle line endings. DictReader uses the header as dictionary keys.</a:t>
            </a:r>
          </a:p>
          <a:p xmlns:a="http://schemas.openxmlformats.org/drawingml/2006/main">
            <a:r>
              <a:t/>
            </a:r>
          </a:p>
          <a:p xmlns:a="http://schemas.openxmlformats.org/drawingml/2006/main">
            <a:r>
              <a:t>list(...) collects the rows while the file is open. We inspect the first row and the count; the later assignment calculations are your work.</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What with open as source does.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What with open as source does</a:t>
            </a:r>
          </a:p>
          <a:p xmlns:a="http://schemas.openxmlformats.org/drawingml/2006/main">
            <a:r>
              <a:t/>
            </a:r>
          </a:p>
          <a:p xmlns:a="http://schemas.openxmlformats.org/drawingml/2006/main">
            <a:r>
              <a:t>CONNECT</a:t>
            </a:r>
          </a:p>
          <a:p xmlns:a="http://schemas.openxmlformats.org/drawingml/2006/main">
            <a:r>
              <a:t>Previous slide: Read the supplied CSV in four steps.</a:t>
            </a:r>
          </a:p>
          <a:p xmlns:a="http://schemas.openxmlformats.org/drawingml/2006/main">
            <a:r>
              <a:t/>
            </a:r>
          </a:p>
          <a:p xmlns:a="http://schemas.openxmlformats.org/drawingml/2006/main">
            <a:r>
              <a:t>EXPLAIN</a:t>
            </a:r>
          </a:p>
          <a:p xmlns:a="http://schemas.openxmlformats.org/drawingml/2006/main">
            <a:r>
              <a:t>open("file.csv", newline="") opens a text file for reading. Use the actual supplied filename, including its .csv extension.</a:t>
            </a:r>
          </a:p>
          <a:p xmlns:a="http://schemas.openxmlformats.org/drawingml/2006/main">
            <a:r>
              <a:t/>
            </a:r>
          </a:p>
          <a:p xmlns:a="http://schemas.openxmlformats.org/drawingml/2006/main">
            <a:r>
              <a:t>with manages the open file. as source gives that file object a name. Indented lines use it while it is open; leaving the block closes it.</a:t>
            </a:r>
          </a:p>
          <a:p xmlns:a="http://schemas.openxmlformats.org/drawingml/2006/main">
            <a:r>
              <a:t/>
            </a:r>
          </a:p>
          <a:p xmlns:a="http://schemas.openxmlformats.org/drawingml/2006/main">
            <a:r>
              <a:t>csv.DictReader(source) reads rows using the header names as keys. list(...) collects those rows into memory before the file closes.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Open a real CSV and inspect its first row.</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Open a real CSV and inspect its first row</a:t>
            </a:r>
          </a:p>
          <a:p xmlns:a="http://schemas.openxmlformats.org/drawingml/2006/main">
            <a:r>
              <a:t/>
            </a:r>
          </a:p>
          <a:p xmlns:a="http://schemas.openxmlformats.org/drawingml/2006/main">
            <a:r>
              <a:t>CONNECT</a:t>
            </a:r>
          </a:p>
          <a:p xmlns:a="http://schemas.openxmlformats.org/drawingml/2006/main">
            <a:r>
              <a:t>Previous slide: What with open as source does.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import csv</a:t>
            </a:r>
          </a:p>
          <a:p xmlns:a="http://schemas.openxmlformats.org/drawingml/2006/main">
            <a:r>
              <a:t>with open("drill_shift_log.csv", newline="") as source:</a:t>
            </a:r>
          </a:p>
          <a:p xmlns:a="http://schemas.openxmlformats.org/drawingml/2006/main">
            <a:r>
              <a:t>    rows = list(csv.DictReader(source))</a:t>
            </a:r>
          </a:p>
          <a:p xmlns:a="http://schemas.openxmlformats.org/drawingml/2006/main">
            <a:r>
              <a:t>print(rows[0])</a:t>
            </a:r>
          </a:p>
          <a:p xmlns:a="http://schemas.openxmlformats.org/drawingml/2006/main">
            <a:r>
              <a:t>print(len(rows))</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Read the actual keys and text values. Check the uploaded filename if Python reports FileNotFoundError.</a:t>
            </a:r>
          </a:p>
          <a:p xmlns:a="http://schemas.openxmlformats.org/drawingml/2006/main">
            <a:r>
              <a:t/>
            </a:r>
          </a:p>
          <a:p xmlns:a="http://schemas.openxmlformats.org/drawingml/2006/main">
            <a:r>
              <a:t>LECTURER CUE</a:t>
            </a:r>
          </a:p>
          <a:p xmlns:a="http://schemas.openxmlformats.org/drawingml/2006/main">
            <a:r>
              <a:t>Read the actual keys and text values. Check the uploaded filename if Python reports FileNotFoundError.</a:t>
            </a:r>
          </a:p>
          <a:p xmlns:a="http://schemas.openxmlformats.org/drawingml/2006/main">
            <a:r>
              <a:t/>
            </a:r>
          </a:p>
          <a:p xmlns:a="http://schemas.openxmlformats.org/drawingml/2006/main">
            <a:r>
              <a:t>Complete practice code:</a:t>
            </a:r>
          </a:p>
          <a:p xmlns:a="http://schemas.openxmlformats.org/drawingml/2006/main">
            <a:r>
              <a:t>import csv</a:t>
            </a:r>
          </a:p>
          <a:p xmlns:a="http://schemas.openxmlformats.org/drawingml/2006/main">
            <a:r>
              <a:t>with open("drill_shift_log.csv", newline="") as source:</a:t>
            </a:r>
          </a:p>
          <a:p xmlns:a="http://schemas.openxmlformats.org/drawingml/2006/main">
            <a:r>
              <a:t>    rows = list(csv.DictReader(source))</a:t>
            </a:r>
          </a:p>
          <a:p xmlns:a="http://schemas.openxmlformats.org/drawingml/2006/main">
            <a:r>
              <a:t>print(rows[0])</a:t>
            </a:r>
          </a:p>
          <a:p xmlns:a="http://schemas.openxmlformats.org/drawingml/2006/main">
            <a:r>
              <a:t>print(len(rows))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list of dictionaries.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of dictionaries</a:t>
            </a:r>
          </a:p>
          <a:p xmlns:a="http://schemas.openxmlformats.org/drawingml/2006/main">
            <a:r>
              <a:t/>
            </a:r>
          </a:p>
          <a:p xmlns:a="http://schemas.openxmlformats.org/drawingml/2006/main">
            <a:r>
              <a:t>CONNECT</a:t>
            </a:r>
          </a:p>
          <a:p xmlns:a="http://schemas.openxmlformats.org/drawingml/2006/main">
            <a:r>
              <a:t>Previous slide: Open a real CSV and inspect its first row.</a:t>
            </a:r>
          </a:p>
          <a:p xmlns:a="http://schemas.openxmlformats.org/drawingml/2006/main">
            <a:r>
              <a:t/>
            </a:r>
          </a:p>
          <a:p xmlns:a="http://schemas.openxmlformats.org/drawingml/2006/main">
            <a:r>
              <a:t>EXPLAIN</a:t>
            </a:r>
          </a:p>
          <a:p xmlns:a="http://schemas.openxmlformats.org/drawingml/2006/main">
            <a:r>
              <a:t>A record holds named fields for one observation. A list of records holds several observations in order.</a:t>
            </a:r>
          </a:p>
          <a:p xmlns:a="http://schemas.openxmlformats.org/drawingml/2006/main">
            <a:r>
              <a:t/>
            </a:r>
          </a:p>
          <a:p xmlns:a="http://schemas.openxmlformats.org/drawingml/2006/main">
            <a:r>
              <a:t>records[0] selects the first dictionary. records[0]["reading"] then selects that dictionary’s reading field.</a:t>
            </a:r>
          </a:p>
          <a:p xmlns:a="http://schemas.openxmlformats.org/drawingml/2006/main">
            <a:r>
              <a:t/>
            </a:r>
          </a:p>
          <a:p xmlns:a="http://schemas.openxmlformats.org/drawingml/2006/main">
            <a:r>
              <a:t>for row in records takes one dictionary at a time. row["reading"] retrieves that observation’s field; float converts numeric text when needed.</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record and a growing list.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record and a growing list</a:t>
            </a:r>
          </a:p>
          <a:p xmlns:a="http://schemas.openxmlformats.org/drawingml/2006/main">
            <a:r>
              <a:t/>
            </a:r>
          </a:p>
          <a:p xmlns:a="http://schemas.openxmlformats.org/drawingml/2006/main">
            <a:r>
              <a:t>CONNECT</a:t>
            </a:r>
          </a:p>
          <a:p xmlns:a="http://schemas.openxmlformats.org/drawingml/2006/main">
            <a:r>
              <a:t>Previous slide: A list of dictionaries.</a:t>
            </a:r>
          </a:p>
          <a:p xmlns:a="http://schemas.openxmlformats.org/drawingml/2006/main">
            <a:r>
              <a:t/>
            </a:r>
          </a:p>
          <a:p xmlns:a="http://schemas.openxmlformats.org/drawingml/2006/main">
            <a:r>
              <a:t>EXPLAIN</a:t>
            </a:r>
          </a:p>
          <a:p xmlns:a="http://schemas.openxmlformats.org/drawingml/2006/main">
            <a:r>
              <a:t>Braces pair a key with its value. append adds one value to the end of a list.</a:t>
            </a:r>
          </a:p>
          <a:p xmlns:a="http://schemas.openxmlformats.org/drawingml/2006/main">
            <a:r>
              <a:t/>
            </a:r>
          </a:p>
          <a:p xmlns:a="http://schemas.openxmlformats.org/drawingml/2006/main">
            <a:r>
              <a:t>The same pattern works after reading a CSV row.</a:t>
            </a:r>
          </a:p>
          <a:p xmlns:a="http://schemas.openxmlformats.org/drawingml/2006/main">
            <a:r>
              <a:t/>
            </a:r>
          </a:p>
          <a:p xmlns:a="http://schemas.openxmlformats.org/drawingml/2006/main">
            <a:r>
              <a:t>LECTURER CUE</a:t>
            </a:r>
          </a:p>
          <a:p xmlns:a="http://schemas.openxmlformats.org/drawingml/2006/main">
            <a:r>
              <a:t>Braces pair a key with its value. append adds one value to the end of a list. The same pattern works after reading a CSV row.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record and a growing list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record and a growing list in Python</a:t>
            </a:r>
          </a:p>
          <a:p xmlns:a="http://schemas.openxmlformats.org/drawingml/2006/main">
            <a:r>
              <a:t/>
            </a:r>
          </a:p>
          <a:p xmlns:a="http://schemas.openxmlformats.org/drawingml/2006/main">
            <a:r>
              <a:t>CONNECT</a:t>
            </a:r>
          </a:p>
          <a:p xmlns:a="http://schemas.openxmlformats.org/drawingml/2006/main">
            <a:r>
              <a:t>Previous slide: A record and a growing list.</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records = [{"sensor": "A", "reading": "2.5"},</a:t>
            </a:r>
          </a:p>
          <a:p xmlns:a="http://schemas.openxmlformats.org/drawingml/2006/main">
            <a:r>
              <a:t>           {"sensor": "B", "reading": "3.5"}]</a:t>
            </a:r>
          </a:p>
          <a:p xmlns:a="http://schemas.openxmlformats.org/drawingml/2006/main">
            <a:r>
              <a:t>values = []</a:t>
            </a:r>
          </a:p>
          <a:p xmlns:a="http://schemas.openxmlformats.org/drawingml/2006/main">
            <a:r>
              <a:t>for row in records:</a:t>
            </a:r>
          </a:p>
          <a:p xmlns:a="http://schemas.openxmlformats.org/drawingml/2006/main">
            <a:r>
              <a:t>    values.append(float(row["reading"]))</a:t>
            </a:r>
          </a:p>
          <a:p xmlns:a="http://schemas.openxmlformats.org/drawingml/2006/main">
            <a:r>
              <a:t>print(values)</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float converts numeric text into a decimal number.</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Braces pair a key with its value. append adds one value to the end of a list. The same pattern works after reading a CSV row.</a:t>
            </a:r>
          </a:p>
          <a:p xmlns:a="http://schemas.openxmlformats.org/drawingml/2006/main">
            <a:r>
              <a:t/>
            </a:r>
          </a:p>
          <a:p xmlns:a="http://schemas.openxmlformats.org/drawingml/2006/main">
            <a:r>
              <a:t>Complete practice code:</a:t>
            </a:r>
          </a:p>
          <a:p xmlns:a="http://schemas.openxmlformats.org/drawingml/2006/main">
            <a:r>
              <a:t>records = [{"sensor": "A", "reading": "2.5"},</a:t>
            </a:r>
          </a:p>
          <a:p xmlns:a="http://schemas.openxmlformats.org/drawingml/2006/main">
            <a:r>
              <a:t>           {"sensor": "B", "reading": "3.5"}]</a:t>
            </a:r>
          </a:p>
          <a:p xmlns:a="http://schemas.openxmlformats.org/drawingml/2006/main">
            <a:r>
              <a:t>values = []</a:t>
            </a:r>
          </a:p>
          <a:p xmlns:a="http://schemas.openxmlformats.org/drawingml/2006/main">
            <a:r>
              <a:t>for row in records:</a:t>
            </a:r>
          </a:p>
          <a:p xmlns:a="http://schemas.openxmlformats.org/drawingml/2006/main">
            <a:r>
              <a:t>    values.append(float(row["reading"]))</a:t>
            </a:r>
          </a:p>
          <a:p xmlns:a="http://schemas.openxmlformats.org/drawingml/2006/main">
            <a:r>
              <a:t>print(values)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Skip a blank before converting text.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Skip a blank before converting text</a:t>
            </a:r>
          </a:p>
          <a:p xmlns:a="http://schemas.openxmlformats.org/drawingml/2006/main">
            <a:r>
              <a:t/>
            </a:r>
          </a:p>
          <a:p xmlns:a="http://schemas.openxmlformats.org/drawingml/2006/main">
            <a:r>
              <a:t>CONNECT</a:t>
            </a:r>
          </a:p>
          <a:p xmlns:a="http://schemas.openxmlformats.org/drawingml/2006/main">
            <a:r>
              <a:t>Previous slide: A record and a growing list in Python.</a:t>
            </a:r>
          </a:p>
          <a:p xmlns:a="http://schemas.openxmlformats.org/drawingml/2006/main">
            <a:r>
              <a:t/>
            </a:r>
          </a:p>
          <a:p xmlns:a="http://schemas.openxmlformats.org/drawingml/2006/main">
            <a:r>
              <a:t>EXPLAIN</a:t>
            </a:r>
          </a:p>
          <a:p xmlns:a="http://schemas.openxmlformats.org/drawingml/2006/main">
            <a:r>
              <a:t>An empty text field is "". The comparison != means “not equal to”. Only convert a value after the blank check passes.</a:t>
            </a:r>
          </a:p>
          <a:p xmlns:a="http://schemas.openxmlformats.org/drawingml/2006/main">
            <a:r>
              <a:t/>
            </a:r>
          </a:p>
          <a:p xmlns:a="http://schemas.openxmlformats.org/drawingml/2006/main">
            <a:r>
              <a:t>In this example, values records valid numbers only. Its length is the valid count; the group summaries must use the same valid-record policy.</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Collect only the recorded numbers.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Collect only the recorded numbers</a:t>
            </a:r>
          </a:p>
          <a:p xmlns:a="http://schemas.openxmlformats.org/drawingml/2006/main">
            <a:r>
              <a:t/>
            </a:r>
          </a:p>
          <a:p xmlns:a="http://schemas.openxmlformats.org/drawingml/2006/main">
            <a:r>
              <a:t>CONNECT</a:t>
            </a:r>
          </a:p>
          <a:p xmlns:a="http://schemas.openxmlformats.org/drawingml/2006/main">
            <a:r>
              <a:t>Previous slide: Skip a blank before converting text.</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text_values = ["2.5", "", "3.5"]</a:t>
            </a:r>
          </a:p>
          <a:p xmlns:a="http://schemas.openxmlformats.org/drawingml/2006/main">
            <a:r>
              <a:t>values = []</a:t>
            </a:r>
          </a:p>
          <a:p xmlns:a="http://schemas.openxmlformats.org/drawingml/2006/main">
            <a:r>
              <a:t>for text in text_values:</a:t>
            </a:r>
          </a:p>
          <a:p xmlns:a="http://schemas.openxmlformats.org/drawingml/2006/main">
            <a:r>
              <a:t>    if text != "":</a:t>
            </a:r>
          </a:p>
          <a:p xmlns:a="http://schemas.openxmlformats.org/drawingml/2006/main">
            <a:r>
              <a:t>        values.append(float(text))</a:t>
            </a:r>
          </a:p>
          <a:p xmlns:a="http://schemas.openxmlformats.org/drawingml/2006/main">
            <a:r>
              <a:t>print(len(values), values)</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float converts numeric text into a decimal number.</a:t>
            </a:r>
          </a:p>
          <a:p xmlns:a="http://schemas.openxmlformats.org/drawingml/2006/main">
            <a:r>
              <a:t/>
            </a:r>
          </a:p>
          <a:p xmlns:a="http://schemas.openxmlformats.org/drawingml/2006/main">
            <a:r>
              <a:t>Expected: 2 [2.5, 3.5]. A blank is missing, not a recorded zero.</a:t>
            </a:r>
          </a:p>
          <a:p xmlns:a="http://schemas.openxmlformats.org/drawingml/2006/main">
            <a:r>
              <a:t/>
            </a:r>
          </a:p>
          <a:p xmlns:a="http://schemas.openxmlformats.org/drawingml/2006/main">
            <a:r>
              <a:t>LECTURER CUE</a:t>
            </a:r>
          </a:p>
          <a:p xmlns:a="http://schemas.openxmlformats.org/drawingml/2006/main">
            <a:r>
              <a:t>Expected: 2 [2.5, 3.5]. A blank is missing, not a recorded zero.</a:t>
            </a:r>
          </a:p>
          <a:p xmlns:a="http://schemas.openxmlformats.org/drawingml/2006/main">
            <a:r>
              <a:t/>
            </a:r>
          </a:p>
          <a:p xmlns:a="http://schemas.openxmlformats.org/drawingml/2006/main">
            <a:r>
              <a:t>Complete practice code:</a:t>
            </a:r>
          </a:p>
          <a:p xmlns:a="http://schemas.openxmlformats.org/drawingml/2006/main">
            <a:r>
              <a:t>text_values = ["2.5", "", "3.5"]</a:t>
            </a:r>
          </a:p>
          <a:p xmlns:a="http://schemas.openxmlformats.org/drawingml/2006/main">
            <a:r>
              <a:t>values = []</a:t>
            </a:r>
          </a:p>
          <a:p xmlns:a="http://schemas.openxmlformats.org/drawingml/2006/main">
            <a:r>
              <a:t>for text in text_values:</a:t>
            </a:r>
          </a:p>
          <a:p xmlns:a="http://schemas.openxmlformats.org/drawingml/2006/main">
            <a:r>
              <a:t>    if text != "":</a:t>
            </a:r>
          </a:p>
          <a:p xmlns:a="http://schemas.openxmlformats.org/drawingml/2006/main">
            <a:r>
              <a:t>        values.append(float(text))</a:t>
            </a:r>
          </a:p>
          <a:p xmlns:a="http://schemas.openxmlformats.org/drawingml/2006/main">
            <a:r>
              <a:t>print(len(values), values)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Membership in a dictionary.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Membership in a dictionary</a:t>
            </a:r>
          </a:p>
          <a:p xmlns:a="http://schemas.openxmlformats.org/drawingml/2006/main">
            <a:r>
              <a:t/>
            </a:r>
          </a:p>
          <a:p xmlns:a="http://schemas.openxmlformats.org/drawingml/2006/main">
            <a:r>
              <a:t>CONNECT</a:t>
            </a:r>
          </a:p>
          <a:p xmlns:a="http://schemas.openxmlformats.org/drawingml/2006/main">
            <a:r>
              <a:t>Previous slide: Collect only the recorded numbers.</a:t>
            </a:r>
          </a:p>
          <a:p xmlns:a="http://schemas.openxmlformats.org/drawingml/2006/main">
            <a:r>
              <a:t/>
            </a:r>
          </a:p>
          <a:p xmlns:a="http://schemas.openxmlformats.org/drawingml/2006/main">
            <a:r>
              <a:t>EXPLAIN</a:t>
            </a:r>
          </a:p>
          <a:p xmlns:a="http://schemas.openxmlformats.org/drawingml/2006/main">
            <a:r>
              <a:t>group in totals asks whether group is already a dictionary key. group not in totals asks whether that key is absent.</a:t>
            </a:r>
          </a:p>
          <a:p xmlns:a="http://schemas.openxmlformats.org/drawingml/2006/main">
            <a:r>
              <a:t/>
            </a:r>
          </a:p>
          <a:p xmlns:a="http://schemas.openxmlformats.org/drawingml/2006/main">
            <a:r>
              <a:t>Before adding to a new group, create its total with totals[group] = 0. Then add the current record’s reading.</a:t>
            </a:r>
          </a:p>
          <a:p xmlns:a="http://schemas.openxmlformats.org/drawingml/2006/main">
            <a:r>
              <a:t/>
            </a:r>
          </a:p>
          <a:p xmlns:a="http://schemas.openxmlformats.org/drawingml/2006/main">
            <a:r>
              <a:t>The outer for visits records. The inner if runs only for a new group. The addition after the if runs for every record.</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Summaries for separate groups.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for separate groups</a:t>
            </a:r>
          </a:p>
          <a:p xmlns:a="http://schemas.openxmlformats.org/drawingml/2006/main">
            <a:r>
              <a:t/>
            </a:r>
          </a:p>
          <a:p xmlns:a="http://schemas.openxmlformats.org/drawingml/2006/main">
            <a:r>
              <a:t>CONNECT</a:t>
            </a:r>
          </a:p>
          <a:p xmlns:a="http://schemas.openxmlformats.org/drawingml/2006/main">
            <a:r>
              <a:t>Previous slide: Membership in a dictionary.</a:t>
            </a:r>
          </a:p>
          <a:p xmlns:a="http://schemas.openxmlformats.org/drawingml/2006/main">
            <a:r>
              <a:t/>
            </a:r>
          </a:p>
          <a:p xmlns:a="http://schemas.openxmlformats.org/drawingml/2006/main">
            <a:r>
              <a:t>EXPLAIN</a:t>
            </a:r>
          </a:p>
          <a:p xmlns:a="http://schemas.openxmlformats.org/drawingml/2006/main">
            <a:r>
              <a:t>A dictionary can hold one running total for each group.</a:t>
            </a:r>
          </a:p>
          <a:p xmlns:a="http://schemas.openxmlformats.org/drawingml/2006/main">
            <a:r>
              <a:t/>
            </a:r>
          </a:p>
          <a:p xmlns:a="http://schemas.openxmlformats.org/drawingml/2006/main">
            <a:r>
              <a:t>An absent key needs an initial zero.</a:t>
            </a:r>
          </a:p>
          <a:p xmlns:a="http://schemas.openxmlformats.org/drawingml/2006/main">
            <a:r>
              <a:t/>
            </a:r>
          </a:p>
          <a:p xmlns:a="http://schemas.openxmlformats.org/drawingml/2006/main">
            <a:r>
              <a:t>Then add the reading to that group.</a:t>
            </a:r>
          </a:p>
          <a:p xmlns:a="http://schemas.openxmlformats.org/drawingml/2006/main">
            <a:r>
              <a:t/>
            </a:r>
          </a:p>
          <a:p xmlns:a="http://schemas.openxmlformats.org/drawingml/2006/main">
            <a:r>
              <a:t>To calculate group means, keep a matching count and divide each group total by its own count.</a:t>
            </a:r>
          </a:p>
          <a:p xmlns:a="http://schemas.openxmlformats.org/drawingml/2006/main">
            <a:r>
              <a:t/>
            </a:r>
          </a:p>
          <a:p xmlns:a="http://schemas.openxmlformats.org/drawingml/2006/main">
            <a:r>
              <a:t>LECTURER CUE</a:t>
            </a:r>
          </a:p>
          <a:p xmlns:a="http://schemas.openxmlformats.org/drawingml/2006/main">
            <a:r>
              <a:t>A dictionary can hold one running total for each group. An absent key needs an initial zero. Then add the reading to that group. To calculate group means, keep a matching count and divide each group total by its own count.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Summaries for separate groups in Python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for separate groups in Python (1/2)</a:t>
            </a:r>
          </a:p>
          <a:p xmlns:a="http://schemas.openxmlformats.org/drawingml/2006/main">
            <a:r>
              <a:t/>
            </a:r>
          </a:p>
          <a:p xmlns:a="http://schemas.openxmlformats.org/drawingml/2006/main">
            <a:r>
              <a:t>CONNECT</a:t>
            </a:r>
          </a:p>
          <a:p xmlns:a="http://schemas.openxmlformats.org/drawingml/2006/main">
            <a:r>
              <a:t>Previous slide: Summaries for separate groups.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records = [{"group": "A", "reading": 2},</a:t>
            </a:r>
          </a:p>
          <a:p xmlns:a="http://schemas.openxmlformats.org/drawingml/2006/main">
            <a:r>
              <a:t>           {"group": "A", "reading": 4},</a:t>
            </a:r>
          </a:p>
          <a:p xmlns:a="http://schemas.openxmlformats.org/drawingml/2006/main">
            <a:r>
              <a:t>           {"group": "B", "reading": 9}]</a:t>
            </a:r>
          </a:p>
          <a:p xmlns:a="http://schemas.openxmlformats.org/drawingml/2006/main">
            <a:r>
              <a:t>totals = {}</a:t>
            </a:r>
          </a:p>
          <a:p xmlns:a="http://schemas.openxmlformats.org/drawingml/2006/main">
            <a:r>
              <a:t>for row in records:</a:t>
            </a:r>
          </a:p>
          <a:p xmlns:a="http://schemas.openxmlformats.org/drawingml/2006/main">
            <a:r>
              <a:t>    group = row["group"]</a:t>
            </a:r>
          </a:p>
          <a:p xmlns:a="http://schemas.openxmlformats.org/drawingml/2006/main">
            <a:r>
              <a:t>    if group not in totals:</a:t>
            </a:r>
          </a:p>
          <a:p xmlns:a="http://schemas.openxmlformats.org/drawingml/2006/main">
            <a:r>
              <a:t>        totals[group] = 0</a:t>
            </a:r>
          </a:p>
          <a:p xmlns:a="http://schemas.openxmlformats.org/drawingml/2006/main">
            <a:r>
              <a:t>    totals[group] = totals[group] + row["reading"]</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A dictionary can hold one running total for each group. An absent key needs an initial zero. Then add the reading to that group. To calculate group means, keep a matching count and divide each group total by its own count.</a:t>
            </a:r>
          </a:p>
          <a:p xmlns:a="http://schemas.openxmlformats.org/drawingml/2006/main">
            <a:r>
              <a:t/>
            </a:r>
          </a:p>
          <a:p xmlns:a="http://schemas.openxmlformats.org/drawingml/2006/main">
            <a:r>
              <a:t>Complete practice code:</a:t>
            </a:r>
          </a:p>
          <a:p xmlns:a="http://schemas.openxmlformats.org/drawingml/2006/main">
            <a:r>
              <a:t>records = [{"group": "A", "reading": 2},</a:t>
            </a:r>
          </a:p>
          <a:p xmlns:a="http://schemas.openxmlformats.org/drawingml/2006/main">
            <a:r>
              <a:t>           {"group": "A", "reading": 4},</a:t>
            </a:r>
          </a:p>
          <a:p xmlns:a="http://schemas.openxmlformats.org/drawingml/2006/main">
            <a:r>
              <a:t>           {"group": "B", "reading": 9}]</a:t>
            </a:r>
          </a:p>
          <a:p xmlns:a="http://schemas.openxmlformats.org/drawingml/2006/main">
            <a:r>
              <a:t>totals = {}</a:t>
            </a:r>
          </a:p>
          <a:p xmlns:a="http://schemas.openxmlformats.org/drawingml/2006/main">
            <a:r>
              <a:t>for row in records:</a:t>
            </a:r>
          </a:p>
          <a:p xmlns:a="http://schemas.openxmlformats.org/drawingml/2006/main">
            <a:r>
              <a:t>    group = row["group"]</a:t>
            </a:r>
          </a:p>
          <a:p xmlns:a="http://schemas.openxmlformats.org/drawingml/2006/main">
            <a:r>
              <a:t>    if group not in totals:</a:t>
            </a:r>
          </a:p>
          <a:p xmlns:a="http://schemas.openxmlformats.org/drawingml/2006/main">
            <a:r>
              <a:t>        totals[group] = 0</a:t>
            </a:r>
          </a:p>
          <a:p xmlns:a="http://schemas.openxmlformats.org/drawingml/2006/main">
            <a:r>
              <a:t>    totals[group] = totals[group] + row["reading"]</a:t>
            </a:r>
          </a:p>
          <a:p xmlns:a="http://schemas.openxmlformats.org/drawingml/2006/main">
            <a:r>
              <a:t>print(totals)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Summaries for separate groups in Python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for separate groups in Python (2/2)</a:t>
            </a:r>
          </a:p>
          <a:p xmlns:a="http://schemas.openxmlformats.org/drawingml/2006/main">
            <a:r>
              <a:t/>
            </a:r>
          </a:p>
          <a:p xmlns:a="http://schemas.openxmlformats.org/drawingml/2006/main">
            <a:r>
              <a:t>CONNECT</a:t>
            </a:r>
          </a:p>
          <a:p xmlns:a="http://schemas.openxmlformats.org/drawingml/2006/main">
            <a:r>
              <a:t>Previous slide: Summaries for separate groups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print(totals)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A dictionary can hold one running total for each group. An absent key needs an initial zero. Then add the reading to that group. To calculate group means, keep a matching count and divide each group total by its own count.</a:t>
            </a:r>
          </a:p>
          <a:p xmlns:a="http://schemas.openxmlformats.org/drawingml/2006/main">
            <a:r>
              <a:t/>
            </a:r>
          </a:p>
          <a:p xmlns:a="http://schemas.openxmlformats.org/drawingml/2006/main">
            <a:r>
              <a:t>Complete practice code:</a:t>
            </a:r>
          </a:p>
          <a:p xmlns:a="http://schemas.openxmlformats.org/drawingml/2006/main">
            <a:r>
              <a:t>records = [{"group": "A", "reading": 2},</a:t>
            </a:r>
          </a:p>
          <a:p xmlns:a="http://schemas.openxmlformats.org/drawingml/2006/main">
            <a:r>
              <a:t>           {"group": "A", "reading": 4},</a:t>
            </a:r>
          </a:p>
          <a:p xmlns:a="http://schemas.openxmlformats.org/drawingml/2006/main">
            <a:r>
              <a:t>           {"group": "B", "reading": 9}]</a:t>
            </a:r>
          </a:p>
          <a:p xmlns:a="http://schemas.openxmlformats.org/drawingml/2006/main">
            <a:r>
              <a:t>totals = {}</a:t>
            </a:r>
          </a:p>
          <a:p xmlns:a="http://schemas.openxmlformats.org/drawingml/2006/main">
            <a:r>
              <a:t>for row in records:</a:t>
            </a:r>
          </a:p>
          <a:p xmlns:a="http://schemas.openxmlformats.org/drawingml/2006/main">
            <a:r>
              <a:t>    group = row["group"]</a:t>
            </a:r>
          </a:p>
          <a:p xmlns:a="http://schemas.openxmlformats.org/drawingml/2006/main">
            <a:r>
              <a:t>    if group not in totals:</a:t>
            </a:r>
          </a:p>
          <a:p xmlns:a="http://schemas.openxmlformats.org/drawingml/2006/main">
            <a:r>
              <a:t>        totals[group] = 0</a:t>
            </a:r>
          </a:p>
          <a:p xmlns:a="http://schemas.openxmlformats.org/drawingml/2006/main">
            <a:r>
              <a:t>    totals[group] = totals[group] + row["reading"]</a:t>
            </a:r>
          </a:p>
          <a:p xmlns:a="http://schemas.openxmlformats.org/drawingml/2006/main">
            <a:r>
              <a:t>print(totals)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group mean needs its own count.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group mean needs its own count</a:t>
            </a:r>
          </a:p>
          <a:p xmlns:a="http://schemas.openxmlformats.org/drawingml/2006/main">
            <a:r>
              <a:t/>
            </a:r>
          </a:p>
          <a:p xmlns:a="http://schemas.openxmlformats.org/drawingml/2006/main">
            <a:r>
              <a:t>CONNECT</a:t>
            </a:r>
          </a:p>
          <a:p xmlns:a="http://schemas.openxmlformats.org/drawingml/2006/main">
            <a:r>
              <a:t>Previous slide: Summaries for separate groups in Python (2/2).</a:t>
            </a:r>
          </a:p>
          <a:p xmlns:a="http://schemas.openxmlformats.org/drawingml/2006/main">
            <a:r>
              <a:t/>
            </a:r>
          </a:p>
          <a:p xmlns:a="http://schemas.openxmlformats.org/drawingml/2006/main">
            <a:r>
              <a:t>EXPLAIN</a:t>
            </a:r>
          </a:p>
          <a:p xmlns:a="http://schemas.openxmlformats.org/drawingml/2006/main">
            <a:r>
              <a:t>The preceding loop calculated a total for each group. Count records in those same groups, then divide each group total by its own count.</a:t>
            </a:r>
          </a:p>
          <a:p xmlns:a="http://schemas.openxmlformats.org/drawingml/2006/main">
            <a:r>
              <a:t/>
            </a:r>
          </a:p>
          <a:p xmlns:a="http://schemas.openxmlformats.org/drawingml/2006/main">
            <a:r>
              <a:t>items() supplies the group name and its total together. We use small invented records, not the assignment’s answers.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From group totals to group means.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From group totals to group means</a:t>
            </a:r>
          </a:p>
          <a:p xmlns:a="http://schemas.openxmlformats.org/drawingml/2006/main">
            <a:r>
              <a:t/>
            </a:r>
          </a:p>
          <a:p xmlns:a="http://schemas.openxmlformats.org/drawingml/2006/main">
            <a:r>
              <a:t>CONNECT</a:t>
            </a:r>
          </a:p>
          <a:p xmlns:a="http://schemas.openxmlformats.org/drawingml/2006/main">
            <a:r>
              <a:t>Previous slide: A group mean needs its own count.</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counts = {}</a:t>
            </a:r>
          </a:p>
          <a:p xmlns:a="http://schemas.openxmlformats.org/drawingml/2006/main">
            <a:r>
              <a:t>for row in records:</a:t>
            </a:r>
          </a:p>
          <a:p xmlns:a="http://schemas.openxmlformats.org/drawingml/2006/main">
            <a:r>
              <a:t>    group = row["group"]</a:t>
            </a:r>
          </a:p>
          <a:p xmlns:a="http://schemas.openxmlformats.org/drawingml/2006/main">
            <a:r>
              <a:t>    counts[group] = counts.get(group, 0) + 1</a:t>
            </a:r>
          </a:p>
          <a:p xmlns:a="http://schemas.openxmlformats.org/drawingml/2006/main">
            <a:r>
              <a:t>means = {}</a:t>
            </a:r>
          </a:p>
          <a:p xmlns:a="http://schemas.openxmlformats.org/drawingml/2006/main">
            <a:r>
              <a:t>for group, total in totals.items():</a:t>
            </a:r>
          </a:p>
          <a:p xmlns:a="http://schemas.openxmlformats.org/drawingml/2006/main">
            <a:r>
              <a:t>    means[group] = total / counts[group]</a:t>
            </a:r>
          </a:p>
          <a:p xmlns:a="http://schemas.openxmlformats.org/drawingml/2006/main">
            <a:r>
              <a:t>print(means)</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Expected: A has mean 3.0 and B has mean 9.0. Each group uses its own denominator.</a:t>
            </a:r>
          </a:p>
          <a:p xmlns:a="http://schemas.openxmlformats.org/drawingml/2006/main">
            <a:r>
              <a:t/>
            </a:r>
          </a:p>
          <a:p xmlns:a="http://schemas.openxmlformats.org/drawingml/2006/main">
            <a:r>
              <a:t>LECTURER CUE</a:t>
            </a:r>
          </a:p>
          <a:p xmlns:a="http://schemas.openxmlformats.org/drawingml/2006/main">
            <a:r>
              <a:t>Expected: A has mean 3.0 and B has mean 9.0. Each group uses its own denominator.</a:t>
            </a:r>
          </a:p>
          <a:p xmlns:a="http://schemas.openxmlformats.org/drawingml/2006/main">
            <a:r>
              <a:t/>
            </a:r>
          </a:p>
          <a:p xmlns:a="http://schemas.openxmlformats.org/drawingml/2006/main">
            <a:r>
              <a:t>Complete practice code:</a:t>
            </a:r>
          </a:p>
          <a:p xmlns:a="http://schemas.openxmlformats.org/drawingml/2006/main">
            <a:r>
              <a:t>counts = {}</a:t>
            </a:r>
          </a:p>
          <a:p xmlns:a="http://schemas.openxmlformats.org/drawingml/2006/main">
            <a:r>
              <a:t>for row in records:</a:t>
            </a:r>
          </a:p>
          <a:p xmlns:a="http://schemas.openxmlformats.org/drawingml/2006/main">
            <a:r>
              <a:t>    group = row["group"]</a:t>
            </a:r>
          </a:p>
          <a:p xmlns:a="http://schemas.openxmlformats.org/drawingml/2006/main">
            <a:r>
              <a:t>    counts[group] = counts.get(group, 0) + 1</a:t>
            </a:r>
          </a:p>
          <a:p xmlns:a="http://schemas.openxmlformats.org/drawingml/2006/main">
            <a:r>
              <a:t>means = {}</a:t>
            </a:r>
          </a:p>
          <a:p xmlns:a="http://schemas.openxmlformats.org/drawingml/2006/main">
            <a:r>
              <a:t>for group, total in totals.items():</a:t>
            </a:r>
          </a:p>
          <a:p xmlns:a="http://schemas.openxmlformats.org/drawingml/2006/main">
            <a:r>
              <a:t>    means[group] = total / counts[group]</a:t>
            </a:r>
          </a:p>
          <a:p xmlns:a="http://schemas.openxmlformats.org/drawingml/2006/main">
            <a:r>
              <a:t>print(means)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When numeric text cannot be converted.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When numeric text cannot be converted</a:t>
            </a:r>
          </a:p>
          <a:p xmlns:a="http://schemas.openxmlformats.org/drawingml/2006/main">
            <a:r>
              <a:t/>
            </a:r>
          </a:p>
          <a:p xmlns:a="http://schemas.openxmlformats.org/drawingml/2006/main">
            <a:r>
              <a:t>CONNECT</a:t>
            </a:r>
          </a:p>
          <a:p xmlns:a="http://schemas.openxmlformats.org/drawingml/2006/main">
            <a:r>
              <a:t>Previous slide: From group totals to group means.</a:t>
            </a:r>
          </a:p>
          <a:p xmlns:a="http://schemas.openxmlformats.org/drawingml/2006/main">
            <a:r>
              <a:t/>
            </a:r>
          </a:p>
          <a:p xmlns:a="http://schemas.openxmlformats.org/drawingml/2006/main">
            <a:r>
              <a:t>EXPLAIN</a:t>
            </a:r>
          </a:p>
          <a:p xmlns:a="http://schemas.openxmlformats.org/drawingml/2006/main">
            <a:r>
              <a:t>float("bad") raises ValueError: the text does not represent a number. An exception interrupts ordinary execution.</a:t>
            </a:r>
          </a:p>
          <a:p xmlns:a="http://schemas.openxmlformats.org/drawingml/2006/main">
            <a:r>
              <a:t/>
            </a:r>
          </a:p>
          <a:p xmlns:a="http://schemas.openxmlformats.org/drawingml/2006/main">
            <a:r>
              <a:t>try contains the operation that might fail. except ValueError runs only for that named failure. Indentation shows the two blocks.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Catch one expected conversion failure.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Catch one expected conversion failure</a:t>
            </a:r>
          </a:p>
          <a:p xmlns:a="http://schemas.openxmlformats.org/drawingml/2006/main">
            <a:r>
              <a:t/>
            </a:r>
          </a:p>
          <a:p xmlns:a="http://schemas.openxmlformats.org/drawingml/2006/main">
            <a:r>
              <a:t>CONNECT</a:t>
            </a:r>
          </a:p>
          <a:p xmlns:a="http://schemas.openxmlformats.org/drawingml/2006/main">
            <a:r>
              <a:t>Previous slide: When numeric text cannot be converted.</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text = "bad"</a:t>
            </a:r>
          </a:p>
          <a:p xmlns:a="http://schemas.openxmlformats.org/drawingml/2006/main">
            <a:r>
              <a:t>try:</a:t>
            </a:r>
          </a:p>
          <a:p xmlns:a="http://schemas.openxmlformats.org/drawingml/2006/main">
            <a:r>
              <a:t>    reading = float(text)</a:t>
            </a:r>
          </a:p>
          <a:p xmlns:a="http://schemas.openxmlformats.org/drawingml/2006/main">
            <a:r>
              <a:t>except ValueError:</a:t>
            </a:r>
          </a:p>
          <a:p xmlns:a="http://schemas.openxmlformats.org/drawingml/2006/main">
            <a:r>
              <a:t>    reading = None</a:t>
            </a:r>
          </a:p>
          <a:p xmlns:a="http://schemas.openxmlformats.org/drawingml/2006/main">
            <a:r>
              <a:t>print(reading)</a:t>
            </a:r>
          </a:p>
          <a:p xmlns:a="http://schemas.openxmlformats.org/drawingml/2006/main">
            <a:r>
              <a:t/>
            </a:r>
          </a:p>
          <a:p xmlns:a="http://schemas.openxmlformats.org/drawingml/2006/main">
            <a:r>
              <a:t>float converts numeric text into a decimal number.</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Expected: None. The assignment specifies which invalid records to skip; do not invent a replacement number.</a:t>
            </a:r>
          </a:p>
          <a:p xmlns:a="http://schemas.openxmlformats.org/drawingml/2006/main">
            <a:r>
              <a:t/>
            </a:r>
          </a:p>
          <a:p xmlns:a="http://schemas.openxmlformats.org/drawingml/2006/main">
            <a:r>
              <a:t>LECTURER CUE</a:t>
            </a:r>
          </a:p>
          <a:p xmlns:a="http://schemas.openxmlformats.org/drawingml/2006/main">
            <a:r>
              <a:t>Expected: None. The assignment specifies which invalid records to skip; do not invent a replacement number.</a:t>
            </a:r>
          </a:p>
          <a:p xmlns:a="http://schemas.openxmlformats.org/drawingml/2006/main">
            <a:r>
              <a:t/>
            </a:r>
          </a:p>
          <a:p xmlns:a="http://schemas.openxmlformats.org/drawingml/2006/main">
            <a:r>
              <a:t>Complete practice code:</a:t>
            </a:r>
          </a:p>
          <a:p xmlns:a="http://schemas.openxmlformats.org/drawingml/2006/main">
            <a:r>
              <a:t>text = "bad"</a:t>
            </a:r>
          </a:p>
          <a:p xmlns:a="http://schemas.openxmlformats.org/drawingml/2006/main">
            <a:r>
              <a:t>try:</a:t>
            </a:r>
          </a:p>
          <a:p xmlns:a="http://schemas.openxmlformats.org/drawingml/2006/main">
            <a:r>
              <a:t>    reading = float(text)</a:t>
            </a:r>
          </a:p>
          <a:p xmlns:a="http://schemas.openxmlformats.org/drawingml/2006/main">
            <a:r>
              <a:t>except ValueError:</a:t>
            </a:r>
          </a:p>
          <a:p xmlns:a="http://schemas.openxmlformats.org/drawingml/2006/main">
            <a:r>
              <a:t>    reading = None</a:t>
            </a:r>
          </a:p>
          <a:p xmlns:a="http://schemas.openxmlformats.org/drawingml/2006/main">
            <a:r>
              <a:t>print(reading)</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conversion success and failure.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conversion success and failure</a:t>
            </a:r>
          </a:p>
          <a:p xmlns:a="http://schemas.openxmlformats.org/drawingml/2006/main">
            <a:r>
              <a:t/>
            </a:r>
          </a:p>
          <a:p xmlns:a="http://schemas.openxmlformats.org/drawingml/2006/main">
            <a:r>
              <a:t>CONNECT</a:t>
            </a:r>
          </a:p>
          <a:p xmlns:a="http://schemas.openxmlformats.org/drawingml/2006/main">
            <a:r>
              <a:t>Previous slide: Catch one expected conversion failure.</a:t>
            </a:r>
          </a:p>
          <a:p xmlns:a="http://schemas.openxmlformats.org/drawingml/2006/main">
            <a:r>
              <a:t/>
            </a:r>
          </a:p>
          <a:p xmlns:a="http://schemas.openxmlformats.org/drawingml/2006/main">
            <a:r>
              <a:t>EXPLAIN</a:t>
            </a:r>
          </a:p>
          <a:p xmlns:a="http://schemas.openxmlformats.org/drawingml/2006/main">
            <a:r>
              <a:t>Text supplied | try block | Result after except</a:t>
            </a:r>
          </a:p>
          <a:p xmlns:a="http://schemas.openxmlformats.org/drawingml/2006/main">
            <a:r>
              <a:t/>
            </a:r>
          </a:p>
          <a:p xmlns:a="http://schemas.openxmlformats.org/drawingml/2006/main">
            <a:r>
              <a:t>"2.5" | float succeeds; skip except | 2.5</a:t>
            </a:r>
          </a:p>
          <a:p xmlns:a="http://schemas.openxmlformats.org/drawingml/2006/main">
            <a:r>
              <a:t/>
            </a:r>
          </a:p>
          <a:p xmlns:a="http://schemas.openxmlformats.org/drawingml/2006/main">
            <a:r>
              <a:t>"bad" | float raises ValueError | None assigned by except</a:t>
            </a:r>
          </a:p>
          <a:p xmlns:a="http://schemas.openxmlformats.org/drawingml/2006/main">
            <a:r>
              <a:t/>
            </a:r>
          </a:p>
          <a:p xmlns:a="http://schemas.openxmlformats.org/drawingml/2006/main">
            <a:r>
              <a:t>Only the named conversion failure is handled. Do not use except: pass to hide unrelated errors.</a:t>
            </a:r>
          </a:p>
          <a:p xmlns:a="http://schemas.openxmlformats.org/drawingml/2006/main">
            <a:r>
              <a:t/>
            </a:r>
          </a:p>
          <a:p xmlns:a="http://schemas.openxmlformats.org/drawingml/2006/main">
            <a:r>
              <a:t>Read the rows in order. Only the named conversion failure is handled. Do not use except: pass to hide unrelated errors.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Trace conversion success and failure.</a:t>
            </a:r>
          </a:p>
          <a:p xmlns:a="http://schemas.openxmlformats.org/drawingml/2006/main">
            <a:r>
              <a:t/>
            </a:r>
          </a:p>
          <a:p xmlns:a="http://schemas.openxmlformats.org/drawingml/2006/main">
            <a:r>
              <a:t>EXPLAIN</a:t>
            </a:r>
          </a:p>
          <a:p xmlns:a="http://schemas.openxmlformats.org/drawingml/2006/main">
            <a:r>
              <a:t>Example: Add 8 to the list. Trace the new total and count before running. What happens if total = 0 is moved inside the loop?</a:t>
            </a:r>
          </a:p>
          <a:p xmlns:a="http://schemas.openxmlformats.org/drawingml/2006/main">
            <a:r>
              <a:t/>
            </a:r>
          </a:p>
          <a:p xmlns:a="http://schemas.openxmlformats.org/drawingml/2006/main">
            <a:r>
              <a:t>Answer: Total 20, count 4, mean 5.0. Resetting inside the loop discards previous additions and leaves only the last value in total.</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Total 20, count 4, mean 5.0. Resetting inside the loop discards previous additions and leaves only the last value in total.</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Open the issued W04 notebook and its cohort CSV.</a:t>
            </a:r>
          </a:p>
          <a:p xmlns:a="http://schemas.openxmlformats.org/drawingml/2006/main">
            <a:r>
              <a:t/>
            </a:r>
          </a:p>
          <a:p xmlns:a="http://schemas.openxmlformats.org/drawingml/2006/main">
            <a:r>
              <a:t>Compute the requested valid_count, mean_reading, above_limit and group_means using the exact names in the notebook.</a:t>
            </a:r>
          </a:p>
          <a:p xmlns:a="http://schemas.openxmlformats.org/drawingml/2006/main">
            <a:r>
              <a:t/>
            </a:r>
          </a:p>
          <a:p xmlns:a="http://schemas.openxmlformats.org/drawingml/2006/main">
            <a:r>
              <a:t>First identify the correct field and its unit.</a:t>
            </a:r>
          </a:p>
          <a:p xmlns:a="http://schemas.openxmlformats.org/drawingml/2006/main">
            <a:r>
              <a:t/>
            </a:r>
          </a:p>
          <a:p xmlns:a="http://schemas.openxmlformats.org/drawingml/2006/main">
            <a:r>
              <a:t>Keep the CSV beside the notebook locally or upload it into the Colab runtime.</a:t>
            </a:r>
          </a:p>
          <a:p xmlns:a="http://schemas.openxmlformats.org/drawingml/2006/main">
            <a:r>
              <a:t/>
            </a:r>
          </a:p>
          <a:p xmlns:a="http://schemas.openxmlformats.org/drawingml/2006/main">
            <a:r>
              <a:t>LECTURER CUE</a:t>
            </a:r>
          </a:p>
          <a:p xmlns:a="http://schemas.openxmlformats.org/drawingml/2006/main">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The written interpretation is practice.</a:t>
            </a:r>
          </a:p>
          <a:p xmlns:a="http://schemas.openxmlformats.org/drawingml/2006/main">
            <a:r>
              <a:t/>
            </a:r>
          </a:p>
          <a:p xmlns:a="http://schemas.openxmlformats.org/drawingml/2006/main">
            <a:r>
              <a:t>LECTURER CUE</a:t>
            </a:r>
          </a:p>
          <a:p xmlns:a="http://schemas.openxmlformats.org/drawingml/2006/main">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Counting every record honestly.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every record honestly</a:t>
            </a:r>
          </a:p>
          <a:p xmlns:a="http://schemas.openxmlformats.org/drawingml/2006/main">
            <a:r>
              <a:t/>
            </a:r>
          </a:p>
          <a:p xmlns:a="http://schemas.openxmlformats.org/drawingml/2006/main">
            <a:r>
              <a:t>CONNECT</a:t>
            </a:r>
          </a:p>
          <a:p xmlns:a="http://schemas.openxmlformats.org/drawingml/2006/main">
            <a:r>
              <a:t>Previous slide: Preparing for the assignment continued.</a:t>
            </a:r>
          </a:p>
          <a:p xmlns:a="http://schemas.openxmlformats.org/drawingml/2006/main">
            <a:r>
              <a:t/>
            </a:r>
          </a:p>
          <a:p xmlns:a="http://schemas.openxmlformats.org/drawingml/2006/main">
            <a:r>
              <a:t>EXPLAIN</a:t>
            </a:r>
          </a:p>
          <a:p xmlns:a="http://schemas.openxmlformats.org/drawingml/2006/main">
            <a:r>
              <a:t>DictReader already consumes the header; skipping its first yielded row skips real data.</a:t>
            </a:r>
          </a:p>
          <a:p xmlns:a="http://schemas.openxmlformats.org/drawingml/2006/main">
            <a:r>
              <a:t/>
            </a:r>
          </a:p>
          <a:p xmlns:a="http://schemas.openxmlformats.org/drawingml/2006/main">
            <a:r>
              <a:t>A string such as "unknown" cannot be converted to float.</a:t>
            </a:r>
          </a:p>
          <a:p xmlns:a="http://schemas.openxmlformats.org/drawingml/2006/main">
            <a:r>
              <a:t/>
            </a:r>
          </a:p>
          <a:p xmlns:a="http://schemas.openxmlformats.org/drawingml/2006/main">
            <a:r>
              <a:t>Catch the expected conversion error, count and record it, then continue under a stated policy.</a:t>
            </a:r>
          </a:p>
          <a:p xmlns:a="http://schemas.openxmlformats.org/drawingml/2006/main">
            <a:r>
              <a:t/>
            </a:r>
          </a:p>
          <a:p xmlns:a="http://schemas.openxmlformats.org/drawingml/2006/main">
            <a:r>
              <a:t>Inspect whether skipped rows share a source before reporting a mean.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Counting every record honestly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every record honestly continued</a:t>
            </a:r>
          </a:p>
          <a:p xmlns:a="http://schemas.openxmlformats.org/drawingml/2006/main">
            <a:r>
              <a:t/>
            </a:r>
          </a:p>
          <a:p xmlns:a="http://schemas.openxmlformats.org/drawingml/2006/main">
            <a:r>
              <a:t>CONNECT</a:t>
            </a:r>
          </a:p>
          <a:p xmlns:a="http://schemas.openxmlformats.org/drawingml/2006/main">
            <a:r>
              <a:t>Previous slide: Counting every record honestly.</a:t>
            </a:r>
          </a:p>
          <a:p xmlns:a="http://schemas.openxmlformats.org/drawingml/2006/main">
            <a:r>
              <a:t/>
            </a:r>
          </a:p>
          <a:p xmlns:a="http://schemas.openxmlformats.org/drawingml/2006/main">
            <a:r>
              <a:t>EXPLAIN</a:t>
            </a:r>
          </a:p>
          <a:p xmlns:a="http://schemas.openxmlformats.org/drawingml/2006/main">
            <a:r>
              <a:t>A sample summary describes observed records, not every possible operating condition.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Previous slide: Counting every record honestly continued.</a:t>
            </a:r>
          </a:p>
          <a:p xmlns:a="http://schemas.openxmlformats.org/drawingml/2006/main">
            <a:r>
              <a:t/>
            </a:r>
          </a:p>
          <a:p xmlns:a="http://schemas.openxmlformats.org/drawingml/2006/main">
            <a:r>
              <a:t>EXPLAIN</a:t>
            </a:r>
          </a:p>
          <a:p xmlns:a="http://schemas.openxmlformats.org/drawingml/2006/main">
            <a:r>
              <a:t>Open W04_student.ipynb.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rate_of_penetration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rate_of_penetration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rate_of_penetration readings strictly greater than 8.0.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bit_type labels and whose values are the mean valid rate_of_penetration readings within each group. Divide each group total by its own valid count. Keep full precision.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valid_count (5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valid_count (5 marks)</a:t>
            </a:r>
          </a:p>
          <a:p xmlns:a="http://schemas.openxmlformats.org/drawingml/2006/main">
            <a:r>
              <a:t/>
            </a:r>
          </a:p>
          <a:p xmlns:a="http://schemas.openxmlformats.org/drawingml/2006/main">
            <a:r>
              <a:t>CONNECT</a:t>
            </a:r>
          </a:p>
          <a:p xmlns:a="http://schemas.openxmlformats.org/drawingml/2006/main">
            <a:r>
              <a:t>Previous slide: Your issued assignment.</a:t>
            </a:r>
          </a:p>
          <a:p xmlns:a="http://schemas.openxmlformats.org/drawingml/2006/main">
            <a:r>
              <a:t/>
            </a:r>
          </a:p>
          <a:p xmlns:a="http://schemas.openxmlformats.org/drawingml/2006/main">
            <a:r>
              <a:t>EXPLAIN</a:t>
            </a:r>
          </a:p>
          <a:p xmlns:a="http://schemas.openxmlformats.org/drawingml/2006/main">
            <a:r>
              <a:t>Store an integer count of rows whose rate_of_penetration field is nonblank.</a:t>
            </a:r>
          </a:p>
          <a:p xmlns:a="http://schemas.openxmlformats.org/drawingml/2006/main">
            <a:r>
              <a:t/>
            </a:r>
          </a:p>
          <a:p xmlns:a="http://schemas.openxmlformats.org/drawingml/2006/main">
            <a:r>
              <a:t>Skip blank readings before numeric conversion.</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rate_of_penetration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rate_of_penetration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rate_of_penetration readings strictly greater than 8.0.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bit_type labels and whose values are the mean valid rate_of_penetration readings within each group. Divide each group total by its own valid count. Keep full precision.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mean_reading (5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mean_reading (5 marks)</a:t>
            </a:r>
          </a:p>
          <a:p xmlns:a="http://schemas.openxmlformats.org/drawingml/2006/main">
            <a:r>
              <a:t/>
            </a:r>
          </a:p>
          <a:p xmlns:a="http://schemas.openxmlformats.org/drawingml/2006/main">
            <a:r>
              <a:t>CONNECT</a:t>
            </a:r>
          </a:p>
          <a:p xmlns:a="http://schemas.openxmlformats.org/drawingml/2006/main">
            <a:r>
              <a:t>Previous slide: valid_count (5 marks).</a:t>
            </a:r>
          </a:p>
          <a:p xmlns:a="http://schemas.openxmlformats.org/drawingml/2006/main">
            <a:r>
              <a:t/>
            </a:r>
          </a:p>
          <a:p xmlns:a="http://schemas.openxmlformats.org/drawingml/2006/main">
            <a:r>
              <a:t>EXPLAIN</a:t>
            </a:r>
          </a:p>
          <a:p xmlns:a="http://schemas.openxmlformats.org/drawingml/2006/main">
            <a:r>
              <a:t>Store the arithmetic mean of the nonblank rate_of_penetration values as a number.</a:t>
            </a:r>
          </a:p>
          <a:p xmlns:a="http://schemas.openxmlformats.org/drawingml/2006/main">
            <a:r>
              <a:t/>
            </a:r>
          </a:p>
          <a:p xmlns:a="http://schemas.openxmlformats.org/drawingml/2006/main">
            <a:r>
              <a:t>Add the valid readings and divide by their count.</a:t>
            </a:r>
          </a:p>
          <a:p xmlns:a="http://schemas.openxmlformats.org/drawingml/2006/main">
            <a:r>
              <a:t/>
            </a:r>
          </a:p>
          <a:p xmlns:a="http://schemas.openxmlformats.org/drawingml/2006/main">
            <a:r>
              <a:t>Keep full precision.</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rate_of_penetration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rate_of_penetration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rate_of_penetration readings strictly greater than 8.0.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bit_type labels and whose values are the mean valid rate_of_penetration readings within each group. Divide each group total by its own valid count. Keep full precision.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above_limit (5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above_limit (5 marks)</a:t>
            </a:r>
          </a:p>
          <a:p xmlns:a="http://schemas.openxmlformats.org/drawingml/2006/main">
            <a:r>
              <a:t/>
            </a:r>
          </a:p>
          <a:p xmlns:a="http://schemas.openxmlformats.org/drawingml/2006/main">
            <a:r>
              <a:t>CONNECT</a:t>
            </a:r>
          </a:p>
          <a:p xmlns:a="http://schemas.openxmlformats.org/drawingml/2006/main">
            <a:r>
              <a:t>Previous slide: mean_reading (5 marks).</a:t>
            </a:r>
          </a:p>
          <a:p xmlns:a="http://schemas.openxmlformats.org/drawingml/2006/main">
            <a:r>
              <a:t/>
            </a:r>
          </a:p>
          <a:p xmlns:a="http://schemas.openxmlformats.org/drawingml/2006/main">
            <a:r>
              <a:t>EXPLAIN</a:t>
            </a:r>
          </a:p>
          <a:p xmlns:a="http://schemas.openxmlformats.org/drawingml/2006/main">
            <a:r>
              <a:t>Store an integer count of valid rate_of_penetration readings strictly greater than 8.0.</a:t>
            </a:r>
          </a:p>
          <a:p xmlns:a="http://schemas.openxmlformats.org/drawingml/2006/main">
            <a:r>
              <a:t/>
            </a:r>
          </a:p>
          <a:p xmlns:a="http://schemas.openxmlformats.org/drawingml/2006/main">
            <a:r>
              <a:t>A reading equal to the threshold is not counted.</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rate_of_penetration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rate_of_penetration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rate_of_penetration readings strictly greater than 8.0.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bit_type labels and whose values are the mean valid rate_of_penetration readings within each group. Divide each group total by its own valid count. Keep full precision.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group_means (5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group_means (5 marks)</a:t>
            </a:r>
          </a:p>
          <a:p xmlns:a="http://schemas.openxmlformats.org/drawingml/2006/main">
            <a:r>
              <a:t/>
            </a:r>
          </a:p>
          <a:p xmlns:a="http://schemas.openxmlformats.org/drawingml/2006/main">
            <a:r>
              <a:t>CONNECT</a:t>
            </a:r>
          </a:p>
          <a:p xmlns:a="http://schemas.openxmlformats.org/drawingml/2006/main">
            <a:r>
              <a:t>Previous slide: above_limit (5 marks).</a:t>
            </a:r>
          </a:p>
          <a:p xmlns:a="http://schemas.openxmlformats.org/drawingml/2006/main">
            <a:r>
              <a:t/>
            </a:r>
          </a:p>
          <a:p xmlns:a="http://schemas.openxmlformats.org/drawingml/2006/main">
            <a:r>
              <a:t>EXPLAIN</a:t>
            </a:r>
          </a:p>
          <a:p xmlns:a="http://schemas.openxmlformats.org/drawingml/2006/main">
            <a:r>
              <a:t>Store a dictionary whose keys are the bit_type labels and whose values are the mean valid rate_of_penetration readings within each group.</a:t>
            </a:r>
          </a:p>
          <a:p xmlns:a="http://schemas.openxmlformats.org/drawingml/2006/main">
            <a:r>
              <a:t/>
            </a:r>
          </a:p>
          <a:p xmlns:a="http://schemas.openxmlformats.org/drawingml/2006/main">
            <a:r>
              <a:t>Divide each group total by its own valid count.</a:t>
            </a:r>
          </a:p>
          <a:p xmlns:a="http://schemas.openxmlformats.org/drawingml/2006/main">
            <a:r>
              <a:t/>
            </a:r>
          </a:p>
          <a:p xmlns:a="http://schemas.openxmlformats.org/drawingml/2006/main">
            <a:r>
              <a:t>Keep full precision.</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rate_of_penetration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rate_of_penetration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rate_of_penetration readings strictly greater than 8.0.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bit_type labels and whose values are the mean valid rate_of_penetration readings within each group. Divide each group total by its own valid count. Keep full precision.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4 rules.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rules</a:t>
            </a:r>
          </a:p>
          <a:p xmlns:a="http://schemas.openxmlformats.org/drawingml/2006/main">
            <a:r>
              <a:t/>
            </a:r>
          </a:p>
          <a:p xmlns:a="http://schemas.openxmlformats.org/drawingml/2006/main">
            <a:r>
              <a:t>CONNECT</a:t>
            </a:r>
          </a:p>
          <a:p xmlns:a="http://schemas.openxmlformats.org/drawingml/2006/main">
            <a:r>
              <a:t>Previous slide: group_means (5 marks).</a:t>
            </a:r>
          </a:p>
          <a:p xmlns:a="http://schemas.openxmlformats.org/drawingml/2006/main">
            <a:r>
              <a:t/>
            </a:r>
          </a:p>
          <a:p xmlns:a="http://schemas.openxmlformats.org/drawingml/2006/main">
            <a:r>
              <a:t>EXPLAIN</a:t>
            </a:r>
          </a:p>
          <a:p xmlns:a="http://schemas.openxmlformats.org/drawingml/2006/main">
            <a:r>
              <a:t>Fictional teaching data.</a:t>
            </a:r>
          </a:p>
          <a:p xmlns:a="http://schemas.openxmlformats.org/drawingml/2006/main">
            <a:r>
              <a:t/>
            </a:r>
          </a:p>
          <a:p xmlns:a="http://schemas.openxmlformats.org/drawingml/2006/main">
            <a:r>
              <a:t>300 records.</a:t>
            </a:r>
          </a:p>
          <a:p xmlns:a="http://schemas.openxmlformats.org/drawingml/2006/main">
            <a:r>
              <a:t/>
            </a:r>
          </a:p>
          <a:p xmlns:a="http://schemas.openxmlformats.org/drawingml/2006/main">
            <a:r>
              <a:t>Three blank rate_of_penetration values must be skipped in numerical summaries.</a:t>
            </a:r>
          </a:p>
          <a:p xmlns:a="http://schemas.openxmlformats.org/drawingml/2006/main">
            <a:r>
              <a:t/>
            </a:r>
          </a:p>
          <a:p xmlns:a="http://schemas.openxmlformats.org/drawingml/2006/main">
            <a:r>
              <a:t>Threshold 8.0 is a teaching assumption.</a:t>
            </a:r>
          </a:p>
          <a:p xmlns:a="http://schemas.openxmlformats.org/drawingml/2006/main">
            <a:r>
              <a:t/>
            </a:r>
          </a:p>
          <a:p xmlns:a="http://schemas.openxmlformats.org/drawingml/2006/main">
            <a:r>
              <a:t>LECTURER CUE</a:t>
            </a:r>
          </a:p>
          <a:p xmlns:a="http://schemas.openxmlformats.org/drawingml/2006/main">
            <a:r>
              <a:t>Fictional teaching data. 300 records. Three blank rate_of_penetration values must be skipped in numerical summaries. Threshold 8.0 is a teaching assumption.</a:t>
            </a:r>
          </a:p>
          <a:p xmlns:a="http://schemas.openxmlformats.org/drawingml/2006/main">
            <a:r>
              <a:t/>
            </a:r>
          </a:p>
          <a:p xmlns:a="http://schemas.openxmlformats.org/drawingml/2006/main">
            <a:r>
              <a:t>Compute valid_count, mean_reading, above_limit (strictly greater than 8.0) and group_means keyed by bit_type.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4 rules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Previous slide: Week 4 rules.</a:t>
            </a:r>
          </a:p>
          <a:p xmlns:a="http://schemas.openxmlformats.org/drawingml/2006/main">
            <a:r>
              <a:t/>
            </a:r>
          </a:p>
          <a:p xmlns:a="http://schemas.openxmlformats.org/drawingml/2006/main">
            <a:r>
              <a:t>EXPLAIN</a:t>
            </a:r>
          </a:p>
          <a:p xmlns:a="http://schemas.openxmlformats.org/drawingml/2006/main">
            <a:r>
              <a:t>Compute valid_count, mean_reading, above_limit (strictly greater than 8.0) and group_means keyed by bit_type.</a:t>
            </a:r>
          </a:p>
          <a:p xmlns:a="http://schemas.openxmlformats.org/drawingml/2006/main">
            <a:r>
              <a:t/>
            </a:r>
          </a:p>
          <a:p xmlns:a="http://schemas.openxmlformats.org/drawingml/2006/main">
            <a:r>
              <a:t>Use standard-library csv and collections.</a:t>
            </a:r>
          </a:p>
          <a:p xmlns:a="http://schemas.openxmlformats.org/drawingml/2006/main">
            <a:r>
              <a:t/>
            </a:r>
          </a:p>
          <a:p xmlns:a="http://schemas.openxmlformats.org/drawingml/2006/main">
            <a:r>
              <a:t>Save a copy using your Student Registration Number with / replaced by _, followed by _W04.ipynb.</a:t>
            </a:r>
          </a:p>
          <a:p xmlns:a="http://schemas.openxmlformats.org/drawingml/2006/main">
            <a:r>
              <a:t/>
            </a:r>
          </a:p>
          <a:p xmlns:a="http://schemas.openxmlformats.org/drawingml/2006/main">
            <a:r>
              <a:t>STUDENT_ID in the starter code means Student Registration Number.</a:t>
            </a:r>
          </a:p>
          <a:p xmlns:a="http://schemas.openxmlformats.org/drawingml/2006/main">
            <a:r>
              <a:t/>
            </a:r>
          </a:p>
          <a:p xmlns:a="http://schemas.openxmlformats.org/drawingml/2006/main">
            <a:r>
              <a:t>LECTURER CUE</a:t>
            </a:r>
          </a:p>
          <a:p xmlns:a="http://schemas.openxmlformats.org/drawingml/2006/main">
            <a:r>
              <a:t>Fictional teaching data. 300 records. Three blank rate_of_penetration values must be skipped in numerical summaries. Threshold 8.0 is a teaching assumption.</a:t>
            </a:r>
          </a:p>
          <a:p xmlns:a="http://schemas.openxmlformats.org/drawingml/2006/main">
            <a:r>
              <a:t/>
            </a:r>
          </a:p>
          <a:p xmlns:a="http://schemas.openxmlformats.org/drawingml/2006/main">
            <a:r>
              <a:t>Compute valid_count, mean_reading, above_limit (strictly greater than 8.0) and group_means keyed by bit_type.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4 rules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Previous slide: Week 4 rules continued.</a:t>
            </a:r>
          </a:p>
          <a:p xmlns:a="http://schemas.openxmlformats.org/drawingml/2006/main">
            <a:r>
              <a:t/>
            </a:r>
          </a:p>
          <a:p xmlns:a="http://schemas.openxmlformats.org/drawingml/2006/main">
            <a:r>
              <a:t>EXPLAIN</a:t>
            </a:r>
          </a:p>
          <a:p xmlns:a="http://schemas.openxmlformats.org/drawingml/2006/main">
            <a:r>
              <a:t>Four checks carry five marks each.</a:t>
            </a:r>
          </a:p>
          <a:p xmlns:a="http://schemas.openxmlformats.org/drawingml/2006/main">
            <a:r>
              <a:t/>
            </a:r>
          </a:p>
          <a:p xmlns:a="http://schemas.openxmlformats.org/drawingml/2006/main">
            <a:r>
              <a:t>Explain the interesting pattern separately as formative practice.</a:t>
            </a:r>
          </a:p>
          <a:p xmlns:a="http://schemas.openxmlformats.org/drawingml/2006/main">
            <a:r>
              <a:t/>
            </a:r>
          </a:p>
          <a:p xmlns:a="http://schemas.openxmlformats.org/drawingml/2006/main">
            <a:r>
              <a:t>For beginner step-by-step help, open ASSIGNMENT_INSTRUCTIONS.txt and STUDENT_HOW_TO.md in this folder.</a:t>
            </a:r>
          </a:p>
          <a:p xmlns:a="http://schemas.openxmlformats.org/drawingml/2006/main">
            <a:r>
              <a:t/>
            </a:r>
          </a:p>
          <a:p xmlns:a="http://schemas.openxmlformats.org/drawingml/2006/main">
            <a:r>
              <a:t>The first names your required files and hand-in checklist; the second explains accounts, Colab, saving and uploads.</a:t>
            </a:r>
          </a:p>
          <a:p xmlns:a="http://schemas.openxmlformats.org/drawingml/2006/main">
            <a:r>
              <a:t/>
            </a:r>
          </a:p>
          <a:p xmlns:a="http://schemas.openxmlformats.org/drawingml/2006/main">
            <a:r>
              <a:t>LECTURER CUE</a:t>
            </a:r>
          </a:p>
          <a:p xmlns:a="http://schemas.openxmlformats.org/drawingml/2006/main">
            <a:r>
              <a:t>Fictional teaching data. 300 records. Three blank rate_of_penetration values must be skipped in numerical summaries. Threshold 8.0 is a teaching assumption.</a:t>
            </a:r>
          </a:p>
          <a:p xmlns:a="http://schemas.openxmlformats.org/drawingml/2006/main">
            <a:r>
              <a:t/>
            </a:r>
          </a:p>
          <a:p xmlns:a="http://schemas.openxmlformats.org/drawingml/2006/main">
            <a:r>
              <a:t>Compute valid_count, mean_reading, above_limit (strictly greater than 8.0) and group_means keyed by bit_type.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report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report submission</a:t>
            </a:r>
          </a:p>
          <a:p xmlns:a="http://schemas.openxmlformats.org/drawingml/2006/main">
            <a:r>
              <a:t/>
            </a:r>
          </a:p>
          <a:p xmlns:a="http://schemas.openxmlformats.org/drawingml/2006/main">
            <a:r>
              <a:t>CONNECT</a:t>
            </a:r>
          </a:p>
          <a:p xmlns:a="http://schemas.openxmlformats.org/drawingml/2006/main">
            <a:r>
              <a:t>Previous slide: Week 4 rules continued.</a:t>
            </a:r>
          </a:p>
          <a:p xmlns:a="http://schemas.openxmlformats.org/drawingml/2006/main">
            <a:r>
              <a:t/>
            </a:r>
          </a:p>
          <a:p xmlns:a="http://schemas.openxmlformats.org/drawingml/2006/main">
            <a:r>
              <a:t>EXPLAIN</a:t>
            </a:r>
          </a:p>
          <a:p xmlns:a="http://schemas.openxmlformats.org/drawingml/2006/main">
            <a:r>
              <a:t>Opens: 02 Oct 2026, 08:00 Kampala</a:t>
            </a:r>
          </a:p>
          <a:p xmlns:a="http://schemas.openxmlformats.org/drawingml/2006/main">
            <a:r>
              <a:t/>
            </a:r>
          </a:p>
          <a:p xmlns:a="http://schemas.openxmlformats.org/drawingml/2006/main">
            <a:r>
              <a:t>Deadline: 09 Oct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4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quiz</a:t>
            </a:r>
          </a:p>
          <a:p xmlns:a="http://schemas.openxmlformats.org/drawingml/2006/main">
            <a:r>
              <a:t/>
            </a:r>
          </a:p>
          <a:p xmlns:a="http://schemas.openxmlformats.org/drawingml/2006/main">
            <a:r>
              <a:t>CONNECT</a:t>
            </a:r>
          </a:p>
          <a:p xmlns:a="http://schemas.openxmlformats.org/drawingml/2006/main">
            <a:r>
              <a:t>Previous slide: Reading report submission.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open_W4_CML3113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4 quiz.</a:t>
            </a:r>
          </a:p>
          <a:p xmlns:a="http://schemas.openxmlformats.org/drawingml/2006/main">
            <a:r>
              <a:t/>
            </a:r>
          </a:p>
          <a:p xmlns:a="http://schemas.openxmlformats.org/drawingml/2006/main">
            <a:r>
              <a:t>EXPLAIN</a:t>
            </a:r>
          </a:p>
          <a:p xmlns:a="http://schemas.openxmlformats.org/drawingml/2006/main">
            <a:r>
              <a:t>You can show how the total and count change for each record.</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b93f26cf13489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f6f27f4ee91483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53be279de514ee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909d525ed024dc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1ff7abc01484f2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11b86bd6498441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5DE6456-CD6F-4346-AE0A-A3C04D71232D}"/>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0B66B41-1D2D-4272-9185-2777C7702BB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6513CE7-0954-4FE5-9A07-4E7ECD1AE5E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E4939CA5-A721-4EE8-884F-F50032824774}"/>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585DCE6D-935D-41C8-83FC-2FDE7E2D7B1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EDF72B5-C928-452E-AF77-362F6EDBDA2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B1B98C2-63CB-4A68-B88C-66EA3EEDC83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B1D8074D-9324-49CE-A8CF-19D70957226E}"/>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B2F2DDDB-1398-4F6A-BDD7-8B8C59EF0BD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E0DB221-B506-4C47-8D08-31FC28C303F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27E85BE-8A9A-461B-9401-72540E858069}"/>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5FB09FBE-2BF7-4AD9-91E1-772C14BA33C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0CBA599-4572-4E7A-B46C-E5BDBDBD0F9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753D85-BEA6-4372-A78B-E5615FE4A5A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5A3626CD-B5F4-490D-8BC7-036861CC44C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0c6d3136b134b81" /><Relationship Type="http://schemas.openxmlformats.org/officeDocument/2006/relationships/slideLayout" Target="/ppt/slideLayouts/slideLayout1.xml" Id="Ra169863a55054361" /><Relationship Type="http://schemas.openxmlformats.org/officeDocument/2006/relationships/slideLayout" Target="/ppt/slideLayouts/slideLayout2.xml" Id="R7a84ef8899854c50" /><Relationship Type="http://schemas.openxmlformats.org/officeDocument/2006/relationships/slideLayout" Target="/ppt/slideLayouts/slideLayout3.xml" Id="Ra675ee909e0a4621" /><Relationship Type="http://schemas.openxmlformats.org/officeDocument/2006/relationships/slideLayout" Target="/ppt/slideLayouts/slideLayout4.xml" Id="R140ec7d5ad9b487f" /><Relationship Type="http://schemas.openxmlformats.org/officeDocument/2006/relationships/slideLayout" Target="/ppt/slideLayouts/slideLayout5.xml" Id="Ree18775849d3494d" /><Relationship Type="http://schemas.openxmlformats.org/officeDocument/2006/relationships/slideLayout" Target="/ppt/slideLayouts/slideLayout6.xml" Id="R715dc8e370f441d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69863a55054361"/>
    <p:sldLayoutId xmlns:r="http://schemas.openxmlformats.org/officeDocument/2006/relationships" id="2147483650" r:id="R7a84ef8899854c50"/>
    <p:sldLayoutId xmlns:r="http://schemas.openxmlformats.org/officeDocument/2006/relationships" id="2147483651" r:id="Ra675ee909e0a4621"/>
    <p:sldLayoutId xmlns:r="http://schemas.openxmlformats.org/officeDocument/2006/relationships" id="2147483652" r:id="R140ec7d5ad9b487f"/>
    <p:sldLayoutId xmlns:r="http://schemas.openxmlformats.org/officeDocument/2006/relationships" id="2147483653" r:id="Ree18775849d3494d"/>
    <p:sldLayoutId xmlns:r="http://schemas.openxmlformats.org/officeDocument/2006/relationships" id="2147483654" r:id="R715dc8e370f441d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3d7a90773f84159" /><Relationship Type="http://schemas.openxmlformats.org/officeDocument/2006/relationships/image" Target="/ppt/media/image.png" Id="Rff0e1b9ab82f4fd3" /><Relationship Type="http://schemas.openxmlformats.org/officeDocument/2006/relationships/notesSlide" Target="/ppt/notesSlides/notesSlide1.xml" Id="Rb5fd629c9a47448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ed7421032274e16" /><Relationship Type="http://schemas.openxmlformats.org/officeDocument/2006/relationships/notesSlide" Target="/ppt/notesSlides/notesSlide2.xml" Id="R1c0ac6f057aa4aa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088aa7df05f458b" /><Relationship Type="http://schemas.openxmlformats.org/officeDocument/2006/relationships/notesSlide" Target="/ppt/notesSlides/notesSlide3.xml" Id="R71c12f3752134bb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8326ae68c82479f" /><Relationship Type="http://schemas.openxmlformats.org/officeDocument/2006/relationships/notesSlide" Target="/ppt/notesSlides/notesSlide4.xml" Id="R262f01c0a6b3426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eb07182ca714f7b" /><Relationship Type="http://schemas.openxmlformats.org/officeDocument/2006/relationships/notesSlide" Target="/ppt/notesSlides/notesSlide5.xml" Id="Rc9a875a3a62b4fe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738de4ad9244b4" /><Relationship Type="http://schemas.openxmlformats.org/officeDocument/2006/relationships/notesSlide" Target="/ppt/notesSlides/notesSlide6.xml" Id="R0226c129b394423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b810e1900454eab" /><Relationship Type="http://schemas.openxmlformats.org/officeDocument/2006/relationships/notesSlide" Target="/ppt/notesSlides/notesSlide7.xml" Id="Re6c6e7a1605d429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e49db43b0fc4f83" /><Relationship Type="http://schemas.openxmlformats.org/officeDocument/2006/relationships/notesSlide" Target="/ppt/notesSlides/notesSlide8.xml" Id="Re8268a2c2342473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19cf70dbbfe449e" /><Relationship Type="http://schemas.openxmlformats.org/officeDocument/2006/relationships/notesSlide" Target="/ppt/notesSlides/notesSlide9.xml" Id="Rd2ff5abb3151456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5fcca803d8e431f" /><Relationship Type="http://schemas.openxmlformats.org/officeDocument/2006/relationships/notesSlide" Target="/ppt/notesSlides/notesSlide10.xml" Id="Rf9af6a5db6d7421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4ce974f924993" /><Relationship Type="http://schemas.openxmlformats.org/officeDocument/2006/relationships/notesSlide" Target="/ppt/notesSlides/notesSlide11.xml" Id="R70e467dfa45840e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cb66cdbee19479b" /><Relationship Type="http://schemas.openxmlformats.org/officeDocument/2006/relationships/notesSlide" Target="/ppt/notesSlides/notesSlide12.xml" Id="R3b23893ce63d439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4075aaa333647b6" /><Relationship Type="http://schemas.openxmlformats.org/officeDocument/2006/relationships/notesSlide" Target="/ppt/notesSlides/notesSlide13.xml" Id="Rf8f12ec1dfa6421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5b729f6174b4a06" /><Relationship Type="http://schemas.openxmlformats.org/officeDocument/2006/relationships/notesSlide" Target="/ppt/notesSlides/notesSlide14.xml" Id="R447aff1236584ce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398624df0214ad2" /><Relationship Type="http://schemas.openxmlformats.org/officeDocument/2006/relationships/notesSlide" Target="/ppt/notesSlides/notesSlide15.xml" Id="R4bc7cf61e95a4c6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8309f618bdc4a83" /><Relationship Type="http://schemas.openxmlformats.org/officeDocument/2006/relationships/notesSlide" Target="/ppt/notesSlides/notesSlide16.xml" Id="R6b9add5075444db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5cc7195a1ab4fe0" /><Relationship Type="http://schemas.openxmlformats.org/officeDocument/2006/relationships/notesSlide" Target="/ppt/notesSlides/notesSlide17.xml" Id="Rdf7c1b4f9eaf476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5c8e97a1ec54eb6" /><Relationship Type="http://schemas.openxmlformats.org/officeDocument/2006/relationships/notesSlide" Target="/ppt/notesSlides/notesSlide18.xml" Id="R8e673a4594b64fe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94c9b3ec03f4e3b" /><Relationship Type="http://schemas.openxmlformats.org/officeDocument/2006/relationships/image" Target="/ppt/media/image2.png" Id="Rb061754f094c4040" /><Relationship Type="http://schemas.openxmlformats.org/officeDocument/2006/relationships/notesSlide" Target="/ppt/notesSlides/notesSlide19.xml" Id="R49bb01ca558f4ac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e3254fbc7d74817" /><Relationship Type="http://schemas.openxmlformats.org/officeDocument/2006/relationships/notesSlide" Target="/ppt/notesSlides/notesSlide20.xml" Id="R3fc3404650994ab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53ad9d93a6b4ac0" /><Relationship Type="http://schemas.openxmlformats.org/officeDocument/2006/relationships/notesSlide" Target="/ppt/notesSlides/notesSlide21.xml" Id="Rcafcffc58ab0440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80e6adc5bfe4f69" /><Relationship Type="http://schemas.openxmlformats.org/officeDocument/2006/relationships/notesSlide" Target="/ppt/notesSlides/notesSlide22.xml" Id="R62e3271869f240f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806dca0ec6841c9" /><Relationship Type="http://schemas.openxmlformats.org/officeDocument/2006/relationships/notesSlide" Target="/ppt/notesSlides/notesSlide23.xml" Id="R6c3be1cdfcd3484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91d59c0790d49fc" /><Relationship Type="http://schemas.openxmlformats.org/officeDocument/2006/relationships/notesSlide" Target="/ppt/notesSlides/notesSlide24.xml" Id="R289a04fefc82434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fb6f7a212004afa" /><Relationship Type="http://schemas.openxmlformats.org/officeDocument/2006/relationships/notesSlide" Target="/ppt/notesSlides/notesSlide25.xml" Id="Rf0cd20ef8182490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1786dbd181f4226" /><Relationship Type="http://schemas.openxmlformats.org/officeDocument/2006/relationships/notesSlide" Target="/ppt/notesSlides/notesSlide26.xml" Id="Rb60633255a7a481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72f1c54599f4cd9" /><Relationship Type="http://schemas.openxmlformats.org/officeDocument/2006/relationships/notesSlide" Target="/ppt/notesSlides/notesSlide27.xml" Id="R445d111802b046f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8f7cf79f6da4ca0" /><Relationship Type="http://schemas.openxmlformats.org/officeDocument/2006/relationships/notesSlide" Target="/ppt/notesSlides/notesSlide28.xml" Id="R78a60ba094b54a0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f673d954dc54369" /><Relationship Type="http://schemas.openxmlformats.org/officeDocument/2006/relationships/notesSlide" Target="/ppt/notesSlides/notesSlide29.xml" Id="R60d4b55d4af24a8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710bbc0d98c4711" /><Relationship Type="http://schemas.openxmlformats.org/officeDocument/2006/relationships/notesSlide" Target="/ppt/notesSlides/notesSlide30.xml" Id="R6985a57b28b44fb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b73faf356334da3" /><Relationship Type="http://schemas.openxmlformats.org/officeDocument/2006/relationships/notesSlide" Target="/ppt/notesSlides/notesSlide31.xml" Id="R80ba4ff14b504b5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c0e9834118ab45c7" /><Relationship Type="http://schemas.openxmlformats.org/officeDocument/2006/relationships/notesSlide" Target="/ppt/notesSlides/notesSlide32.xml" Id="R69d1b79eed4b456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224b5850c6a14111" /><Relationship Type="http://schemas.openxmlformats.org/officeDocument/2006/relationships/notesSlide" Target="/ppt/notesSlides/notesSlide33.xml" Id="Re67e4030669844c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695bd43c33a472e" /><Relationship Type="http://schemas.openxmlformats.org/officeDocument/2006/relationships/notesSlide" Target="/ppt/notesSlides/notesSlide34.xml" Id="Rccd533444a12429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06ab47cc44c34450" /><Relationship Type="http://schemas.openxmlformats.org/officeDocument/2006/relationships/notesSlide" Target="/ppt/notesSlides/notesSlide35.xml" Id="R3e14545435434a5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6e1897050d64153" /><Relationship Type="http://schemas.openxmlformats.org/officeDocument/2006/relationships/notesSlide" Target="/ppt/notesSlides/notesSlide36.xml" Id="R59a5bad3821149b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10fc7753835481a" /><Relationship Type="http://schemas.openxmlformats.org/officeDocument/2006/relationships/notesSlide" Target="/ppt/notesSlides/notesSlide37.xml" Id="Rb3250163ee65438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d339c80b7f34a18" /><Relationship Type="http://schemas.openxmlformats.org/officeDocument/2006/relationships/notesSlide" Target="/ppt/notesSlides/notesSlide38.xml" Id="R79c218c4e262440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6aea2393dc984dfe" /><Relationship Type="http://schemas.openxmlformats.org/officeDocument/2006/relationships/notesSlide" Target="/ppt/notesSlides/notesSlide39.xml" Id="Refa3a34e7109495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8cc1f1509dfe4f7a" /><Relationship Type="http://schemas.openxmlformats.org/officeDocument/2006/relationships/notesSlide" Target="/ppt/notesSlides/notesSlide40.xml" Id="R966ad27a9e4341b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db7c971040b94db6" /><Relationship Type="http://schemas.openxmlformats.org/officeDocument/2006/relationships/notesSlide" Target="/ppt/notesSlides/notesSlide41.xml" Id="R83b02078ec0547c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27ed2abcd6fc4e64" /><Relationship Type="http://schemas.openxmlformats.org/officeDocument/2006/relationships/notesSlide" Target="/ppt/notesSlides/notesSlide42.xml" Id="R578599d872cb4e1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cfde610c59549c2" /><Relationship Type="http://schemas.openxmlformats.org/officeDocument/2006/relationships/notesSlide" Target="/ppt/notesSlides/notesSlide43.xml" Id="R251f142eab3e40a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6b00898075434420" /><Relationship Type="http://schemas.openxmlformats.org/officeDocument/2006/relationships/notesSlide" Target="/ppt/notesSlides/notesSlide44.xml" Id="R3bef9f4a9ed14ec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8cdf7dc897c54ce5" /><Relationship Type="http://schemas.openxmlformats.org/officeDocument/2006/relationships/notesSlide" Target="/ppt/notesSlides/notesSlide45.xml" Id="Rd4a5d0b16bfe43d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aaf2c9681148403a" /><Relationship Type="http://schemas.openxmlformats.org/officeDocument/2006/relationships/image" Target="/ppt/media/image3.png" Id="Re66f243265ea4159" /><Relationship Type="http://schemas.openxmlformats.org/officeDocument/2006/relationships/notesSlide" Target="/ppt/notesSlides/notesSlide46.xml" Id="R047fcce9e7c6491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69f521a77c024c98" /><Relationship Type="http://schemas.openxmlformats.org/officeDocument/2006/relationships/notesSlide" Target="/ppt/notesSlides/notesSlide47.xml" Id="Rb8d8d2e83fec47b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f15e29c229d2409a" /><Relationship Type="http://schemas.openxmlformats.org/officeDocument/2006/relationships/notesSlide" Target="/ppt/notesSlides/notesSlide48.xml" Id="R530de6f6b9bb403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b0e1965410e41e0" /><Relationship Type="http://schemas.openxmlformats.org/officeDocument/2006/relationships/notesSlide" Target="/ppt/notesSlides/notesSlide49.xml" Id="R893d54442933414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f99ab5cf42e6434e" /><Relationship Type="http://schemas.openxmlformats.org/officeDocument/2006/relationships/notesSlide" Target="/ppt/notesSlides/notesSlide50.xml" Id="R8e3f139eb00a49f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139cc6b512784eb2" /><Relationship Type="http://schemas.openxmlformats.org/officeDocument/2006/relationships/notesSlide" Target="/ppt/notesSlides/notesSlide51.xml" Id="R4192912784ad463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7baca4a253b840c0" /><Relationship Type="http://schemas.openxmlformats.org/officeDocument/2006/relationships/notesSlide" Target="/ppt/notesSlides/notesSlide52.xml" Id="Ra6680693862a49e1"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bcdd3581482c4f97" /><Relationship Type="http://schemas.openxmlformats.org/officeDocument/2006/relationships/notesSlide" Target="/ppt/notesSlides/notesSlide53.xml" Id="R5d85b3660b424ac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c1e169fe7d1f4c33" /><Relationship Type="http://schemas.openxmlformats.org/officeDocument/2006/relationships/notesSlide" Target="/ppt/notesSlides/notesSlide54.xml" Id="Rafc33850bda54cc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08c82f43fccc4971" /><Relationship Type="http://schemas.openxmlformats.org/officeDocument/2006/relationships/notesSlide" Target="/ppt/notesSlides/notesSlide55.xml" Id="Rc40da932938a4fd5"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742c5e3ef674bd1" /><Relationship Type="http://schemas.openxmlformats.org/officeDocument/2006/relationships/notesSlide" Target="/ppt/notesSlides/notesSlide56.xml" Id="Rff7e144470a648f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c88afb03a8024ca1" /><Relationship Type="http://schemas.openxmlformats.org/officeDocument/2006/relationships/notesSlide" Target="/ppt/notesSlides/notesSlide57.xml" Id="Rc9e112bca13046b7"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4219fec88e648d7" /><Relationship Type="http://schemas.openxmlformats.org/officeDocument/2006/relationships/notesSlide" Target="/ppt/notesSlides/notesSlide58.xml" Id="R7bf5c2c245fa41c8"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157b64a85a7941bc" /><Relationship Type="http://schemas.openxmlformats.org/officeDocument/2006/relationships/notesSlide" Target="/ppt/notesSlides/notesSlide59.xml" Id="Rc06941a33f304aa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22f125ea1451447a" /><Relationship Type="http://schemas.openxmlformats.org/officeDocument/2006/relationships/notesSlide" Target="/ppt/notesSlides/notesSlide60.xml" Id="R8052429286d14b2a"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0f2e5a034eac4998" /><Relationship Type="http://schemas.openxmlformats.org/officeDocument/2006/relationships/notesSlide" Target="/ppt/notesSlides/notesSlide61.xml" Id="R79d49fc3cf784cb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b2b37f9f85cf47b2" /><Relationship Type="http://schemas.openxmlformats.org/officeDocument/2006/relationships/notesSlide" Target="/ppt/notesSlides/notesSlide62.xml" Id="Rcf432ecd614e442e"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896cb3b685c6420c" /><Relationship Type="http://schemas.openxmlformats.org/officeDocument/2006/relationships/notesSlide" Target="/ppt/notesSlides/notesSlide63.xml" Id="Re2c9f13fd79c494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fc5868781ed94cc2" /><Relationship Type="http://schemas.openxmlformats.org/officeDocument/2006/relationships/notesSlide" Target="/ppt/notesSlides/notesSlide64.xml" Id="Rfa2962bef66b4a2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cdaab32dd68944cb" /><Relationship Type="http://schemas.openxmlformats.org/officeDocument/2006/relationships/notesSlide" Target="/ppt/notesSlides/notesSlide65.xml" Id="R79e8dd4f13274628"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444421a712e241cd" /><Relationship Type="http://schemas.openxmlformats.org/officeDocument/2006/relationships/notesSlide" Target="/ppt/notesSlides/notesSlide66.xml" Id="R528ce2a5de514b3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153a5fe528b14ffc" /><Relationship Type="http://schemas.openxmlformats.org/officeDocument/2006/relationships/notesSlide" Target="/ppt/notesSlides/notesSlide67.xml" Id="R8962b7cacfb546b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4e24d69946f14c47" /><Relationship Type="http://schemas.openxmlformats.org/officeDocument/2006/relationships/notesSlide" Target="/ppt/notesSlides/notesSlide68.xml" Id="R778d1899fa3544a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891bbd87a9dc4f04" /><Relationship Type="http://schemas.openxmlformats.org/officeDocument/2006/relationships/notesSlide" Target="/ppt/notesSlides/notesSlide69.xml" Id="R4f8052cdc4d1469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4ca6797a5b874dfd" /><Relationship Type="http://schemas.openxmlformats.org/officeDocument/2006/relationships/notesSlide" Target="/ppt/notesSlides/notesSlide70.xml" Id="R72c13b53783e4869"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019113b5f02c47b4" /><Relationship Type="http://schemas.openxmlformats.org/officeDocument/2006/relationships/notesSlide" Target="/ppt/notesSlides/notesSlide71.xml" Id="R30ebaec586bd409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ea70d525273b463b" /><Relationship Type="http://schemas.openxmlformats.org/officeDocument/2006/relationships/notesSlide" Target="/ppt/notesSlides/notesSlide72.xml" Id="R7ecf615f8675406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81df7252524b4f87" /><Relationship Type="http://schemas.openxmlformats.org/officeDocument/2006/relationships/notesSlide" Target="/ppt/notesSlides/notesSlide73.xml" Id="Rbd70a434b4d6445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672e5514aa4547aa" /><Relationship Type="http://schemas.openxmlformats.org/officeDocument/2006/relationships/notesSlide" Target="/ppt/notesSlides/notesSlide74.xml" Id="Rb9c825175df34563"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5fec7317e9524123" /><Relationship Type="http://schemas.openxmlformats.org/officeDocument/2006/relationships/notesSlide" Target="/ppt/notesSlides/notesSlide75.xml" Id="R18b453aca23949b8"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ced732a932be493b" /><Relationship Type="http://schemas.openxmlformats.org/officeDocument/2006/relationships/notesSlide" Target="/ppt/notesSlides/notesSlide76.xml" Id="R4ad40ff5633c4c8e"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e176052e8691477b" /><Relationship Type="http://schemas.openxmlformats.org/officeDocument/2006/relationships/notesSlide" Target="/ppt/notesSlides/notesSlide77.xml" Id="R1a71aed87291417b"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1c72bde188af4385" /><Relationship Type="http://schemas.openxmlformats.org/officeDocument/2006/relationships/notesSlide" Target="/ppt/notesSlides/notesSlide78.xml" Id="R009ffe5c4e4f4ed3"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37369373a86d4e4c" /><Relationship Type="http://schemas.openxmlformats.org/officeDocument/2006/relationships/notesSlide" Target="/ppt/notesSlides/notesSlide79.xml" Id="R7063efd271a14f8e"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655befb52dba445e" /><Relationship Type="http://schemas.openxmlformats.org/officeDocument/2006/relationships/notesSlide" Target="/ppt/notesSlides/notesSlide80.xml" Id="Rdfdacc7a6acb4a1f"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c2b98ebfa67d4ad1" /><Relationship Type="http://schemas.openxmlformats.org/officeDocument/2006/relationships/notesSlide" Target="/ppt/notesSlides/notesSlide81.xml" Id="Ra754d4cdabc24c88"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38b70e88734b45ad" /><Relationship Type="http://schemas.openxmlformats.org/officeDocument/2006/relationships/notesSlide" Target="/ppt/notesSlides/notesSlide82.xml" Id="R2971b0ef0fe1493b"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f31b239001fb4941" /><Relationship Type="http://schemas.openxmlformats.org/officeDocument/2006/relationships/hyperlink" Target="https://docs.google.com/forms/d/e/1FAIpQLSenqAHKxNgzxWHIR41scC7h5WAxcs8D9wOyXYjIQ_ulbGpPCw/viewform" TargetMode="External" Id="R66610cf9a2aa4813" /><Relationship Type="http://schemas.openxmlformats.org/officeDocument/2006/relationships/notesSlide" Target="/ppt/notesSlides/notesSlide83.xml" Id="R2396d02c9a7e4dd9"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87cd91883e6a4228" /><Relationship Type="http://schemas.openxmlformats.org/officeDocument/2006/relationships/image" Target="/ppt/media/image4.png" Id="R25115ea10c5b4644" /><Relationship Type="http://schemas.openxmlformats.org/officeDocument/2006/relationships/hyperlink" Target="https://forms.gle/YbPS4yzALy4tB1YM7" TargetMode="External" Id="R0c420ec8e1854eb8" /><Relationship Type="http://schemas.openxmlformats.org/officeDocument/2006/relationships/notesSlide" Target="/ppt/notesSlides/notesSlide84.xml" Id="R71daa1653d9e4322"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7a6c82f2e08e4edd" /><Relationship Type="http://schemas.openxmlformats.org/officeDocument/2006/relationships/notesSlide" Target="/ppt/notesSlides/notesSlide85.xml" Id="Ra5a83ecee927451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f0e1b9ab82f4fd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8CB40D4-600D-4034-BB05-0132B6BF0A4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1140AC6-5D5D-4690-AF1B-E3574FD7A4A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4</a:t>
            </a:r>
          </a:p>
        </p:txBody>
      </p:sp>
      <p:sp>
        <p:nvSpPr>
          <p:cNvPr id="4" name="">
            <a:extLst xmlns:a="http://schemas.openxmlformats.org/drawingml/2006/main">
              <a:ext uri="{FF2B5EF4-FFF2-40B4-BE49-F238E27FC236}">
                <a16:creationId xmlns:a16="http://schemas.microsoft.com/office/drawing/2014/main" id="{00C39231-7134-41FB-AE3B-3EB3A25A391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57E618C7-17A7-479C-8245-F64D4ED911F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1CEF5C71-EF88-423F-A09A-4738E9A574FD}"/>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02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4951066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95E32BF-D017-4C19-83BD-EC0F00EEB4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272A09-F00A-4937-9B3A-3BBD4C8E24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02299AC1-B14E-4448-A09D-49A72E1E0A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4E1BC89B-06F1-4588-8A26-CC247D09D1A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16A6AE-1679-4949-A0A3-8AAB52881B9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BA58092-C84F-4155-AA9C-F5365AAAA2CC}"/>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C29E4636-B1E2-471E-B03B-C4B18B0D4AFD}"/>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404EF61-BCF8-4346-AFF9-F429B09BE527}"/>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685F98B5-C313-4F77-94CB-148253C965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a:t>
            </a:r>
          </a:p>
        </p:txBody>
      </p:sp>
    </p:spTree>
    <p:extLst>
      <p:ext uri="{BB962C8B-B14F-4D97-AF65-F5344CB8AC3E}">
        <p14:creationId xmlns:p14="http://schemas.microsoft.com/office/powerpoint/2010/main" val="71245252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EA0F7DB-67D5-43A0-87AF-3488DB4591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1E7E5E-1B3B-4B4F-8E04-E0D5FA9F91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8E7444D-F4DF-4367-98D0-03F96D260E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B0A033CE-4E84-457A-9A5A-CA46C8ACDEE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724E6C-D47C-4F0C-9201-E73CCFA5C17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24FB2D42-65CA-4FDB-A054-5AE7DF33EB6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BEADEE4D-A562-47C0-BDC2-87074D7C76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a:t>
            </a:r>
          </a:p>
        </p:txBody>
      </p:sp>
    </p:spTree>
    <p:extLst>
      <p:ext uri="{BB962C8B-B14F-4D97-AF65-F5344CB8AC3E}">
        <p14:creationId xmlns:p14="http://schemas.microsoft.com/office/powerpoint/2010/main" val="106224637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A73261-D44C-4DA0-BAC0-DBDDA94B57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DBB7BF-1484-49FF-8607-C75F5AA49B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781B9C2-65F0-4E0D-9760-1187CA0CEF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E6D4BBD1-930A-4DBE-B944-A3A576D68BF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0DB79D-A97D-4781-B9E7-C457A0C711D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EB1F06BA-E916-4A3A-924A-BEDAAFAA38C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3B4A87AD-1BCE-41BB-8EC2-062949D548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a:t>
            </a:r>
          </a:p>
        </p:txBody>
      </p:sp>
    </p:spTree>
    <p:extLst>
      <p:ext uri="{BB962C8B-B14F-4D97-AF65-F5344CB8AC3E}">
        <p14:creationId xmlns:p14="http://schemas.microsoft.com/office/powerpoint/2010/main" val="77770866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3B772A-48D5-433B-9765-08683F8D9C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A82F02-7707-4D27-A01F-AA968BD03E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92BA1E9-D063-4A08-A977-5863C6F46F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58D107C3-7B32-43EE-AE96-1E371080DC5F}"/>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B35CE4-4820-4368-BBB9-783E37D379E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98F1D333-0FFD-4A0F-9C5B-42EFF459C39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FC47BFBD-5944-4864-9345-C24504D43F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a:t>
            </a:r>
          </a:p>
        </p:txBody>
      </p:sp>
    </p:spTree>
    <p:extLst>
      <p:ext uri="{BB962C8B-B14F-4D97-AF65-F5344CB8AC3E}">
        <p14:creationId xmlns:p14="http://schemas.microsoft.com/office/powerpoint/2010/main" val="10397009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D14EB4-6988-4BB5-A677-FCB9180078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5A3585-D77B-4313-90B6-6A48F968A6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B2478D-616F-4A25-BA63-690EAD9A53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DE814AD6-F8D8-46F6-8412-36C1062DFC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1F51BE-F21D-42AE-ABD6-125FA2D91D1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82BE159E-E15F-4966-9945-01ED35FA03F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896A7B-98E1-4E8D-BE6E-0192C7B554B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2343CA64-56E2-4037-9DBD-5D7FB8452E7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491C367-AAB8-48E3-A124-5431924AD76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B1D5C75B-0901-49BD-990A-690151C459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a:t>
            </a:r>
          </a:p>
        </p:txBody>
      </p:sp>
    </p:spTree>
    <p:extLst>
      <p:ext uri="{BB962C8B-B14F-4D97-AF65-F5344CB8AC3E}">
        <p14:creationId xmlns:p14="http://schemas.microsoft.com/office/powerpoint/2010/main" val="75107892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CB02DD3-42C9-432F-92E9-F6D9C362B0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C65DA0-FB5A-49EF-90CA-35524EABB5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7478181-A6CB-4DF8-95A7-2A5BE7A20A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923FD3FB-893D-4A46-A4FF-EBF1B72C27C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60C5F8-038C-489D-931E-7B5B64518C2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A0C0D27E-D126-4049-A2E5-2DD79FBFCEA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53E445FC-BA7A-41D7-A563-0923F1EAAF9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6C18243-A7D1-4DFD-B4BC-2D4ABB69D56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A0B90248-9033-403D-9E00-775673CE3BE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129471C9-3B41-4D64-B27D-23A3471ECD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a:t>
            </a:r>
          </a:p>
        </p:txBody>
      </p:sp>
    </p:spTree>
    <p:extLst>
      <p:ext uri="{BB962C8B-B14F-4D97-AF65-F5344CB8AC3E}">
        <p14:creationId xmlns:p14="http://schemas.microsoft.com/office/powerpoint/2010/main" val="61414991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E542401-0C4E-4C98-A9B4-22715A01F3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69EC4A-3F3A-42AD-957A-1267F42EDE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8696B74-16F4-4C7B-A7DD-AB78208551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9BA48AA1-0610-4275-B4C5-6943B6EC9E0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64C754-0385-49F8-AA1C-6F0F881FE11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8C96D355-16E9-4A5D-A3B9-9A3E8DB4BD0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9339BEA-8533-4F22-942B-2ADE4E918F0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FE7260B-50DD-49CD-B540-A690A54F7B4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E21C4658-48DE-46BA-8F71-8F56E9123A7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AA2B4335-25BA-450A-8C02-F485FF46219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EAC8AFA4-B140-4695-A95D-1C7F5FB274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a:t>
            </a:r>
          </a:p>
        </p:txBody>
      </p:sp>
    </p:spTree>
    <p:extLst>
      <p:ext uri="{BB962C8B-B14F-4D97-AF65-F5344CB8AC3E}">
        <p14:creationId xmlns:p14="http://schemas.microsoft.com/office/powerpoint/2010/main" val="41980061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A777C3-F50F-437F-9C9E-29843DEB23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AA5C5B-456B-481E-94BD-2D573A265B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15ABA2C-2639-42E2-9E80-D4C6397103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list changes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Instruction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List afterwards</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output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 = [2,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print(readings[0])</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readings.append(8)</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 8]</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 8]</a:t>
                      </a:r>
                    </a:p>
                  </a:txBody>
                  <a:tcPr marL="91440" marR="91440" marT="45720" marB="45720">
                    <a:solidFill>
                      <a:srgbClr val="FFFFFF"/>
                    </a:solidFill>
                  </a:tcPr>
                </a:tc>
                <a:tc>
                  <a:txBody>
                    <a:bodyPr/>
                    <a:lstStyle/>
                    <a:p>
                      <a:r>
                        <a:rPr sz="2025" b="0">
                          <a:solidFill>
                            <a:srgbClr val="1C3144"/>
                          </a:solidFill>
                          <a:latin typeface="Calibri"/>
                          <a:ea typeface="Calibri"/>
                          <a:cs typeface="Calibri"/>
                        </a:rPr>
                        <a:t>[4, 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8362729-C325-4273-96F4-EDFD989593C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len reports 4 after append. A slice excludes its stop position and leaves the original list intact.</a:t>
            </a:r>
          </a:p>
        </p:txBody>
      </p:sp>
      <p:sp>
        <p:nvSpPr>
          <p:cNvPr id="6" name="">
            <a:extLst xmlns:a="http://schemas.openxmlformats.org/drawingml/2006/main">
              <a:ext uri="{FF2B5EF4-FFF2-40B4-BE49-F238E27FC236}">
                <a16:creationId xmlns:a16="http://schemas.microsoft.com/office/drawing/2014/main" id="{ED2B8A7C-F17C-400A-BB87-2D3E1FDE8D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9</a:t>
            </a:r>
          </a:p>
        </p:txBody>
      </p:sp>
    </p:spTree>
    <p:extLst>
      <p:ext uri="{BB962C8B-B14F-4D97-AF65-F5344CB8AC3E}">
        <p14:creationId xmlns:p14="http://schemas.microsoft.com/office/powerpoint/2010/main" val="170490180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E50477B-ADDB-4128-ACFF-E91227B31A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21DC61-489F-49EF-B75F-BE8509B78C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AAE464-6AAB-41DA-88F1-771E71333D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instructions</a:t>
            </a:r>
          </a:p>
        </p:txBody>
      </p:sp>
      <p:sp>
        <p:nvSpPr>
          <p:cNvPr id="4" name="">
            <a:extLst xmlns:a="http://schemas.openxmlformats.org/drawingml/2006/main">
              <a:ext uri="{FF2B5EF4-FFF2-40B4-BE49-F238E27FC236}">
                <a16:creationId xmlns:a16="http://schemas.microsoft.com/office/drawing/2014/main" id="{B82AFD2F-A888-430D-BE62-375D74CB4E8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BD416B-60F3-4268-AFEA-587437A50DE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loop runs a block more than once. One execution of the block is called an iteration.</a:t>
            </a:r>
          </a:p>
        </p:txBody>
      </p:sp>
      <p:sp>
        <p:nvSpPr>
          <p:cNvPr id="6" name="">
            <a:extLst xmlns:a="http://schemas.openxmlformats.org/drawingml/2006/main">
              <a:ext uri="{FF2B5EF4-FFF2-40B4-BE49-F238E27FC236}">
                <a16:creationId xmlns:a16="http://schemas.microsoft.com/office/drawing/2014/main" id="{41A857BE-18F2-484E-97FD-F60268969AE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DBB8A2-33AB-4EEF-98B6-C700D29AB47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takes one item at a time from a collection. Use it when each item needs the same action.</a:t>
            </a:r>
          </a:p>
        </p:txBody>
      </p:sp>
      <p:sp>
        <p:nvSpPr>
          <p:cNvPr id="8" name="">
            <a:extLst xmlns:a="http://schemas.openxmlformats.org/drawingml/2006/main">
              <a:ext uri="{FF2B5EF4-FFF2-40B4-BE49-F238E27FC236}">
                <a16:creationId xmlns:a16="http://schemas.microsoft.com/office/drawing/2014/main" id="{2D14D4E7-403A-4103-9B87-FC0C08826B4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89C30A2-116C-4392-BF86-FDB7F34ACF5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repeats while a condition stays True. Use it when a condition controls repetition. We will trace each kind before using it in a calculation.</a:t>
            </a:r>
          </a:p>
        </p:txBody>
      </p:sp>
      <p:sp>
        <p:nvSpPr>
          <p:cNvPr id="10" name="">
            <a:extLst xmlns:a="http://schemas.openxmlformats.org/drawingml/2006/main">
              <a:ext uri="{FF2B5EF4-FFF2-40B4-BE49-F238E27FC236}">
                <a16:creationId xmlns:a16="http://schemas.microsoft.com/office/drawing/2014/main" id="{3125BEAE-0A71-4594-AC46-5068490FF2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10</a:t>
            </a:r>
          </a:p>
        </p:txBody>
      </p:sp>
    </p:spTree>
    <p:extLst>
      <p:ext uri="{BB962C8B-B14F-4D97-AF65-F5344CB8AC3E}">
        <p14:creationId xmlns:p14="http://schemas.microsoft.com/office/powerpoint/2010/main" val="93711016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383D70-1DB8-4E31-BFCA-FEBDF64B5A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75352F-D192-4300-8111-F45FEB69A0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8291FF-917D-4D33-AADB-3BEEDED5B4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every part of a for header</a:t>
            </a:r>
          </a:p>
        </p:txBody>
      </p:sp>
      <p:sp>
        <p:nvSpPr>
          <p:cNvPr id="4" name="">
            <a:extLst xmlns:a="http://schemas.openxmlformats.org/drawingml/2006/main">
              <a:ext uri="{FF2B5EF4-FFF2-40B4-BE49-F238E27FC236}">
                <a16:creationId xmlns:a16="http://schemas.microsoft.com/office/drawing/2014/main" id="{07B7D14D-D2FD-4C54-9313-5818497381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A5BED0-A5BC-4DE4-8461-40DDAD77537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for reading in readings:, for introduces repetition, reading names the current item, and readings is the collection to visit.</a:t>
            </a:r>
          </a:p>
        </p:txBody>
      </p:sp>
      <p:sp>
        <p:nvSpPr>
          <p:cNvPr id="6" name="">
            <a:extLst xmlns:a="http://schemas.openxmlformats.org/drawingml/2006/main">
              <a:ext uri="{FF2B5EF4-FFF2-40B4-BE49-F238E27FC236}">
                <a16:creationId xmlns:a16="http://schemas.microsoft.com/office/drawing/2014/main" id="{1A171D78-8EE7-4C4F-BDD7-E6D6BC650D4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D4EA40-E47C-456B-B0B6-57000436EAA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connects the current-item name to that collection. The colon begins the loop body. Four spaces mark each instruction that repeats.</a:t>
            </a:r>
          </a:p>
        </p:txBody>
      </p:sp>
      <p:sp>
        <p:nvSpPr>
          <p:cNvPr id="8" name="">
            <a:extLst xmlns:a="http://schemas.openxmlformats.org/drawingml/2006/main">
              <a:ext uri="{FF2B5EF4-FFF2-40B4-BE49-F238E27FC236}">
                <a16:creationId xmlns:a16="http://schemas.microsoft.com/office/drawing/2014/main" id="{8770E479-81A8-43BB-A950-CB5628D35E1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F70229-5D31-4267-BDF3-9FE6FCBE7E8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is a name we choose; it is assigned the next item automatically. It is not the same name as readings. After the last item, execution leaves the loop.</a:t>
            </a:r>
          </a:p>
        </p:txBody>
      </p:sp>
      <p:sp>
        <p:nvSpPr>
          <p:cNvPr id="10" name="">
            <a:extLst xmlns:a="http://schemas.openxmlformats.org/drawingml/2006/main">
              <a:ext uri="{FF2B5EF4-FFF2-40B4-BE49-F238E27FC236}">
                <a16:creationId xmlns:a16="http://schemas.microsoft.com/office/drawing/2014/main" id="{B192F39E-3F2A-41E8-A040-0FEEF4B2F2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11</a:t>
            </a:r>
          </a:p>
        </p:txBody>
      </p:sp>
    </p:spTree>
    <p:extLst>
      <p:ext uri="{BB962C8B-B14F-4D97-AF65-F5344CB8AC3E}">
        <p14:creationId xmlns:p14="http://schemas.microsoft.com/office/powerpoint/2010/main" val="109129655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901D063-E8BA-497C-94F0-05530E1732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D53167-20F9-44D1-A04F-E008FB1886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6D7D1C9-AE1A-41C0-8CC1-5D1DC50F18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Visit each item without calculating</a:t>
            </a:r>
          </a:p>
        </p:txBody>
      </p:sp>
      <p:sp>
        <p:nvSpPr>
          <p:cNvPr id="4" name="">
            <a:extLst xmlns:a="http://schemas.openxmlformats.org/drawingml/2006/main">
              <a:ext uri="{FF2B5EF4-FFF2-40B4-BE49-F238E27FC236}">
                <a16:creationId xmlns:a16="http://schemas.microsoft.com/office/drawing/2014/main" id="{75E191D6-407B-4479-BE67-B09F1436BDC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0A15EC-414B-4E92-BC37-2F4F202977D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2A820DB1-DD9D-48EC-963E-46214F747FB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816DC53-EAD3-429C-A538-C89B5B3E0AF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body runs once for each item.</a:t>
            </a:r>
          </a:p>
        </p:txBody>
      </p:sp>
      <p:sp>
        <p:nvSpPr>
          <p:cNvPr id="8" name="">
            <a:extLst xmlns:a="http://schemas.openxmlformats.org/drawingml/2006/main">
              <a:ext uri="{FF2B5EF4-FFF2-40B4-BE49-F238E27FC236}">
                <a16:creationId xmlns:a16="http://schemas.microsoft.com/office/drawing/2014/main" id="{D571B1CB-252E-43AE-963C-CA4C6284C47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line is outside the loop, so it runs once.</a:t>
            </a:r>
          </a:p>
        </p:txBody>
      </p:sp>
      <p:sp>
        <p:nvSpPr>
          <p:cNvPr id="9" name="">
            <a:extLst xmlns:a="http://schemas.openxmlformats.org/drawingml/2006/main">
              <a:ext uri="{FF2B5EF4-FFF2-40B4-BE49-F238E27FC236}">
                <a16:creationId xmlns:a16="http://schemas.microsoft.com/office/drawing/2014/main" id="{C16166CB-43CC-4769-AC84-956A366D224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4; 6; finished</a:t>
            </a:r>
          </a:p>
        </p:txBody>
      </p:sp>
      <p:sp>
        <p:nvSpPr>
          <p:cNvPr id="10" name="">
            <a:extLst xmlns:a="http://schemas.openxmlformats.org/drawingml/2006/main">
              <a:ext uri="{FF2B5EF4-FFF2-40B4-BE49-F238E27FC236}">
                <a16:creationId xmlns:a16="http://schemas.microsoft.com/office/drawing/2014/main" id="{7C9D395C-D87A-4391-BE9D-6077C0854A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12</a:t>
            </a:r>
          </a:p>
        </p:txBody>
      </p:sp>
    </p:spTree>
    <p:extLst>
      <p:ext uri="{BB962C8B-B14F-4D97-AF65-F5344CB8AC3E}">
        <p14:creationId xmlns:p14="http://schemas.microsoft.com/office/powerpoint/2010/main" val="201892892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DFC2F15-11AA-486B-B785-C42C6C3C64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77E27A-67BE-40E1-9FED-E6A34FDF6B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D92E680-3732-4401-AB92-FEC70E3E50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for loop item by item</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Current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First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Second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Third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No items left</a:t>
                      </a:r>
                    </a:p>
                  </a:txBody>
                  <a:tcPr marL="91440" marR="91440" marT="45720" marB="45720">
                    <a:solidFill>
                      <a:srgbClr val="FFFFFF"/>
                    </a:solidFill>
                  </a:tcPr>
                </a:tc>
                <a:tc>
                  <a:txBody>
                    <a:bodyPr/>
                    <a:lstStyle/>
                    <a:p>
                      <a:r>
                        <a:rPr sz="2025" b="0">
                          <a:solidFill>
                            <a:srgbClr val="1C3144"/>
                          </a:solidFill>
                          <a:latin typeface="Calibri"/>
                          <a:ea typeface="Calibri"/>
                          <a:cs typeface="Calibri"/>
                        </a:rPr>
                        <a:t>No new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Leave loop;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4F1EB69-B19F-4648-B184-DBD754953B7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list runs the body zero times. It still reaches the outside line.</a:t>
            </a:r>
          </a:p>
        </p:txBody>
      </p:sp>
      <p:sp>
        <p:nvSpPr>
          <p:cNvPr id="6" name="">
            <a:extLst xmlns:a="http://schemas.openxmlformats.org/drawingml/2006/main">
              <a:ext uri="{FF2B5EF4-FFF2-40B4-BE49-F238E27FC236}">
                <a16:creationId xmlns:a16="http://schemas.microsoft.com/office/drawing/2014/main" id="{2B1AF7FA-B8F9-4068-A138-A2C1A62EB3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13</a:t>
            </a:r>
          </a:p>
        </p:txBody>
      </p:sp>
    </p:spTree>
    <p:extLst>
      <p:ext uri="{BB962C8B-B14F-4D97-AF65-F5344CB8AC3E}">
        <p14:creationId xmlns:p14="http://schemas.microsoft.com/office/powerpoint/2010/main" val="204990886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0BC0C0-B80E-467D-8627-B049BB8274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46024A-207E-4F06-9EE7-BEB904A4E6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2F5C3B-0CDB-4E51-B5B8-DE5255EE85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Updating a counter inside a loop</a:t>
            </a:r>
          </a:p>
        </p:txBody>
      </p:sp>
      <p:sp>
        <p:nvSpPr>
          <p:cNvPr id="4" name="">
            <a:extLst xmlns:a="http://schemas.openxmlformats.org/drawingml/2006/main">
              <a:ext uri="{FF2B5EF4-FFF2-40B4-BE49-F238E27FC236}">
                <a16:creationId xmlns:a16="http://schemas.microsoft.com/office/drawing/2014/main" id="{741F8723-D72D-4DBA-A209-BC00D201B9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84D74E-1761-4C08-9FDC-B7D06B98568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counter records how many times an event happens. Set count = 0 before the loop, then count = count + 1 inside it.</a:t>
            </a:r>
          </a:p>
        </p:txBody>
      </p:sp>
      <p:sp>
        <p:nvSpPr>
          <p:cNvPr id="6" name="">
            <a:extLst xmlns:a="http://schemas.openxmlformats.org/drawingml/2006/main">
              <a:ext uri="{FF2B5EF4-FFF2-40B4-BE49-F238E27FC236}">
                <a16:creationId xmlns:a16="http://schemas.microsoft.com/office/drawing/2014/main" id="{CD03D487-C9CC-4EAE-9D32-BD8CD5A4659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B9A7FC9-D984-4262-B229-D49BD5E1CCF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1 is a shorter spelling for that numeric update. Similarly, total += reading means total = total + reading.</a:t>
            </a:r>
          </a:p>
        </p:txBody>
      </p:sp>
      <p:sp>
        <p:nvSpPr>
          <p:cNvPr id="8" name="">
            <a:extLst xmlns:a="http://schemas.openxmlformats.org/drawingml/2006/main">
              <a:ext uri="{FF2B5EF4-FFF2-40B4-BE49-F238E27FC236}">
                <a16:creationId xmlns:a16="http://schemas.microsoft.com/office/drawing/2014/main" id="{1C51CE53-EB1B-4AA1-B905-B2CC098D1C6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FF41B98-E6A2-43C0-A54A-93F7ECD6A61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initial value belongs outside the loop. Resetting count to zero inside every iteration loses the earlier count.</a:t>
            </a:r>
          </a:p>
        </p:txBody>
      </p:sp>
      <p:sp>
        <p:nvSpPr>
          <p:cNvPr id="10" name="">
            <a:extLst xmlns:a="http://schemas.openxmlformats.org/drawingml/2006/main">
              <a:ext uri="{FF2B5EF4-FFF2-40B4-BE49-F238E27FC236}">
                <a16:creationId xmlns:a16="http://schemas.microsoft.com/office/drawing/2014/main" id="{FF545B25-3C75-4728-A177-2B91CBB302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14</a:t>
            </a:r>
          </a:p>
        </p:txBody>
      </p:sp>
    </p:spTree>
    <p:extLst>
      <p:ext uri="{BB962C8B-B14F-4D97-AF65-F5344CB8AC3E}">
        <p14:creationId xmlns:p14="http://schemas.microsoft.com/office/powerpoint/2010/main" val="3861273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FBED2B1-C047-402A-A89E-2B37740A7A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4B3326-C4C0-41E2-90D5-B2D61DA9AA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C5BD91A-A1E7-45D7-B0F2-66994A34CE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the visited items</a:t>
            </a:r>
          </a:p>
        </p:txBody>
      </p:sp>
      <p:sp>
        <p:nvSpPr>
          <p:cNvPr id="4" name="">
            <a:extLst xmlns:a="http://schemas.openxmlformats.org/drawingml/2006/main">
              <a:ext uri="{FF2B5EF4-FFF2-40B4-BE49-F238E27FC236}">
                <a16:creationId xmlns:a16="http://schemas.microsoft.com/office/drawing/2014/main" id="{FAE543A4-B2E6-4A2C-B6C8-D3D8C337B60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E7D8DC-29C1-4402-996A-20FB531BB77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99052DBD-C167-45BF-BDDD-73E5856ABAC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2244E3B-CA7D-4CA8-B051-E6FCEB6AAC9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Updates: 0 to 1, 1 to 2, then 2 to 3.</a:t>
            </a:r>
          </a:p>
        </p:txBody>
      </p:sp>
      <p:sp>
        <p:nvSpPr>
          <p:cNvPr id="8" name="">
            <a:extLst xmlns:a="http://schemas.openxmlformats.org/drawingml/2006/main">
              <a:ext uri="{FF2B5EF4-FFF2-40B4-BE49-F238E27FC236}">
                <a16:creationId xmlns:a16="http://schemas.microsoft.com/office/drawing/2014/main" id="{32ED6AD3-354A-43F8-A686-586F8170D89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a:t>
            </a:r>
          </a:p>
        </p:txBody>
      </p:sp>
      <p:sp>
        <p:nvSpPr>
          <p:cNvPr id="9" name="">
            <a:extLst xmlns:a="http://schemas.openxmlformats.org/drawingml/2006/main">
              <a:ext uri="{FF2B5EF4-FFF2-40B4-BE49-F238E27FC236}">
                <a16:creationId xmlns:a16="http://schemas.microsoft.com/office/drawing/2014/main" id="{E5AC8178-3916-4721-9B75-402C8ED869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15</a:t>
            </a:r>
          </a:p>
        </p:txBody>
      </p:sp>
    </p:spTree>
    <p:extLst>
      <p:ext uri="{BB962C8B-B14F-4D97-AF65-F5344CB8AC3E}">
        <p14:creationId xmlns:p14="http://schemas.microsoft.com/office/powerpoint/2010/main" val="176185859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D25A3F8-6010-4F1A-9135-9A52AA8661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4E3A70-4B49-45DD-9A07-47831F94D0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707A08F-C09F-4EBF-AB0B-B78F50011C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8720A526-C7B5-4529-9057-66B13D9B793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939F50-2386-4EEF-806D-7F95C829E46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AF1E4D39-BDE5-4CFE-8A31-A6C439C2F39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03954F00-80DF-4CFE-AE8A-ACAB2F26E6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16</a:t>
            </a:r>
          </a:p>
        </p:txBody>
      </p:sp>
    </p:spTree>
    <p:extLst>
      <p:ext uri="{BB962C8B-B14F-4D97-AF65-F5344CB8AC3E}">
        <p14:creationId xmlns:p14="http://schemas.microsoft.com/office/powerpoint/2010/main" val="1718370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B8D7FF-C3A0-4146-B103-4AF05A2205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59810D-30D9-40F3-8524-EBD952AD49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574B70-7442-45D6-AF5A-C5102BFE1A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26983490-9AC0-4C8E-9ADA-BED9BF8570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82C28B-0713-4802-9DEF-83B6C881C27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FEFA14FD-A093-4468-969B-778C2A25890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41F34B-1795-4599-845F-6DD91A0F76C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06E731B1-8379-493F-B2DB-AC298C50AB4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67E837-6D28-49B2-BDA9-987C48ACDD1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0CE1B4D1-16B8-4DEA-8BC5-280AFBB77A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17</a:t>
            </a:r>
          </a:p>
        </p:txBody>
      </p:sp>
    </p:spTree>
    <p:extLst>
      <p:ext uri="{BB962C8B-B14F-4D97-AF65-F5344CB8AC3E}">
        <p14:creationId xmlns:p14="http://schemas.microsoft.com/office/powerpoint/2010/main" val="159524106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FC0E32C-05D9-43FC-9ACF-D42E116B1C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35868B-774E-4AB2-8F71-FC7ACCB93C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50E39F-BF7B-4D93-A719-C964BC3C23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8B0D20F8-F8E7-4C79-86B4-9C01DDFAAC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1E0F89-D850-41AD-97A3-F5A2C64416C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DD91FDF6-23BC-4844-BCDA-BBB8B6B0666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756CF9C-D1B5-4B5F-9D31-5612E1B15E8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48D016B7-662B-4B61-8F0E-4EC34E61D1D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4A719D-2491-400C-9BCC-6B64ED97005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B359E59C-F064-4781-9792-B8A686F12D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18</a:t>
            </a:r>
          </a:p>
        </p:txBody>
      </p:sp>
    </p:spTree>
    <p:extLst>
      <p:ext uri="{BB962C8B-B14F-4D97-AF65-F5344CB8AC3E}">
        <p14:creationId xmlns:p14="http://schemas.microsoft.com/office/powerpoint/2010/main" val="151243699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3ED0406-CCD0-451F-B3F3-6F6E913B18B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5732EE-C214-4147-94BC-0DA39D49AAA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061754f094c4040"/>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D6F5FD4-6D08-4893-B221-8B6310AA689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BB981C-B393-4A6F-8B30-448D9A682E0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4A673BB9-D629-48B9-AE33-462064AB30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19</a:t>
            </a:r>
          </a:p>
        </p:txBody>
      </p:sp>
    </p:spTree>
    <p:extLst>
      <p:ext uri="{BB962C8B-B14F-4D97-AF65-F5344CB8AC3E}">
        <p14:creationId xmlns:p14="http://schemas.microsoft.com/office/powerpoint/2010/main" val="70781218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0D1BE8-F961-43C0-8DF4-0F8C19EB01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9C33BB-B183-4E4B-A5A2-9EA83672AB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81DFBD8-B543-4827-BAE1-8A74E6F55E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1B6FC24-D3B3-4D69-AEE1-B6BBBCCA0D3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0D14DF9C-4A7F-4900-A642-95701469A8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20</a:t>
            </a:r>
          </a:p>
        </p:txBody>
      </p:sp>
    </p:spTree>
    <p:extLst>
      <p:ext uri="{BB962C8B-B14F-4D97-AF65-F5344CB8AC3E}">
        <p14:creationId xmlns:p14="http://schemas.microsoft.com/office/powerpoint/2010/main" val="64607377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D2F0715-C1B0-4E98-BBE4-6892314122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3BC30F-5126-4019-9FAD-00807001E6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EE0831C-9314-474D-AFD3-A96E48513A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8B480119-4924-4658-9DBF-13395B19D01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81C32D-EB3B-40CE-B762-AE885A01918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15284A50-FD65-4511-97D9-6CAF9289796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2C21ACE-2742-4236-A93C-A807C22A86D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35FFE80C-91A8-4F60-9CF3-DC927E353AC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3D7041CA-D75D-4D86-803E-5DE02205A32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DD39C44A-38A8-4E56-AF84-DE1A23968E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BC1DED7B-836E-478E-B7D1-F0EB0E490C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21</a:t>
            </a:r>
          </a:p>
        </p:txBody>
      </p:sp>
    </p:spTree>
    <p:extLst>
      <p:ext uri="{BB962C8B-B14F-4D97-AF65-F5344CB8AC3E}">
        <p14:creationId xmlns:p14="http://schemas.microsoft.com/office/powerpoint/2010/main" val="137125599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284E7E-7F2E-4276-97AF-29189554A6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DE5DF3-34F1-44CA-9E1D-0E740AF215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55BD7571-4B2A-498D-8A7E-D3305B126E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75F167DD-0E6C-4898-85B7-2208D89745C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4061DD-CEC2-40EC-B42D-9390D2CBEE85}"/>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D5A6530B-95E9-43EC-8E91-FF24C2372DBF}"/>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1D791DD-73AB-43B6-B3B3-43A1B50BBD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22</a:t>
            </a:r>
          </a:p>
        </p:txBody>
      </p:sp>
    </p:spTree>
    <p:extLst>
      <p:ext uri="{BB962C8B-B14F-4D97-AF65-F5344CB8AC3E}">
        <p14:creationId xmlns:p14="http://schemas.microsoft.com/office/powerpoint/2010/main" val="195259085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670BB38-92F8-46E3-BB4C-59C4B43FC5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A576A2-5C11-4076-AA32-F65117A48F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EAFCE84-3747-4C83-8ED8-1CDD935A4A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built-in summary functions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Function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 it answers</a:t>
                      </a:r>
                    </a:p>
                  </a:txBody>
                  <a:tcPr marL="91440" marR="91440" marT="45720" marB="45720">
                    <a:solidFill>
                      <a:srgbClr val="2E7D6F"/>
                    </a:solidFill>
                  </a:tcPr>
                </a:tc>
                <a:tc>
                  <a:txBody>
                    <a:bodyPr/>
                    <a:lstStyle/>
                    <a:p>
                      <a:r>
                        <a:rPr sz="2025" b="1">
                          <a:solidFill>
                            <a:srgbClr val="FFFFFF"/>
                          </a:solidFill>
                          <a:latin typeface="Calibri"/>
                          <a:ea typeface="Calibri"/>
                          <a:cs typeface="Calibri"/>
                        </a:rPr>
                        <a:t>For [2, 4, 6]</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len</a:t>
                      </a:r>
                    </a:p>
                  </a:txBody>
                  <a:tcPr marL="91440" marR="91440" marT="45720" marB="45720">
                    <a:solidFill>
                      <a:srgbClr val="EEF3F6"/>
                    </a:solidFill>
                  </a:tcPr>
                </a:tc>
                <a:tc>
                  <a:txBody>
                    <a:bodyPr/>
                    <a:lstStyle/>
                    <a:p>
                      <a:r>
                        <a:rPr sz="2025" b="0">
                          <a:solidFill>
                            <a:srgbClr val="1C3144"/>
                          </a:solidFill>
                          <a:latin typeface="Calibri"/>
                          <a:ea typeface="Calibri"/>
                          <a:cs typeface="Calibri"/>
                        </a:rPr>
                        <a:t>How many items?</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sum</a:t>
                      </a:r>
                    </a:p>
                  </a:txBody>
                  <a:tcPr marL="91440" marR="91440" marT="45720" marB="45720">
                    <a:solidFill>
                      <a:srgbClr val="FFFFFF"/>
                    </a:solidFill>
                  </a:tcPr>
                </a:tc>
                <a:tc>
                  <a:txBody>
                    <a:bodyPr/>
                    <a:lstStyle/>
                    <a:p>
                      <a:r>
                        <a:rPr sz="2025" b="0">
                          <a:solidFill>
                            <a:srgbClr val="1C3144"/>
                          </a:solidFill>
                          <a:latin typeface="Calibri"/>
                          <a:ea typeface="Calibri"/>
                          <a:cs typeface="Calibri"/>
                        </a:rPr>
                        <a:t>What is their total?</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min</a:t>
                      </a:r>
                    </a:p>
                  </a:txBody>
                  <a:tcPr marL="91440" marR="91440" marT="45720" marB="45720">
                    <a:solidFill>
                      <a:srgbClr val="EEF3F6"/>
                    </a:solidFill>
                  </a:tcPr>
                </a:tc>
                <a:tc>
                  <a:txBody>
                    <a:bodyPr/>
                    <a:lstStyle/>
                    <a:p>
                      <a:r>
                        <a:rPr sz="2025" b="0">
                          <a:solidFill>
                            <a:srgbClr val="1C3144"/>
                          </a:solidFill>
                          <a:latin typeface="Calibri"/>
                          <a:ea typeface="Calibri"/>
                          <a:cs typeface="Calibri"/>
                        </a:rPr>
                        <a:t>Which is smallest?</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a:t>
                      </a:r>
                    </a:p>
                  </a:txBody>
                  <a:tcPr marL="91440" marR="91440" marT="45720" marB="45720">
                    <a:solidFill>
                      <a:srgbClr val="FFFFFF"/>
                    </a:solidFill>
                  </a:tcPr>
                </a:tc>
                <a:tc>
                  <a:txBody>
                    <a:bodyPr/>
                    <a:lstStyle/>
                    <a:p>
                      <a:r>
                        <a:rPr sz="2025" b="0">
                          <a:solidFill>
                            <a:srgbClr val="1C3144"/>
                          </a:solidFill>
                          <a:latin typeface="Calibri"/>
                          <a:ea typeface="Calibri"/>
                          <a:cs typeface="Calibri"/>
                        </a:rPr>
                        <a:t>Which is largest?</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BF9530E-0C2F-45BC-8622-9FD50F75451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These functions already exist in Python. min and max need at least one item unless an explicit default is supplied.</a:t>
            </a:r>
          </a:p>
        </p:txBody>
      </p:sp>
      <p:sp>
        <p:nvSpPr>
          <p:cNvPr id="6" name="">
            <a:extLst xmlns:a="http://schemas.openxmlformats.org/drawingml/2006/main">
              <a:ext uri="{FF2B5EF4-FFF2-40B4-BE49-F238E27FC236}">
                <a16:creationId xmlns:a16="http://schemas.microsoft.com/office/drawing/2014/main" id="{BCA7D830-4559-4EB4-947D-985B322CD3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23</a:t>
            </a:r>
          </a:p>
        </p:txBody>
      </p:sp>
    </p:spTree>
    <p:extLst>
      <p:ext uri="{BB962C8B-B14F-4D97-AF65-F5344CB8AC3E}">
        <p14:creationId xmlns:p14="http://schemas.microsoft.com/office/powerpoint/2010/main" val="74461749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F1A573-7667-4EFB-9010-15647485B6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14A545-FE52-4132-A920-5460D9B5AC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4D1C46-7C11-414C-9789-340CE634DC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4B7ECDD6-2176-4F20-AA75-B9FE6A83394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4FE750-26FE-44A9-866A-BE6C6E3646B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397CE778-00A1-4DB1-BC38-733E3A135FE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9B43FC4-AF8B-4D4B-A684-6DC619B7800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24A816E6-3353-425F-844C-E98EC7639E9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53878FAF-4615-4E71-A242-BF0EC18601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EC45813E-CC30-46E7-90AD-E896CAD91A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24</a:t>
            </a:r>
          </a:p>
        </p:txBody>
      </p:sp>
    </p:spTree>
    <p:extLst>
      <p:ext uri="{BB962C8B-B14F-4D97-AF65-F5344CB8AC3E}">
        <p14:creationId xmlns:p14="http://schemas.microsoft.com/office/powerpoint/2010/main" val="83326510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CBE234-8FBE-4A08-B82E-352456D7C1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E510A0-9CAB-4A61-B525-768E65BCAC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88E3C5-9469-4693-9EFE-BCDFA5DEF8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checks before each repetition</a:t>
            </a:r>
          </a:p>
        </p:txBody>
      </p:sp>
      <p:sp>
        <p:nvSpPr>
          <p:cNvPr id="4" name="">
            <a:extLst xmlns:a="http://schemas.openxmlformats.org/drawingml/2006/main">
              <a:ext uri="{FF2B5EF4-FFF2-40B4-BE49-F238E27FC236}">
                <a16:creationId xmlns:a16="http://schemas.microsoft.com/office/drawing/2014/main" id="{B8DAC0E3-147F-4604-A9AD-AA4B18EB2F5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9E04A2-CCF4-4C92-8319-827CDA54C05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count &lt; 3: tests the condition before entering its indented block. True enters the block; False skips it and continues after the loop.</a:t>
            </a:r>
          </a:p>
        </p:txBody>
      </p:sp>
      <p:sp>
        <p:nvSpPr>
          <p:cNvPr id="6" name="">
            <a:extLst xmlns:a="http://schemas.openxmlformats.org/drawingml/2006/main">
              <a:ext uri="{FF2B5EF4-FFF2-40B4-BE49-F238E27FC236}">
                <a16:creationId xmlns:a16="http://schemas.microsoft.com/office/drawing/2014/main" id="{9E7A5B41-F11F-4890-AC97-412181CF818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90D8AE-D4F1-4769-95DC-AC0B650C900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At the end of the body, return to the condition and test again. Unlike for, while does not automatically move to the next list item.</a:t>
            </a:r>
          </a:p>
        </p:txBody>
      </p:sp>
      <p:sp>
        <p:nvSpPr>
          <p:cNvPr id="8" name="">
            <a:extLst xmlns:a="http://schemas.openxmlformats.org/drawingml/2006/main">
              <a:ext uri="{FF2B5EF4-FFF2-40B4-BE49-F238E27FC236}">
                <a16:creationId xmlns:a16="http://schemas.microsoft.com/office/drawing/2014/main" id="{19C9D429-EE2E-424D-A4C9-78C9996A954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A38046F-ABE5-4B6D-A98B-C90EAA4543A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Something must make the condition become False, or the loop may continue indefinitely. In our example, count increases on every iteration.</a:t>
            </a:r>
          </a:p>
        </p:txBody>
      </p:sp>
      <p:sp>
        <p:nvSpPr>
          <p:cNvPr id="10" name="">
            <a:extLst xmlns:a="http://schemas.openxmlformats.org/drawingml/2006/main">
              <a:ext uri="{FF2B5EF4-FFF2-40B4-BE49-F238E27FC236}">
                <a16:creationId xmlns:a16="http://schemas.microsoft.com/office/drawing/2014/main" id="{D8936D85-0509-46E0-BCD8-B0F98DB076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25</a:t>
            </a:r>
          </a:p>
        </p:txBody>
      </p:sp>
    </p:spTree>
    <p:extLst>
      <p:ext uri="{BB962C8B-B14F-4D97-AF65-F5344CB8AC3E}">
        <p14:creationId xmlns:p14="http://schemas.microsoft.com/office/powerpoint/2010/main" val="57877593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05CB18-436B-4491-8B51-E9FA46BE32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A771D8-C10E-4327-ABC3-FAF01A1D3C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9B51957-C25A-4D87-BBAB-8AA0F6E2FC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with a stopping condition</a:t>
            </a:r>
          </a:p>
        </p:txBody>
      </p:sp>
      <p:sp>
        <p:nvSpPr>
          <p:cNvPr id="4" name="">
            <a:extLst xmlns:a="http://schemas.openxmlformats.org/drawingml/2006/main">
              <a:ext uri="{FF2B5EF4-FFF2-40B4-BE49-F238E27FC236}">
                <a16:creationId xmlns:a16="http://schemas.microsoft.com/office/drawing/2014/main" id="{B68A70A4-7C3D-42F7-B0C3-D79770FC6E0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A9E103-AD21-424B-B5E7-EB34611B0A6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while count &lt;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A5F2A7AB-ED46-432F-88F8-E1DE1C8C3CD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D11DCA3-7F15-44D3-8246-BFBF57633F8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Initialise, test, run the body, update, test again.</a:t>
            </a:r>
          </a:p>
        </p:txBody>
      </p:sp>
      <p:sp>
        <p:nvSpPr>
          <p:cNvPr id="8" name="">
            <a:extLst xmlns:a="http://schemas.openxmlformats.org/drawingml/2006/main">
              <a:ext uri="{FF2B5EF4-FFF2-40B4-BE49-F238E27FC236}">
                <a16:creationId xmlns:a16="http://schemas.microsoft.com/office/drawing/2014/main" id="{D3A3F7C2-2FDF-4FEF-8659-374B22B0FF0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When count becomes 3, the condition is False.</a:t>
            </a:r>
          </a:p>
        </p:txBody>
      </p:sp>
      <p:sp>
        <p:nvSpPr>
          <p:cNvPr id="9" name="">
            <a:extLst xmlns:a="http://schemas.openxmlformats.org/drawingml/2006/main">
              <a:ext uri="{FF2B5EF4-FFF2-40B4-BE49-F238E27FC236}">
                <a16:creationId xmlns:a16="http://schemas.microsoft.com/office/drawing/2014/main" id="{36AB40C6-1C74-4E1A-AF39-48E3679E019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0; 1; 2; finished</a:t>
            </a:r>
          </a:p>
        </p:txBody>
      </p:sp>
      <p:sp>
        <p:nvSpPr>
          <p:cNvPr id="10" name="">
            <a:extLst xmlns:a="http://schemas.openxmlformats.org/drawingml/2006/main">
              <a:ext uri="{FF2B5EF4-FFF2-40B4-BE49-F238E27FC236}">
                <a16:creationId xmlns:a16="http://schemas.microsoft.com/office/drawing/2014/main" id="{DCF6CDD3-435B-461D-AE88-9556DF758E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26</a:t>
            </a:r>
          </a:p>
        </p:txBody>
      </p:sp>
    </p:spTree>
    <p:extLst>
      <p:ext uri="{BB962C8B-B14F-4D97-AF65-F5344CB8AC3E}">
        <p14:creationId xmlns:p14="http://schemas.microsoft.com/office/powerpoint/2010/main" val="8668062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EA9E44A-43C3-45B0-90C6-DF5E232ACE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FB3A15-6431-4A9F-99E1-8120B663EF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147A16C-E516-402D-AE05-8F05682EDA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while condition and update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count before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 &lt; 3</a:t>
                      </a:r>
                    </a:p>
                  </a:txBody>
                  <a:tcPr marL="91440" marR="91440" marT="45720" marB="45720">
                    <a:solidFill>
                      <a:srgbClr val="2E7D6F"/>
                    </a:solidFill>
                  </a:tcPr>
                </a:tc>
                <a:tc>
                  <a:txBody>
                    <a:bodyPr/>
                    <a:lstStyle/>
                    <a:p>
                      <a:r>
                        <a:rPr sz="2025" b="1">
                          <a:solidFill>
                            <a:srgbClr val="FFFFFF"/>
                          </a:solidFill>
                          <a:latin typeface="Calibri"/>
                          <a:ea typeface="Calibri"/>
                          <a:cs typeface="Calibri"/>
                        </a:rPr>
                        <a:t>Body and next count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0; update to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1; update to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 update to 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body;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6838A0F-B885-4136-8ECB-FC056B25E0D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If count starts at 3, the body runs zero times. The condition is tested first.</a:t>
            </a:r>
          </a:p>
        </p:txBody>
      </p:sp>
      <p:sp>
        <p:nvSpPr>
          <p:cNvPr id="6" name="">
            <a:extLst xmlns:a="http://schemas.openxmlformats.org/drawingml/2006/main">
              <a:ext uri="{FF2B5EF4-FFF2-40B4-BE49-F238E27FC236}">
                <a16:creationId xmlns:a16="http://schemas.microsoft.com/office/drawing/2014/main" id="{7F2652BA-AE78-4199-81CF-E68CB24BFF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27</a:t>
            </a:r>
          </a:p>
        </p:txBody>
      </p:sp>
    </p:spTree>
    <p:extLst>
      <p:ext uri="{BB962C8B-B14F-4D97-AF65-F5344CB8AC3E}">
        <p14:creationId xmlns:p14="http://schemas.microsoft.com/office/powerpoint/2010/main" val="63385677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4F5018-F9C2-493A-8A64-EB3BA17C16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B1D3A3-FE39-4B59-AC09-346D5B6BFE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461306C-2E37-4329-9245-75869BEC26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Preventing an endless loop</a:t>
            </a:r>
          </a:p>
        </p:txBody>
      </p:sp>
      <p:sp>
        <p:nvSpPr>
          <p:cNvPr id="4" name="">
            <a:extLst xmlns:a="http://schemas.openxmlformats.org/drawingml/2006/main">
              <a:ext uri="{FF2B5EF4-FFF2-40B4-BE49-F238E27FC236}">
                <a16:creationId xmlns:a16="http://schemas.microsoft.com/office/drawing/2014/main" id="{C20C3815-A489-4A77-8C09-D93C99D861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264FB4-C3F4-4373-829E-7E4240BF4C2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update is missing, count remains 0. The question 0 &lt; 3 stays True, so the body keeps running.</a:t>
            </a:r>
          </a:p>
        </p:txBody>
      </p:sp>
      <p:sp>
        <p:nvSpPr>
          <p:cNvPr id="6" name="">
            <a:extLst xmlns:a="http://schemas.openxmlformats.org/drawingml/2006/main">
              <a:ext uri="{FF2B5EF4-FFF2-40B4-BE49-F238E27FC236}">
                <a16:creationId xmlns:a16="http://schemas.microsoft.com/office/drawing/2014/main" id="{27B23BBD-6E27-4968-974D-702A3F2AA84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A2AC02B-1E02-482E-AB24-E709393262A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running cell’s stop button or use Runtime → Interrupt execution. Fix the condition or update before running again.</a:t>
            </a:r>
          </a:p>
        </p:txBody>
      </p:sp>
      <p:sp>
        <p:nvSpPr>
          <p:cNvPr id="8" name="">
            <a:extLst xmlns:a="http://schemas.openxmlformats.org/drawingml/2006/main">
              <a:ext uri="{FF2B5EF4-FFF2-40B4-BE49-F238E27FC236}">
                <a16:creationId xmlns:a16="http://schemas.microsoft.com/office/drawing/2014/main" id="{62F25266-2E85-4B3D-99AA-7DE8B7343BD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8B7EA9F-9DF7-4C66-ABFA-67E8BEF18CD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run an intentionally endless example. Trace the unchanged value on the slide to see why it would fail.</a:t>
            </a:r>
          </a:p>
        </p:txBody>
      </p:sp>
      <p:sp>
        <p:nvSpPr>
          <p:cNvPr id="10" name="">
            <a:extLst xmlns:a="http://schemas.openxmlformats.org/drawingml/2006/main">
              <a:ext uri="{FF2B5EF4-FFF2-40B4-BE49-F238E27FC236}">
                <a16:creationId xmlns:a16="http://schemas.microsoft.com/office/drawing/2014/main" id="{AEDD9BF1-98D8-4D20-909A-1E1BB28445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28</a:t>
            </a:r>
          </a:p>
        </p:txBody>
      </p:sp>
    </p:spTree>
    <p:extLst>
      <p:ext uri="{BB962C8B-B14F-4D97-AF65-F5344CB8AC3E}">
        <p14:creationId xmlns:p14="http://schemas.microsoft.com/office/powerpoint/2010/main" val="35160740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9C06F14-8BAD-44BD-BD25-3DC66972AB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359F3D-DA1D-4309-AAD3-5BD008D99B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1DCDBEA-A0B6-44E4-BC54-DE98463B6D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if for or while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Construct</a:t>
                      </a:r>
                    </a:p>
                  </a:txBody>
                  <a:tcPr marL="91440" marR="91440" marT="45720" marB="45720">
                    <a:solidFill>
                      <a:srgbClr val="2E7D6F"/>
                    </a:solidFill>
                  </a:tcPr>
                </a:tc>
                <a:tc>
                  <a:txBody>
                    <a:bodyPr/>
                    <a:lstStyle/>
                    <a:p>
                      <a:r>
                        <a:rPr sz="2025" b="1">
                          <a:solidFill>
                            <a:srgbClr val="FFFFFF"/>
                          </a:solidFill>
                          <a:latin typeface="Calibri"/>
                          <a:ea typeface="Calibri"/>
                          <a:cs typeface="Calibri"/>
                        </a:rPr>
                        <a:t>Purpose</a:t>
                      </a:r>
                    </a:p>
                  </a:txBody>
                  <a:tcPr marL="91440" marR="91440" marT="45720" marB="45720">
                    <a:solidFill>
                      <a:srgbClr val="2E7D6F"/>
                    </a:solidFill>
                  </a:tcPr>
                </a:tc>
                <a:tc>
                  <a:txBody>
                    <a:bodyPr/>
                    <a:lstStyle/>
                    <a:p>
                      <a:r>
                        <a:rPr sz="2025" b="1">
                          <a:solidFill>
                            <a:srgbClr val="FFFFFF"/>
                          </a:solidFill>
                          <a:latin typeface="Calibri"/>
                          <a:ea typeface="Calibri"/>
                          <a:cs typeface="Calibri"/>
                        </a:rPr>
                        <a:t>When it finishes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if / else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Choose a path once</a:t>
                      </a:r>
                    </a:p>
                  </a:txBody>
                  <a:tcPr marL="91440" marR="91440" marT="45720" marB="45720">
                    <a:solidFill>
                      <a:srgbClr val="EEF3F6"/>
                    </a:solidFill>
                  </a:tcPr>
                </a:tc>
                <a:tc>
                  <a:txBody>
                    <a:bodyPr/>
                    <a:lstStyle/>
                    <a:p>
                      <a:r>
                        <a:rPr sz="2025" b="0">
                          <a:solidFill>
                            <a:srgbClr val="1C3144"/>
                          </a:solidFill>
                          <a:latin typeface="Calibri"/>
                          <a:ea typeface="Calibri"/>
                          <a:cs typeface="Calibri"/>
                        </a:rPr>
                        <a:t>After the chosen block</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for</a:t>
                      </a:r>
                    </a:p>
                  </a:txBody>
                  <a:tcPr marL="91440" marR="91440" marT="45720" marB="45720">
                    <a:solidFill>
                      <a:srgbClr val="FFFFFF"/>
                    </a:solidFill>
                  </a:tcPr>
                </a:tc>
                <a:tc>
                  <a:txBody>
                    <a:bodyPr/>
                    <a:lstStyle/>
                    <a:p>
                      <a:r>
                        <a:rPr sz="2025" b="0">
                          <a:solidFill>
                            <a:srgbClr val="1C3144"/>
                          </a:solidFill>
                          <a:latin typeface="Calibri"/>
                          <a:ea typeface="Calibri"/>
                          <a:cs typeface="Calibri"/>
                        </a:rPr>
                        <a:t>Visit supplied 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When items are exhausted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while</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 while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When condition becomes False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B15D40BC-C9E0-4FF0-9203-FAF412DA58A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condition alone does not imply repetition: if tests once; while tests again after its body.</a:t>
            </a:r>
          </a:p>
        </p:txBody>
      </p:sp>
      <p:sp>
        <p:nvSpPr>
          <p:cNvPr id="6" name="">
            <a:extLst xmlns:a="http://schemas.openxmlformats.org/drawingml/2006/main">
              <a:ext uri="{FF2B5EF4-FFF2-40B4-BE49-F238E27FC236}">
                <a16:creationId xmlns:a16="http://schemas.microsoft.com/office/drawing/2014/main" id="{3B530F75-C662-434B-A0D3-FE6EDB480E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29</a:t>
            </a:r>
          </a:p>
        </p:txBody>
      </p:sp>
    </p:spTree>
    <p:extLst>
      <p:ext uri="{BB962C8B-B14F-4D97-AF65-F5344CB8AC3E}">
        <p14:creationId xmlns:p14="http://schemas.microsoft.com/office/powerpoint/2010/main" val="63158173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413820-3995-4574-8900-1AAD4149E0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E7B4E4-4623-4400-9A98-7F729D3B1B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46EB6C5-1311-4053-85F2-B33C366C18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range supplies a sequence of integers</a:t>
            </a:r>
          </a:p>
        </p:txBody>
      </p:sp>
      <p:sp>
        <p:nvSpPr>
          <p:cNvPr id="4" name="">
            <a:extLst xmlns:a="http://schemas.openxmlformats.org/drawingml/2006/main">
              <a:ext uri="{FF2B5EF4-FFF2-40B4-BE49-F238E27FC236}">
                <a16:creationId xmlns:a16="http://schemas.microsoft.com/office/drawing/2014/main" id="{9ACEF543-4F81-4E9F-B03A-07C4140A6B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974DE3-1696-4E12-9E7D-09482F07F4E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range(3) supplies 0, 1 and 2. The stop value 3 is excluded. range(1, 4) supplies 1, 2 and 3.</a:t>
            </a:r>
          </a:p>
        </p:txBody>
      </p:sp>
      <p:sp>
        <p:nvSpPr>
          <p:cNvPr id="6" name="">
            <a:extLst xmlns:a="http://schemas.openxmlformats.org/drawingml/2006/main">
              <a:ext uri="{FF2B5EF4-FFF2-40B4-BE49-F238E27FC236}">
                <a16:creationId xmlns:a16="http://schemas.microsoft.com/office/drawing/2014/main" id="{B17B8FE6-CABA-4C65-9E7F-6EC6740FED4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63E6C5-0F89-4E07-A64C-A67AF93658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range with for when a numbered repetition is useful. The loop still works by taking the next supplied item.</a:t>
            </a:r>
          </a:p>
        </p:txBody>
      </p:sp>
      <p:sp>
        <p:nvSpPr>
          <p:cNvPr id="8" name="">
            <a:extLst xmlns:a="http://schemas.openxmlformats.org/drawingml/2006/main">
              <a:ext uri="{FF2B5EF4-FFF2-40B4-BE49-F238E27FC236}">
                <a16:creationId xmlns:a16="http://schemas.microsoft.com/office/drawing/2014/main" id="{46F6CD7C-28F1-479F-892D-3CFDF3F9B31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6967F7-4343-4FA4-A972-50377C788C8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range(0, 6, 2) uses a step of 2 and supplies 0, 2, 4. A step is the change between successive numbers; it cannot be zero.</a:t>
            </a:r>
          </a:p>
        </p:txBody>
      </p:sp>
      <p:sp>
        <p:nvSpPr>
          <p:cNvPr id="10" name="">
            <a:extLst xmlns:a="http://schemas.openxmlformats.org/drawingml/2006/main">
              <a:ext uri="{FF2B5EF4-FFF2-40B4-BE49-F238E27FC236}">
                <a16:creationId xmlns:a16="http://schemas.microsoft.com/office/drawing/2014/main" id="{12ACF419-746A-4DD6-BB87-EC3A65AC9E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30</a:t>
            </a:r>
          </a:p>
        </p:txBody>
      </p:sp>
    </p:spTree>
    <p:extLst>
      <p:ext uri="{BB962C8B-B14F-4D97-AF65-F5344CB8AC3E}">
        <p14:creationId xmlns:p14="http://schemas.microsoft.com/office/powerpoint/2010/main" val="208813762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0D68FE5-F520-4DFD-B114-2FEDB27BCE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E411A5-8BBD-4E53-9418-18F6BA4BFF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413943C-9520-4B99-BD0F-049473424C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with range</a:t>
            </a:r>
          </a:p>
        </p:txBody>
      </p:sp>
      <p:sp>
        <p:nvSpPr>
          <p:cNvPr id="4" name="">
            <a:extLst xmlns:a="http://schemas.openxmlformats.org/drawingml/2006/main">
              <a:ext uri="{FF2B5EF4-FFF2-40B4-BE49-F238E27FC236}">
                <a16:creationId xmlns:a16="http://schemas.microsoft.com/office/drawing/2014/main" id="{0B06CE54-3354-4C08-B479-E603A108BE7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7C6C18-4F23-44E6-AAF5-AE81072789B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attempt in range(1,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print(attempt)</a:t>
            </a:r>
          </a:p>
        </p:txBody>
      </p:sp>
      <p:sp>
        <p:nvSpPr>
          <p:cNvPr id="6" name="">
            <a:extLst xmlns:a="http://schemas.openxmlformats.org/drawingml/2006/main">
              <a:ext uri="{FF2B5EF4-FFF2-40B4-BE49-F238E27FC236}">
                <a16:creationId xmlns:a16="http://schemas.microsoft.com/office/drawing/2014/main" id="{5A002E88-6311-435F-999C-CBA5056CE2A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BE3AFFB-6349-4FFB-9F93-A2AA1CEBFDD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Start at 1; stop before 4.</a:t>
            </a:r>
          </a:p>
        </p:txBody>
      </p:sp>
      <p:sp>
        <p:nvSpPr>
          <p:cNvPr id="8" name="">
            <a:extLst xmlns:a="http://schemas.openxmlformats.org/drawingml/2006/main">
              <a:ext uri="{FF2B5EF4-FFF2-40B4-BE49-F238E27FC236}">
                <a16:creationId xmlns:a16="http://schemas.microsoft.com/office/drawing/2014/main" id="{55A4494A-A420-4AA4-A066-87BE9CE730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2; 3</a:t>
            </a:r>
          </a:p>
        </p:txBody>
      </p:sp>
      <p:sp>
        <p:nvSpPr>
          <p:cNvPr id="9" name="">
            <a:extLst xmlns:a="http://schemas.openxmlformats.org/drawingml/2006/main">
              <a:ext uri="{FF2B5EF4-FFF2-40B4-BE49-F238E27FC236}">
                <a16:creationId xmlns:a16="http://schemas.microsoft.com/office/drawing/2014/main" id="{586455C0-ECC8-4209-A8F8-C5E907ED14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31</a:t>
            </a:r>
          </a:p>
        </p:txBody>
      </p:sp>
    </p:spTree>
    <p:extLst>
      <p:ext uri="{BB962C8B-B14F-4D97-AF65-F5344CB8AC3E}">
        <p14:creationId xmlns:p14="http://schemas.microsoft.com/office/powerpoint/2010/main" val="72735050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5F47AE-B202-4FF6-85EC-99884B7254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4D0E7B-D359-4E0B-96C3-AAA5AAA3C5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E5DD27A-8BE7-4056-AA49-E322F9CF03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continue and break change a loop’s path</a:t>
            </a:r>
          </a:p>
        </p:txBody>
      </p:sp>
      <p:sp>
        <p:nvSpPr>
          <p:cNvPr id="4" name="">
            <a:extLst xmlns:a="http://schemas.openxmlformats.org/drawingml/2006/main">
              <a:ext uri="{FF2B5EF4-FFF2-40B4-BE49-F238E27FC236}">
                <a16:creationId xmlns:a16="http://schemas.microsoft.com/office/drawing/2014/main" id="{045BD3AB-1305-42AA-B842-09FB4EFD71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402E19-2C66-428D-A357-30667DF60E1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skips the rest of the current iteration, then starts the next iteration. It does not end the whole loop.</a:t>
            </a:r>
          </a:p>
        </p:txBody>
      </p:sp>
      <p:sp>
        <p:nvSpPr>
          <p:cNvPr id="6" name="">
            <a:extLst xmlns:a="http://schemas.openxmlformats.org/drawingml/2006/main">
              <a:ext uri="{FF2B5EF4-FFF2-40B4-BE49-F238E27FC236}">
                <a16:creationId xmlns:a16="http://schemas.microsoft.com/office/drawing/2014/main" id="{BC7FC118-010A-48C9-8330-2160810E398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E7DB2F-B6EB-45C6-A258-DBA3FD7B896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break exits the nearest enclosing loop immediately. Execution resumes after that loop.</a:t>
            </a:r>
          </a:p>
        </p:txBody>
      </p:sp>
      <p:sp>
        <p:nvSpPr>
          <p:cNvPr id="8" name="">
            <a:extLst xmlns:a="http://schemas.openxmlformats.org/drawingml/2006/main">
              <a:ext uri="{FF2B5EF4-FFF2-40B4-BE49-F238E27FC236}">
                <a16:creationId xmlns:a16="http://schemas.microsoft.com/office/drawing/2014/main" id="{CA733AC6-F045-4CDE-A200-E39006E46F8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F77B19-8B03-47EF-A97B-A4B8BE32DE2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the condition inside the loop with four spaces. Its action is inside that condition with eight spaces: an indented block inside another block.</a:t>
            </a:r>
          </a:p>
        </p:txBody>
      </p:sp>
      <p:sp>
        <p:nvSpPr>
          <p:cNvPr id="10" name="">
            <a:extLst xmlns:a="http://schemas.openxmlformats.org/drawingml/2006/main">
              <a:ext uri="{FF2B5EF4-FFF2-40B4-BE49-F238E27FC236}">
                <a16:creationId xmlns:a16="http://schemas.microsoft.com/office/drawing/2014/main" id="{B414FD08-F7BD-4515-B241-58FD5C8724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32</a:t>
            </a:r>
          </a:p>
        </p:txBody>
      </p:sp>
    </p:spTree>
    <p:extLst>
      <p:ext uri="{BB962C8B-B14F-4D97-AF65-F5344CB8AC3E}">
        <p14:creationId xmlns:p14="http://schemas.microsoft.com/office/powerpoint/2010/main" val="198842809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4F7BAE-A79E-4B17-A3BD-73C9ECBAED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DFAE89-83BB-4195-ADA4-A9E39993C3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5AD919-438C-4EBF-A095-9D958D7231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one item using continue</a:t>
            </a:r>
          </a:p>
        </p:txBody>
      </p:sp>
      <p:sp>
        <p:nvSpPr>
          <p:cNvPr id="4" name="">
            <a:extLst xmlns:a="http://schemas.openxmlformats.org/drawingml/2006/main">
              <a:ext uri="{FF2B5EF4-FFF2-40B4-BE49-F238E27FC236}">
                <a16:creationId xmlns:a16="http://schemas.microsoft.com/office/drawing/2014/main" id="{3D474BAC-4607-486D-B4D3-AF90469BC42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CDBC70-2F9B-42C1-8B4C-D8550B76DAA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09B7DBCD-2710-410F-83B7-AED05361B8C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12EDFC9-FE39-476D-90EC-4958D745B95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takes continue, so its print is skipped.</a:t>
            </a:r>
          </a:p>
        </p:txBody>
      </p:sp>
      <p:sp>
        <p:nvSpPr>
          <p:cNvPr id="8" name="">
            <a:extLst xmlns:a="http://schemas.openxmlformats.org/drawingml/2006/main">
              <a:ext uri="{FF2B5EF4-FFF2-40B4-BE49-F238E27FC236}">
                <a16:creationId xmlns:a16="http://schemas.microsoft.com/office/drawing/2014/main" id="{49E92E59-BE02-47FF-94BB-16409D1AF42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 and 6 reach print.</a:t>
            </a:r>
          </a:p>
        </p:txBody>
      </p:sp>
      <p:sp>
        <p:nvSpPr>
          <p:cNvPr id="9" name="">
            <a:extLst xmlns:a="http://schemas.openxmlformats.org/drawingml/2006/main">
              <a:ext uri="{FF2B5EF4-FFF2-40B4-BE49-F238E27FC236}">
                <a16:creationId xmlns:a16="http://schemas.microsoft.com/office/drawing/2014/main" id="{9C46C908-EEA3-4C08-919F-6C9F26DFC24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6</a:t>
            </a:r>
          </a:p>
        </p:txBody>
      </p:sp>
      <p:sp>
        <p:nvSpPr>
          <p:cNvPr id="10" name="">
            <a:extLst xmlns:a="http://schemas.openxmlformats.org/drawingml/2006/main">
              <a:ext uri="{FF2B5EF4-FFF2-40B4-BE49-F238E27FC236}">
                <a16:creationId xmlns:a16="http://schemas.microsoft.com/office/drawing/2014/main" id="{52575AB4-05F7-4B16-843D-B64ADAF622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33</a:t>
            </a:r>
          </a:p>
        </p:txBody>
      </p:sp>
    </p:spTree>
    <p:extLst>
      <p:ext uri="{BB962C8B-B14F-4D97-AF65-F5344CB8AC3E}">
        <p14:creationId xmlns:p14="http://schemas.microsoft.com/office/powerpoint/2010/main" val="179250289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CDA5B2D-1E43-4943-A59A-67D547E0B3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9C695D-0CB3-473E-A0AB-C2CBD00E5E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C53B999-B12D-4AD4-809D-6A25DC3B32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Stop at one item using break</a:t>
            </a:r>
          </a:p>
        </p:txBody>
      </p:sp>
      <p:sp>
        <p:nvSpPr>
          <p:cNvPr id="4" name="">
            <a:extLst xmlns:a="http://schemas.openxmlformats.org/drawingml/2006/main">
              <a:ext uri="{FF2B5EF4-FFF2-40B4-BE49-F238E27FC236}">
                <a16:creationId xmlns:a16="http://schemas.microsoft.com/office/drawing/2014/main" id="{6364436D-1E7D-4831-844F-6E4D300CF95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398442-2468-45E8-AED8-FEA34E9D5D3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break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BDC39979-F35A-4883-936D-871BADEA54A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8B6AAAE-3068-4C69-93C3-EAC4AE98819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triggers break. The loop never visits 6.</a:t>
            </a:r>
          </a:p>
        </p:txBody>
      </p:sp>
      <p:sp>
        <p:nvSpPr>
          <p:cNvPr id="8" name="">
            <a:extLst xmlns:a="http://schemas.openxmlformats.org/drawingml/2006/main">
              <a:ext uri="{FF2B5EF4-FFF2-40B4-BE49-F238E27FC236}">
                <a16:creationId xmlns:a16="http://schemas.microsoft.com/office/drawing/2014/main" id="{859FDBE1-9601-4BE2-BF61-8E4285A2F6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a:t>
            </a:r>
          </a:p>
        </p:txBody>
      </p:sp>
      <p:sp>
        <p:nvSpPr>
          <p:cNvPr id="9" name="">
            <a:extLst xmlns:a="http://schemas.openxmlformats.org/drawingml/2006/main">
              <a:ext uri="{FF2B5EF4-FFF2-40B4-BE49-F238E27FC236}">
                <a16:creationId xmlns:a16="http://schemas.microsoft.com/office/drawing/2014/main" id="{B4E551C3-2750-4E8C-80F0-517985F8B4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34</a:t>
            </a:r>
          </a:p>
        </p:txBody>
      </p:sp>
    </p:spTree>
    <p:extLst>
      <p:ext uri="{BB962C8B-B14F-4D97-AF65-F5344CB8AC3E}">
        <p14:creationId xmlns:p14="http://schemas.microsoft.com/office/powerpoint/2010/main" val="107925189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A4E6EF-E42B-4031-B6D6-E09645F3AE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2D520D-32AF-412B-B96E-AA78E847F3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E02C746-5FF5-4A04-868C-AEA97147A7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two loop controls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continue version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break version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its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Exit loop</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c>
                  <a:txBody>
                    <a:bodyPr/>
                    <a:lstStyle/>
                    <a:p>
                      <a:r>
                        <a:rPr sz="2025" b="0">
                          <a:solidFill>
                            <a:srgbClr val="1C3144"/>
                          </a:solidFill>
                          <a:latin typeface="Calibri"/>
                          <a:ea typeface="Calibri"/>
                          <a:cs typeface="Calibri"/>
                        </a:rPr>
                        <a:t>Never visited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643A10EE-E929-49E2-9464-A8B57143D5E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continue only when skipping is justified by the stated data rule; do not silently discard evidence.</a:t>
            </a:r>
          </a:p>
        </p:txBody>
      </p:sp>
      <p:sp>
        <p:nvSpPr>
          <p:cNvPr id="6" name="">
            <a:extLst xmlns:a="http://schemas.openxmlformats.org/drawingml/2006/main">
              <a:ext uri="{FF2B5EF4-FFF2-40B4-BE49-F238E27FC236}">
                <a16:creationId xmlns:a16="http://schemas.microsoft.com/office/drawing/2014/main" id="{3D66DB88-832C-4226-8FCA-0526A12400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35</a:t>
            </a:r>
          </a:p>
        </p:txBody>
      </p:sp>
    </p:spTree>
    <p:extLst>
      <p:ext uri="{BB962C8B-B14F-4D97-AF65-F5344CB8AC3E}">
        <p14:creationId xmlns:p14="http://schemas.microsoft.com/office/powerpoint/2010/main" val="179620416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9393B32-BE67-4C84-A568-B69AFE43F1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4D4E04-2824-4ECD-8DAE-D0F4B88774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802F8A-B1E5-4139-A700-6138183DF7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DC0548A5-230E-4719-AA84-F47CD8EEC2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2CDD3F-FCC6-47B5-AC19-E4ACF75B506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0C1CDAA8-7011-4101-B9DB-54DE35B5A47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0B0C26-D4B0-4CDC-8469-B6E9872927F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CAF5126E-511B-4F2E-A8E6-C5476920136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F07CE6-269A-4BA6-AF19-FF3B983844D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B65BAC2B-50A4-4B86-A617-F719CB81C6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36</a:t>
            </a:r>
          </a:p>
        </p:txBody>
      </p:sp>
    </p:spTree>
    <p:extLst>
      <p:ext uri="{BB962C8B-B14F-4D97-AF65-F5344CB8AC3E}">
        <p14:creationId xmlns:p14="http://schemas.microsoft.com/office/powerpoint/2010/main" val="135096831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D73FAA-C353-4E89-AA0F-15D5100137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E7DF47-E40B-45E7-92EF-4F4A4A0A2D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7B6BD6-FF6E-4513-9286-F485648255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dictionary key and get</a:t>
            </a:r>
          </a:p>
        </p:txBody>
      </p:sp>
      <p:sp>
        <p:nvSpPr>
          <p:cNvPr id="4" name="">
            <a:extLst xmlns:a="http://schemas.openxmlformats.org/drawingml/2006/main">
              <a:ext uri="{FF2B5EF4-FFF2-40B4-BE49-F238E27FC236}">
                <a16:creationId xmlns:a16="http://schemas.microsoft.com/office/drawing/2014/main" id="{BADC0842-7D5F-4CB9-9E73-085F2E192B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3338FA-9328-4D1B-B26B-6B05B5D049C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requests a known field. If that key does not exist, square-bracket lookup raises KeyError.</a:t>
            </a:r>
          </a:p>
        </p:txBody>
      </p:sp>
      <p:sp>
        <p:nvSpPr>
          <p:cNvPr id="6" name="">
            <a:extLst xmlns:a="http://schemas.openxmlformats.org/drawingml/2006/main">
              <a:ext uri="{FF2B5EF4-FFF2-40B4-BE49-F238E27FC236}">
                <a16:creationId xmlns:a16="http://schemas.microsoft.com/office/drawing/2014/main" id="{883BF53E-8201-4294-B1F1-2A3FABFE5C0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AE8CC20-FE6D-4CFC-AC68-71D1332BDBF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record.get("missing", 0) asks for that key with a fallback: return 0 if it is absent. This does not add a new key.</a:t>
            </a:r>
          </a:p>
        </p:txBody>
      </p:sp>
      <p:sp>
        <p:nvSpPr>
          <p:cNvPr id="8" name="">
            <a:extLst xmlns:a="http://schemas.openxmlformats.org/drawingml/2006/main">
              <a:ext uri="{FF2B5EF4-FFF2-40B4-BE49-F238E27FC236}">
                <a16:creationId xmlns:a16="http://schemas.microsoft.com/office/drawing/2014/main" id="{D17D48A6-3C56-4932-BBF5-78C4D8C2B9F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95DC3F-E666-47CA-A9A2-E032CC5825A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second input is the fallback value. Use a fallback only when the task defines what missing information should mean.</a:t>
            </a:r>
          </a:p>
        </p:txBody>
      </p:sp>
      <p:sp>
        <p:nvSpPr>
          <p:cNvPr id="10" name="">
            <a:extLst xmlns:a="http://schemas.openxmlformats.org/drawingml/2006/main">
              <a:ext uri="{FF2B5EF4-FFF2-40B4-BE49-F238E27FC236}">
                <a16:creationId xmlns:a16="http://schemas.microsoft.com/office/drawing/2014/main" id="{E25663D3-DA82-4FE6-87B0-0A45FEEC3E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37</a:t>
            </a:r>
          </a:p>
        </p:txBody>
      </p:sp>
    </p:spTree>
    <p:extLst>
      <p:ext uri="{BB962C8B-B14F-4D97-AF65-F5344CB8AC3E}">
        <p14:creationId xmlns:p14="http://schemas.microsoft.com/office/powerpoint/2010/main" val="168934470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347023-2AB1-4A1A-B283-52B516F393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169205-B5B3-44A5-8B94-CECA5E3D5B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953348C-51FD-4316-B4D5-34A4A511C7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115C9156-CEEE-4686-87F8-6D9149B7DAD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B2F3CF-0BD0-4160-81AC-FE7EC3E41D0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D9FE950F-927F-4183-9372-DA0D9DAEB3C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3761938-22A0-44E0-B021-CF7B7334290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2C1D1F1D-4ECC-4844-A3A5-96DD9D4E713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231503D4-4954-421E-847F-995AC996BE7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AE70BFD4-8496-4F1F-AAB4-18E9834B8A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38</a:t>
            </a:r>
          </a:p>
        </p:txBody>
      </p:sp>
    </p:spTree>
    <p:extLst>
      <p:ext uri="{BB962C8B-B14F-4D97-AF65-F5344CB8AC3E}">
        <p14:creationId xmlns:p14="http://schemas.microsoft.com/office/powerpoint/2010/main" val="161613303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A1764E0-FED0-446F-9499-BEA3B9EF1A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BB7BD4-3E7C-4090-B5C9-766F2FC038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CB19EB-0BF0-4483-8B93-0DED776F4E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8052467B-E1AC-4961-B8E2-84AE24A999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185941-AF69-463C-B5BE-16A7D574C45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064D5734-56A8-41DD-9FC0-E3B1ED20262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FBF9FB-E5E5-45D1-B7B0-455D5830E81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FE26D62B-D08C-47DF-AB9A-CF7488B8079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58BA4BE-517C-4A0B-91C1-D1756B39BCE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DD25AC70-17DC-41FE-9D4C-C897175892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39</a:t>
            </a:r>
          </a:p>
        </p:txBody>
      </p:sp>
    </p:spTree>
    <p:extLst>
      <p:ext uri="{BB962C8B-B14F-4D97-AF65-F5344CB8AC3E}">
        <p14:creationId xmlns:p14="http://schemas.microsoft.com/office/powerpoint/2010/main" val="212702872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5C810F2-E19B-4E88-828F-92EDCDF0B1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15A93B-D5BE-47AD-9F74-16509B26DD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5DD8B3D-C172-4470-AC67-995B75DE9C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E40DFD46-F294-441E-AD33-78A186743CD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19781E-14B3-4B59-99BD-92380429D37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4585F47B-3A2D-4FD6-A1FD-7618EF738EF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7502FC5-63B4-482A-9BD1-A0E655EB84A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AC6A7E9B-D799-4117-B2D9-CF8F757D2B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D1BE2707-0FE0-42B7-94A8-FED55F91FD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40</a:t>
            </a:r>
          </a:p>
        </p:txBody>
      </p:sp>
    </p:spTree>
    <p:extLst>
      <p:ext uri="{BB962C8B-B14F-4D97-AF65-F5344CB8AC3E}">
        <p14:creationId xmlns:p14="http://schemas.microsoft.com/office/powerpoint/2010/main" val="178265751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5A75C2-1577-4E98-A44A-726784F1B6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03D245-6712-42D8-A6A5-00CCD9355B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16592A-D40F-455E-945F-5FF574D28D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EC40CCC2-5EE8-4903-905D-3B88CA9349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CFBFF2-B958-4682-A765-3163E4C0814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F6B3B2EE-EF5D-4448-AC9B-4A6673B1E47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369EE4-AA98-4D25-8D60-79444DC23EB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3820E588-5F29-4FBC-A13D-0F3FEA580A5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785CE8-3A91-4E66-9B08-0A0BB0F6E9F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47995807-6A32-47B9-B151-36C54FF143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41</a:t>
            </a:r>
          </a:p>
        </p:txBody>
      </p:sp>
    </p:spTree>
    <p:extLst>
      <p:ext uri="{BB962C8B-B14F-4D97-AF65-F5344CB8AC3E}">
        <p14:creationId xmlns:p14="http://schemas.microsoft.com/office/powerpoint/2010/main" val="50669442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E12882-D0DC-481C-8723-14BBC001E1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3A001F-D166-4408-9BEC-60356C8E12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6A00EA7-EDBF-49C3-8727-418B457D32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E30BB5F5-A8C2-4C40-8E31-81CE0FCC56F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46AF34-537B-4B65-BE24-45F33C15D30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1AB0BC3E-C2EF-437E-9F5F-9631244E8E3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FE67043-3CE7-4907-B918-77A9DFFCBAD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F86A786F-5F8E-4221-8E10-F9E458CE2B8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F643DF88-EB62-43E7-8253-99B5D5E6D4B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D98416B9-5A86-45AD-B766-CC40ED61A1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42</a:t>
            </a:r>
          </a:p>
        </p:txBody>
      </p:sp>
    </p:spTree>
    <p:extLst>
      <p:ext uri="{BB962C8B-B14F-4D97-AF65-F5344CB8AC3E}">
        <p14:creationId xmlns:p14="http://schemas.microsoft.com/office/powerpoint/2010/main" val="102955944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8AA152-A65C-4C8D-8AA2-31CF83DB5A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442FE3-E531-48C0-9F81-739B1F10C3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EE70183-3C0F-4FCA-908A-FDF4D4309F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E6EC9DB-4F21-49FD-8CB3-0551DF81D02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2EE227D0-6F5C-4A19-88D1-1D1CDACE9F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43</a:t>
            </a:r>
          </a:p>
        </p:txBody>
      </p:sp>
    </p:spTree>
    <p:extLst>
      <p:ext uri="{BB962C8B-B14F-4D97-AF65-F5344CB8AC3E}">
        <p14:creationId xmlns:p14="http://schemas.microsoft.com/office/powerpoint/2010/main" val="50231666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B19C23-DE31-4311-9A46-A2A538A82F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B9C59A-8975-4743-9228-66D11F1916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632486D-795C-4EDE-BDDF-24FEFD9143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C17670FA-E23A-4B7D-ADDF-5C27965BD83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C1EAEE-74EA-4C91-B132-C96E4FD793C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453FAB5-F80F-4314-A7E9-EAD05C5CA88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1B006860-65E8-44F8-8DD1-BE29A7B54A3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C98C9A2C-8FF9-4F75-8CFA-E43F6B6B36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44</a:t>
            </a:r>
          </a:p>
        </p:txBody>
      </p:sp>
    </p:spTree>
    <p:extLst>
      <p:ext uri="{BB962C8B-B14F-4D97-AF65-F5344CB8AC3E}">
        <p14:creationId xmlns:p14="http://schemas.microsoft.com/office/powerpoint/2010/main" val="116567418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17FA071-6724-4683-9C60-37360294B8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2FB752-A726-4139-9615-521618F5E5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C250F3E-01D6-4CE0-B62C-19B2659156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A5DB7B79-BE0D-4BFD-A944-6D8A0D7239E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8E8C7C-9B1E-4715-94AE-AE4C7BFD074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8886682D-FD49-48A9-8664-59EF27A2004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7E90E78-3243-4309-8756-7901D8A686A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8AF268FE-96FC-4C88-BA55-5717EED9926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AD569644-8CF0-4D24-8F1C-5646D7C1D59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6B9906B1-5041-49D3-989A-0FDE9141F5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45</a:t>
            </a:r>
          </a:p>
        </p:txBody>
      </p:sp>
    </p:spTree>
    <p:extLst>
      <p:ext uri="{BB962C8B-B14F-4D97-AF65-F5344CB8AC3E}">
        <p14:creationId xmlns:p14="http://schemas.microsoft.com/office/powerpoint/2010/main" val="3689490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1567A7E-915C-4B06-8BAB-7B396D9F3D34}"/>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50D008-4F00-4CC8-BB20-2E8CA518C00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66f243265ea4159"/>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BF79415-5C26-4460-82D8-EE633F1D6E98}"/>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5A5B11-7B42-4D74-AE42-4563F4EBCB73}"/>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6884F2B2-F08A-4683-A270-052C92A5D2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46</a:t>
            </a:r>
          </a:p>
        </p:txBody>
      </p:sp>
    </p:spTree>
    <p:extLst>
      <p:ext uri="{BB962C8B-B14F-4D97-AF65-F5344CB8AC3E}">
        <p14:creationId xmlns:p14="http://schemas.microsoft.com/office/powerpoint/2010/main" val="207948300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2CCDB66-0F95-44EE-955E-D8B0BA0162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6C89A6-C02F-4617-8852-AA5FB842DC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B30AF63-992A-45C8-9B10-D72D6653CA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60CE223B-3A73-4BA5-A9A6-622BDE5E23C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803A2C-8CE7-49D2-8137-6B6260C0A4B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F674EDBC-11E5-45F0-B0AB-5EBD5500BA6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CA1C8D51-F4F8-460E-A611-3E0A924716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47</a:t>
            </a:r>
          </a:p>
        </p:txBody>
      </p:sp>
    </p:spTree>
    <p:extLst>
      <p:ext uri="{BB962C8B-B14F-4D97-AF65-F5344CB8AC3E}">
        <p14:creationId xmlns:p14="http://schemas.microsoft.com/office/powerpoint/2010/main" val="14220233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092AA67-4A67-4007-B9E5-1660AB0A73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70C806-8034-4DD3-98E9-F39B40ADF1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6D515D-A10C-4A77-9B22-1C5E5F3772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42DAC86A-9EAB-4E2A-A27E-C5A0E116FA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6ECEF7-FF4D-4EBD-89C8-BABC6FEDED8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331C9C7F-5284-4392-B0B6-27250E73C63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CBC9C3-5DDA-4EB4-ACF9-FC0A617193F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A1F659D4-E9DF-4648-8C8A-B5356358C25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E39085-7E00-489D-ABDB-4596B2BB3C5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E7AA705A-6BA4-4592-99DF-E68C8005B5B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5F346E5-EBF4-48C1-A7E0-15AEBC50532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AA462FEC-4375-4D8B-B142-9172A312F9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48</a:t>
            </a:r>
          </a:p>
        </p:txBody>
      </p:sp>
    </p:spTree>
    <p:extLst>
      <p:ext uri="{BB962C8B-B14F-4D97-AF65-F5344CB8AC3E}">
        <p14:creationId xmlns:p14="http://schemas.microsoft.com/office/powerpoint/2010/main" val="2747850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0CFCC5-0BC6-475E-BF4D-FA43B0DE0B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7F9373-BD55-4DCB-B3D1-17AAB8E9CC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18C3088-357B-4289-B233-F027B30855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F5ED4CD-2349-4085-A1BF-2A773F15ABC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CE416FE4-DB7F-41A8-96F5-D52005F185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49</a:t>
            </a:r>
          </a:p>
        </p:txBody>
      </p:sp>
    </p:spTree>
    <p:extLst>
      <p:ext uri="{BB962C8B-B14F-4D97-AF65-F5344CB8AC3E}">
        <p14:creationId xmlns:p14="http://schemas.microsoft.com/office/powerpoint/2010/main" val="37425132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19013E-AD6B-4101-ABD8-E8D28B72EB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AE62D8-AB4E-4365-8518-C9286E0DD6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AB52C4-9AC2-4C2D-B9BD-D97CA6888C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A8FD3157-EB1E-4240-956E-D5A4BFC2DE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1109A3-D5BB-4724-BA2D-113EAA760F9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23DB857E-A430-49A9-9BB6-40F93794EB6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4A00E1-0013-4566-B1AC-E87605AE196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7B0415CB-4E8F-4657-864B-6F55A3F0351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916DF98-1FA2-4DF9-9643-F7E5996B3E2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B0484FC3-7B60-4AA1-9446-9C7DD2E679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50</a:t>
            </a:r>
          </a:p>
        </p:txBody>
      </p:sp>
    </p:spTree>
    <p:extLst>
      <p:ext uri="{BB962C8B-B14F-4D97-AF65-F5344CB8AC3E}">
        <p14:creationId xmlns:p14="http://schemas.microsoft.com/office/powerpoint/2010/main" val="118881552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E6D38C-7BB8-4E7F-B1A6-B5EF96D800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6E6431-44BB-490A-9399-6D1EA31438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F21D39D-0B05-4BA4-A27B-353428E616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E0FF3B50-9E0B-4F4E-81C9-9A198F4F653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0303AA-D588-435E-BC33-DD1448DB226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B41D1C1B-C6C6-43DC-9617-4CFE53DB2D1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6AC0B8DC-F019-45A1-B977-37B9714FE8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51</a:t>
            </a:r>
          </a:p>
        </p:txBody>
      </p:sp>
    </p:spTree>
    <p:extLst>
      <p:ext uri="{BB962C8B-B14F-4D97-AF65-F5344CB8AC3E}">
        <p14:creationId xmlns:p14="http://schemas.microsoft.com/office/powerpoint/2010/main" val="210037973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64803C-6BE0-41C9-93F3-2018D804F0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7D8D68-68DA-446B-A7C7-C461A85274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B13B53F-B5C7-4227-A49D-F428AE8886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37909402-006E-49CB-AD18-7449667C3A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FF9149C-FF51-48C1-B0C7-E89C86FCEAF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drill_shift_log.csv</a:t>
            </a:r>
          </a:p>
        </p:txBody>
      </p:sp>
      <p:sp>
        <p:nvSpPr>
          <p:cNvPr id="6" name="">
            <a:extLst xmlns:a="http://schemas.openxmlformats.org/drawingml/2006/main">
              <a:ext uri="{FF2B5EF4-FFF2-40B4-BE49-F238E27FC236}">
                <a16:creationId xmlns:a16="http://schemas.microsoft.com/office/drawing/2014/main" id="{9F2AD476-28E4-4FD2-BD31-27ED1972279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C0F645-04A6-4CD6-A805-FEB3ACDDBD4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rate_of_penetration (m/hour); group by bit_type.</a:t>
            </a:r>
          </a:p>
        </p:txBody>
      </p:sp>
      <p:sp>
        <p:nvSpPr>
          <p:cNvPr id="8" name="">
            <a:extLst xmlns:a="http://schemas.openxmlformats.org/drawingml/2006/main">
              <a:ext uri="{FF2B5EF4-FFF2-40B4-BE49-F238E27FC236}">
                <a16:creationId xmlns:a16="http://schemas.microsoft.com/office/drawing/2014/main" id="{A4ADC138-1C1E-4194-B90E-3E9C252665C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9900DB-3428-46BF-88BC-5E309552487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AE0A8F3F-154C-48F7-832F-FEBE216539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52</a:t>
            </a:r>
          </a:p>
        </p:txBody>
      </p:sp>
    </p:spTree>
    <p:extLst>
      <p:ext uri="{BB962C8B-B14F-4D97-AF65-F5344CB8AC3E}">
        <p14:creationId xmlns:p14="http://schemas.microsoft.com/office/powerpoint/2010/main" val="151886893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5AF13F-2777-4AE1-9401-CE63A28D0F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300AB2-063D-4EEF-B196-AB97642837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21F7E3-825E-4171-B352-58E5EFE0D6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F561FE03-D4C9-4ADA-A08A-51D2233925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304CC84-2DF1-4D75-84F8-4CCFD50135B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drill_shift_log.csv beside the notebook, or upload it in Colab’s Files panel.</a:t>
            </a:r>
          </a:p>
        </p:txBody>
      </p:sp>
      <p:sp>
        <p:nvSpPr>
          <p:cNvPr id="6" name="">
            <a:extLst xmlns:a="http://schemas.openxmlformats.org/drawingml/2006/main">
              <a:ext uri="{FF2B5EF4-FFF2-40B4-BE49-F238E27FC236}">
                <a16:creationId xmlns:a16="http://schemas.microsoft.com/office/drawing/2014/main" id="{E03844F6-E837-49B4-B775-5038947608E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03F4E6-F88C-4196-B491-A838C489686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F42F3641-32CC-4096-8621-565BF0970CE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032DDB3-1685-49A0-A11A-CCF305C6697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E04080AF-69B0-4DA0-B489-1D13DB3F56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53</a:t>
            </a:r>
          </a:p>
        </p:txBody>
      </p:sp>
    </p:spTree>
    <p:extLst>
      <p:ext uri="{BB962C8B-B14F-4D97-AF65-F5344CB8AC3E}">
        <p14:creationId xmlns:p14="http://schemas.microsoft.com/office/powerpoint/2010/main" val="116446381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12136F0-350A-454E-B50F-48B35B5C62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3AC4C4-F9BB-48A7-B900-7E44D2312B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431E0D-E69E-41FF-8590-C5AC5E5C12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with open as source does</a:t>
            </a:r>
          </a:p>
        </p:txBody>
      </p:sp>
      <p:sp>
        <p:nvSpPr>
          <p:cNvPr id="4" name="">
            <a:extLst xmlns:a="http://schemas.openxmlformats.org/drawingml/2006/main">
              <a:ext uri="{FF2B5EF4-FFF2-40B4-BE49-F238E27FC236}">
                <a16:creationId xmlns:a16="http://schemas.microsoft.com/office/drawing/2014/main" id="{DB8CC72F-8226-489C-BA6A-199AB1DFC5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A87CAD-D88C-4551-8B44-8F5DFEEF54E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open("file.csv", newline="") opens a text file for reading. Use the actual supplied filename, including its .csv extension.</a:t>
            </a:r>
          </a:p>
        </p:txBody>
      </p:sp>
      <p:sp>
        <p:nvSpPr>
          <p:cNvPr id="6" name="">
            <a:extLst xmlns:a="http://schemas.openxmlformats.org/drawingml/2006/main">
              <a:ext uri="{FF2B5EF4-FFF2-40B4-BE49-F238E27FC236}">
                <a16:creationId xmlns:a16="http://schemas.microsoft.com/office/drawing/2014/main" id="{106518A1-72F0-40FE-9BD0-A2AD21E6D87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6751656-FE62-4ED9-934C-558F06441EA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manages the open file. as source gives that file object a name. Indented lines use it while it is open; leaving the block closes it.</a:t>
            </a:r>
          </a:p>
        </p:txBody>
      </p:sp>
      <p:sp>
        <p:nvSpPr>
          <p:cNvPr id="8" name="">
            <a:extLst xmlns:a="http://schemas.openxmlformats.org/drawingml/2006/main">
              <a:ext uri="{FF2B5EF4-FFF2-40B4-BE49-F238E27FC236}">
                <a16:creationId xmlns:a16="http://schemas.microsoft.com/office/drawing/2014/main" id="{45BD1E36-8395-4281-BB7D-A86E0DFB462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E4984F-9414-4471-A58A-4640BB32E27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csv.DictReader(source) reads rows using the header names as keys. list(...) collects those rows into memory before the file closes.</a:t>
            </a:r>
          </a:p>
        </p:txBody>
      </p:sp>
      <p:sp>
        <p:nvSpPr>
          <p:cNvPr id="10" name="">
            <a:extLst xmlns:a="http://schemas.openxmlformats.org/drawingml/2006/main">
              <a:ext uri="{FF2B5EF4-FFF2-40B4-BE49-F238E27FC236}">
                <a16:creationId xmlns:a16="http://schemas.microsoft.com/office/drawing/2014/main" id="{E356A436-4CB6-4035-907A-4C6C212B35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54</a:t>
            </a:r>
          </a:p>
        </p:txBody>
      </p:sp>
    </p:spTree>
    <p:extLst>
      <p:ext uri="{BB962C8B-B14F-4D97-AF65-F5344CB8AC3E}">
        <p14:creationId xmlns:p14="http://schemas.microsoft.com/office/powerpoint/2010/main" val="1635461884"/>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69C8C9-E548-4319-8139-017A4D4DFD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C455BD-6FA6-4FBA-9688-5C8D6B88D3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8D945E6-E835-43B8-821D-6C19EB4233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42ADE990-45DE-41F0-8A98-5F29393D8BD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C9CFE4-8884-4CE8-8698-4414A60497C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with open("drill_sh</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t_log.csv", newline="") as 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rows = list(csv.DictReader(source))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FA0A7E6D-7259-49BF-8879-7B0A02CA5BE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4CEEA9EE-52E4-4A90-9B97-01D61737B4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48AD691C-6C6C-4F82-94AB-7C1D1E8FD7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55</a:t>
            </a:r>
          </a:p>
        </p:txBody>
      </p:sp>
    </p:spTree>
    <p:extLst>
      <p:ext uri="{BB962C8B-B14F-4D97-AF65-F5344CB8AC3E}">
        <p14:creationId xmlns:p14="http://schemas.microsoft.com/office/powerpoint/2010/main" val="2010722214"/>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12AC64-FC1E-4368-ACB3-7765C2A971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C63879-CC22-4B3E-80B7-D8AC37C7F9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42A789-5DB3-4B2B-B9BD-DB730868A5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of dictionaries</a:t>
            </a:r>
          </a:p>
        </p:txBody>
      </p:sp>
      <p:sp>
        <p:nvSpPr>
          <p:cNvPr id="4" name="">
            <a:extLst xmlns:a="http://schemas.openxmlformats.org/drawingml/2006/main">
              <a:ext uri="{FF2B5EF4-FFF2-40B4-BE49-F238E27FC236}">
                <a16:creationId xmlns:a16="http://schemas.microsoft.com/office/drawing/2014/main" id="{7F784432-E3CD-4472-BBCB-E05BEF9547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B22ADB-D2F3-4B7A-9AA0-C77F17B46C8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record holds named fields for one observation. A list of records holds several observations in order.</a:t>
            </a:r>
          </a:p>
        </p:txBody>
      </p:sp>
      <p:sp>
        <p:nvSpPr>
          <p:cNvPr id="6" name="">
            <a:extLst xmlns:a="http://schemas.openxmlformats.org/drawingml/2006/main">
              <a:ext uri="{FF2B5EF4-FFF2-40B4-BE49-F238E27FC236}">
                <a16:creationId xmlns:a16="http://schemas.microsoft.com/office/drawing/2014/main" id="{523E9B78-0E81-4694-8E18-453CF4BE440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1EDA62-CC6A-4D67-A673-831EF942B90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records[0] selects the first dictionary. records[0]["reading"] then selects that dictionary’s reading field.</a:t>
            </a:r>
          </a:p>
        </p:txBody>
      </p:sp>
      <p:sp>
        <p:nvSpPr>
          <p:cNvPr id="8" name="">
            <a:extLst xmlns:a="http://schemas.openxmlformats.org/drawingml/2006/main">
              <a:ext uri="{FF2B5EF4-FFF2-40B4-BE49-F238E27FC236}">
                <a16:creationId xmlns:a16="http://schemas.microsoft.com/office/drawing/2014/main" id="{E06A99A5-8692-4561-A72B-D39D601ABEF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04751B-A674-408D-97BC-AB49D123360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row in records takes one dictionary at a time. row["reading"] retrieves that observation’s field; float converts numeric text when needed.</a:t>
            </a:r>
          </a:p>
        </p:txBody>
      </p:sp>
      <p:sp>
        <p:nvSpPr>
          <p:cNvPr id="10" name="">
            <a:extLst xmlns:a="http://schemas.openxmlformats.org/drawingml/2006/main">
              <a:ext uri="{FF2B5EF4-FFF2-40B4-BE49-F238E27FC236}">
                <a16:creationId xmlns:a16="http://schemas.microsoft.com/office/drawing/2014/main" id="{AE0A4A07-DEDA-4D5F-BB19-490A225FED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56</a:t>
            </a:r>
          </a:p>
        </p:txBody>
      </p:sp>
    </p:spTree>
    <p:extLst>
      <p:ext uri="{BB962C8B-B14F-4D97-AF65-F5344CB8AC3E}">
        <p14:creationId xmlns:p14="http://schemas.microsoft.com/office/powerpoint/2010/main" val="1735460322"/>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06CAEF-2157-452E-8C60-4E7989AF63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4DF530-F85D-4436-8C08-F9007246C4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8931A3-0D61-427F-B6E6-149FF7BE90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a:t>
            </a:r>
          </a:p>
        </p:txBody>
      </p:sp>
      <p:sp>
        <p:nvSpPr>
          <p:cNvPr id="4" name="">
            <a:extLst xmlns:a="http://schemas.openxmlformats.org/drawingml/2006/main">
              <a:ext uri="{FF2B5EF4-FFF2-40B4-BE49-F238E27FC236}">
                <a16:creationId xmlns:a16="http://schemas.microsoft.com/office/drawing/2014/main" id="{4A3CB549-7F2D-41A2-BC3F-8A5A15F64BC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59FE85-7858-40A8-BA7E-ABF101B6CC6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51ED131-F504-4BB4-B62B-DC7B46ADC0C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Braces pair a key with its value. append adds one value to the end of a list.</a:t>
            </a:r>
          </a:p>
        </p:txBody>
      </p:sp>
      <p:sp>
        <p:nvSpPr>
          <p:cNvPr id="7" name="">
            <a:extLst xmlns:a="http://schemas.openxmlformats.org/drawingml/2006/main">
              <a:ext uri="{FF2B5EF4-FFF2-40B4-BE49-F238E27FC236}">
                <a16:creationId xmlns:a16="http://schemas.microsoft.com/office/drawing/2014/main" id="{7C35C99B-6536-47F2-B0AD-EB4B96D1208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same pattern works after reading a CSV row.</a:t>
            </a:r>
          </a:p>
        </p:txBody>
      </p:sp>
      <p:sp>
        <p:nvSpPr>
          <p:cNvPr id="8" name="">
            <a:extLst xmlns:a="http://schemas.openxmlformats.org/drawingml/2006/main">
              <a:ext uri="{FF2B5EF4-FFF2-40B4-BE49-F238E27FC236}">
                <a16:creationId xmlns:a16="http://schemas.microsoft.com/office/drawing/2014/main" id="{3C1875FF-54A7-4AF7-BE34-D91A0C195D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57</a:t>
            </a:r>
          </a:p>
        </p:txBody>
      </p:sp>
    </p:spTree>
    <p:extLst>
      <p:ext uri="{BB962C8B-B14F-4D97-AF65-F5344CB8AC3E}">
        <p14:creationId xmlns:p14="http://schemas.microsoft.com/office/powerpoint/2010/main" val="1209651888"/>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690141-0747-458E-B46F-AAAC642925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BE8206-79DC-4316-9546-A9496FFDB1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611147C-017C-4AD6-9D63-AD1D27A23E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 in Python</a:t>
            </a:r>
          </a:p>
        </p:txBody>
      </p:sp>
      <p:sp>
        <p:nvSpPr>
          <p:cNvPr id="4" name="">
            <a:extLst xmlns:a="http://schemas.openxmlformats.org/drawingml/2006/main">
              <a:ext uri="{FF2B5EF4-FFF2-40B4-BE49-F238E27FC236}">
                <a16:creationId xmlns:a16="http://schemas.microsoft.com/office/drawing/2014/main" id="{F90CEBC8-A8D8-4ABE-9291-0AFC9852D97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288367-E287-48C3-B98F-6EB697BBD36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[{"sensor": "A", "reading":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{"sensor": "B", "reading":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a:t>
            </a:r>
          </a:p>
        </p:txBody>
      </p:sp>
      <p:sp>
        <p:nvSpPr>
          <p:cNvPr id="6" name="">
            <a:extLst xmlns:a="http://schemas.openxmlformats.org/drawingml/2006/main">
              <a:ext uri="{FF2B5EF4-FFF2-40B4-BE49-F238E27FC236}">
                <a16:creationId xmlns:a16="http://schemas.microsoft.com/office/drawing/2014/main" id="{D243C721-DCFC-4637-8B2D-3C576C88D21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58AF1FE6-AECD-45E6-AA71-40F408CE5F4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3F8C7EE2-927D-4B9D-B55E-D82A510752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58</a:t>
            </a:r>
          </a:p>
        </p:txBody>
      </p:sp>
    </p:spTree>
    <p:extLst>
      <p:ext uri="{BB962C8B-B14F-4D97-AF65-F5344CB8AC3E}">
        <p14:creationId xmlns:p14="http://schemas.microsoft.com/office/powerpoint/2010/main" val="129005075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AE4CB22-3505-4478-96A4-851831B1B4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3ACBE6-BA7B-4FC8-8EE1-F65F9819B2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1C49FF-2A30-40DE-A5F8-F8B9565DA5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a blank before converting text</a:t>
            </a:r>
          </a:p>
        </p:txBody>
      </p:sp>
      <p:sp>
        <p:nvSpPr>
          <p:cNvPr id="4" name="">
            <a:extLst xmlns:a="http://schemas.openxmlformats.org/drawingml/2006/main">
              <a:ext uri="{FF2B5EF4-FFF2-40B4-BE49-F238E27FC236}">
                <a16:creationId xmlns:a16="http://schemas.microsoft.com/office/drawing/2014/main" id="{5E716E98-D6ED-4C3B-BA58-522842CDFC9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D596FE-2B71-4DD0-85EC-7289F3A27A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01925C0-9E73-4C55-A8B7-59072DCC453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empty text field is "". The comparison != means “not equal to”. Only convert a value after the blank check passes.</a:t>
            </a:r>
          </a:p>
        </p:txBody>
      </p:sp>
      <p:sp>
        <p:nvSpPr>
          <p:cNvPr id="7" name="">
            <a:extLst xmlns:a="http://schemas.openxmlformats.org/drawingml/2006/main">
              <a:ext uri="{FF2B5EF4-FFF2-40B4-BE49-F238E27FC236}">
                <a16:creationId xmlns:a16="http://schemas.microsoft.com/office/drawing/2014/main" id="{87CA23CB-22A3-4183-817B-6C97D3CDB67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 this example, values records valid numbers only. Its length is the valid count; the group summaries must use the same valid-record policy.</a:t>
            </a:r>
          </a:p>
        </p:txBody>
      </p:sp>
      <p:sp>
        <p:nvSpPr>
          <p:cNvPr id="8" name="">
            <a:extLst xmlns:a="http://schemas.openxmlformats.org/drawingml/2006/main">
              <a:ext uri="{FF2B5EF4-FFF2-40B4-BE49-F238E27FC236}">
                <a16:creationId xmlns:a16="http://schemas.microsoft.com/office/drawing/2014/main" id="{C0182456-BA8C-4DBB-A71D-FC24B219BA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59</a:t>
            </a:r>
          </a:p>
        </p:txBody>
      </p:sp>
    </p:spTree>
    <p:extLst>
      <p:ext uri="{BB962C8B-B14F-4D97-AF65-F5344CB8AC3E}">
        <p14:creationId xmlns:p14="http://schemas.microsoft.com/office/powerpoint/2010/main" val="208687665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37138EC-71B5-4066-B8F3-F3EEB6B5BF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B5F01D-458B-4C8D-B9F1-BDFE29B4EF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284F3BF-0BD0-4A76-B73E-2CB1C2ACA1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Collect only the recorded numbers</a:t>
            </a:r>
          </a:p>
        </p:txBody>
      </p:sp>
      <p:sp>
        <p:nvSpPr>
          <p:cNvPr id="4" name="">
            <a:extLst xmlns:a="http://schemas.openxmlformats.org/drawingml/2006/main">
              <a:ext uri="{FF2B5EF4-FFF2-40B4-BE49-F238E27FC236}">
                <a16:creationId xmlns:a16="http://schemas.microsoft.com/office/drawing/2014/main" id="{0D6E134A-4A74-454A-B665-8181DEE4F19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F2AEBF-4956-45E8-93D4-2402C461F49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["2.5", "",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 values)</a:t>
            </a:r>
          </a:p>
        </p:txBody>
      </p:sp>
      <p:sp>
        <p:nvSpPr>
          <p:cNvPr id="6" name="">
            <a:extLst xmlns:a="http://schemas.openxmlformats.org/drawingml/2006/main">
              <a:ext uri="{FF2B5EF4-FFF2-40B4-BE49-F238E27FC236}">
                <a16:creationId xmlns:a16="http://schemas.microsoft.com/office/drawing/2014/main" id="{E3BF9343-2D40-46F0-8BFE-54E71144623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9CB89FE-C8CD-4C7C-A804-1B81CE117A4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E08BAA76-4565-4E21-ADE5-D3DF8C56B7F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4114CD1B-A2F3-43C1-AF1F-E73BDBCF929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7DC95116-1122-4287-964A-5103B09335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 [2.5, 3.5]. A blank is missing, not a recorded zero.</a:t>
            </a:r>
          </a:p>
        </p:txBody>
      </p:sp>
      <p:sp>
        <p:nvSpPr>
          <p:cNvPr id="11" name="">
            <a:extLst xmlns:a="http://schemas.openxmlformats.org/drawingml/2006/main">
              <a:ext uri="{FF2B5EF4-FFF2-40B4-BE49-F238E27FC236}">
                <a16:creationId xmlns:a16="http://schemas.microsoft.com/office/drawing/2014/main" id="{EBC8007A-8D57-4EFF-AF40-AE7BFD7A8B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60</a:t>
            </a:r>
          </a:p>
        </p:txBody>
      </p:sp>
    </p:spTree>
    <p:extLst>
      <p:ext uri="{BB962C8B-B14F-4D97-AF65-F5344CB8AC3E}">
        <p14:creationId xmlns:p14="http://schemas.microsoft.com/office/powerpoint/2010/main" val="179214149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5A8D78-CAA1-42D5-AE62-28BCF3FCAA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42646B-27D8-4931-B5D3-F28C81D227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37A4FC-05B2-4575-BE11-157EB284C4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Membership in a dictionary</a:t>
            </a:r>
          </a:p>
        </p:txBody>
      </p:sp>
      <p:sp>
        <p:nvSpPr>
          <p:cNvPr id="4" name="">
            <a:extLst xmlns:a="http://schemas.openxmlformats.org/drawingml/2006/main">
              <a:ext uri="{FF2B5EF4-FFF2-40B4-BE49-F238E27FC236}">
                <a16:creationId xmlns:a16="http://schemas.microsoft.com/office/drawing/2014/main" id="{AEB44826-483E-4730-8DBC-DB83ACFE30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D4596C-E0F8-49C0-9A04-169881FA62D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 in totals asks whether group is already a dictionary key. group not in totals asks whether that key is absent.</a:t>
            </a:r>
          </a:p>
        </p:txBody>
      </p:sp>
      <p:sp>
        <p:nvSpPr>
          <p:cNvPr id="6" name="">
            <a:extLst xmlns:a="http://schemas.openxmlformats.org/drawingml/2006/main">
              <a:ext uri="{FF2B5EF4-FFF2-40B4-BE49-F238E27FC236}">
                <a16:creationId xmlns:a16="http://schemas.microsoft.com/office/drawing/2014/main" id="{0B8AB7DE-DD14-448B-930C-558DE4E858B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541398-BE6B-4317-9D51-8C25EE845B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adding to a new group, create its total with totals[group] = 0. Then add the current record’s reading.</a:t>
            </a:r>
          </a:p>
        </p:txBody>
      </p:sp>
      <p:sp>
        <p:nvSpPr>
          <p:cNvPr id="8" name="">
            <a:extLst xmlns:a="http://schemas.openxmlformats.org/drawingml/2006/main">
              <a:ext uri="{FF2B5EF4-FFF2-40B4-BE49-F238E27FC236}">
                <a16:creationId xmlns:a16="http://schemas.microsoft.com/office/drawing/2014/main" id="{DA40FA46-55C8-4454-BCA4-40C1A5D3C36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FC0A19-4C20-4948-85A8-D89108E1C48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outer for visits records. The inner if runs only for a new group. The addition after the if runs for every record.</a:t>
            </a:r>
          </a:p>
        </p:txBody>
      </p:sp>
      <p:sp>
        <p:nvSpPr>
          <p:cNvPr id="10" name="">
            <a:extLst xmlns:a="http://schemas.openxmlformats.org/drawingml/2006/main">
              <a:ext uri="{FF2B5EF4-FFF2-40B4-BE49-F238E27FC236}">
                <a16:creationId xmlns:a16="http://schemas.microsoft.com/office/drawing/2014/main" id="{4FB05E00-05A4-4DF7-A47F-D60980D3C0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61</a:t>
            </a:r>
          </a:p>
        </p:txBody>
      </p:sp>
    </p:spTree>
    <p:extLst>
      <p:ext uri="{BB962C8B-B14F-4D97-AF65-F5344CB8AC3E}">
        <p14:creationId xmlns:p14="http://schemas.microsoft.com/office/powerpoint/2010/main" val="129922936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540540-793A-4CCE-998B-DC21E493AF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E4B794-D23E-4A77-87DE-B6BA88DFC4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8778BB-C893-4914-92FD-8C9DC029DB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a:t>
            </a:r>
          </a:p>
        </p:txBody>
      </p:sp>
      <p:sp>
        <p:nvSpPr>
          <p:cNvPr id="4" name="">
            <a:extLst xmlns:a="http://schemas.openxmlformats.org/drawingml/2006/main">
              <a:ext uri="{FF2B5EF4-FFF2-40B4-BE49-F238E27FC236}">
                <a16:creationId xmlns:a16="http://schemas.microsoft.com/office/drawing/2014/main" id="{082A3A8E-80F8-41DD-B520-9C84269E47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6C6E826-21F6-4878-A1C8-93E26996908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can hold one running total for each group.</a:t>
            </a:r>
          </a:p>
        </p:txBody>
      </p:sp>
      <p:sp>
        <p:nvSpPr>
          <p:cNvPr id="6" name="">
            <a:extLst xmlns:a="http://schemas.openxmlformats.org/drawingml/2006/main">
              <a:ext uri="{FF2B5EF4-FFF2-40B4-BE49-F238E27FC236}">
                <a16:creationId xmlns:a16="http://schemas.microsoft.com/office/drawing/2014/main" id="{AB3038F6-A49F-4215-8F72-6367EA42964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748F9A-9E21-424D-8C98-6D8AD7E878B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absent key needs an initial zero.</a:t>
            </a:r>
          </a:p>
        </p:txBody>
      </p:sp>
      <p:sp>
        <p:nvSpPr>
          <p:cNvPr id="8" name="">
            <a:extLst xmlns:a="http://schemas.openxmlformats.org/drawingml/2006/main">
              <a:ext uri="{FF2B5EF4-FFF2-40B4-BE49-F238E27FC236}">
                <a16:creationId xmlns:a16="http://schemas.microsoft.com/office/drawing/2014/main" id="{67375B74-6C5E-4C1E-AE8D-C61B042ACEA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812C42-DB94-4684-888B-B4E5B4F33C4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add the reading to that group.</a:t>
            </a:r>
          </a:p>
        </p:txBody>
      </p:sp>
      <p:sp>
        <p:nvSpPr>
          <p:cNvPr id="10" name="">
            <a:extLst xmlns:a="http://schemas.openxmlformats.org/drawingml/2006/main">
              <a:ext uri="{FF2B5EF4-FFF2-40B4-BE49-F238E27FC236}">
                <a16:creationId xmlns:a16="http://schemas.microsoft.com/office/drawing/2014/main" id="{1C50590F-1BC3-4B99-95E7-31EA94CB266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8F5B45F-A7DB-488F-8D82-7C17E2BD645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 calculate group means, keep a matching count and divide each group total by its own count.</a:t>
            </a:r>
          </a:p>
        </p:txBody>
      </p:sp>
      <p:sp>
        <p:nvSpPr>
          <p:cNvPr id="12" name="">
            <a:extLst xmlns:a="http://schemas.openxmlformats.org/drawingml/2006/main">
              <a:ext uri="{FF2B5EF4-FFF2-40B4-BE49-F238E27FC236}">
                <a16:creationId xmlns:a16="http://schemas.microsoft.com/office/drawing/2014/main" id="{0BACFF3C-1199-4391-B296-D7DCC7218A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62</a:t>
            </a:r>
          </a:p>
        </p:txBody>
      </p:sp>
    </p:spTree>
    <p:extLst>
      <p:ext uri="{BB962C8B-B14F-4D97-AF65-F5344CB8AC3E}">
        <p14:creationId xmlns:p14="http://schemas.microsoft.com/office/powerpoint/2010/main" val="108887700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7956A9-58B3-4426-AB00-D064AEC66E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613558-0B3A-457F-84B2-917A99F38E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9B54BB3-06B8-4497-9B81-DAD774D617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(1/2)</a:t>
            </a:r>
          </a:p>
        </p:txBody>
      </p:sp>
      <p:sp>
        <p:nvSpPr>
          <p:cNvPr id="4" name="">
            <a:extLst xmlns:a="http://schemas.openxmlformats.org/drawingml/2006/main">
              <a:ext uri="{FF2B5EF4-FFF2-40B4-BE49-F238E27FC236}">
                <a16:creationId xmlns:a16="http://schemas.microsoft.com/office/drawing/2014/main" id="{6EAAA3D0-4BF8-4458-88D6-3563A4427D7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F3E636-3177-4ECB-BB42-37D8FA5EBB8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[{"group": "A", "reading":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"B", "reading": 9}]</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group not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totals[group] + row["reading"]</a:t>
            </a:r>
          </a:p>
        </p:txBody>
      </p:sp>
      <p:sp>
        <p:nvSpPr>
          <p:cNvPr id="6" name="">
            <a:extLst xmlns:a="http://schemas.openxmlformats.org/drawingml/2006/main">
              <a:ext uri="{FF2B5EF4-FFF2-40B4-BE49-F238E27FC236}">
                <a16:creationId xmlns:a16="http://schemas.microsoft.com/office/drawing/2014/main" id="{71358ADF-E82D-4F78-A797-59B83761CC2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0997A043-0E95-4D0D-B697-D7EF048AF37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086B9789-F3E5-4CAD-8038-64D9D02224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63</a:t>
            </a:r>
          </a:p>
        </p:txBody>
      </p:sp>
    </p:spTree>
    <p:extLst>
      <p:ext uri="{BB962C8B-B14F-4D97-AF65-F5344CB8AC3E}">
        <p14:creationId xmlns:p14="http://schemas.microsoft.com/office/powerpoint/2010/main" val="1546016674"/>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292BDE8-DCD7-4E52-BADC-F5EB982AA2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770D64-00F8-424C-81A9-46FC2E5E26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039EF3F-4D3C-4A0C-A131-0B7004496C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(2/2)</a:t>
            </a:r>
          </a:p>
        </p:txBody>
      </p:sp>
      <p:sp>
        <p:nvSpPr>
          <p:cNvPr id="4" name="">
            <a:extLst xmlns:a="http://schemas.openxmlformats.org/drawingml/2006/main">
              <a:ext uri="{FF2B5EF4-FFF2-40B4-BE49-F238E27FC236}">
                <a16:creationId xmlns:a16="http://schemas.microsoft.com/office/drawing/2014/main" id="{A3B3FB01-C82E-4811-BA9D-D39C4768EF2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1BF493-EC83-4673-8D1E-93C10A64E08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p:txBody>
      </p:sp>
      <p:sp>
        <p:nvSpPr>
          <p:cNvPr id="6" name="">
            <a:extLst xmlns:a="http://schemas.openxmlformats.org/drawingml/2006/main">
              <a:ext uri="{FF2B5EF4-FFF2-40B4-BE49-F238E27FC236}">
                <a16:creationId xmlns:a16="http://schemas.microsoft.com/office/drawing/2014/main" id="{F66C6C25-533D-468C-8DC2-CB46BDA28C4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458C6A8-FF45-442D-95ED-C273F3D1D92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B3BBEF6-FA22-4EB0-BAE8-BBDE4BBFAAB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ECE63FFC-085E-4548-8D23-C2FAADBA30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64</a:t>
            </a:r>
          </a:p>
        </p:txBody>
      </p:sp>
    </p:spTree>
    <p:extLst>
      <p:ext uri="{BB962C8B-B14F-4D97-AF65-F5344CB8AC3E}">
        <p14:creationId xmlns:p14="http://schemas.microsoft.com/office/powerpoint/2010/main" val="97948833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5A17E5-123F-4ADE-9726-7E6F90A2C0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323340-0B58-4BE2-A41E-ADD1875D49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557621-C2FC-404C-A5D7-8BD26E8449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group mean needs its own count</a:t>
            </a:r>
          </a:p>
        </p:txBody>
      </p:sp>
      <p:sp>
        <p:nvSpPr>
          <p:cNvPr id="4" name="">
            <a:extLst xmlns:a="http://schemas.openxmlformats.org/drawingml/2006/main">
              <a:ext uri="{FF2B5EF4-FFF2-40B4-BE49-F238E27FC236}">
                <a16:creationId xmlns:a16="http://schemas.microsoft.com/office/drawing/2014/main" id="{71AB1390-882E-4CFB-A629-5CCDA44F569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47DC39-E30F-47C9-A785-EC7F0925BA3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92120A4-15E8-4DE7-B2D9-7FB3D834F04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preceding loop calculated a total for each group. Count records in those same groups, then divide each group total by its own count.</a:t>
            </a:r>
          </a:p>
        </p:txBody>
      </p:sp>
      <p:sp>
        <p:nvSpPr>
          <p:cNvPr id="7" name="">
            <a:extLst xmlns:a="http://schemas.openxmlformats.org/drawingml/2006/main">
              <a:ext uri="{FF2B5EF4-FFF2-40B4-BE49-F238E27FC236}">
                <a16:creationId xmlns:a16="http://schemas.microsoft.com/office/drawing/2014/main" id="{34E07ED3-C2B4-45CC-8E46-27D859EA764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items() supplies the group name and its total together. We use small invented records, not the assignment’s answers.</a:t>
            </a:r>
          </a:p>
        </p:txBody>
      </p:sp>
      <p:sp>
        <p:nvSpPr>
          <p:cNvPr id="8" name="">
            <a:extLst xmlns:a="http://schemas.openxmlformats.org/drawingml/2006/main">
              <a:ext uri="{FF2B5EF4-FFF2-40B4-BE49-F238E27FC236}">
                <a16:creationId xmlns:a16="http://schemas.microsoft.com/office/drawing/2014/main" id="{5AF7DE01-4CC8-4489-B485-0147D292B2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65</a:t>
            </a:r>
          </a:p>
        </p:txBody>
      </p:sp>
    </p:spTree>
    <p:extLst>
      <p:ext uri="{BB962C8B-B14F-4D97-AF65-F5344CB8AC3E}">
        <p14:creationId xmlns:p14="http://schemas.microsoft.com/office/powerpoint/2010/main" val="630935431"/>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B4B1871-F506-41B9-BBB8-3E25D49104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9EAE55-BCD0-4F4B-A84A-DDADE8DF2A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8745563-12C1-4B5C-80F7-354C8C821E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From group totals to group means</a:t>
            </a:r>
          </a:p>
        </p:txBody>
      </p:sp>
      <p:sp>
        <p:nvSpPr>
          <p:cNvPr id="4" name="">
            <a:extLst xmlns:a="http://schemas.openxmlformats.org/drawingml/2006/main">
              <a:ext uri="{FF2B5EF4-FFF2-40B4-BE49-F238E27FC236}">
                <a16:creationId xmlns:a16="http://schemas.microsoft.com/office/drawing/2014/main" id="{8DE685AD-7094-4CD4-9F77-3D24921AA8B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3AD0A1-70B5-4D31-A36B-5EBCDE16E7E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counts = {}</a:t>
            </a:r>
          </a:p>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for</a:t>
            </a:r>
            <a:r>
              <a:rPr sz="1900" b="0">
                <a:solidFill>
                  <a:srgbClr val="F4F7FA"/>
                </a:solidFill>
                <a:latin typeface="Courier New"/>
                <a:ea typeface="Courier New"/>
                <a:cs typeface="Courier New"/>
              </a:rPr>
              <a:t> row in records: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group = row["group"]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counts[group] = counts.get(group, 0) + 1</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means = {}</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for group, total in totals.items():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means[group] = total / counts[group]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48EE29D8-8AAC-466D-8F4C-38958FD0EBA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416825D-D637-432B-8B87-08D03AB8692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D1690E4A-9096-4F4A-BA37-60164D92631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5B439E9E-B0F5-487E-B062-A50A2C80D3A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ECA2D916-C8F1-4BC3-B75E-21070B2A4D9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has mean 3.0 and B has mean 9.0. Each group uses its own denominator.</a:t>
            </a:r>
          </a:p>
        </p:txBody>
      </p:sp>
      <p:sp>
        <p:nvSpPr>
          <p:cNvPr id="11" name="">
            <a:extLst xmlns:a="http://schemas.openxmlformats.org/drawingml/2006/main">
              <a:ext uri="{FF2B5EF4-FFF2-40B4-BE49-F238E27FC236}">
                <a16:creationId xmlns:a16="http://schemas.microsoft.com/office/drawing/2014/main" id="{F45EE719-245A-4E02-860C-AD35B1490A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66</a:t>
            </a:r>
          </a:p>
        </p:txBody>
      </p:sp>
    </p:spTree>
    <p:extLst>
      <p:ext uri="{BB962C8B-B14F-4D97-AF65-F5344CB8AC3E}">
        <p14:creationId xmlns:p14="http://schemas.microsoft.com/office/powerpoint/2010/main" val="1630841734"/>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E9A879-3F08-4425-B477-15944ECCE4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33AA3E-4614-4319-9E87-97FD4DBAD1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2C233A-3F63-4F8F-A327-635B038510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When numeric text cannot be converted</a:t>
            </a:r>
          </a:p>
        </p:txBody>
      </p:sp>
      <p:sp>
        <p:nvSpPr>
          <p:cNvPr id="4" name="">
            <a:extLst xmlns:a="http://schemas.openxmlformats.org/drawingml/2006/main">
              <a:ext uri="{FF2B5EF4-FFF2-40B4-BE49-F238E27FC236}">
                <a16:creationId xmlns:a16="http://schemas.microsoft.com/office/drawing/2014/main" id="{95FE45C6-B6D6-48D9-AF71-6F400463CF1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C9736D-03F0-459E-AB88-6525181C9E2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F84C4E1-5B26-4D97-BDC5-303BC46DBDE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float("bad") raises ValueError: the text does not represent a number. An exception interrupts ordinary execution.</a:t>
            </a:r>
          </a:p>
        </p:txBody>
      </p:sp>
      <p:sp>
        <p:nvSpPr>
          <p:cNvPr id="7" name="">
            <a:extLst xmlns:a="http://schemas.openxmlformats.org/drawingml/2006/main">
              <a:ext uri="{FF2B5EF4-FFF2-40B4-BE49-F238E27FC236}">
                <a16:creationId xmlns:a16="http://schemas.microsoft.com/office/drawing/2014/main" id="{AF3760AD-2C88-4C53-A01B-A6635B0668F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try contains the operation that might fail. except ValueError runs only for that named failure. Indentation shows the two blocks.</a:t>
            </a:r>
          </a:p>
        </p:txBody>
      </p:sp>
      <p:sp>
        <p:nvSpPr>
          <p:cNvPr id="8" name="">
            <a:extLst xmlns:a="http://schemas.openxmlformats.org/drawingml/2006/main">
              <a:ext uri="{FF2B5EF4-FFF2-40B4-BE49-F238E27FC236}">
                <a16:creationId xmlns:a16="http://schemas.microsoft.com/office/drawing/2014/main" id="{0F4E0C96-5826-494D-B720-39F19427B5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67</a:t>
            </a:r>
          </a:p>
        </p:txBody>
      </p:sp>
    </p:spTree>
    <p:extLst>
      <p:ext uri="{BB962C8B-B14F-4D97-AF65-F5344CB8AC3E}">
        <p14:creationId xmlns:p14="http://schemas.microsoft.com/office/powerpoint/2010/main" val="1313676291"/>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560981A-B6BE-45B4-A908-BEFC6721AF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966949-95BB-43FF-9DEA-D31E929E34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9C34A7-4824-4867-9626-B5CEAAA9BD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Catch one expected conversion failure</a:t>
            </a:r>
          </a:p>
        </p:txBody>
      </p:sp>
      <p:sp>
        <p:nvSpPr>
          <p:cNvPr id="4" name="">
            <a:extLst xmlns:a="http://schemas.openxmlformats.org/drawingml/2006/main">
              <a:ext uri="{FF2B5EF4-FFF2-40B4-BE49-F238E27FC236}">
                <a16:creationId xmlns:a16="http://schemas.microsoft.com/office/drawing/2014/main" id="{93AC9797-2881-478A-8568-72725ABC8E6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822727-8E13-4322-8223-4A7474EB657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 = "bad"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except ValueError: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a:t>
            </a:r>
          </a:p>
        </p:txBody>
      </p:sp>
      <p:sp>
        <p:nvSpPr>
          <p:cNvPr id="6" name="">
            <a:extLst xmlns:a="http://schemas.openxmlformats.org/drawingml/2006/main">
              <a:ext uri="{FF2B5EF4-FFF2-40B4-BE49-F238E27FC236}">
                <a16:creationId xmlns:a16="http://schemas.microsoft.com/office/drawing/2014/main" id="{C528141D-B4E8-4E8D-939C-932F91A3FFB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7E4B0E4-901A-4302-8222-CD4F06B93EF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92D427A7-0A47-40CC-AB2F-4BCE1DB02F9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1047150D-6AE2-4517-BCAC-C0314BD69B4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7A401E96-879F-48D7-929E-3A6F13DC562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None. The assignment specifies which invalid records to skip; do not invent a replacement number.</a:t>
            </a:r>
          </a:p>
        </p:txBody>
      </p:sp>
      <p:sp>
        <p:nvSpPr>
          <p:cNvPr id="11" name="">
            <a:extLst xmlns:a="http://schemas.openxmlformats.org/drawingml/2006/main">
              <a:ext uri="{FF2B5EF4-FFF2-40B4-BE49-F238E27FC236}">
                <a16:creationId xmlns:a16="http://schemas.microsoft.com/office/drawing/2014/main" id="{9BB0C122-F63D-47E5-B3FA-04AF05921A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68</a:t>
            </a:r>
          </a:p>
        </p:txBody>
      </p:sp>
    </p:spTree>
    <p:extLst>
      <p:ext uri="{BB962C8B-B14F-4D97-AF65-F5344CB8AC3E}">
        <p14:creationId xmlns:p14="http://schemas.microsoft.com/office/powerpoint/2010/main" val="2061236138"/>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77097A-CD06-4A4A-9717-0AB5B5C6AE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22BB3E-D1CF-4C04-9377-BEDEB8091B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2A84A18-DEB7-4289-B766-1DCEE2BA38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conversion success and failure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Text supplied</a:t>
                      </a:r>
                    </a:p>
                  </a:txBody>
                  <a:tcPr marL="91440" marR="91440" marT="45720" marB="45720">
                    <a:solidFill>
                      <a:srgbClr val="2E7D6F"/>
                    </a:solidFill>
                  </a:tcPr>
                </a:tc>
                <a:tc>
                  <a:txBody>
                    <a:bodyPr/>
                    <a:lstStyle/>
                    <a:p>
                      <a:r>
                        <a:rPr sz="2025" b="1">
                          <a:solidFill>
                            <a:srgbClr val="FFFFFF"/>
                          </a:solidFill>
                          <a:latin typeface="Calibri"/>
                          <a:ea typeface="Calibri"/>
                          <a:cs typeface="Calibri"/>
                        </a:rPr>
                        <a:t>try block</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 after except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"2.5"</a:t>
                      </a:r>
                    </a:p>
                  </a:txBody>
                  <a:tcPr marL="91440" marR="91440" marT="45720" marB="45720">
                    <a:solidFill>
                      <a:srgbClr val="EEF3F6"/>
                    </a:solidFill>
                  </a:tcPr>
                </a:tc>
                <a:tc>
                  <a:txBody>
                    <a:bodyPr/>
                    <a:lstStyle/>
                    <a:p>
                      <a:r>
                        <a:rPr sz="2025" b="0">
                          <a:solidFill>
                            <a:srgbClr val="1C3144"/>
                          </a:solidFill>
                          <a:latin typeface="Calibri"/>
                          <a:ea typeface="Calibri"/>
                          <a:cs typeface="Calibri"/>
                        </a:rPr>
                        <a:t>float succeeds; skip except</a:t>
                      </a:r>
                    </a:p>
                  </a:txBody>
                  <a:tcPr marL="91440" marR="91440" marT="45720" marB="45720">
                    <a:solidFill>
                      <a:srgbClr val="EEF3F6"/>
                    </a:solidFill>
                  </a:tcPr>
                </a:tc>
                <a:tc>
                  <a:txBody>
                    <a:bodyPr/>
                    <a:lstStyle/>
                    <a:p>
                      <a:r>
                        <a:rPr sz="2025" b="0">
                          <a:solidFill>
                            <a:srgbClr val="1C3144"/>
                          </a:solidFill>
                          <a:latin typeface="Calibri"/>
                          <a:ea typeface="Calibri"/>
                          <a:cs typeface="Calibri"/>
                        </a:rPr>
                        <a:t>2.5</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"bad"</a:t>
                      </a:r>
                    </a:p>
                  </a:txBody>
                  <a:tcPr marL="91440" marR="91440" marT="45720" marB="45720">
                    <a:solidFill>
                      <a:srgbClr val="FFFFFF"/>
                    </a:solidFill>
                  </a:tcPr>
                </a:tc>
                <a:tc>
                  <a:txBody>
                    <a:bodyPr/>
                    <a:lstStyle/>
                    <a:p>
                      <a:r>
                        <a:rPr sz="2025" b="0">
                          <a:solidFill>
                            <a:srgbClr val="1C3144"/>
                          </a:solidFill>
                          <a:latin typeface="Calibri"/>
                          <a:ea typeface="Calibri"/>
                          <a:cs typeface="Calibri"/>
                        </a:rPr>
                        <a:t>float raises ValueError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assigned by except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8B3ABBC-C366-4240-90BB-81C10B37BB92}"/>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named conversion failure is handled. Do not use except: pass to hide unrelated errors.</a:t>
            </a:r>
          </a:p>
        </p:txBody>
      </p:sp>
      <p:sp>
        <p:nvSpPr>
          <p:cNvPr id="6" name="">
            <a:extLst xmlns:a="http://schemas.openxmlformats.org/drawingml/2006/main">
              <a:ext uri="{FF2B5EF4-FFF2-40B4-BE49-F238E27FC236}">
                <a16:creationId xmlns:a16="http://schemas.microsoft.com/office/drawing/2014/main" id="{BB314554-23C4-4C5B-97CA-261CB845BB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69</a:t>
            </a:r>
          </a:p>
        </p:txBody>
      </p:sp>
    </p:spTree>
    <p:extLst>
      <p:ext uri="{BB962C8B-B14F-4D97-AF65-F5344CB8AC3E}">
        <p14:creationId xmlns:p14="http://schemas.microsoft.com/office/powerpoint/2010/main" val="1351099847"/>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95B5CD-501F-4F00-9F58-F778462613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5D8FAB-1309-4A81-AFA8-213C65E8CC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CC6DEA0-D006-497F-B2FE-C595A93791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D6DA968E-9DA1-4435-B354-1C489515C1A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393186-7B16-416F-B344-ED186BCCA59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3EA50CF-D401-4C64-80FE-A30CD39201F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Add 8 to the list. Trace the new total and count before running. What happens if total = 0 is moved inside the loop?</a:t>
            </a:r>
          </a:p>
        </p:txBody>
      </p:sp>
      <p:sp>
        <p:nvSpPr>
          <p:cNvPr id="7" name="">
            <a:extLst xmlns:a="http://schemas.openxmlformats.org/drawingml/2006/main">
              <a:ext uri="{FF2B5EF4-FFF2-40B4-BE49-F238E27FC236}">
                <a16:creationId xmlns:a16="http://schemas.microsoft.com/office/drawing/2014/main" id="{6C70AED3-FB65-40D2-AC64-1AFD6DA959A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Total 20, count 4, mean 5.0. Resetting inside the loop discards previous additions and leaves only the last value in total.</a:t>
            </a:r>
          </a:p>
        </p:txBody>
      </p:sp>
      <p:sp>
        <p:nvSpPr>
          <p:cNvPr id="8" name="">
            <a:extLst xmlns:a="http://schemas.openxmlformats.org/drawingml/2006/main">
              <a:ext uri="{FF2B5EF4-FFF2-40B4-BE49-F238E27FC236}">
                <a16:creationId xmlns:a16="http://schemas.microsoft.com/office/drawing/2014/main" id="{96748A05-0A66-4176-81EF-2DD798AC80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70</a:t>
            </a:r>
          </a:p>
        </p:txBody>
      </p:sp>
    </p:spTree>
    <p:extLst>
      <p:ext uri="{BB962C8B-B14F-4D97-AF65-F5344CB8AC3E}">
        <p14:creationId xmlns:p14="http://schemas.microsoft.com/office/powerpoint/2010/main" val="1415518203"/>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8E24365-078A-432F-84E6-123C4E4737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4BEB8D-4347-4983-82A7-A9CE27E71D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02EE09F-3CC8-48F9-B9D0-BBF8AB0ED8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4A2D7911-AD4E-49BD-9D39-065B383FEE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997E65-27B2-4C2B-BED8-61F9955F541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issued W04 notebook and its cohort CSV.</a:t>
            </a:r>
          </a:p>
        </p:txBody>
      </p:sp>
      <p:sp>
        <p:nvSpPr>
          <p:cNvPr id="6" name="">
            <a:extLst xmlns:a="http://schemas.openxmlformats.org/drawingml/2006/main">
              <a:ext uri="{FF2B5EF4-FFF2-40B4-BE49-F238E27FC236}">
                <a16:creationId xmlns:a16="http://schemas.microsoft.com/office/drawing/2014/main" id="{679A9AA9-586E-4D32-9B70-DB78C57CA77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59ED1C-6C18-4F9F-BFE6-37892511AC1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requested valid_count, mean_reading, above_limit and group_means using the exact names in the notebook.</a:t>
            </a:r>
          </a:p>
        </p:txBody>
      </p:sp>
      <p:sp>
        <p:nvSpPr>
          <p:cNvPr id="8" name="">
            <a:extLst xmlns:a="http://schemas.openxmlformats.org/drawingml/2006/main">
              <a:ext uri="{FF2B5EF4-FFF2-40B4-BE49-F238E27FC236}">
                <a16:creationId xmlns:a16="http://schemas.microsoft.com/office/drawing/2014/main" id="{5B5B0D3D-345A-4F59-8654-A7524C0398B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2270E17-6BEF-45E4-9B27-F7162EA7CD0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identify the correct field and its unit.</a:t>
            </a:r>
          </a:p>
        </p:txBody>
      </p:sp>
      <p:sp>
        <p:nvSpPr>
          <p:cNvPr id="10" name="">
            <a:extLst xmlns:a="http://schemas.openxmlformats.org/drawingml/2006/main">
              <a:ext uri="{FF2B5EF4-FFF2-40B4-BE49-F238E27FC236}">
                <a16:creationId xmlns:a16="http://schemas.microsoft.com/office/drawing/2014/main" id="{3427766C-7B11-4C08-9A98-E897D122299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ECA4CEC-4572-47BC-981F-D1797F6662D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beside the notebook locally or upload it into the Colab runtime.</a:t>
            </a:r>
          </a:p>
        </p:txBody>
      </p:sp>
      <p:sp>
        <p:nvSpPr>
          <p:cNvPr id="12" name="">
            <a:extLst xmlns:a="http://schemas.openxmlformats.org/drawingml/2006/main">
              <a:ext uri="{FF2B5EF4-FFF2-40B4-BE49-F238E27FC236}">
                <a16:creationId xmlns:a16="http://schemas.microsoft.com/office/drawing/2014/main" id="{E7CB78C6-B862-469E-B49B-2234C13476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71</a:t>
            </a:r>
          </a:p>
        </p:txBody>
      </p:sp>
    </p:spTree>
    <p:extLst>
      <p:ext uri="{BB962C8B-B14F-4D97-AF65-F5344CB8AC3E}">
        <p14:creationId xmlns:p14="http://schemas.microsoft.com/office/powerpoint/2010/main" val="1124648079"/>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2978A5-C73B-4EC3-9C3D-753A63629D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907161-F566-4FF2-BD81-998D937B50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3026887-6BA5-48E1-BB7A-6E28FA7BB3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1DD1F1CC-894F-4C3C-AE14-BD5B026AF0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755C5F-970C-4AE6-8E20-9D59968ABCE3}"/>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interpretation is practice.</a:t>
            </a:r>
          </a:p>
        </p:txBody>
      </p:sp>
      <p:sp>
        <p:nvSpPr>
          <p:cNvPr id="6" name="">
            <a:extLst xmlns:a="http://schemas.openxmlformats.org/drawingml/2006/main">
              <a:ext uri="{FF2B5EF4-FFF2-40B4-BE49-F238E27FC236}">
                <a16:creationId xmlns:a16="http://schemas.microsoft.com/office/drawing/2014/main" id="{B65213FE-0E35-4A3E-B94C-67FE929404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72</a:t>
            </a:r>
          </a:p>
        </p:txBody>
      </p:sp>
    </p:spTree>
    <p:extLst>
      <p:ext uri="{BB962C8B-B14F-4D97-AF65-F5344CB8AC3E}">
        <p14:creationId xmlns:p14="http://schemas.microsoft.com/office/powerpoint/2010/main" val="422647324"/>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1FBE185-CB6A-409E-AF49-38F18AEC36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82F98A-E248-4BD7-93CD-84DD288FBE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59CBEE5-33E8-40B5-8548-5AE5FE9C21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a:t>
            </a:r>
          </a:p>
        </p:txBody>
      </p:sp>
      <p:sp>
        <p:nvSpPr>
          <p:cNvPr id="4" name="">
            <a:extLst xmlns:a="http://schemas.openxmlformats.org/drawingml/2006/main">
              <a:ext uri="{FF2B5EF4-FFF2-40B4-BE49-F238E27FC236}">
                <a16:creationId xmlns:a16="http://schemas.microsoft.com/office/drawing/2014/main" id="{6E8A9FDB-B941-445B-8C2D-7A707CB2714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9AB278E-DACD-4DDB-9CEE-9FB8719D672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already consumes the header; skipping its first yielded row skips real data.</a:t>
            </a:r>
          </a:p>
        </p:txBody>
      </p:sp>
      <p:sp>
        <p:nvSpPr>
          <p:cNvPr id="6" name="">
            <a:extLst xmlns:a="http://schemas.openxmlformats.org/drawingml/2006/main">
              <a:ext uri="{FF2B5EF4-FFF2-40B4-BE49-F238E27FC236}">
                <a16:creationId xmlns:a16="http://schemas.microsoft.com/office/drawing/2014/main" id="{B3E97D03-6037-44AE-9DCE-904C5D75F22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29EBC9-8E30-4B34-ABD9-70B992D115F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string such as "unknown" cannot be converted to float.</a:t>
            </a:r>
          </a:p>
        </p:txBody>
      </p:sp>
      <p:sp>
        <p:nvSpPr>
          <p:cNvPr id="8" name="">
            <a:extLst xmlns:a="http://schemas.openxmlformats.org/drawingml/2006/main">
              <a:ext uri="{FF2B5EF4-FFF2-40B4-BE49-F238E27FC236}">
                <a16:creationId xmlns:a16="http://schemas.microsoft.com/office/drawing/2014/main" id="{6041411A-2BDC-4FA4-89D0-F631DF77950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E52D449-CC9A-48C6-BD60-A3B386532D3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Catch the expected conversion error, count and record it, then continue under a stated policy.</a:t>
            </a:r>
          </a:p>
        </p:txBody>
      </p:sp>
      <p:sp>
        <p:nvSpPr>
          <p:cNvPr id="10" name="">
            <a:extLst xmlns:a="http://schemas.openxmlformats.org/drawingml/2006/main">
              <a:ext uri="{FF2B5EF4-FFF2-40B4-BE49-F238E27FC236}">
                <a16:creationId xmlns:a16="http://schemas.microsoft.com/office/drawing/2014/main" id="{39E18E57-D892-459F-B189-8BCA76E368D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EDB68D5-0BD2-4994-8EB4-24DFAE61684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whether skipped rows share a source before reporting a mean.</a:t>
            </a:r>
          </a:p>
        </p:txBody>
      </p:sp>
      <p:sp>
        <p:nvSpPr>
          <p:cNvPr id="12" name="">
            <a:extLst xmlns:a="http://schemas.openxmlformats.org/drawingml/2006/main">
              <a:ext uri="{FF2B5EF4-FFF2-40B4-BE49-F238E27FC236}">
                <a16:creationId xmlns:a16="http://schemas.microsoft.com/office/drawing/2014/main" id="{C2F2B974-B390-4918-88C8-3227141C1F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73</a:t>
            </a:r>
          </a:p>
        </p:txBody>
      </p:sp>
    </p:spTree>
    <p:extLst>
      <p:ext uri="{BB962C8B-B14F-4D97-AF65-F5344CB8AC3E}">
        <p14:creationId xmlns:p14="http://schemas.microsoft.com/office/powerpoint/2010/main" val="1334027562"/>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516B00-2191-406A-A67F-6CE3093CF2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658AC9-2FF8-499A-8E0A-B50217866B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897689-1113-41A1-BD82-F5CB6BF9D2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 continued</a:t>
            </a:r>
          </a:p>
        </p:txBody>
      </p:sp>
      <p:sp>
        <p:nvSpPr>
          <p:cNvPr id="4" name="">
            <a:extLst xmlns:a="http://schemas.openxmlformats.org/drawingml/2006/main">
              <a:ext uri="{FF2B5EF4-FFF2-40B4-BE49-F238E27FC236}">
                <a16:creationId xmlns:a16="http://schemas.microsoft.com/office/drawing/2014/main" id="{7E5135B1-BF61-4643-9CD2-8AF488ED9B4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BC41EA-B6C1-4E11-B098-AFB01D6EF67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sample summary describes observed records, not every possible operating condition.</a:t>
            </a:r>
          </a:p>
        </p:txBody>
      </p:sp>
      <p:sp>
        <p:nvSpPr>
          <p:cNvPr id="6" name="">
            <a:extLst xmlns:a="http://schemas.openxmlformats.org/drawingml/2006/main">
              <a:ext uri="{FF2B5EF4-FFF2-40B4-BE49-F238E27FC236}">
                <a16:creationId xmlns:a16="http://schemas.microsoft.com/office/drawing/2014/main" id="{9622B3F2-57B8-4A70-9F5C-81EF678557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74</a:t>
            </a:r>
          </a:p>
        </p:txBody>
      </p:sp>
    </p:spTree>
    <p:extLst>
      <p:ext uri="{BB962C8B-B14F-4D97-AF65-F5344CB8AC3E}">
        <p14:creationId xmlns:p14="http://schemas.microsoft.com/office/powerpoint/2010/main" val="591964139"/>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A7B916B-18E1-4701-8368-1BAEC4C652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3C5B2A-6A19-4CAA-AAE1-6F4418ACD8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2D18631-D7A4-430D-BBB9-B456B69EC6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1C9A148D-7182-4520-8DBC-C5559200C4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15184F9-B24C-400F-8FEA-106D49981F4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E8500B58-D8D4-4EAE-B19C-4C5FC1524C1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C8559A-DCBE-4989-980C-95192679139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C7E4C777-6B46-45E5-AA6A-69EC5B15B50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F12581-2452-49A5-9D7C-167FDA4E44F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7C9E837A-3298-483B-A9DA-1D44F89CAC7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4F973F2-63BA-44AB-BF6E-C49B447AEEC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96183281-3097-4457-AED6-FD01C8793E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75</a:t>
            </a:r>
          </a:p>
        </p:txBody>
      </p:sp>
    </p:spTree>
    <p:extLst>
      <p:ext uri="{BB962C8B-B14F-4D97-AF65-F5344CB8AC3E}">
        <p14:creationId xmlns:p14="http://schemas.microsoft.com/office/powerpoint/2010/main" val="173938639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872AF4-1A7D-4A4C-9FA2-29CE4E4081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132B71-7405-4772-8A83-8498A0F06C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0663D6-3531-4853-A866-7C64CE54DA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3DBB1485-ACF1-44EA-AB3B-F0C88C19789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210DE1-C47F-497A-BAB1-FD77273A782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38BE3A1-C3D8-4E54-AC58-3264B9F521D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rate_of_penetration field is nonblank.</a:t>
            </a:r>
          </a:p>
        </p:txBody>
      </p:sp>
      <p:sp>
        <p:nvSpPr>
          <p:cNvPr id="7" name="">
            <a:extLst xmlns:a="http://schemas.openxmlformats.org/drawingml/2006/main">
              <a:ext uri="{FF2B5EF4-FFF2-40B4-BE49-F238E27FC236}">
                <a16:creationId xmlns:a16="http://schemas.microsoft.com/office/drawing/2014/main" id="{C6AE2489-3A00-4A6E-8F7F-C8EE996CBE2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B65F3A62-FED4-4E42-A2AB-B5E3E96B0C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76</a:t>
            </a:r>
          </a:p>
        </p:txBody>
      </p:sp>
    </p:spTree>
    <p:extLst>
      <p:ext uri="{BB962C8B-B14F-4D97-AF65-F5344CB8AC3E}">
        <p14:creationId xmlns:p14="http://schemas.microsoft.com/office/powerpoint/2010/main" val="615388864"/>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5CC55A-7360-4ECB-BFD8-8A67929C05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59D588-A495-4BA9-BF6C-B92BFC0C46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EDC062E-A941-41AC-95D2-4C82EF3ADB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1DED8A2B-DB6C-4CF8-8E8D-4D0256A3DA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45BAC8F-2FF1-4D56-A72A-8872D4367D0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rate_of_penetration values as a number.</a:t>
            </a:r>
          </a:p>
        </p:txBody>
      </p:sp>
      <p:sp>
        <p:nvSpPr>
          <p:cNvPr id="6" name="">
            <a:extLst xmlns:a="http://schemas.openxmlformats.org/drawingml/2006/main">
              <a:ext uri="{FF2B5EF4-FFF2-40B4-BE49-F238E27FC236}">
                <a16:creationId xmlns:a16="http://schemas.microsoft.com/office/drawing/2014/main" id="{6CD54DDD-D1DE-4BAE-AF07-BAE1117B389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6A2472-F490-477A-8843-58E4F6ADC02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1116FB24-227F-4162-9339-5E9C7B4DBF7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85D69E-AC0F-4409-BE14-ACD85EB7F8D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588679D2-2F42-4B13-B242-8FF3682128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77</a:t>
            </a:r>
          </a:p>
        </p:txBody>
      </p:sp>
    </p:spTree>
    <p:extLst>
      <p:ext uri="{BB962C8B-B14F-4D97-AF65-F5344CB8AC3E}">
        <p14:creationId xmlns:p14="http://schemas.microsoft.com/office/powerpoint/2010/main" val="892496875"/>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A1B34D-F9C7-4EB5-A603-0266F66196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37481E-3E28-4914-8B11-EF66FF6895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588F26-8804-4DAB-A055-CE76BC16B0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864EB424-4B87-4D29-B9FB-ACC6C798042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6EAA04-F08B-42B2-9400-923FF9D5C87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C9F0076-E435-4752-80C9-45912CE60EF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rate_of_penetration readings strictly greater than 8.0.</a:t>
            </a:r>
          </a:p>
        </p:txBody>
      </p:sp>
      <p:sp>
        <p:nvSpPr>
          <p:cNvPr id="7" name="">
            <a:extLst xmlns:a="http://schemas.openxmlformats.org/drawingml/2006/main">
              <a:ext uri="{FF2B5EF4-FFF2-40B4-BE49-F238E27FC236}">
                <a16:creationId xmlns:a16="http://schemas.microsoft.com/office/drawing/2014/main" id="{9F5EA620-43A0-46DB-BF19-270EC02AEBF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E7C1354E-7780-4C4B-B39E-F83D300556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78</a:t>
            </a:r>
          </a:p>
        </p:txBody>
      </p:sp>
    </p:spTree>
    <p:extLst>
      <p:ext uri="{BB962C8B-B14F-4D97-AF65-F5344CB8AC3E}">
        <p14:creationId xmlns:p14="http://schemas.microsoft.com/office/powerpoint/2010/main" val="1524870294"/>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499F4C-7966-427A-B8DB-69FF4AD729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B776CD-B627-4AE7-A639-AE89BBF67D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F13577-A778-45C7-9DD3-99E320C5F6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6B9DBBC0-D522-461E-84CF-571F5D3595C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BED4F8-EE8E-410D-B164-5553AD9CE06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bit_type labels and whose values are the mean valid rate_of_penetration readings within each group.</a:t>
            </a:r>
          </a:p>
        </p:txBody>
      </p:sp>
      <p:sp>
        <p:nvSpPr>
          <p:cNvPr id="6" name="">
            <a:extLst xmlns:a="http://schemas.openxmlformats.org/drawingml/2006/main">
              <a:ext uri="{FF2B5EF4-FFF2-40B4-BE49-F238E27FC236}">
                <a16:creationId xmlns:a16="http://schemas.microsoft.com/office/drawing/2014/main" id="{B69FCE00-3B49-4810-833D-5E09AAE20B0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5C215A-4427-499C-A008-788A6529737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065E8C6F-AB68-4B16-9B21-41B38A62452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B802462-4D6E-447D-A43C-B55FFC803DA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F6FBA7A1-DB11-4918-B167-262AE73B0A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79</a:t>
            </a:r>
          </a:p>
        </p:txBody>
      </p:sp>
    </p:spTree>
    <p:extLst>
      <p:ext uri="{BB962C8B-B14F-4D97-AF65-F5344CB8AC3E}">
        <p14:creationId xmlns:p14="http://schemas.microsoft.com/office/powerpoint/2010/main" val="446582762"/>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D3D3D78-2FF0-4743-86F4-B618305246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1395FD-E5BB-40E5-99D3-09880912E6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8FB1F2-CB5B-407A-A324-1CA94F538B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82D60CC8-33C7-410C-8FA9-07DCE0BFE2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034236-E427-4561-8AB4-930B460BC20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65E34629-2249-41D0-B78B-6FCA61184BF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BE58EC-217A-481D-B5AC-0E9C07F3F2D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BEC8F104-6EA6-4EE2-B761-F1F4A3A51F7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CE1B24-7770-4947-9BA6-F6C1AFDB256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rate_of_penetration values must be skipped in numerical summaries.</a:t>
            </a:r>
          </a:p>
        </p:txBody>
      </p:sp>
      <p:sp>
        <p:nvSpPr>
          <p:cNvPr id="10" name="">
            <a:extLst xmlns:a="http://schemas.openxmlformats.org/drawingml/2006/main">
              <a:ext uri="{FF2B5EF4-FFF2-40B4-BE49-F238E27FC236}">
                <a16:creationId xmlns:a16="http://schemas.microsoft.com/office/drawing/2014/main" id="{8172A3C1-8D3D-440B-A174-BBD0EBC2F2A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013CFD1-172D-4182-ABD3-513AEACE5F0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8.0 is a teaching assumption.</a:t>
            </a:r>
          </a:p>
        </p:txBody>
      </p:sp>
      <p:sp>
        <p:nvSpPr>
          <p:cNvPr id="12" name="">
            <a:extLst xmlns:a="http://schemas.openxmlformats.org/drawingml/2006/main">
              <a:ext uri="{FF2B5EF4-FFF2-40B4-BE49-F238E27FC236}">
                <a16:creationId xmlns:a16="http://schemas.microsoft.com/office/drawing/2014/main" id="{FE6E8DC0-A960-4FF2-8966-B3AF06A69A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80</a:t>
            </a:r>
          </a:p>
        </p:txBody>
      </p:sp>
    </p:spTree>
    <p:extLst>
      <p:ext uri="{BB962C8B-B14F-4D97-AF65-F5344CB8AC3E}">
        <p14:creationId xmlns:p14="http://schemas.microsoft.com/office/powerpoint/2010/main" val="327572903"/>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BA71EC9-1080-4621-A4AD-61A2355E06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067334-EB46-40BE-B4A0-F190C4EEDE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937DECE-3741-4E11-B22A-2F45FD1B87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A1A6F605-DFA5-49CA-8E19-38EC5FD1A2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53E6965-FE92-4546-8568-B70800FF42E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8.0) and group_means keyed by bit_type.</a:t>
            </a:r>
          </a:p>
        </p:txBody>
      </p:sp>
      <p:sp>
        <p:nvSpPr>
          <p:cNvPr id="6" name="">
            <a:extLst xmlns:a="http://schemas.openxmlformats.org/drawingml/2006/main">
              <a:ext uri="{FF2B5EF4-FFF2-40B4-BE49-F238E27FC236}">
                <a16:creationId xmlns:a16="http://schemas.microsoft.com/office/drawing/2014/main" id="{C3274B6F-0427-4B5E-9AE8-FC7AC73EF49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226BA53-9ABE-4ED5-88CC-EE28363B5F0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2304A52E-7499-46D9-9713-BC45344A1D5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06B9AB-B089-4636-AC65-63D1F63B800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FD84A007-7B66-4D70-AA95-6C07F384CB1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07EA02F-B19E-4AFB-984C-ED7DAA4E72C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0446BFFF-BFD2-4CA8-B359-83414706D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81</a:t>
            </a:r>
          </a:p>
        </p:txBody>
      </p:sp>
    </p:spTree>
    <p:extLst>
      <p:ext uri="{BB962C8B-B14F-4D97-AF65-F5344CB8AC3E}">
        <p14:creationId xmlns:p14="http://schemas.microsoft.com/office/powerpoint/2010/main" val="1194888603"/>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7BDDB88-0E0B-425E-8276-2F243548BE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AB2C58-394B-4E11-BE73-C5AB33E4DB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0DA0A5-394B-47ED-8A2A-06C492ECA1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E32325C2-E7AE-42EB-AC48-C3AEF9305A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C0C4B4-0973-4198-A6D5-D4D482E8496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AD8567A3-4673-429E-8AB8-AAF24B580EE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BCFAAFA-99BF-44FE-B496-822864079FA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143650BE-AC61-429E-83EB-EF6E7E8BE35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BC7FA2-F587-48DB-8E8F-3705171D691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EE8647C2-554F-45BD-8E84-3E8FD2D2C14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AC5ABA9-65C3-4DC0-AFDD-3F1EA41C9BC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38F0805D-F48D-4717-BEAC-203D22BF8B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82</a:t>
            </a:r>
          </a:p>
        </p:txBody>
      </p:sp>
    </p:spTree>
    <p:extLst>
      <p:ext uri="{BB962C8B-B14F-4D97-AF65-F5344CB8AC3E}">
        <p14:creationId xmlns:p14="http://schemas.microsoft.com/office/powerpoint/2010/main" val="1246958397"/>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7C391C6-037C-4E38-81A1-E2EAAD2A5A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6D331D-5F68-4549-93EC-3787BAD7CA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89DC2D8C-3E86-4838-80E5-B9BFC7A3B9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D287F227-C7A0-4D88-B978-6AB210FFB9C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B144A0-2D54-4E81-B265-2E5248CCB5B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02 Oct 2026, 08:00 Kampala</a:t>
            </a:r>
          </a:p>
        </p:txBody>
      </p:sp>
      <p:sp>
        <p:nvSpPr>
          <p:cNvPr id="6" name="">
            <a:extLst xmlns:a="http://schemas.openxmlformats.org/drawingml/2006/main">
              <a:ext uri="{FF2B5EF4-FFF2-40B4-BE49-F238E27FC236}">
                <a16:creationId xmlns:a16="http://schemas.microsoft.com/office/drawing/2014/main" id="{46274543-6FAF-49B4-A87D-5D61A90F797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21F3A3-840F-48E6-8B19-3D935C44158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09 Oct 2026, 08:00 Kampala</a:t>
            </a:r>
          </a:p>
        </p:txBody>
      </p:sp>
      <p:sp>
        <p:nvSpPr>
          <p:cNvPr id="8" name="">
            <a:extLst xmlns:a="http://schemas.openxmlformats.org/drawingml/2006/main">
              <a:ext uri="{FF2B5EF4-FFF2-40B4-BE49-F238E27FC236}">
                <a16:creationId xmlns:a16="http://schemas.microsoft.com/office/drawing/2014/main" id="{4B0FC856-1440-42CD-86F6-17B1F8F205B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9E1795-49EF-4C0C-B40A-CB4C4C06ADA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83179B9-B707-452D-8659-3244107A94F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A1D2A77-15FA-4E69-B719-CD40EFC730C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4B95B340-7977-4C37-A54A-7541023DDD1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8B97236-E775-4467-BE52-CB9223DF02E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6610cf9a2aa4813"/>
              </a:rPr>
              <a:t>Open W04 assignment form</a:t>
            </a:r>
          </a:p>
        </p:txBody>
      </p:sp>
      <p:sp>
        <p:nvSpPr>
          <p:cNvPr id="14" name="">
            <a:extLst xmlns:a="http://schemas.openxmlformats.org/drawingml/2006/main">
              <a:ext uri="{FF2B5EF4-FFF2-40B4-BE49-F238E27FC236}">
                <a16:creationId xmlns:a16="http://schemas.microsoft.com/office/drawing/2014/main" id="{9000448E-9359-4DE8-A0C1-5072BFD3479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https://docs.google.com/forms/d/e/1FAIpQLSenqAHKxNgzxWHIR41scC7h5WAxcs8D9wOyXYjIQ_ulbGpPCw/viewform</a:t>
            </a:r>
          </a:p>
        </p:txBody>
      </p:sp>
      <p:sp>
        <p:nvSpPr>
          <p:cNvPr id="15" name="">
            <a:extLst xmlns:a="http://schemas.openxmlformats.org/drawingml/2006/main">
              <a:ext uri="{FF2B5EF4-FFF2-40B4-BE49-F238E27FC236}">
                <a16:creationId xmlns:a16="http://schemas.microsoft.com/office/drawing/2014/main" id="{5D707528-806F-4C98-B7A0-D3FD113C7B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83</a:t>
            </a:r>
          </a:p>
        </p:txBody>
      </p:sp>
    </p:spTree>
    <p:extLst>
      <p:ext uri="{BB962C8B-B14F-4D97-AF65-F5344CB8AC3E}">
        <p14:creationId xmlns:p14="http://schemas.microsoft.com/office/powerpoint/2010/main" val="1830676928"/>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63871CC-B315-40D2-9C60-D8B416BC7F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539526-EE03-4743-ABD3-6607C89571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889E7575-D343-4075-B3E4-76A01EB65D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60FB3C07-F28C-4108-A8CF-8E924918093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29850B2-9A9D-4E28-BE07-F43324920BF9}"/>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E6C4F3B-7000-498F-8C11-14DC1CDC96C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85ED802-1CEE-4C2F-8942-483FF1043FA1}"/>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173DC123-C2D1-40E9-8222-105F78386C4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F307EF8-F77B-40A1-8B47-64FD2DA659E2}"/>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D2A2250B-9255-4210-AA42-AC2172CB5C0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4B47C10-076C-455B-A236-9A1D4B2E64A7}"/>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5115ea10c5b464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ECE7AF9-7B58-48A1-B870-EC21262C767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664F6F1-3B88-4D5F-9AF5-36BD73994E1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076BF31-51AC-4D82-A45C-D057B2B92CA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c420ec8e1854eb8"/>
              </a:rPr>
              <a:t>Open this week’s quiz</a:t>
            </a:r>
          </a:p>
        </p:txBody>
      </p:sp>
      <p:sp>
        <p:nvSpPr>
          <p:cNvPr id="16" name="">
            <a:extLst xmlns:a="http://schemas.openxmlformats.org/drawingml/2006/main">
              <a:ext uri="{FF2B5EF4-FFF2-40B4-BE49-F238E27FC236}">
                <a16:creationId xmlns:a16="http://schemas.microsoft.com/office/drawing/2014/main" id="{F5700423-F6F5-4C6E-8D9B-92D1BCB7D50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https://forms.gle/YbPS4yzALy4tB1YM7</a:t>
            </a:r>
          </a:p>
        </p:txBody>
      </p:sp>
      <p:sp>
        <p:nvSpPr>
          <p:cNvPr id="17" name="">
            <a:extLst xmlns:a="http://schemas.openxmlformats.org/drawingml/2006/main">
              <a:ext uri="{FF2B5EF4-FFF2-40B4-BE49-F238E27FC236}">
                <a16:creationId xmlns:a16="http://schemas.microsoft.com/office/drawing/2014/main" id="{30D35093-54A0-465D-B057-CF9E6926E2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84</a:t>
            </a:r>
          </a:p>
        </p:txBody>
      </p:sp>
    </p:spTree>
    <p:extLst>
      <p:ext uri="{BB962C8B-B14F-4D97-AF65-F5344CB8AC3E}">
        <p14:creationId xmlns:p14="http://schemas.microsoft.com/office/powerpoint/2010/main" val="2082946229"/>
      </p:ext>
    </p:extLst>
  </p:cSld>
</p:sld>
</file>

<file path=ppt/slides/slide8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FDBFD3-0E5E-4B68-940A-334B3A206B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E889399-EBE9-4D2E-8176-31160B454E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FFDA8FBB-DB32-49A7-AC4A-2A590ACFBC1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8D572C3-1AAD-4BEE-98F6-088CFB24E3C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56155409-B38A-41E9-A359-2F5A1E92E562}"/>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CD57207-A541-42A2-B985-982B6FE5ED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4   85</a:t>
            </a:r>
          </a:p>
        </p:txBody>
      </p:sp>
    </p:spTree>
    <p:extLst>
      <p:ext uri="{BB962C8B-B14F-4D97-AF65-F5344CB8AC3E}">
        <p14:creationId xmlns:p14="http://schemas.microsoft.com/office/powerpoint/2010/main" val="8645927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2026-09-28T21:45:40.7510000Z</dcterms:created>
  <dcterms:modified xsi:type="dcterms:W3CDTF">2026-09-28T21:45:40.7510000Z</dcterms:modified>
</coreProperties>
</file>