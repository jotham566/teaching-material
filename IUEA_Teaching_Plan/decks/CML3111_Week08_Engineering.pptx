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59c7f506f74934" /><Relationship Type="http://schemas.openxmlformats.org/officeDocument/2006/relationships/extended-properties" Target="/docProps/app.xml" Id="R9919659bee9b4e76" /><Relationship Type="http://schemas.openxmlformats.org/officeDocument/2006/relationships/officeDocument" Target="/ppt/presentation.xml" Id="R922616a54e0c4f7f" /></Relationships>
</file>

<file path=ppt/presentation.xml><?xml version="1.0" encoding="utf-8"?>
<p:presentation xmlns:p="http://schemas.openxmlformats.org/presentationml/2006/main">
  <p:sldMasterIdLst>
    <p:sldMasterId xmlns:r="http://schemas.openxmlformats.org/officeDocument/2006/relationships" id="2147483648" r:id="R802203786dda4cb9"/>
  </p:sldMasterIdLst>
  <p:notesMasterIdLst>
    <p:notesMasterId xmlns:r="http://schemas.openxmlformats.org/officeDocument/2006/relationships" r:id="R11380381b9fd410a"/>
  </p:notesMasterIdLst>
  <p:sldIdLst>
    <p:sldId xmlns:r="http://schemas.openxmlformats.org/officeDocument/2006/relationships" id="256" r:id="R9b51b3200bc040d1"/>
    <p:sldId xmlns:r="http://schemas.openxmlformats.org/officeDocument/2006/relationships" id="257" r:id="R0bdda8e94e3546c1"/>
    <p:sldId xmlns:r="http://schemas.openxmlformats.org/officeDocument/2006/relationships" id="258" r:id="Rd5da80d64622488e"/>
    <p:sldId xmlns:r="http://schemas.openxmlformats.org/officeDocument/2006/relationships" id="259" r:id="R5f83e9544aa148ae"/>
    <p:sldId xmlns:r="http://schemas.openxmlformats.org/officeDocument/2006/relationships" id="260" r:id="R06c51b03dff54509"/>
    <p:sldId xmlns:r="http://schemas.openxmlformats.org/officeDocument/2006/relationships" id="261" r:id="R77a29c87aee34727"/>
    <p:sldId xmlns:r="http://schemas.openxmlformats.org/officeDocument/2006/relationships" id="262" r:id="R9480b8e846194fac"/>
    <p:sldId xmlns:r="http://schemas.openxmlformats.org/officeDocument/2006/relationships" id="263" r:id="R28967ac29ee2474d"/>
    <p:sldId xmlns:r="http://schemas.openxmlformats.org/officeDocument/2006/relationships" id="264" r:id="Rce2545f0e81e484c"/>
    <p:sldId xmlns:r="http://schemas.openxmlformats.org/officeDocument/2006/relationships" id="265" r:id="R3fa4ead433084345"/>
    <p:sldId xmlns:r="http://schemas.openxmlformats.org/officeDocument/2006/relationships" id="266" r:id="R7e0d1cf538244b88"/>
    <p:sldId xmlns:r="http://schemas.openxmlformats.org/officeDocument/2006/relationships" id="267" r:id="R9a4bf7e2f6b14e7d"/>
    <p:sldId xmlns:r="http://schemas.openxmlformats.org/officeDocument/2006/relationships" id="268" r:id="Re0958646cec243d4"/>
    <p:sldId xmlns:r="http://schemas.openxmlformats.org/officeDocument/2006/relationships" id="269" r:id="R7465fafc597c4f28"/>
    <p:sldId xmlns:r="http://schemas.openxmlformats.org/officeDocument/2006/relationships" id="270" r:id="R70f77c1422c24f0e"/>
    <p:sldId xmlns:r="http://schemas.openxmlformats.org/officeDocument/2006/relationships" id="271" r:id="R526f673a37c74ce8"/>
    <p:sldId xmlns:r="http://schemas.openxmlformats.org/officeDocument/2006/relationships" id="272" r:id="Rf6dde681c697419b"/>
    <p:sldId xmlns:r="http://schemas.openxmlformats.org/officeDocument/2006/relationships" id="273" r:id="R880cc2ac6a834635"/>
    <p:sldId xmlns:r="http://schemas.openxmlformats.org/officeDocument/2006/relationships" id="274" r:id="R217ce07c58624ca0"/>
    <p:sldId xmlns:r="http://schemas.openxmlformats.org/officeDocument/2006/relationships" id="275" r:id="R1d0131d80eb14ecc"/>
    <p:sldId xmlns:r="http://schemas.openxmlformats.org/officeDocument/2006/relationships" id="276" r:id="R1eb157da81cf4a83"/>
    <p:sldId xmlns:r="http://schemas.openxmlformats.org/officeDocument/2006/relationships" id="277" r:id="R7360e267fbdc4766"/>
    <p:sldId xmlns:r="http://schemas.openxmlformats.org/officeDocument/2006/relationships" id="278" r:id="Rd97734ad6eb84f0d"/>
    <p:sldId xmlns:r="http://schemas.openxmlformats.org/officeDocument/2006/relationships" id="279" r:id="R9c7ec935b7c24c5e"/>
    <p:sldId xmlns:r="http://schemas.openxmlformats.org/officeDocument/2006/relationships" id="280" r:id="Rfebc435162484848"/>
    <p:sldId xmlns:r="http://schemas.openxmlformats.org/officeDocument/2006/relationships" id="281" r:id="R81eb25d87cd84d33"/>
    <p:sldId xmlns:r="http://schemas.openxmlformats.org/officeDocument/2006/relationships" id="282" r:id="Ra586dffabf27440f"/>
    <p:sldId xmlns:r="http://schemas.openxmlformats.org/officeDocument/2006/relationships" id="283" r:id="Rd10c3fde34fa4a96"/>
    <p:sldId xmlns:r="http://schemas.openxmlformats.org/officeDocument/2006/relationships" id="284" r:id="Rc8201555005c480d"/>
    <p:sldId xmlns:r="http://schemas.openxmlformats.org/officeDocument/2006/relationships" id="285" r:id="R6c41879fc2b349f1"/>
    <p:sldId xmlns:r="http://schemas.openxmlformats.org/officeDocument/2006/relationships" id="286" r:id="R77552c5546ca4922"/>
    <p:sldId xmlns:r="http://schemas.openxmlformats.org/officeDocument/2006/relationships" id="287" r:id="Rc644d3cd8e7e44d0"/>
    <p:sldId xmlns:r="http://schemas.openxmlformats.org/officeDocument/2006/relationships" id="288" r:id="R6b0aae3820514b2e"/>
    <p:sldId xmlns:r="http://schemas.openxmlformats.org/officeDocument/2006/relationships" id="289" r:id="Rcf159179ea524010"/>
    <p:sldId xmlns:r="http://schemas.openxmlformats.org/officeDocument/2006/relationships" id="290" r:id="R634ea51b96524c27"/>
    <p:sldId xmlns:r="http://schemas.openxmlformats.org/officeDocument/2006/relationships" id="291" r:id="Re68fbb3f59b144fc"/>
    <p:sldId xmlns:r="http://schemas.openxmlformats.org/officeDocument/2006/relationships" id="292" r:id="R5bcc8210afac4e20"/>
    <p:sldId xmlns:r="http://schemas.openxmlformats.org/officeDocument/2006/relationships" id="293" r:id="R7e3a7b6bd0a14e56"/>
    <p:sldId xmlns:r="http://schemas.openxmlformats.org/officeDocument/2006/relationships" id="294" r:id="Rf75162fcdcd74d60"/>
    <p:sldId xmlns:r="http://schemas.openxmlformats.org/officeDocument/2006/relationships" id="295" r:id="R40cc1fc80e884970"/>
    <p:sldId xmlns:r="http://schemas.openxmlformats.org/officeDocument/2006/relationships" id="296" r:id="R864f5b94d94e4eba"/>
    <p:sldId xmlns:r="http://schemas.openxmlformats.org/officeDocument/2006/relationships" id="297" r:id="R0587c90d5ee34494"/>
    <p:sldId xmlns:r="http://schemas.openxmlformats.org/officeDocument/2006/relationships" id="298" r:id="Rabc33448bae54163"/>
    <p:sldId xmlns:r="http://schemas.openxmlformats.org/officeDocument/2006/relationships" id="299" r:id="R539f827293eb4a99"/>
    <p:sldId xmlns:r="http://schemas.openxmlformats.org/officeDocument/2006/relationships" id="300" r:id="Ra8fd4ec76e5b49b1"/>
    <p:sldId xmlns:r="http://schemas.openxmlformats.org/officeDocument/2006/relationships" id="301" r:id="Rdd9828b83f1c4ab4"/>
    <p:sldId xmlns:r="http://schemas.openxmlformats.org/officeDocument/2006/relationships" id="302" r:id="R7cc8a8dbe1194e28"/>
    <p:sldId xmlns:r="http://schemas.openxmlformats.org/officeDocument/2006/relationships" id="303" r:id="Rb6ed20559cc34f75"/>
    <p:sldId xmlns:r="http://schemas.openxmlformats.org/officeDocument/2006/relationships" id="304" r:id="R4f302e3f0f544894"/>
    <p:sldId xmlns:r="http://schemas.openxmlformats.org/officeDocument/2006/relationships" id="305" r:id="R18500b9dd4a54427"/>
    <p:sldId xmlns:r="http://schemas.openxmlformats.org/officeDocument/2006/relationships" id="306" r:id="R3b93f9b8c3f848ca"/>
    <p:sldId xmlns:r="http://schemas.openxmlformats.org/officeDocument/2006/relationships" id="307" r:id="Ra747c32fde2a4a01"/>
    <p:sldId xmlns:r="http://schemas.openxmlformats.org/officeDocument/2006/relationships" id="308" r:id="Re96f4ee8d4874442"/>
    <p:sldId xmlns:r="http://schemas.openxmlformats.org/officeDocument/2006/relationships" id="309" r:id="Rbb25029ef3ae40ff"/>
    <p:sldId xmlns:r="http://schemas.openxmlformats.org/officeDocument/2006/relationships" id="310" r:id="Rab9f959f26b84e00"/>
    <p:sldId xmlns:r="http://schemas.openxmlformats.org/officeDocument/2006/relationships" id="311" r:id="R037294c4e8334314"/>
    <p:sldId xmlns:r="http://schemas.openxmlformats.org/officeDocument/2006/relationships" id="312" r:id="Rfca34ba400a740e0"/>
    <p:sldId xmlns:r="http://schemas.openxmlformats.org/officeDocument/2006/relationships" id="313" r:id="R6982379fb6f845b3"/>
    <p:sldId xmlns:r="http://schemas.openxmlformats.org/officeDocument/2006/relationships" id="314" r:id="R89b84514a5554c00"/>
    <p:sldId xmlns:r="http://schemas.openxmlformats.org/officeDocument/2006/relationships" id="315" r:id="R1468cd39ae154f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f319aa73f64ed5" /><Relationship Type="http://schemas.openxmlformats.org/officeDocument/2006/relationships/slideMaster" Target="/ppt/slideMasters/slideMaster1.xml" Id="R802203786dda4cb9" /><Relationship Type="http://schemas.openxmlformats.org/officeDocument/2006/relationships/notesMaster" Target="/ppt/notesMasters/notesMaster1.xml" Id="R11380381b9fd410a" /><Relationship Type="http://schemas.openxmlformats.org/officeDocument/2006/relationships/presProps" Target="/ppt/presProps.xml" Id="R81f6fd321a1f4f6d" /><Relationship Type="http://schemas.openxmlformats.org/officeDocument/2006/relationships/tableStyles" Target="/ppt/tableStyles.xml" Id="Rcf2f40eb0caf4f6c" /><Relationship Type="http://schemas.openxmlformats.org/officeDocument/2006/relationships/slide" Target="/ppt/slides/slide1.xml" Id="R9b51b3200bc040d1" /><Relationship Type="http://schemas.openxmlformats.org/officeDocument/2006/relationships/slide" Target="/ppt/slides/slide2.xml" Id="R0bdda8e94e3546c1" /><Relationship Type="http://schemas.openxmlformats.org/officeDocument/2006/relationships/slide" Target="/ppt/slides/slide3.xml" Id="Rd5da80d64622488e" /><Relationship Type="http://schemas.openxmlformats.org/officeDocument/2006/relationships/slide" Target="/ppt/slides/slide4.xml" Id="R5f83e9544aa148ae" /><Relationship Type="http://schemas.openxmlformats.org/officeDocument/2006/relationships/slide" Target="/ppt/slides/slide5.xml" Id="R06c51b03dff54509" /><Relationship Type="http://schemas.openxmlformats.org/officeDocument/2006/relationships/slide" Target="/ppt/slides/slide6.xml" Id="R77a29c87aee34727" /><Relationship Type="http://schemas.openxmlformats.org/officeDocument/2006/relationships/slide" Target="/ppt/slides/slide7.xml" Id="R9480b8e846194fac" /><Relationship Type="http://schemas.openxmlformats.org/officeDocument/2006/relationships/slide" Target="/ppt/slides/slide8.xml" Id="R28967ac29ee2474d" /><Relationship Type="http://schemas.openxmlformats.org/officeDocument/2006/relationships/slide" Target="/ppt/slides/slide9.xml" Id="Rce2545f0e81e484c" /><Relationship Type="http://schemas.openxmlformats.org/officeDocument/2006/relationships/slide" Target="/ppt/slides/slide10.xml" Id="R3fa4ead433084345" /><Relationship Type="http://schemas.openxmlformats.org/officeDocument/2006/relationships/slide" Target="/ppt/slides/slide11.xml" Id="R7e0d1cf538244b88" /><Relationship Type="http://schemas.openxmlformats.org/officeDocument/2006/relationships/slide" Target="/ppt/slides/slide12.xml" Id="R9a4bf7e2f6b14e7d" /><Relationship Type="http://schemas.openxmlformats.org/officeDocument/2006/relationships/slide" Target="/ppt/slides/slide13.xml" Id="Re0958646cec243d4" /><Relationship Type="http://schemas.openxmlformats.org/officeDocument/2006/relationships/slide" Target="/ppt/slides/slide14.xml" Id="R7465fafc597c4f28" /><Relationship Type="http://schemas.openxmlformats.org/officeDocument/2006/relationships/slide" Target="/ppt/slides/slide15.xml" Id="R70f77c1422c24f0e" /><Relationship Type="http://schemas.openxmlformats.org/officeDocument/2006/relationships/slide" Target="/ppt/slides/slide16.xml" Id="R526f673a37c74ce8" /><Relationship Type="http://schemas.openxmlformats.org/officeDocument/2006/relationships/slide" Target="/ppt/slides/slide17.xml" Id="Rf6dde681c697419b" /><Relationship Type="http://schemas.openxmlformats.org/officeDocument/2006/relationships/slide" Target="/ppt/slides/slide18.xml" Id="R880cc2ac6a834635" /><Relationship Type="http://schemas.openxmlformats.org/officeDocument/2006/relationships/slide" Target="/ppt/slides/slide19.xml" Id="R217ce07c58624ca0" /><Relationship Type="http://schemas.openxmlformats.org/officeDocument/2006/relationships/slide" Target="/ppt/slides/slide20.xml" Id="R1d0131d80eb14ecc" /><Relationship Type="http://schemas.openxmlformats.org/officeDocument/2006/relationships/slide" Target="/ppt/slides/slide21.xml" Id="R1eb157da81cf4a83" /><Relationship Type="http://schemas.openxmlformats.org/officeDocument/2006/relationships/slide" Target="/ppt/slides/slide22.xml" Id="R7360e267fbdc4766" /><Relationship Type="http://schemas.openxmlformats.org/officeDocument/2006/relationships/slide" Target="/ppt/slides/slide23.xml" Id="Rd97734ad6eb84f0d" /><Relationship Type="http://schemas.openxmlformats.org/officeDocument/2006/relationships/slide" Target="/ppt/slides/slide24.xml" Id="R9c7ec935b7c24c5e" /><Relationship Type="http://schemas.openxmlformats.org/officeDocument/2006/relationships/slide" Target="/ppt/slides/slide25.xml" Id="Rfebc435162484848" /><Relationship Type="http://schemas.openxmlformats.org/officeDocument/2006/relationships/slide" Target="/ppt/slides/slide26.xml" Id="R81eb25d87cd84d33" /><Relationship Type="http://schemas.openxmlformats.org/officeDocument/2006/relationships/slide" Target="/ppt/slides/slide27.xml" Id="Ra586dffabf27440f" /><Relationship Type="http://schemas.openxmlformats.org/officeDocument/2006/relationships/slide" Target="/ppt/slides/slide28.xml" Id="Rd10c3fde34fa4a96" /><Relationship Type="http://schemas.openxmlformats.org/officeDocument/2006/relationships/slide" Target="/ppt/slides/slide29.xml" Id="Rc8201555005c480d" /><Relationship Type="http://schemas.openxmlformats.org/officeDocument/2006/relationships/slide" Target="/ppt/slides/slide30.xml" Id="R6c41879fc2b349f1" /><Relationship Type="http://schemas.openxmlformats.org/officeDocument/2006/relationships/slide" Target="/ppt/slides/slide31.xml" Id="R77552c5546ca4922" /><Relationship Type="http://schemas.openxmlformats.org/officeDocument/2006/relationships/slide" Target="/ppt/slides/slide32.xml" Id="Rc644d3cd8e7e44d0" /><Relationship Type="http://schemas.openxmlformats.org/officeDocument/2006/relationships/slide" Target="/ppt/slides/slide33.xml" Id="R6b0aae3820514b2e" /><Relationship Type="http://schemas.openxmlformats.org/officeDocument/2006/relationships/slide" Target="/ppt/slides/slide34.xml" Id="Rcf159179ea524010" /><Relationship Type="http://schemas.openxmlformats.org/officeDocument/2006/relationships/slide" Target="/ppt/slides/slide35.xml" Id="R634ea51b96524c27" /><Relationship Type="http://schemas.openxmlformats.org/officeDocument/2006/relationships/slide" Target="/ppt/slides/slide36.xml" Id="Re68fbb3f59b144fc" /><Relationship Type="http://schemas.openxmlformats.org/officeDocument/2006/relationships/slide" Target="/ppt/slides/slide37.xml" Id="R5bcc8210afac4e20" /><Relationship Type="http://schemas.openxmlformats.org/officeDocument/2006/relationships/slide" Target="/ppt/slides/slide38.xml" Id="R7e3a7b6bd0a14e56" /><Relationship Type="http://schemas.openxmlformats.org/officeDocument/2006/relationships/slide" Target="/ppt/slides/slide39.xml" Id="Rf75162fcdcd74d60" /><Relationship Type="http://schemas.openxmlformats.org/officeDocument/2006/relationships/slide" Target="/ppt/slides/slide40.xml" Id="R40cc1fc80e884970" /><Relationship Type="http://schemas.openxmlformats.org/officeDocument/2006/relationships/slide" Target="/ppt/slides/slide41.xml" Id="R864f5b94d94e4eba" /><Relationship Type="http://schemas.openxmlformats.org/officeDocument/2006/relationships/slide" Target="/ppt/slides/slide42.xml" Id="R0587c90d5ee34494" /><Relationship Type="http://schemas.openxmlformats.org/officeDocument/2006/relationships/slide" Target="/ppt/slides/slide43.xml" Id="Rabc33448bae54163" /><Relationship Type="http://schemas.openxmlformats.org/officeDocument/2006/relationships/slide" Target="/ppt/slides/slide44.xml" Id="R539f827293eb4a99" /><Relationship Type="http://schemas.openxmlformats.org/officeDocument/2006/relationships/slide" Target="/ppt/slides/slide45.xml" Id="Ra8fd4ec76e5b49b1" /><Relationship Type="http://schemas.openxmlformats.org/officeDocument/2006/relationships/slide" Target="/ppt/slides/slide46.xml" Id="Rdd9828b83f1c4ab4" /><Relationship Type="http://schemas.openxmlformats.org/officeDocument/2006/relationships/slide" Target="/ppt/slides/slide47.xml" Id="R7cc8a8dbe1194e28" /><Relationship Type="http://schemas.openxmlformats.org/officeDocument/2006/relationships/slide" Target="/ppt/slides/slide48.xml" Id="Rb6ed20559cc34f75" /><Relationship Type="http://schemas.openxmlformats.org/officeDocument/2006/relationships/slide" Target="/ppt/slides/slide49.xml" Id="R4f302e3f0f544894" /><Relationship Type="http://schemas.openxmlformats.org/officeDocument/2006/relationships/slide" Target="/ppt/slides/slide50.xml" Id="R18500b9dd4a54427" /><Relationship Type="http://schemas.openxmlformats.org/officeDocument/2006/relationships/slide" Target="/ppt/slides/slide51.xml" Id="R3b93f9b8c3f848ca" /><Relationship Type="http://schemas.openxmlformats.org/officeDocument/2006/relationships/slide" Target="/ppt/slides/slide52.xml" Id="Ra747c32fde2a4a01" /><Relationship Type="http://schemas.openxmlformats.org/officeDocument/2006/relationships/slide" Target="/ppt/slides/slide53.xml" Id="Re96f4ee8d4874442" /><Relationship Type="http://schemas.openxmlformats.org/officeDocument/2006/relationships/slide" Target="/ppt/slides/slide54.xml" Id="Rbb25029ef3ae40ff" /><Relationship Type="http://schemas.openxmlformats.org/officeDocument/2006/relationships/slide" Target="/ppt/slides/slide55.xml" Id="Rab9f959f26b84e00" /><Relationship Type="http://schemas.openxmlformats.org/officeDocument/2006/relationships/slide" Target="/ppt/slides/slide56.xml" Id="R037294c4e8334314" /><Relationship Type="http://schemas.openxmlformats.org/officeDocument/2006/relationships/slide" Target="/ppt/slides/slide57.xml" Id="Rfca34ba400a740e0" /><Relationship Type="http://schemas.openxmlformats.org/officeDocument/2006/relationships/slide" Target="/ppt/slides/slide58.xml" Id="R6982379fb6f845b3" /><Relationship Type="http://schemas.openxmlformats.org/officeDocument/2006/relationships/slide" Target="/ppt/slides/slide59.xml" Id="R89b84514a5554c00" /><Relationship Type="http://schemas.openxmlformats.org/officeDocument/2006/relationships/slide" Target="/ppt/slides/slide60.xml" Id="R1468cd39ae154f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c6377a469742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9111cad1fe4961" /><Relationship Type="http://schemas.openxmlformats.org/officeDocument/2006/relationships/notesMaster" Target="/ppt/notesMasters/notesMaster1.xml" Id="Rec61497c428e47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daf3bf9ca145d0" /><Relationship Type="http://schemas.openxmlformats.org/officeDocument/2006/relationships/notesMaster" Target="/ppt/notesMasters/notesMaster1.xml" Id="Rd155a537e0f14a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48c43e177448dd" /><Relationship Type="http://schemas.openxmlformats.org/officeDocument/2006/relationships/notesMaster" Target="/ppt/notesMasters/notesMaster1.xml" Id="Rc9e2d0432ec840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f407c4cee549f5" /><Relationship Type="http://schemas.openxmlformats.org/officeDocument/2006/relationships/notesMaster" Target="/ppt/notesMasters/notesMaster1.xml" Id="Rf0fd12ef9b1e47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01aa645a8f4679" /><Relationship Type="http://schemas.openxmlformats.org/officeDocument/2006/relationships/notesMaster" Target="/ppt/notesMasters/notesMaster1.xml" Id="R1e17422abc4846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78f9c1dbcf421f" /><Relationship Type="http://schemas.openxmlformats.org/officeDocument/2006/relationships/notesMaster" Target="/ppt/notesMasters/notesMaster1.xml" Id="Rd118fc1c19c04d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4f502cd883459f" /><Relationship Type="http://schemas.openxmlformats.org/officeDocument/2006/relationships/notesMaster" Target="/ppt/notesMasters/notesMaster1.xml" Id="R5f8a92e9662b4d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81742f4f544580" /><Relationship Type="http://schemas.openxmlformats.org/officeDocument/2006/relationships/notesMaster" Target="/ppt/notesMasters/notesMaster1.xml" Id="Rea49e6f711b34a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7d5f7d149074ce8" /><Relationship Type="http://schemas.openxmlformats.org/officeDocument/2006/relationships/notesMaster" Target="/ppt/notesMasters/notesMaster1.xml" Id="R5dd197944da14e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f7806f6b794ce2" /><Relationship Type="http://schemas.openxmlformats.org/officeDocument/2006/relationships/notesMaster" Target="/ppt/notesMasters/notesMaster1.xml" Id="R7fa96154ffa141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f83bc7b0544dce" /><Relationship Type="http://schemas.openxmlformats.org/officeDocument/2006/relationships/notesMaster" Target="/ppt/notesMasters/notesMaster1.xml" Id="Rf28f6038d88040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f10673b639421c" /><Relationship Type="http://schemas.openxmlformats.org/officeDocument/2006/relationships/notesMaster" Target="/ppt/notesMasters/notesMaster1.xml" Id="Rb48f9f4714d243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dd3a5f839d44d2" /><Relationship Type="http://schemas.openxmlformats.org/officeDocument/2006/relationships/notesMaster" Target="/ppt/notesMasters/notesMaster1.xml" Id="Ra2284f84e8b4493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1072ad753f441e" /><Relationship Type="http://schemas.openxmlformats.org/officeDocument/2006/relationships/notesMaster" Target="/ppt/notesMasters/notesMaster1.xml" Id="Rf10d69af89694ed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d87b674fb248d3" /><Relationship Type="http://schemas.openxmlformats.org/officeDocument/2006/relationships/notesMaster" Target="/ppt/notesMasters/notesMaster1.xml" Id="Rdc02aa9fb4b34b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0c0c297981479a" /><Relationship Type="http://schemas.openxmlformats.org/officeDocument/2006/relationships/notesMaster" Target="/ppt/notesMasters/notesMaster1.xml" Id="R98b67ff1351640c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cdd842d698b413a" /><Relationship Type="http://schemas.openxmlformats.org/officeDocument/2006/relationships/notesMaster" Target="/ppt/notesMasters/notesMaster1.xml" Id="R1925160290d94d1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bec846cd3574f3c" /><Relationship Type="http://schemas.openxmlformats.org/officeDocument/2006/relationships/notesMaster" Target="/ppt/notesMasters/notesMaster1.xml" Id="R28f00fea42ba488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fb5891f15a48d1" /><Relationship Type="http://schemas.openxmlformats.org/officeDocument/2006/relationships/notesMaster" Target="/ppt/notesMasters/notesMaster1.xml" Id="R6edc8ea9ef56463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ae9b35368fd46ba" /><Relationship Type="http://schemas.openxmlformats.org/officeDocument/2006/relationships/notesMaster" Target="/ppt/notesMasters/notesMaster1.xml" Id="Rf130f8e7fbeb4ad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69430992b5409f" /><Relationship Type="http://schemas.openxmlformats.org/officeDocument/2006/relationships/notesMaster" Target="/ppt/notesMasters/notesMaster1.xml" Id="R048ec4bd1ffa46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08fb1893ef142f0" /><Relationship Type="http://schemas.openxmlformats.org/officeDocument/2006/relationships/notesMaster" Target="/ppt/notesMasters/notesMaster1.xml" Id="Re76745592c004c5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37c1232d37143e4" /><Relationship Type="http://schemas.openxmlformats.org/officeDocument/2006/relationships/notesMaster" Target="/ppt/notesMasters/notesMaster1.xml" Id="R7321d443e347446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e0fa89fdf2493f" /><Relationship Type="http://schemas.openxmlformats.org/officeDocument/2006/relationships/notesMaster" Target="/ppt/notesMasters/notesMaster1.xml" Id="R83a76c2591604d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2206d2976bb4642" /><Relationship Type="http://schemas.openxmlformats.org/officeDocument/2006/relationships/notesMaster" Target="/ppt/notesMasters/notesMaster1.xml" Id="R1ebd793b6be4489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ac0bc34ab2b4768" /><Relationship Type="http://schemas.openxmlformats.org/officeDocument/2006/relationships/notesMaster" Target="/ppt/notesMasters/notesMaster1.xml" Id="Reb3d2958e2624ac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722cf42f16a43a5" /><Relationship Type="http://schemas.openxmlformats.org/officeDocument/2006/relationships/notesMaster" Target="/ppt/notesMasters/notesMaster1.xml" Id="R84b32c4ecb3740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58c9c2d150c4974" /><Relationship Type="http://schemas.openxmlformats.org/officeDocument/2006/relationships/notesMaster" Target="/ppt/notesMasters/notesMaster1.xml" Id="R4ca1f7378a3940e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96e35a8ffdf435b" /><Relationship Type="http://schemas.openxmlformats.org/officeDocument/2006/relationships/notesMaster" Target="/ppt/notesMasters/notesMaster1.xml" Id="R40010a1db77b464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b2448e061404072" /><Relationship Type="http://schemas.openxmlformats.org/officeDocument/2006/relationships/notesMaster" Target="/ppt/notesMasters/notesMaster1.xml" Id="Rdcff97ea93d247e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13630d7cbba4840" /><Relationship Type="http://schemas.openxmlformats.org/officeDocument/2006/relationships/notesMaster" Target="/ppt/notesMasters/notesMaster1.xml" Id="R7ec6e9fe18b1484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ab952aea65a420f" /><Relationship Type="http://schemas.openxmlformats.org/officeDocument/2006/relationships/notesMaster" Target="/ppt/notesMasters/notesMaster1.xml" Id="R1506f2d9536b435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2bde40c5b0b4129" /><Relationship Type="http://schemas.openxmlformats.org/officeDocument/2006/relationships/notesMaster" Target="/ppt/notesMasters/notesMaster1.xml" Id="R4bc31d83ffa94a1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d8987d22f574460" /><Relationship Type="http://schemas.openxmlformats.org/officeDocument/2006/relationships/notesMaster" Target="/ppt/notesMasters/notesMaster1.xml" Id="Rd1fe944221994ba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1580c442335477a" /><Relationship Type="http://schemas.openxmlformats.org/officeDocument/2006/relationships/notesMaster" Target="/ppt/notesMasters/notesMaster1.xml" Id="R8b61e2ab48404a1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7d9974e2ab24d84" /><Relationship Type="http://schemas.openxmlformats.org/officeDocument/2006/relationships/notesMaster" Target="/ppt/notesMasters/notesMaster1.xml" Id="R8fdb55be9e3e4de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b058cf7ede94c86" /><Relationship Type="http://schemas.openxmlformats.org/officeDocument/2006/relationships/notesMaster" Target="/ppt/notesMasters/notesMaster1.xml" Id="R2c8658e7d17149f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fe9009b2a504f9e" /><Relationship Type="http://schemas.openxmlformats.org/officeDocument/2006/relationships/notesMaster" Target="/ppt/notesMasters/notesMaster1.xml" Id="Rdaa516ac0497445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bba1fc0cf71440b" /><Relationship Type="http://schemas.openxmlformats.org/officeDocument/2006/relationships/notesMaster" Target="/ppt/notesMasters/notesMaster1.xml" Id="R9fa1893a2464420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4f1528ee3654bdd" /><Relationship Type="http://schemas.openxmlformats.org/officeDocument/2006/relationships/notesMaster" Target="/ppt/notesMasters/notesMaster1.xml" Id="Rf4004af05adc4f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7a1c46eea094967" /><Relationship Type="http://schemas.openxmlformats.org/officeDocument/2006/relationships/notesMaster" Target="/ppt/notesMasters/notesMaster1.xml" Id="R2bd2699fbba04b8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4828571926d49bb" /><Relationship Type="http://schemas.openxmlformats.org/officeDocument/2006/relationships/notesMaster" Target="/ppt/notesMasters/notesMaster1.xml" Id="R3aa01820e29541b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979a0e2df3c4173" /><Relationship Type="http://schemas.openxmlformats.org/officeDocument/2006/relationships/notesMaster" Target="/ppt/notesMasters/notesMaster1.xml" Id="R4e8e3634d57a45d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355f0be5bc94405" /><Relationship Type="http://schemas.openxmlformats.org/officeDocument/2006/relationships/notesMaster" Target="/ppt/notesMasters/notesMaster1.xml" Id="Ra71b597070234bf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06398f9c2524a60" /><Relationship Type="http://schemas.openxmlformats.org/officeDocument/2006/relationships/notesMaster" Target="/ppt/notesMasters/notesMaster1.xml" Id="Rd354bf6d767c470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bf7b0b8ee1b4886" /><Relationship Type="http://schemas.openxmlformats.org/officeDocument/2006/relationships/notesMaster" Target="/ppt/notesMasters/notesMaster1.xml" Id="Re4b776a5cadb463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5d1e2f57fe641da" /><Relationship Type="http://schemas.openxmlformats.org/officeDocument/2006/relationships/notesMaster" Target="/ppt/notesMasters/notesMaster1.xml" Id="R544a021f721349c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d1a01e00cad4d2b" /><Relationship Type="http://schemas.openxmlformats.org/officeDocument/2006/relationships/notesMaster" Target="/ppt/notesMasters/notesMaster1.xml" Id="R18cde215d00049f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3116ae707354517" /><Relationship Type="http://schemas.openxmlformats.org/officeDocument/2006/relationships/notesMaster" Target="/ppt/notesMasters/notesMaster1.xml" Id="R0c624408718d491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7bc23adbef84712" /><Relationship Type="http://schemas.openxmlformats.org/officeDocument/2006/relationships/notesMaster" Target="/ppt/notesMasters/notesMaster1.xml" Id="R90334cd38027465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d90af5924f04755" /><Relationship Type="http://schemas.openxmlformats.org/officeDocument/2006/relationships/notesMaster" Target="/ppt/notesMasters/notesMaster1.xml" Id="Rf4e0b8cdb52e485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c198c3c38334041" /><Relationship Type="http://schemas.openxmlformats.org/officeDocument/2006/relationships/notesMaster" Target="/ppt/notesMasters/notesMaster1.xml" Id="R7bf3ac2dac6d41f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abe08e400264b2c" /><Relationship Type="http://schemas.openxmlformats.org/officeDocument/2006/relationships/notesMaster" Target="/ppt/notesMasters/notesMaster1.xml" Id="R22092f67e0974ef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7da800fe96d439f" /><Relationship Type="http://schemas.openxmlformats.org/officeDocument/2006/relationships/notesMaster" Target="/ppt/notesMasters/notesMaster1.xml" Id="R6872b2835f8849f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1daf5d271bf47fe" /><Relationship Type="http://schemas.openxmlformats.org/officeDocument/2006/relationships/notesMaster" Target="/ppt/notesMasters/notesMaster1.xml" Id="R8343dbb67e0141f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099b93911004e43" /><Relationship Type="http://schemas.openxmlformats.org/officeDocument/2006/relationships/notesMaster" Target="/ppt/notesMasters/notesMaster1.xml" Id="R1277fae8efad464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42ef4687c164ca9" /><Relationship Type="http://schemas.openxmlformats.org/officeDocument/2006/relationships/notesMaster" Target="/ppt/notesMasters/notesMaster1.xml" Id="Rff4a1d7a3533477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01e16c19ce54f1f" /><Relationship Type="http://schemas.openxmlformats.org/officeDocument/2006/relationships/notesMaster" Target="/ppt/notesMasters/notesMaster1.xml" Id="R990bdefd6a144ce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5d0fdc1ab66416d" /><Relationship Type="http://schemas.openxmlformats.org/officeDocument/2006/relationships/notesMaster" Target="/ppt/notesMasters/notesMaster1.xml" Id="R680de49e4c0043b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769f31b10164dad" /><Relationship Type="http://schemas.openxmlformats.org/officeDocument/2006/relationships/notesMaster" Target="/ppt/notesMasters/notesMaster1.xml" Id="Rddc7d7ba48dc4c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first prediction model</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Communications, Electrical, Mechatronics and Robotics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76.847</a:t>
            </a:r>
          </a:p>
          <a:p xmlns:a="http://schemas.openxmlformats.org/drawingml/2006/main">
            <a:r>
              <a:t>1          2           E2     77.46      29.97  87.047</a:t>
            </a:r>
          </a:p>
          <a:p xmlns:a="http://schemas.openxmlformats.org/drawingml/2006/main">
            <a:r>
              <a:t>2          3           E3     69.60      19.87  71.256</a:t>
            </a:r>
          </a:p>
          <a:p xmlns:a="http://schemas.openxmlformats.org/drawingml/2006/main">
            <a:r>
              <a:t>3          4           E4     75.98      22.29     NaN</a:t>
            </a:r>
          </a:p>
          <a:p xmlns:a="http://schemas.openxmlformats.org/drawingml/2006/main">
            <a:r>
              <a:t>4          5           E5     57.62      23.40  67.034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to observations</a:t>
            </a:r>
          </a:p>
          <a:p xmlns:a="http://schemas.openxmlformats.org/drawingml/2006/main">
            <a:r>
              <a:t>Explanation to give</a:t>
            </a:r>
          </a:p>
          <a:p xmlns:a="http://schemas.openxmlformats.org/drawingml/2006/main">
            <a:r>
              <a:t>Use the four teaching pairs to make the learned relationship visible. A one-unit input increase corresponds to a two-unit target increase in this invented dataset.</a:t>
            </a:r>
          </a:p>
          <a:p xmlns:a="http://schemas.openxmlformats.org/drawingml/2006/main">
            <a:r>
              <a:t/>
            </a:r>
          </a:p>
          <a:p xmlns:a="http://schemas.openxmlformats.org/drawingml/2006/main">
            <a:r>
              <a:t>Worked illustration / lecturer answer</a:t>
            </a:r>
          </a:p>
          <a:p xmlns:a="http://schemas.openxmlformats.org/drawingml/2006/main">
            <a:r>
              <a:t>The pairs (1,12), (2,14), (3,16), (4,18) follow target = 10 + 2 × input. For input 2.5, that line gives 15. A tree makes threshold-based group predictions instead.</a:t>
            </a:r>
          </a:p>
          <a:p xmlns:a="http://schemas.openxmlformats.org/drawingml/2006/main">
            <a:r>
              <a:t/>
            </a:r>
          </a:p>
          <a:p xmlns:a="http://schemas.openxmlformats.org/drawingml/2006/main">
            <a:r>
              <a:t>Misconception to address</a:t>
            </a:r>
          </a:p>
          <a:p xmlns:a="http://schemas.openxmlformats.org/drawingml/2006/main">
            <a:r>
              <a:t>These perfectly patterned values explain model behaviour. They do not establish that real engineering data follows an exact line.</a:t>
            </a:r>
          </a:p>
          <a:p xmlns:a="http://schemas.openxmlformats.org/drawingml/2006/main">
            <a:r>
              <a:t/>
            </a:r>
          </a:p>
          <a:p xmlns:a="http://schemas.openxmlformats.org/drawingml/2006/main">
            <a:r>
              <a:t>On this slide</a:t>
            </a:r>
          </a:p>
          <a:p xmlns:a="http://schemas.openxmlformats.org/drawingml/2006/main">
            <a:r>
              <a:t>The fitted line minimises the sum of squared vertical baseline_errors.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[66.368, 55.647, 80.715, 48.546, 58.453]</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methods answer the same target question. The baseline provides a useful comparison. Tree predictions need not extrapolate a straight line.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DummyRegressor(strategy="mean") learns the mean training target during fit. It predicts that same value for every new row. Compare a more complex model against this simple baseline.</a:t>
            </a:r>
          </a:p>
          <a:p xmlns:a="http://schemas.openxmlformats.org/drawingml/2006/main">
            <a:r>
              <a:t/>
            </a:r>
          </a:p>
          <a:p xmlns:a="http://schemas.openxmlformats.org/drawingml/2006/main">
            <a:r>
              <a:t>DecisionTreeRegressor splits inputs into regions with different predicted values. max_depth limits the number of split levels. random_state fixes random choices so the example can be repeated.</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sklearn.dummy import DummyRegressor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sklearn.tree import DecisionTreeRegressor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baseline_model = DummyRegressor(strategy='mean')</a:t>
            </a:r>
          </a:p>
          <a:p xmlns:a="http://schemas.openxmlformats.org/drawingml/2006/main">
            <a:r>
              <a:t>baseline_model stores a simple reference predictor which always predicts the training target mean.</a:t>
            </a:r>
          </a:p>
          <a:p xmlns:a="http://schemas.openxmlformats.org/drawingml/2006/main">
            <a:r>
              <a:t/>
            </a:r>
          </a:p>
          <a:p xmlns:a="http://schemas.openxmlformats.org/drawingml/2006/main">
            <a:r>
              <a:t>baseline_model.fit(X_train,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tree_model = make_pipeline(SimpleImputer(strategy='median'), DecisionTreeRegressor(max_depth=4, random_state=17))</a:t>
            </a:r>
          </a:p>
          <a:p xmlns:a="http://schemas.openxmlformats.org/drawingml/2006/main">
            <a:r>
              <a:t>tree_model stores the tree regression pipeline being compared on the same validation rows.</a:t>
            </a:r>
          </a:p>
          <a:p xmlns:a="http://schemas.openxmlformats.org/drawingml/2006/main">
            <a:r>
              <a:t/>
            </a:r>
          </a:p>
          <a:p xmlns:a="http://schemas.openxmlformats.org/drawingml/2006/main">
            <a:r>
              <a:t>tree_model.fit(X_train,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print(baseline_model.predict(X_valid)[:5].round(3).tolist())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print(tree_model.predict(X_valid)[:5].round(3).tolist())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[71.033, 71.033, 71.033, 71.033, 71.033]</a:t>
            </a:r>
          </a:p>
          <a:p xmlns:a="http://schemas.openxmlformats.org/drawingml/2006/main">
            <a:r>
              <a:t>[67.943, 59.712, 73.067, 47.59, 67.943]</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RMSE reacts more strongly to large baseline_errors. Neither metric is a maximum guaranteed error. Pair by row order before calculation. R² is a separate regression measure and can be negative.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equipment_data["name"]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Magnitude of each error</a:t>
            </a:r>
          </a:p>
          <a:p xmlns:a="http://schemas.openxmlformats.org/drawingml/2006/main">
            <a:r>
              <a:t>series.abs() makes negative values positive while leaving nonnegative values unchanged. Averaging these magnitudes gives mean absolute error.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 2 squares each error. After averaging, ** 0.5 takes the square root. This gives root mean squared error, which penalises large errors more strongly than mean absolute error.</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validation_results = validation_data[['record_id', 'target']].copy()</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validation_results['predicted'] = validation_predictions</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prediction_errors = validation_results['target'] - validation_results['predicted']</a:t>
            </a:r>
          </a:p>
          <a:p xmlns:a="http://schemas.openxmlformats.org/drawingml/2006/main">
            <a:r>
              <a:t>prediction_errors stores actual targets minus predictions; signs indicate under- or over-prediction.</a:t>
            </a:r>
          </a:p>
          <a:p xmlns:a="http://schemas.openxmlformats.org/drawingml/2006/main">
            <a:r>
              <a:t/>
            </a:r>
          </a:p>
          <a:p xmlns:a="http://schemas.openxmlformats.org/drawingml/2006/main">
            <a:r>
              <a:t>mae = prediction_errors.abs().mean()</a:t>
            </a:r>
          </a:p>
          <a:p xmlns:a="http://schemas.openxmlformats.org/drawingml/2006/main">
            <a:r>
              <a:t>mae stores mean absolute error in the target unit.</a:t>
            </a:r>
          </a:p>
          <a:p xmlns:a="http://schemas.openxmlformats.org/drawingml/2006/main">
            <a:r>
              <a:t/>
            </a:r>
          </a:p>
          <a:p xmlns:a="http://schemas.openxmlformats.org/drawingml/2006/main">
            <a:r>
              <a:t>rmse = (prediction_errors ** 2).mean() ** 0.5</a:t>
            </a:r>
          </a:p>
          <a:p xmlns:a="http://schemas.openxmlformats.org/drawingml/2006/main">
            <a:r>
              <a:t>rmse stores root mean squared error in the target unit.</a:t>
            </a:r>
          </a:p>
          <a:p xmlns:a="http://schemas.openxmlformats.org/drawingml/2006/main">
            <a:r>
              <a:t/>
            </a:r>
          </a:p>
          <a:p xmlns:a="http://schemas.openxmlformats.org/drawingml/2006/main">
            <a:r>
              <a:t>print(validation_results.head())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print(round(float(mae), 4), round(float(rmse),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target  predicted</a:t>
            </a:r>
          </a:p>
          <a:p xmlns:a="http://schemas.openxmlformats.org/drawingml/2006/main">
            <a:r>
              <a:t>4           5  67.034  66.368243</a:t>
            </a:r>
          </a:p>
          <a:p xmlns:a="http://schemas.openxmlformats.org/drawingml/2006/main">
            <a:r>
              <a:t>10         11  53.363  55.647469</a:t>
            </a:r>
          </a:p>
          <a:p xmlns:a="http://schemas.openxmlformats.org/drawingml/2006/main">
            <a:r>
              <a:t>16         17  80.288  80.714709</a:t>
            </a:r>
          </a:p>
          <a:p xmlns:a="http://schemas.openxmlformats.org/drawingml/2006/main">
            <a:r>
              <a:t>22         23  47.948  48.546441</a:t>
            </a:r>
          </a:p>
          <a:p xmlns:a="http://schemas.openxmlformats.org/drawingml/2006/main">
            <a:r>
              <a:t>28         29  58.018  58.453431</a:t>
            </a:r>
          </a:p>
          <a:p xmlns:a="http://schemas.openxmlformats.org/drawingml/2006/main">
            <a:r>
              <a:t>0.7775 0.9211</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predict_regression(training_records, feature_records)</a:t>
            </a:r>
          </a:p>
          <a:p xmlns:a="http://schemas.openxmlformats.org/drawingml/2006/main">
            <a:r>
              <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regression_errors(actual, predicted)</a:t>
            </a:r>
          </a:p>
          <a:p xmlns:a="http://schemas.openxmlformats.org/drawingml/2006/main">
            <a:r>
              <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Regression and baseline submission</a:t>
            </a:r>
          </a:p>
          <a:p xmlns:a="http://schemas.openxmlformats.org/drawingml/2006/main">
            <a:r>
              <a:t>Explanation to give</a:t>
            </a:r>
          </a:p>
          <a:p xmlns:a="http://schemas.openxmlformats.org/drawingml/2006/main">
            <a:r>
              <a:t>This slide hands over CML3111 W08.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2026-11-06T11:00:00+03:00.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30 Oct 2026, 11:00 Kampala</a:t>
            </a:r>
          </a:p>
          <a:p xmlns:a="http://schemas.openxmlformats.org/drawingml/2006/main">
            <a:r>
              <a:t/>
            </a:r>
          </a:p>
          <a:p xmlns:a="http://schemas.openxmlformats.org/drawingml/2006/main">
            <a:r>
              <a:t>Deadline: 06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Problem framing begins with a bounded engineering decision and a defined target. Provenance explains where observations came from; a licence states what reuse is allowed.</a:t>
            </a:r>
          </a:p>
          <a:p xmlns:a="http://schemas.openxmlformats.org/drawingml/2006/main">
            <a:r>
              <a:t/>
            </a:r>
          </a:p>
          <a:p xmlns:a="http://schemas.openxmlformats.org/drawingml/2006/main">
            <a:r>
              <a:t>Worked illustration / lecturer answer</a:t>
            </a:r>
          </a:p>
          <a:p xmlns:a="http://schemas.openxmlformats.org/drawingml/2006/main">
            <a:r>
              <a:t>State the population, measurement period, units and who collected the modelling_data. Explain how those observations could answer the chosen question rather than merely describing an interesting file.</a:t>
            </a:r>
          </a:p>
          <a:p xmlns:a="http://schemas.openxmlformats.org/drawingml/2006/main">
            <a:r>
              <a:t/>
            </a:r>
          </a:p>
          <a:p xmlns:a="http://schemas.openxmlformats.org/drawingml/2006/main">
            <a:r>
              <a:t>Misconception to address</a:t>
            </a:r>
          </a:p>
          <a:p xmlns:a="http://schemas.openxmlformats.org/drawingml/2006/main">
            <a:r>
              <a:t>Synthetic teaching data must be labelled as synthetic. A plausible story does not establish that a dataset contains the information or permissions the proposed project needs.</a:t>
            </a:r>
          </a:p>
          <a:p xmlns:a="http://schemas.openxmlformats.org/drawingml/2006/main">
            <a:r>
              <a:t/>
            </a:r>
          </a:p>
          <a:p xmlns:a="http://schemas.openxmlformats.org/drawingml/2006/main">
            <a:r>
              <a:t>On this slide</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Individual contribution log (5.0 total): Present, specific, and consistent with the repository's commit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submission</a:t>
            </a:r>
          </a:p>
          <a:p xmlns:a="http://schemas.openxmlformats.org/drawingml/2006/main">
            <a:r>
              <a:t>Explanation to give</a:t>
            </a:r>
          </a:p>
          <a:p xmlns:a="http://schemas.openxmlformats.org/drawingml/2006/main">
            <a:r>
              <a:t>This slide hands over CML3111 DA_PROJECT. Show the exact form title before uploading. The required packet is the completed project notebook together with one readable DOCX or selectable-text PDF report.</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2026-10-30T11:00:00+03:00.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09 Oct 2026, 11:00 Kampala</a:t>
            </a:r>
          </a:p>
          <a:p xmlns:a="http://schemas.openxmlformats.org/drawingml/2006/main">
            <a:r>
              <a:t/>
            </a:r>
          </a:p>
          <a:p xmlns:a="http://schemas.openxmlformats.org/drawingml/2006/main">
            <a:r>
              <a:t>Deadline: 30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8 quiz</a:t>
            </a:r>
          </a:p>
          <a:p xmlns:a="http://schemas.openxmlformats.org/drawingml/2006/main">
            <a:r>
              <a:t>Explanation to give</a:t>
            </a:r>
          </a:p>
          <a:p xmlns:a="http://schemas.openxmlformats.org/drawingml/2006/main">
            <a:r>
              <a:t>This is the CML3111 Week 8 quiz. The student link opens the response form; it does not activate its window. In Quiz Controls use open_W8_CML3111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How can a fitted line turn an input into a numerical prediction?</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Reference / existing resource</a:t>
            </a:r>
          </a:p>
          <a:p xmlns:a="http://schemas.openxmlformats.org/drawingml/2006/main">
            <a:r>
              <a:t>https://www.youtube.com/watch?v=aFDOzpTeg0s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8b5d37b7984a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68139bce7264c2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0b004f8fcc24b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ead5c2dc72f46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319379e58640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9aac38761cc4d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69527A-C01F-4E3E-BE6D-D901C655021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EA8652-359E-4F1D-A247-2FBB4F5D1E9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803F94-9985-4C44-AA5D-4345FA0C371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41D632-8D4E-46CB-A4BF-6E3BACEEE4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E3E3D7-8BD4-450C-BFC9-56D75923AB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318E05-0DBC-4F6E-B395-77121DC05A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665E1D-85B4-4556-872C-FC8DA1D332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4BA491B-2418-4276-A14F-2751B67D2E5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C0F9D9-820D-4582-854F-E5DE74FFD0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3529CF-E675-45CC-86E3-B6242BD0759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56d37b7a4b42a2" /><Relationship Type="http://schemas.openxmlformats.org/officeDocument/2006/relationships/slideLayout" Target="/ppt/slideLayouts/slideLayout1.xml" Id="Rcfb2ae8ca2334b61" /><Relationship Type="http://schemas.openxmlformats.org/officeDocument/2006/relationships/slideLayout" Target="/ppt/slideLayouts/slideLayout2.xml" Id="Re7819d15ddff40d5" /><Relationship Type="http://schemas.openxmlformats.org/officeDocument/2006/relationships/slideLayout" Target="/ppt/slideLayouts/slideLayout3.xml" Id="R79540bdbff0543e6" /><Relationship Type="http://schemas.openxmlformats.org/officeDocument/2006/relationships/slideLayout" Target="/ppt/slideLayouts/slideLayout4.xml" Id="Re3e1049b7514498c" /><Relationship Type="http://schemas.openxmlformats.org/officeDocument/2006/relationships/slideLayout" Target="/ppt/slideLayouts/slideLayout5.xml" Id="Re40fee541bf8469f" /><Relationship Type="http://schemas.openxmlformats.org/officeDocument/2006/relationships/slideLayout" Target="/ppt/slideLayouts/slideLayout6.xml" Id="Rc34e0ccc920249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b2ae8ca2334b61"/>
    <p:sldLayoutId xmlns:r="http://schemas.openxmlformats.org/officeDocument/2006/relationships" id="2147483650" r:id="Re7819d15ddff40d5"/>
    <p:sldLayoutId xmlns:r="http://schemas.openxmlformats.org/officeDocument/2006/relationships" id="2147483651" r:id="R79540bdbff0543e6"/>
    <p:sldLayoutId xmlns:r="http://schemas.openxmlformats.org/officeDocument/2006/relationships" id="2147483652" r:id="Re3e1049b7514498c"/>
    <p:sldLayoutId xmlns:r="http://schemas.openxmlformats.org/officeDocument/2006/relationships" id="2147483653" r:id="Re40fee541bf8469f"/>
    <p:sldLayoutId xmlns:r="http://schemas.openxmlformats.org/officeDocument/2006/relationships" id="2147483654" r:id="Rc34e0ccc920249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ea36029944c4580" /><Relationship Type="http://schemas.openxmlformats.org/officeDocument/2006/relationships/image" Target="/ppt/media/image.png" Id="R4debf175507a49db" /><Relationship Type="http://schemas.openxmlformats.org/officeDocument/2006/relationships/notesSlide" Target="/ppt/notesSlides/notesSlide1.xml" Id="R207ec23da11341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e42eed62ee4f6e" /><Relationship Type="http://schemas.openxmlformats.org/officeDocument/2006/relationships/notesSlide" Target="/ppt/notesSlides/notesSlide2.xml" Id="R7dabdd9f49ef40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99fc049bb64036" /><Relationship Type="http://schemas.openxmlformats.org/officeDocument/2006/relationships/notesSlide" Target="/ppt/notesSlides/notesSlide3.xml" Id="R659fd3f487db47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a69bd9f058488d" /><Relationship Type="http://schemas.openxmlformats.org/officeDocument/2006/relationships/notesSlide" Target="/ppt/notesSlides/notesSlide4.xml" Id="Rec5491aa10d641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24f75d05784955" /><Relationship Type="http://schemas.openxmlformats.org/officeDocument/2006/relationships/notesSlide" Target="/ppt/notesSlides/notesSlide5.xml" Id="Reee2bfd4120742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32ccc3e57e48cc" /><Relationship Type="http://schemas.openxmlformats.org/officeDocument/2006/relationships/notesSlide" Target="/ppt/notesSlides/notesSlide6.xml" Id="R8d940994104249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15588741e984731" /><Relationship Type="http://schemas.openxmlformats.org/officeDocument/2006/relationships/notesSlide" Target="/ppt/notesSlides/notesSlide7.xml" Id="R663c124dc33043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22adc40c5714a36" /><Relationship Type="http://schemas.openxmlformats.org/officeDocument/2006/relationships/notesSlide" Target="/ppt/notesSlides/notesSlide8.xml" Id="R068293264d10408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01555ed6fd54929" /><Relationship Type="http://schemas.openxmlformats.org/officeDocument/2006/relationships/notesSlide" Target="/ppt/notesSlides/notesSlide9.xml" Id="R3efa7f72e1eb48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434e6f204aa4647" /><Relationship Type="http://schemas.openxmlformats.org/officeDocument/2006/relationships/notesSlide" Target="/ppt/notesSlides/notesSlide10.xml" Id="Re777f3d810c54bc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39e15a0cb2e4513" /><Relationship Type="http://schemas.openxmlformats.org/officeDocument/2006/relationships/notesSlide" Target="/ppt/notesSlides/notesSlide11.xml" Id="R5a67dde6b88c49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e4bd2c2e4c4b8e" /><Relationship Type="http://schemas.openxmlformats.org/officeDocument/2006/relationships/notesSlide" Target="/ppt/notesSlides/notesSlide12.xml" Id="Re5baf159e3c84e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0d4a352ff934b46" /><Relationship Type="http://schemas.openxmlformats.org/officeDocument/2006/relationships/notesSlide" Target="/ppt/notesSlides/notesSlide13.xml" Id="Ra98ee9548d4b441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6c4bca1562f43e5" /><Relationship Type="http://schemas.openxmlformats.org/officeDocument/2006/relationships/notesSlide" Target="/ppt/notesSlides/notesSlide14.xml" Id="R389c06fb45f64f1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22596598aed461c" /><Relationship Type="http://schemas.openxmlformats.org/officeDocument/2006/relationships/notesSlide" Target="/ppt/notesSlides/notesSlide15.xml" Id="R7494563ff25c4ea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bc2b2e5f02448e5" /><Relationship Type="http://schemas.openxmlformats.org/officeDocument/2006/relationships/notesSlide" Target="/ppt/notesSlides/notesSlide16.xml" Id="R5361878c9ffa41a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a62924c54f4382" /><Relationship Type="http://schemas.openxmlformats.org/officeDocument/2006/relationships/notesSlide" Target="/ppt/notesSlides/notesSlide17.xml" Id="R96e3c5afc6a04d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2714619f93e421f" /><Relationship Type="http://schemas.openxmlformats.org/officeDocument/2006/relationships/image" Target="/ppt/media/image2.png" Id="R5513247c94834b4f" /><Relationship Type="http://schemas.openxmlformats.org/officeDocument/2006/relationships/notesSlide" Target="/ppt/notesSlides/notesSlide18.xml" Id="R13011289b0ff4d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0820499d0484fc3" /><Relationship Type="http://schemas.openxmlformats.org/officeDocument/2006/relationships/notesSlide" Target="/ppt/notesSlides/notesSlide19.xml" Id="R5a4aba54bd82425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ecd5f37201f486f" /><Relationship Type="http://schemas.openxmlformats.org/officeDocument/2006/relationships/notesSlide" Target="/ppt/notesSlides/notesSlide20.xml" Id="Rf403cb944dd341a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b601d88510b48a9" /><Relationship Type="http://schemas.openxmlformats.org/officeDocument/2006/relationships/notesSlide" Target="/ppt/notesSlides/notesSlide21.xml" Id="Re2e85ef6db5a4b7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85789e69f074337" /><Relationship Type="http://schemas.openxmlformats.org/officeDocument/2006/relationships/notesSlide" Target="/ppt/notesSlides/notesSlide22.xml" Id="R52840e8452cd467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d15afd4f21144f4" /><Relationship Type="http://schemas.openxmlformats.org/officeDocument/2006/relationships/notesSlide" Target="/ppt/notesSlides/notesSlide23.xml" Id="R87e12b45868b418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d77efead7994a71" /><Relationship Type="http://schemas.openxmlformats.org/officeDocument/2006/relationships/notesSlide" Target="/ppt/notesSlides/notesSlide24.xml" Id="R5cf07fe45709435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e833ef5cbdc4fb3" /><Relationship Type="http://schemas.openxmlformats.org/officeDocument/2006/relationships/notesSlide" Target="/ppt/notesSlides/notesSlide25.xml" Id="R706e584d10a7414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e3da121f3a045e6" /><Relationship Type="http://schemas.openxmlformats.org/officeDocument/2006/relationships/notesSlide" Target="/ppt/notesSlides/notesSlide26.xml" Id="R451a6f28270b488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6d8228ee83d48c8" /><Relationship Type="http://schemas.openxmlformats.org/officeDocument/2006/relationships/notesSlide" Target="/ppt/notesSlides/notesSlide27.xml" Id="R9b1f2d8ee5fe485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4a1ba93e2c4d67" /><Relationship Type="http://schemas.openxmlformats.org/officeDocument/2006/relationships/notesSlide" Target="/ppt/notesSlides/notesSlide28.xml" Id="R812b52e1170a420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6901b80fd6d4a97" /><Relationship Type="http://schemas.openxmlformats.org/officeDocument/2006/relationships/notesSlide" Target="/ppt/notesSlides/notesSlide29.xml" Id="R2eaa0eb4fc8542b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e5d5bac498341e8" /><Relationship Type="http://schemas.openxmlformats.org/officeDocument/2006/relationships/notesSlide" Target="/ppt/notesSlides/notesSlide30.xml" Id="R666707043bde42a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38fbf0271f24735" /><Relationship Type="http://schemas.openxmlformats.org/officeDocument/2006/relationships/notesSlide" Target="/ppt/notesSlides/notesSlide31.xml" Id="Ra85d4791fb4c490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8e114912b9249f3" /><Relationship Type="http://schemas.openxmlformats.org/officeDocument/2006/relationships/notesSlide" Target="/ppt/notesSlides/notesSlide32.xml" Id="R5b6e5995a0a6431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33c2df7e5074dda" /><Relationship Type="http://schemas.openxmlformats.org/officeDocument/2006/relationships/notesSlide" Target="/ppt/notesSlides/notesSlide33.xml" Id="Ref6a83b321aa49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d37e649b5eb484b" /><Relationship Type="http://schemas.openxmlformats.org/officeDocument/2006/relationships/notesSlide" Target="/ppt/notesSlides/notesSlide34.xml" Id="Re0ef1f235af84ea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440ffb580a04c71" /><Relationship Type="http://schemas.openxmlformats.org/officeDocument/2006/relationships/notesSlide" Target="/ppt/notesSlides/notesSlide35.xml" Id="R95db2ac883174ce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6d0bbf42ccc4d20" /><Relationship Type="http://schemas.openxmlformats.org/officeDocument/2006/relationships/notesSlide" Target="/ppt/notesSlides/notesSlide36.xml" Id="Rbd8310e93295410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07ebe74d6104590" /><Relationship Type="http://schemas.openxmlformats.org/officeDocument/2006/relationships/notesSlide" Target="/ppt/notesSlides/notesSlide37.xml" Id="R35fd173006924a7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316f7e28d6a4083" /><Relationship Type="http://schemas.openxmlformats.org/officeDocument/2006/relationships/notesSlide" Target="/ppt/notesSlides/notesSlide38.xml" Id="Re474e31e83e14b0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50710b83cfb4c4c" /><Relationship Type="http://schemas.openxmlformats.org/officeDocument/2006/relationships/notesSlide" Target="/ppt/notesSlides/notesSlide39.xml" Id="R17a4668eb8444d1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693b45aa2be4b60" /><Relationship Type="http://schemas.openxmlformats.org/officeDocument/2006/relationships/notesSlide" Target="/ppt/notesSlides/notesSlide40.xml" Id="R82c742a95c6d451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b9f5ad305334b27" /><Relationship Type="http://schemas.openxmlformats.org/officeDocument/2006/relationships/notesSlide" Target="/ppt/notesSlides/notesSlide41.xml" Id="Rcacc10a2a8d0484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64e0d39830e4e7a" /><Relationship Type="http://schemas.openxmlformats.org/officeDocument/2006/relationships/notesSlide" Target="/ppt/notesSlides/notesSlide42.xml" Id="R792abe9985264e9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aa60ed989ed4f8f" /><Relationship Type="http://schemas.openxmlformats.org/officeDocument/2006/relationships/notesSlide" Target="/ppt/notesSlides/notesSlide43.xml" Id="R51e922c23fa84d1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9052f3312484e5e" /><Relationship Type="http://schemas.openxmlformats.org/officeDocument/2006/relationships/notesSlide" Target="/ppt/notesSlides/notesSlide44.xml" Id="Raa88a390a9b54a5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81b308c50944ed0" /><Relationship Type="http://schemas.openxmlformats.org/officeDocument/2006/relationships/notesSlide" Target="/ppt/notesSlides/notesSlide45.xml" Id="Rfb8c827e9a6046a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0802396a99148bb" /><Relationship Type="http://schemas.openxmlformats.org/officeDocument/2006/relationships/notesSlide" Target="/ppt/notesSlides/notesSlide46.xml" Id="Rd9b689eee7894b4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813d976f9834d96" /><Relationship Type="http://schemas.openxmlformats.org/officeDocument/2006/relationships/notesSlide" Target="/ppt/notesSlides/notesSlide47.xml" Id="Rd2514f4ca270446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4a0114e13064d89" /><Relationship Type="http://schemas.openxmlformats.org/officeDocument/2006/relationships/notesSlide" Target="/ppt/notesSlides/notesSlide48.xml" Id="R2c4d8e37233e424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03d4203a2b84234" /><Relationship Type="http://schemas.openxmlformats.org/officeDocument/2006/relationships/notesSlide" Target="/ppt/notesSlides/notesSlide49.xml" Id="Rdcc2e7ca5a10495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4c63c2d20774c1d" /><Relationship Type="http://schemas.openxmlformats.org/officeDocument/2006/relationships/notesSlide" Target="/ppt/notesSlides/notesSlide50.xml" Id="Rb0fad8bb94f841b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f8b56ed8c9e4046" /><Relationship Type="http://schemas.openxmlformats.org/officeDocument/2006/relationships/hyperlink" Target="https://docs.google.com/forms/d/e/1FAIpQLSeAVNyokX8n-TQXwu2hQtJJkeKsQcU8katFAhghZmQH4HJreA/viewform" TargetMode="External" Id="R835e105f6e654ab0" /><Relationship Type="http://schemas.openxmlformats.org/officeDocument/2006/relationships/notesSlide" Target="/ppt/notesSlides/notesSlide51.xml" Id="R69d72f4f7c02421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e68f313dc324992" /><Relationship Type="http://schemas.openxmlformats.org/officeDocument/2006/relationships/notesSlide" Target="/ppt/notesSlides/notesSlide52.xml" Id="Rb03c4edfcc1b45e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cbc1cf04d504f01" /><Relationship Type="http://schemas.openxmlformats.org/officeDocument/2006/relationships/notesSlide" Target="/ppt/notesSlides/notesSlide53.xml" Id="Raea70d1906954be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c1839e0a96d4bc3" /><Relationship Type="http://schemas.openxmlformats.org/officeDocument/2006/relationships/notesSlide" Target="/ppt/notesSlides/notesSlide54.xml" Id="R804135af4dcf4ec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a6f17b5a95d4f04" /><Relationship Type="http://schemas.openxmlformats.org/officeDocument/2006/relationships/notesSlide" Target="/ppt/notesSlides/notesSlide55.xml" Id="R2c6465dc436f407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7614ff1feb74d97" /><Relationship Type="http://schemas.openxmlformats.org/officeDocument/2006/relationships/notesSlide" Target="/ppt/notesSlides/notesSlide56.xml" Id="R41d9f9f5da8d4e5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be185d6e9bd4f17" /><Relationship Type="http://schemas.openxmlformats.org/officeDocument/2006/relationships/hyperlink" Target="https://docs.google.com/forms/d/e/1FAIpQLSeFHqKnsIRNf8opU-Iksp55kGXQVFWPgL97r724FoRwvkz-6A/viewform" TargetMode="External" Id="R774c9fd6268d4384" /><Relationship Type="http://schemas.openxmlformats.org/officeDocument/2006/relationships/notesSlide" Target="/ppt/notesSlides/notesSlide57.xml" Id="Ra77806ac308a4df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86d32e8a5974673" /><Relationship Type="http://schemas.openxmlformats.org/officeDocument/2006/relationships/image" Target="/ppt/media/image3.png" Id="Rcaca32e31b0e4991" /><Relationship Type="http://schemas.openxmlformats.org/officeDocument/2006/relationships/hyperlink" Target="https://forms.gle/KsZJ7QANUE99kkX36" TargetMode="External" Id="R1d7feb09ac164f18" /><Relationship Type="http://schemas.openxmlformats.org/officeDocument/2006/relationships/notesSlide" Target="/ppt/notesSlides/notesSlide58.xml" Id="R328e65c359c44d5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1931f9b27ba4fba" /><Relationship Type="http://schemas.openxmlformats.org/officeDocument/2006/relationships/notesSlide" Target="/ppt/notesSlides/notesSlide59.xml" Id="R5b03f633e8ae4be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0b26fbf55cc44a9" /><Relationship Type="http://schemas.openxmlformats.org/officeDocument/2006/relationships/hyperlink" Target="https://www.youtube.com/watch?v=aFDOzpTeg0s" TargetMode="External" Id="R38bb85a75ab64b22" /><Relationship Type="http://schemas.openxmlformats.org/officeDocument/2006/relationships/notesSlide" Target="/ppt/notesSlides/notesSlide60.xml" Id="Rc494e360efc943a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6E9A712-E807-45BC-A4A4-AF2780FCF4CF}"/>
              </a:ext>
            </a:extLst>
          </p:cNvPr>
          <p:cNvPicPr>
            <a:picLocks xmlns:a="http://schemas.openxmlformats.org/drawingml/2006/main" noChangeAspect="1"/>
          </p:cNvPicPr>
          <p:nvPr/>
        </p:nvPicPr>
        <p:blipFill>
          <a:blip xmlns:r="http://schemas.openxmlformats.org/officeDocument/2006/relationships" xmlns:a="http://schemas.openxmlformats.org/drawingml/2006/main" r:embed="R4debf175507a49d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34A1B9-5E7B-4A0A-8DDE-3820E30BE9D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E8001FC-92B2-40A3-B531-17AEAD4E5F3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7FE97A31-E720-4EAA-B208-7793BFA663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CFFB38DC-7194-4C6A-995E-414A685373F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B51626C-4535-4AEB-B7E2-8BAA839F5F5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478744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46BB15-B9F4-4438-9717-B88683CCFA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353ABE-9DCD-4B16-B1D8-134BE8B6ED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52B809-C1E8-42BA-8B00-C74294757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3419499-B7BD-48A0-BFEB-6A602ED2A4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8A200-54DB-4983-9214-3EAEBC1637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B57E7B-A349-4788-84C1-5728CBF012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82AA6295-BC57-42F4-9F35-BD5693AA18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15BBB6B4-74DD-4932-A1D9-3579CDBE7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1793405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0AB935-7628-4AC1-97CC-FEB57CA33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5FE21C-AF1D-4FC8-9AAB-AE8E39DC1E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C34D8F-509B-4080-B2E6-515847BE2D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22CD041B-EE91-4EA4-A420-7DC486649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3F7CDB-15DF-4ED8-9A25-67EA57DE0A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8A8016-E7F9-4584-96AD-326E498DE4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6EB2616B-7E7F-4FE4-B14A-78795C0E9D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B635A82-AD84-4492-BAFD-431D1C260C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a:t>
            </a:r>
          </a:p>
        </p:txBody>
      </p:sp>
    </p:spTree>
    <p:extLst>
      <p:ext uri="{BB962C8B-B14F-4D97-AF65-F5344CB8AC3E}">
        <p14:creationId xmlns:p14="http://schemas.microsoft.com/office/powerpoint/2010/main" val="8562847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DDA4C4-A5D8-4E17-8A82-F5562787DD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DAF108-E5EA-49D6-AEEF-49E9E7660A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ACE6DE-6E86-4541-AA45-42DDBD5917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9E2ADA1-9F57-4B08-8F6B-FABC09F8A5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B66724-162C-4275-9EB2-660E996DB1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433F2817-CD3E-4207-A011-6A63FD3661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9A4336-0832-4196-B4CD-B6A2C900A6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01BCC46C-9519-47ED-A52D-BF2CCE490E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61EFA2-66D5-401F-8347-BF14356A28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9D25C387-20AA-4F70-8007-7A9C3440B5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a:t>
            </a:r>
          </a:p>
        </p:txBody>
      </p:sp>
    </p:spTree>
    <p:extLst>
      <p:ext uri="{BB962C8B-B14F-4D97-AF65-F5344CB8AC3E}">
        <p14:creationId xmlns:p14="http://schemas.microsoft.com/office/powerpoint/2010/main" val="24436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63C7FA-28B3-413E-93BC-8AD32B200C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30735E-D496-4626-859E-6A7BA7DF61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0006CD-1BF2-4F47-AE61-53156E710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BBFE310-C7FB-4A43-84ED-AE61CA84B64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5D4A26-49C3-41E6-8E07-07D31DADD3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1CD601-1CE8-41F2-9279-31AB082C3C3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24107986-9E3F-41ED-9209-B79D8894AE8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AF7E2A6-2FF2-4885-BCCC-4338A0685D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a:t>
            </a:r>
          </a:p>
        </p:txBody>
      </p:sp>
    </p:spTree>
    <p:extLst>
      <p:ext uri="{BB962C8B-B14F-4D97-AF65-F5344CB8AC3E}">
        <p14:creationId xmlns:p14="http://schemas.microsoft.com/office/powerpoint/2010/main" val="473219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524240-611C-4F01-9339-C2C58C948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978911-E0C1-4E8B-9620-31E7F1B823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FBB8BC-E26F-4497-BDFD-828DB0B1AF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83E9364A-CFDC-47A9-A9A7-DF8D1939BE6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9439D7-F073-4E78-8C4B-A0378F64E36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1617F23B-520E-4188-ABAA-BBA804AF27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17327351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372C-1790-4990-B8F3-A39DDACA15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B4C725-FE66-4997-B5E9-8DB7B2686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A3D444-77AF-410A-85F4-F19A996F1F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132BF47-678F-4321-924F-06938D3218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FD023E-487F-431E-9E03-C7F56116E8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F73553F6-60AE-4F2A-9312-5BC1CDDAD47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A4DC109B-D699-4B30-9AA3-DDD19F0579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93CF7E99-3653-4A7A-9B99-7776DBAAED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26602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8C3CE7-F44E-465D-A726-8A5F5891CB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9DDF9A-219D-447D-8504-9C080D116C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C51C6-2D33-4919-8162-BADE8E62C0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5AD62BEB-04CC-4A94-B5B2-A48471518C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F0540E-3772-4262-AFE2-C8353EAA4F5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3564B53-255E-4092-83F4-2BB467690B0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C73CD0B-1919-46D9-B455-1BED1EF5E2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C42147CB-D2ED-439F-98C8-92BCADEC0F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9269920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AC2302-D747-48DB-ADA0-16C0F01267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4C9F65-731C-489C-A7A3-5597225EB5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461005-AA79-4BF6-8EA4-DFE05453C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3256D21-D82D-4018-8224-B5D881A59D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DBAF5A-6471-4EF6-9329-18F1AD890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A85C184D-263B-43A9-9D8B-9DCB00D758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BA9537-FDA6-4F1A-910B-2EDD3B0501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24F3D4DC-AABB-4CEB-B39B-3A8DCF44E09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6EE091-50C0-418D-B0FD-80FA3F87E1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EFA0E46B-4CB8-467B-B370-53C54873AD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10322539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5EE796-8544-4A7A-A1C6-BE05EEC6D7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BB3938-CC46-48DD-BF37-15D777752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EEFEBB-0764-44E1-B12F-50ED57F5DF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971FAF1-94D3-45B4-A444-442303C0DD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F7CDE7-9C93-407F-A56E-0944744506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893F8D2-345F-411B-B746-179F66B6C8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64743E-EDFE-452F-B5A4-EA0D0E2657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68DEB9FF-34A6-4BCE-94DC-8929A3A1EE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F9941-A179-4DAC-9908-0B0F7AFB7D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D2AA9AFC-4EA9-4AB5-AB4A-F0AC6B1D5C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2759278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651969-93D4-4F64-9434-502114B3A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5DCBB9-C466-407A-B73B-E2B3986F70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AEEA7-F6F6-494F-A7FA-F3AA7C58E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6DC3E46-68E3-4CD1-B778-6E1315C570C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DD51CC-E30A-4DD7-A79A-F880ED5D85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9BE48E-2872-4A25-8941-74E1D26A73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3CA260-F564-4532-A1E0-CB3E863F0B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1F0D6A67-ECA0-409A-933E-B3FBDA6DA1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11</a:t>
            </a:r>
          </a:p>
        </p:txBody>
      </p:sp>
    </p:spTree>
    <p:extLst>
      <p:ext uri="{BB962C8B-B14F-4D97-AF65-F5344CB8AC3E}">
        <p14:creationId xmlns:p14="http://schemas.microsoft.com/office/powerpoint/2010/main" val="9781289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95F00D-C3D2-4E9F-8EBA-0C1F57927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0D73CF-A26A-4746-A37C-C5A7F6A54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4BB2CF-1259-4DE4-A785-B5AB733EA2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E7D0D334-3F7C-4B69-9947-B053975C66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F923CD-85DD-4B59-BE26-CA9FC2D08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64605C57-2476-4AA9-A1D0-C7BEB2E3E9A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880C0CC4-6C71-449A-879D-918EBDD79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12022793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027458-F25B-4510-B5FF-AD76CACAA8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EE425E-5440-4A1C-BCC8-9C2D179BA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0D03F7-2C8B-477E-A65C-FC99E50DC8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9B80DE19-A741-47A7-854F-B295E9F55F1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DCA225-44B2-4682-B0B2-8776822775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68296B-E081-4586-AF96-4E91A04A3B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37F8AD1-ECD0-46BD-BCCD-1EA62FF6BE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E145D4F-B1B3-4D00-8FFA-975313475A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7072114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D8B675-EA8A-409E-9029-EC4C7DE88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5E6625-0D66-46CC-96A9-B86F7D4D8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CADC9-2B8E-4F70-BE6D-03CB05374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6C8DCC85-9B2E-4C21-8725-746739375A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0038D1-959F-44E4-AF86-DCA0CEF30C0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081FCC28-1D66-46FE-AC9A-C0D521EE162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45C713E4-509D-4682-A1E8-17B893374D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7845697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16388D-8EE9-4427-B2DF-57FF4B9827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2876FE-C525-40E0-BD21-CF69914F1F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19A539-E84C-4AB9-AA80-F6A5948A70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79C75268-65BE-4E4D-BF70-EFD308E59A4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4413CE-F4D0-4293-946E-3514A1C68B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EFF5D5B-E96A-4626-A8A0-D1D7DE55A52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93FD2B9-66A3-4B63-85C0-1B48726478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AACC6C9-1A8A-4AAE-8514-8FB184868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68730376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8BA61-2719-4F75-BC3F-066EFACF3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08A4DD-679F-4F72-8275-76EEA39632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8CDBE5-025B-416B-AA51-6A6B3E47A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C1BCE231-8901-432F-AD27-996DB986AF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B77C03-3213-48E7-BD33-58B47C0BC5C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4E781C-F97E-48B7-AD3D-FCAFB31087A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D24F5213-D4F6-4AF8-ADA8-3E86DE9E32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17225ECC-5EA9-4640-8C98-B8B2FAA96D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16268942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31FC1E-8D37-40F1-B855-30D902343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7D9E2A-6D56-487A-B408-E76C264D3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2EF7F4-892B-490A-A83E-46932B7DE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F883C292-9051-4758-B272-3EFF4436173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4F639C-9E5C-4F00-93D5-01181CEBD0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100E8CBA-5EFA-45C3-BF48-D44B26139B6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86FE2B-F5F5-468D-AA3E-B607925FA9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488E3F7-BF40-4558-8B96-E5172B17B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9131435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7EC55B-B043-4933-A6F9-C1481D2CB05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EAE60E-9FDC-4223-A0AA-C20F11487D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4AE3CFB9-8330-4B37-9B23-9F118BCC5512}"/>
              </a:ext>
            </a:extLst>
          </p:cNvPr>
          <p:cNvPicPr>
            <a:picLocks xmlns:a="http://schemas.openxmlformats.org/drawingml/2006/main" noChangeAspect="1"/>
          </p:cNvPicPr>
          <p:nvPr/>
        </p:nvPicPr>
        <p:blipFill>
          <a:blip xmlns:r="http://schemas.openxmlformats.org/officeDocument/2006/relationships" xmlns:a="http://schemas.openxmlformats.org/drawingml/2006/main" r:embed="R5513247c94834b4f"/>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A97CA9A-B6CD-40A3-B4BF-33C8E6F966B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7C4BE7-D698-4696-975E-197BCD9013D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baseline_errors.</a:t>
            </a:r>
          </a:p>
        </p:txBody>
      </p:sp>
      <p:sp>
        <p:nvSpPr>
          <p:cNvPr id="6" name="">
            <a:extLst xmlns:a="http://schemas.openxmlformats.org/drawingml/2006/main">
              <a:ext uri="{FF2B5EF4-FFF2-40B4-BE49-F238E27FC236}">
                <a16:creationId xmlns:a16="http://schemas.microsoft.com/office/drawing/2014/main" id="{5E8AA3E9-98F1-4760-988C-FEE5078E1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193477972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F16F60-BCB0-4E07-9FAF-480A1FA32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9174BA-5AE2-4D49-8EF5-804EDC4D4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D0846F-AF27-407E-824D-4E594DF512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FE447BE0-0F2A-4A11-81DF-4EF3E191F0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90E6A9-6C88-4073-8CF0-8FD888E3AC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746954-357F-49DF-87C4-24A2EA0068B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12BCBF7B-1C7B-454C-9630-9B07C03F19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D94FACA2-B0CF-4D6E-925B-ACA7F98A6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7847584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B92C34-8C29-4B21-B347-4015EE5172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CE5941-6D47-457E-924B-8BB58D0377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F0EC5B-3EF6-4073-97E3-49A835720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A7ABCC-DED0-4726-8114-2325CA5B2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3AE8D4-1515-46A6-8403-6490A2853CD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C3D38F-F982-4F4D-8D2B-B01816EF6A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3793BBA0-484C-4E18-9F37-B46C92C0BE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F3A9731B-A863-4E50-8914-E15AFEAF3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2657756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8B87A0-0637-4CED-86E0-A9A1317B75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FFD59F-6749-41C7-BBCD-B5544881F3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42343D-EE4F-4FCA-92E2-BAA38C2124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970801E3-B0C4-4DC1-834D-A2998787D46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111201-178F-491D-8D3E-626685058C6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3C7C3C-939B-4A84-9811-E39A75570F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534BE846-A283-43BE-BD3C-33B130CDA4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2183CCD-620A-4607-B31B-68FFE75C7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74981902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7CAB12-D866-43E9-ABE2-C5188CC6FE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7973DA-EFF7-418B-A5ED-3F8DFF716A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0738B7-CEBF-4BB6-A065-85516AE6DB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EC5E56E1-D4F8-4D24-BAE5-4E41BB5AA4A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3BA475-F5C4-4320-B392-27839461AC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7FF045-E40F-43D5-9C36-853C9692F8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440440F7-C8B0-4380-B07C-02A00553EF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7743920-572B-4930-BA11-54DE5C530F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22</a:t>
            </a:r>
          </a:p>
        </p:txBody>
      </p:sp>
    </p:spTree>
    <p:extLst>
      <p:ext uri="{BB962C8B-B14F-4D97-AF65-F5344CB8AC3E}">
        <p14:creationId xmlns:p14="http://schemas.microsoft.com/office/powerpoint/2010/main" val="114615943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3F403C-A914-443B-8B60-CD23357D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271E58-D9EE-456D-8389-F557E4183E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29F8CC-C95B-4598-A3AB-2C1E2B212C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1C5038A4-998B-4850-9365-CBD1F56EC5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BB9DDF-3CF9-474D-8641-238E01D4AA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2B52D7-3B03-4CB9-B257-637B428F05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4EFE2BAD-7CE3-461E-8CCD-F1EE01E666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B3E5DF-4BBE-4D45-AEE6-915D1F3D57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23</a:t>
            </a:r>
          </a:p>
        </p:txBody>
      </p:sp>
    </p:spTree>
    <p:extLst>
      <p:ext uri="{BB962C8B-B14F-4D97-AF65-F5344CB8AC3E}">
        <p14:creationId xmlns:p14="http://schemas.microsoft.com/office/powerpoint/2010/main" val="21224719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1ABF40-997E-4C59-B355-A29AFAFECC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F468A4-C621-4300-AF50-519FBD639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EBA7D8-E307-4349-9E09-A5512E8B4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B606FAE5-47BB-444D-AFD7-64E5B35DBA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F98FB0-89CA-49C8-AED0-B603A7C2D9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EF0AEC4A-E9D1-449F-B893-CE0F4CC096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6635D3-00CC-4F65-A68F-B3392D3851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84660E2A-F17E-4FBC-B500-520CE30711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45E588-C673-40FE-ACC7-3434B86DDE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99175FB8-63C0-4E1B-B651-1B33351AD8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187611639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8AA8FE-0D84-4B24-ACB7-B5314ECB7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F970D8-4B66-4D9A-9619-EDCEB53F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E66F0E-A898-40BA-B9CE-04C816E3B2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C9096A6-3108-48EC-B9E9-47BF9FA9D5B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2D2544-9162-4EC8-96EA-3CFDFA6FD3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042180D8-5C37-4DDE-8EDC-230C5569A7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2C8F7DB6-175B-456C-8FF0-C6E0845C0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25</a:t>
            </a:r>
          </a:p>
        </p:txBody>
      </p:sp>
    </p:spTree>
    <p:extLst>
      <p:ext uri="{BB962C8B-B14F-4D97-AF65-F5344CB8AC3E}">
        <p14:creationId xmlns:p14="http://schemas.microsoft.com/office/powerpoint/2010/main" val="29762611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091069-971D-44D5-B8CF-E0E927E558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30413B-804D-43C3-97C7-7C223398B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B5A938-59D4-4353-ADD9-8C24F52FC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C4CDE073-ADEE-4CE8-8B1E-818CCB7FFBE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AE94F2-AAB9-4737-BDBA-5AB988A680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75AEA52C-E7EF-49D0-88A2-FBFA79A7A62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D4C1B18-CAA3-40A6-8F14-7C9F10BEDEA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769E215-7033-4EC8-A9EC-E20E98F1A3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26</a:t>
            </a:r>
          </a:p>
        </p:txBody>
      </p:sp>
    </p:spTree>
    <p:extLst>
      <p:ext uri="{BB962C8B-B14F-4D97-AF65-F5344CB8AC3E}">
        <p14:creationId xmlns:p14="http://schemas.microsoft.com/office/powerpoint/2010/main" val="114827352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4A724-6E0E-4BD8-BE33-CC55BC938F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9E0303-11B5-4218-8B66-A361D8F38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149FE7-463E-41DD-A2BE-8CB50887C1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6C00BBC-5F31-44D3-9A00-1AC1FB60937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42D0A-8F72-405D-80D7-9511131A82A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81DD370-2E8A-4919-B575-91641DB381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27</a:t>
            </a:r>
          </a:p>
        </p:txBody>
      </p:sp>
    </p:spTree>
    <p:extLst>
      <p:ext uri="{BB962C8B-B14F-4D97-AF65-F5344CB8AC3E}">
        <p14:creationId xmlns:p14="http://schemas.microsoft.com/office/powerpoint/2010/main" val="28487002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9357DA-C89F-4138-A0F2-28C574CE9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0780F4-295E-4C11-AA44-4C0F40A1AF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EF1C37-ADB4-4C25-BA1F-4841FCD6EF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9FBFBDEF-1671-4672-A8CA-E839489680B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6E3D6B-6125-4849-B3B5-47195BEFD7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E969553F-D1DE-4BF9-9C98-B3A10486C01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DF7A15E7-8DBF-44E7-8930-2EB62D4567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6E26A72-511A-4825-8C6B-04E6C1EE2C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28</a:t>
            </a:r>
          </a:p>
        </p:txBody>
      </p:sp>
    </p:spTree>
    <p:extLst>
      <p:ext uri="{BB962C8B-B14F-4D97-AF65-F5344CB8AC3E}">
        <p14:creationId xmlns:p14="http://schemas.microsoft.com/office/powerpoint/2010/main" val="145146880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6A0E48-820E-42EB-B948-2E1FE5F52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800452-8298-4136-B06B-8288D9B239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01CE65-5361-4380-8409-99FB118D1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F5101FA9-0E50-46EB-94B8-04FB6872AA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239A1-E958-4B75-B75C-B095D1D567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29378B-3737-415D-BCCA-2436289369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B16CC23F-F40C-4E11-BB3A-9FECE83DCF2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499FF15B-58D3-4F51-B5EC-5D1177633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29</a:t>
            </a:r>
          </a:p>
        </p:txBody>
      </p:sp>
    </p:spTree>
    <p:extLst>
      <p:ext uri="{BB962C8B-B14F-4D97-AF65-F5344CB8AC3E}">
        <p14:creationId xmlns:p14="http://schemas.microsoft.com/office/powerpoint/2010/main" val="5932361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0644-FC51-4092-93AC-23F9F9D66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594A4F-D562-46F7-A87E-7D4E799B0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081187-1C7F-4B9E-9025-BDBAD9DFC5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AED7392B-8D6E-49D1-B39A-350AADF115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6000EF-4B0D-47D7-9AC5-50779510B30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AC7A22-8245-4A3D-AFDF-76D1B0B7D0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9827951F-3EC5-439A-99F6-EA2B97F3364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24B9CB40-D16B-49D6-96CE-F0716AF7B7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30</a:t>
            </a:r>
          </a:p>
        </p:txBody>
      </p:sp>
    </p:spTree>
    <p:extLst>
      <p:ext uri="{BB962C8B-B14F-4D97-AF65-F5344CB8AC3E}">
        <p14:creationId xmlns:p14="http://schemas.microsoft.com/office/powerpoint/2010/main" val="78882014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727402-E5A2-41FD-9A50-9DE25EF16A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C35283-06B6-4405-BFF0-C7B2919B00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B8176-02B2-43FF-A8A3-A076D6A3F1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ECA63D7D-5BEC-467E-96AC-D169652E271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FACF0A-F894-4F04-8BB4-BD5C2AEDD4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E286141F-C3FA-4E81-8958-2853038B8D4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EDFFF3F9-A379-46E3-9E92-CFE644ACC2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31</a:t>
            </a:r>
          </a:p>
        </p:txBody>
      </p:sp>
    </p:spTree>
    <p:extLst>
      <p:ext uri="{BB962C8B-B14F-4D97-AF65-F5344CB8AC3E}">
        <p14:creationId xmlns:p14="http://schemas.microsoft.com/office/powerpoint/2010/main" val="137654751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241A23-40F2-424B-8903-0E13DC20D6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D10A53-2BDD-4C59-8FAD-62995B2959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8739D8-BAB5-45BA-B4FC-3631AF3E4D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1</a:t>
            </a:r>
          </a:p>
        </p:txBody>
      </p:sp>
      <p:sp>
        <p:nvSpPr>
          <p:cNvPr id="4" name="">
            <a:extLst xmlns:a="http://schemas.openxmlformats.org/drawingml/2006/main">
              <a:ext uri="{FF2B5EF4-FFF2-40B4-BE49-F238E27FC236}">
                <a16:creationId xmlns:a16="http://schemas.microsoft.com/office/drawing/2014/main" id="{A529CAE3-600E-4A70-A972-71917BF115F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FCBB75-4D77-4BEC-9744-E1D1CADA795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69CEDA48-3EBB-49E3-89C8-E93295DB879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BCF4CB34-1C3D-419C-955F-E570A329DC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22A5DEE-583D-4A84-B1F7-52216775DF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37738568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90C06F-0960-48B4-A458-B8C87B031C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29494D-7FD2-4E4A-A071-F52336074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0554AE-3A42-4B46-B4B2-808E72287F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7E0D60D6-64F0-4BFE-A882-C9058E8023A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8AFFBB-C308-434F-A7D5-76A25AEA3E4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BDB78154-D5F9-4549-AFEF-13A24B8F0C4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737FE07-C1BD-4809-AC50-6C00C70117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32310709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FB0A29-BA01-47F3-B3B3-B0DF4EFDBA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AF4676-DD8C-41A8-ABB2-741469471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A7C550-0C20-41E4-8DD0-D0182DBF40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2</a:t>
            </a:r>
          </a:p>
        </p:txBody>
      </p:sp>
      <p:sp>
        <p:nvSpPr>
          <p:cNvPr id="4" name="">
            <a:extLst xmlns:a="http://schemas.openxmlformats.org/drawingml/2006/main">
              <a:ext uri="{FF2B5EF4-FFF2-40B4-BE49-F238E27FC236}">
                <a16:creationId xmlns:a16="http://schemas.microsoft.com/office/drawing/2014/main" id="{C8B7CD2D-643F-49EC-AD14-75D1521DCE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8F0382-2F8C-4460-BF6F-2AEE0E5383F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55F38FB0-CA83-4199-BC2E-48D5DC000E0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700640C9-727B-4A83-998E-B756CAF2BA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DDF28EB-7FC2-427D-B452-AC914608F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43974310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8A8DB0-669C-4793-9899-4F95584250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04C25-E0F3-4E1F-B636-D5FC8A0569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34F344-97DD-43DE-9396-2C39335449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DC801BF3-831E-40B7-BC67-7A55EA0A540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9EFBDF-6963-4B57-9C78-AF7CF9E1AE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FE8251-24B3-4E99-812A-C97D1704E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95DF8CF1-A144-42C2-8167-D750DFF3E5A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baseline_errors.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91F989F3-CF1B-4A36-8AC5-F5E5EA7D7A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20809531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B03A5E-1D7A-49E5-B653-DC76F46C30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DF696D-C158-40F9-85AA-79897A8CF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9C574C-4CBF-48F7-9D04-D4F8D3A29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A709992-6CB7-4417-B777-102A78E3F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386C-1F18-4861-BEEC-84B6A2B4DA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D4DDF3-5DF3-4961-9C02-1105586599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233A75-D179-4D18-8E23-19ABA60EE3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93819D6-2191-478C-9302-80386C8717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EAD072-A7DC-499C-90D4-97E672B9A1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5E39D71B-8826-4E24-8350-DD71220617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132087662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6481A8-5EBE-4E81-892D-3FBC2A6EB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477830-0DF0-4350-8EFF-2E7EB79C0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F9EBCA-FBC7-4565-AA1C-32813571D5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B36BE25-29CC-4757-BC50-36DA5B6E3D7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0E9D8F-2E2F-4AEE-887E-4CF9C680C44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45B1F4E4-5E4A-4633-A733-9DFF364C6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71391325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09F2D-C928-434C-8419-A4008C383A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B52FB2-76B0-456A-8629-DB8EB9074B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4D7AA5-8B02-40BF-8C22-EFB4D113C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94926AD-B967-46F7-93DB-A4586E4AFB3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36681B-B387-42EE-8249-649E6B74850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9772A117-DD45-41EB-84E1-689CABD307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25152596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CB88031-69D2-420F-8342-558E65127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1F29E6-EF30-4DAC-8601-6DA0BFFDB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8DF70D-37D0-4731-AD6B-44C67DD1A2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790D156F-C404-4A2B-ABF8-8252A2F8055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A86238-BAE3-4689-8ED6-CEB9AA1A0F3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DC5C385-5BA9-402A-BF0F-0256294DC4C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086BA6AE-8E67-43EF-9250-A047FBA447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20800608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917FC3-AC01-4B24-9DBA-6083583A0F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03C69F-F79B-40F6-BF07-EC622AA41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66FA7E-E7F5-43FC-9D76-9FB94FBA6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1</a:t>
            </a:r>
          </a:p>
        </p:txBody>
      </p:sp>
      <p:sp>
        <p:nvSpPr>
          <p:cNvPr id="4" name="">
            <a:extLst xmlns:a="http://schemas.openxmlformats.org/drawingml/2006/main">
              <a:ext uri="{FF2B5EF4-FFF2-40B4-BE49-F238E27FC236}">
                <a16:creationId xmlns:a16="http://schemas.microsoft.com/office/drawing/2014/main" id="{D638287A-1C30-4FDD-8563-686899E51F8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BC27E5-5911-4575-8CEE-D81169452B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29468520-D28A-441E-85BD-BD574633BDA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E637B2AB-4F4A-46C4-AF2D-A94243F784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6C07E56-E05C-4815-B93B-D457274D9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158147781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13F817-5645-4EF0-AB89-F514034F61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3E114C-4AA5-4B53-9DCB-9D1CF42B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8E53B0-F994-4F77-838E-1678A5C39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33D3FC35-9E19-474D-A6E2-2851784C45A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113464-43B6-4140-83AF-6D3E774EC19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C7C36C8C-B272-4CB8-A084-5005C4EFED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06B890FA-DA75-4186-A728-269740D2A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18106641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8B36A-7225-475B-BC11-44713F523A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9C3CCC-0D56-43ED-AC95-700AB30B42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307261-83E2-436B-9991-06B0324893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2</a:t>
            </a:r>
          </a:p>
        </p:txBody>
      </p:sp>
      <p:sp>
        <p:nvSpPr>
          <p:cNvPr id="4" name="">
            <a:extLst xmlns:a="http://schemas.openxmlformats.org/drawingml/2006/main">
              <a:ext uri="{FF2B5EF4-FFF2-40B4-BE49-F238E27FC236}">
                <a16:creationId xmlns:a16="http://schemas.microsoft.com/office/drawing/2014/main" id="{F1CB57BF-85DD-4D9B-AAD4-005A38EEC00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41229C-E406-4AD2-B838-597C2CEBB2D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1F3039CC-BC72-473F-BC68-2EB64B12DF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664709F5-F8D9-4672-82BD-21710424DB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9C532FF-2B02-4B00-8BD8-A57EFD254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42</a:t>
            </a:r>
          </a:p>
        </p:txBody>
      </p:sp>
    </p:spTree>
    <p:extLst>
      <p:ext uri="{BB962C8B-B14F-4D97-AF65-F5344CB8AC3E}">
        <p14:creationId xmlns:p14="http://schemas.microsoft.com/office/powerpoint/2010/main" val="110031620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2D167-6DDE-43F2-9311-7BDB8000E6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EC7317-61AF-46A1-A149-3635BAC06D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7E6B9-7356-4AFB-A030-0A8B3343D4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90D2DF7-4E02-4FC5-9CE3-383C46C09D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2DC829-54C7-4484-A75E-BC96DCFF4F1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7B4FAF4-83CA-44D4-A46D-2541653C589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4CC55CDB-F285-4D19-A199-17046C3B774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D6A86643-8225-4C80-A666-574407E3C2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16726879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5FDCE4-1062-48E8-8852-1D359AC6E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344C75-F2C4-4654-B0B7-CE0AF6989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2EEAC-AFF5-4292-8BAB-43005A1BCF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9230CE7-44D8-4267-B8A3-F4794032BA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D142D8-15F5-4905-82ED-B6D5259794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09FCB73-FC96-42B4-AC66-6D60031892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5557D5-B4FD-488F-B43B-6E29B6A5BE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BB8DC731-20F8-47BE-B5AB-68D777AC05A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1BA87-3080-4359-A645-14B7F9D1AF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AA90372B-86BB-46C8-914A-B8B8F39CC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6049517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3D8200-F8D2-4DC1-9A76-6E9F720150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3952FA-8952-4280-93F9-4A5F539C0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863930-7A96-498B-8768-15CB3DEF2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E858DA24-8313-4A3A-930D-A5D9B26B95E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192F77-8B23-4A5A-9EEE-2F4A5C9A50E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E302C6B5-ADD1-4F7E-9726-52E249FE45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57260505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952981-2B91-434C-8678-EA3697414F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A20D18-B7C4-467F-8796-5D9394242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951351-6B46-4215-AF53-CCF1962CA5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7947C52E-6AA2-41D3-B892-467DA24958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7FC3BB-DEB5-4F07-8B9B-3EB85F01738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6502D53C-8FA4-429E-8A97-0F545A7AA3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68179EDA-EE15-4409-9A9E-3D58CB4C6D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22E1CF3-2DE1-4C6B-B119-7938A19748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16912775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F8664C-692C-40C7-836F-AF70D528F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EFDF60-9BD5-4B26-AD9D-6BCCB419B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F2E110-ACA8-4501-9B4B-1475801FB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CA328B4-7A32-4521-8D31-41A5FA8D93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CA97-864A-419C-B5EA-D8844AE948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FC9FAB0D-F3F6-4309-BED7-016AE041656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F1574C-A525-47AB-A712-A073F9D3ACB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7B90599D-25D1-4C8B-B3E0-E24C1115FCD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6F032F-ED5E-41B9-AAFE-8C968ECF3B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F563F8D-3202-4823-995A-EB0720B05CA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7EACE3-1C99-4056-98D9-2742409ACD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59D673D-6B26-4A65-98D8-339D69FEA3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90662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0C09B8-FF7A-451D-BCCF-70D1270923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F57159-D4A6-45B7-BE22-149C8590BD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E52C8F5-0607-4C00-97AD-24C0EFF0B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715D16C8-3E92-4066-BAFA-76E5990E502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EACDDC-EA63-4303-A044-72A5E7CB32B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9D0DE96C-2AC8-4096-B353-DF30802FA9D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84E56C-5103-4B0A-A5B7-4AC282C15F5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EC6064B-6BAE-4AED-910C-9E16386BFD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101191339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9EC437-3314-43B3-8650-4F7A33DC0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E5F125-D9D3-40A8-BADE-FFE0CECAE1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DC95DA7-FAEC-44F0-A41A-7498B5E16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568D16A-3D01-4819-BAD7-65AD8550B2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AFFCBF-B868-4AA5-A6CF-24B4E2034A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B3BA09F-3DD4-4450-90F4-63938F1130D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E62743-7C95-46B3-A171-C65A075FF9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9C50FD-975A-43DC-9CAB-3EFB40E231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131022051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760B8E-F658-47B5-BEA1-68C905BB5B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7C1526-67B6-49B1-8BBB-8E902CAD40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D5FECD-794D-456A-B597-6E65344F12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D032116-7461-4A08-9817-2FDD24057E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03C07-703C-40B4-ACEB-B7014626D07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F5D0864-12BC-4C7D-91F0-B5F8C621993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CCB2CF-0624-4CED-AD73-4E69A0DDC83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FED11DE-720E-4B8C-99C1-2A38F4BE77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0746B3-FD57-4467-B026-88DFB9BB3AD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3DA0B04-A06B-4086-BD42-298EEEA2C5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E60F6B-E276-4D21-9F53-7B9E09F57A4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A3D0DE56-2999-4806-A8F7-4FC9991C3A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91730215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5C9811E-76A8-4B27-8681-1155DED4A9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80D5C4-19EC-4606-81D8-BFCF0506E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BCAD765-62B0-4212-A266-778436957B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4439255C-F035-47DD-9A60-A0CCDC4CAA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B13D56-2EF2-47C1-AC9E-39BAF670AE6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3887B39E-AE24-4269-AFDC-70B3BE5E011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A4C6A2-A8E5-4859-95BB-425B8F90E4C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9BCCD2ED-E1C8-4F6B-843E-36926A73F1D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360C60-4902-4828-9EFA-FB6B7A57BF6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CC8F20F-EBEA-4697-B4BF-42FBF39DA81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07916D-A15E-4806-A1D0-41A9F0BE1B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B016BB8-9077-47EF-B4C5-D4EC7CDEDC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9FCEE20-0628-41B4-990F-B7BC1498323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35e105f6e654ab0"/>
              </a:rPr>
              <a:t>Open W08 assignment form</a:t>
            </a:r>
          </a:p>
        </p:txBody>
      </p:sp>
      <p:sp>
        <p:nvSpPr>
          <p:cNvPr id="14" name="">
            <a:extLst xmlns:a="http://schemas.openxmlformats.org/drawingml/2006/main">
              <a:ext uri="{FF2B5EF4-FFF2-40B4-BE49-F238E27FC236}">
                <a16:creationId xmlns:a16="http://schemas.microsoft.com/office/drawing/2014/main" id="{4E1974C7-7FA4-414C-9354-0DB5F27172A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43C593DA-2F8E-4613-A50E-42CA5224F2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35690632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2504F8-0C32-4032-91F6-D6A0BA947D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7FAC69-797B-4BB9-B07B-56E354DA4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B3F145-983B-44FC-93E4-D77DECD12F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7A74D639-818E-4159-BED6-B5CE9C30C5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B74FDD-FAFC-434D-8D96-CDFE96E8D35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6D588043-C0F2-422E-B52C-49F0ADF307D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F391FE-A6D3-4827-9EF1-5CBE9DC5A98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FD794FC8-ECD6-439A-A894-22DC7842CE2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7DC7D0-F312-4EC5-A26E-5D9A3D5BF3D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ABA9A15D-B91B-4DBC-8EBF-211F1C91808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E347D06-588B-462F-B63F-D85848C0822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031ED8D7-6EC5-4750-A958-62162F4C24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127165295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703E1E-B05B-401A-A688-CB80D04DEE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E39BB7-27F9-4077-9DAB-0A7F0D9E8A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495267-E2FF-47C6-9504-5FAA263015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FF2CE0D6-D1EE-4EEE-B766-F123AD934F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C2F42E-DD8A-463D-8E07-34429FFB70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0F273855-BECA-411E-8D56-3CCA9795898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CC9564-143E-4326-B34E-FA5D2723D32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80FA7CA-256F-453D-BC2D-4205906C48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5353AD-0D2E-46D9-8FA3-BFC7B8145FA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8CEDACD3-BB4A-4CA1-8885-F239EEEF6D4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0928A5-AEE2-4D09-9D94-E9E40632EA6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A27AE28B-D1E0-4E24-B3BF-7D4F94DDBB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18305897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7317A0-47B8-49D5-B4BB-103F7DC39B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4BF3DC-7700-4799-9645-D0598D0803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D46C30-27F9-4E2F-BBFE-FF39DDCF69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B7FD9547-6B02-47C1-9B93-F38711E70D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CA74A0-04CC-4DBE-980D-FBD69AB328F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70541151-BB08-4977-93CA-274BC1D107F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0F3FAC-FED8-4C13-AC90-F89E4D2587F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02840A82-2F9E-4C48-A69F-068FBB7A283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8A1478-3953-4524-AD94-73DC54FB7C2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A72E6C64-ACF9-429F-882A-900D131399D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06B46E9-216C-454F-946D-F41949A5D40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60CFBE48-1A7B-4AC3-937D-47AD55501B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199738301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92345DF-9D4C-4C90-8747-6523513D0B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B7B6A1-F7A2-434C-8EB8-03D0E8D7EA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79C22C-CF3C-4537-ABEF-AD05FB0FC9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26831909-BEEF-478F-82E3-10DECAF0E5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68003A-2894-4AF1-9E08-DF06C75DB9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F5881F26-4296-4F5E-871B-9C3013AEE0D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6218DC-B8E2-4BE2-B251-1C34B8AE0D5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8B79C97F-DCF8-43C8-88A0-F9E0C39008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22DE80-48EB-4B8F-8728-0A35253860A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411C141E-87B9-452D-89F3-06A88EEBF47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93F862-C4F8-4A15-AEB3-773BCDB0C3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AB918447-27AC-4F81-A08B-7AE609AE6B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63645496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7642E2-498D-4709-A58C-59C9B5218E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4595DD-2C41-4D05-BBFB-BCFB0E7289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77845F-1DDD-487B-AE33-6EF0AD2E13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3DA69B7F-EDEF-4EE1-A89D-838EE5445B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75FE24-6327-42D9-B571-12A8EC9E4A06}"/>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8C67BDDA-A85D-405A-8147-4B36BDF9D4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58964007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D7DB695-3411-4684-BC05-E975DE2673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53E804-30C7-4FD7-B4DA-5AF54F5F64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FFBD1F8-6352-4F0A-B4CA-4074F520D8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5E3EC7F3-2066-4AC5-8F2D-EFF39D7577C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00FDCC-30CB-4E2E-8748-F95299C4001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11:00 Kampala</a:t>
            </a:r>
          </a:p>
        </p:txBody>
      </p:sp>
      <p:sp>
        <p:nvSpPr>
          <p:cNvPr id="6" name="">
            <a:extLst xmlns:a="http://schemas.openxmlformats.org/drawingml/2006/main">
              <a:ext uri="{FF2B5EF4-FFF2-40B4-BE49-F238E27FC236}">
                <a16:creationId xmlns:a16="http://schemas.microsoft.com/office/drawing/2014/main" id="{33FC74B1-4A15-4A5A-9166-A887B3DF23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76C434-17AA-4786-89A5-70F85B07DCB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11:00 Kampala</a:t>
            </a:r>
          </a:p>
        </p:txBody>
      </p:sp>
      <p:sp>
        <p:nvSpPr>
          <p:cNvPr id="8" name="">
            <a:extLst xmlns:a="http://schemas.openxmlformats.org/drawingml/2006/main">
              <a:ext uri="{FF2B5EF4-FFF2-40B4-BE49-F238E27FC236}">
                <a16:creationId xmlns:a16="http://schemas.microsoft.com/office/drawing/2014/main" id="{5311CEF7-8B0A-4B7A-839F-7601E67421B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A63644-41FE-4836-AF79-C115978876E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6A02A8E-BF27-49EC-BC53-C1BFECBD543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117B20-BF7A-498F-9EFF-D722404163F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623BE64-90A0-49BF-BC57-6698531A145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10397EA-7D9B-4C2F-AA54-04A87A271E7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4c9fd6268d4384"/>
              </a:rPr>
              <a:t>Open DA_PROJECT assignment form</a:t>
            </a:r>
          </a:p>
        </p:txBody>
      </p:sp>
      <p:sp>
        <p:nvSpPr>
          <p:cNvPr id="14" name="">
            <a:extLst xmlns:a="http://schemas.openxmlformats.org/drawingml/2006/main">
              <a:ext uri="{FF2B5EF4-FFF2-40B4-BE49-F238E27FC236}">
                <a16:creationId xmlns:a16="http://schemas.microsoft.com/office/drawing/2014/main" id="{B2B03A7B-D051-4ED3-83C8-6D0F90C138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https://docs.google.com/forms/d/e/1FAIpQLSeFHqKnsIRNf8opU-Iksp55kGXQVFWPgL97r724FoRwvkz-6A/viewform</a:t>
            </a:r>
          </a:p>
        </p:txBody>
      </p:sp>
      <p:sp>
        <p:nvSpPr>
          <p:cNvPr id="15" name="">
            <a:extLst xmlns:a="http://schemas.openxmlformats.org/drawingml/2006/main">
              <a:ext uri="{FF2B5EF4-FFF2-40B4-BE49-F238E27FC236}">
                <a16:creationId xmlns:a16="http://schemas.microsoft.com/office/drawing/2014/main" id="{72CA4286-2F0D-4AD9-8AF9-EAC14FD4F8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57</a:t>
            </a:r>
          </a:p>
        </p:txBody>
      </p:sp>
    </p:spTree>
    <p:extLst>
      <p:ext uri="{BB962C8B-B14F-4D97-AF65-F5344CB8AC3E}">
        <p14:creationId xmlns:p14="http://schemas.microsoft.com/office/powerpoint/2010/main" val="73841360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8AB5191-1F25-4033-9765-5CEA709996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B776C3-1DCF-4FFA-83FE-ADEA9BD396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7F8CE0B-73DC-4C0B-8FC0-B7910EF010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CA377D4A-472E-4D8B-A64A-3CDC42A3AD3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1C53E3-5A39-4D12-B10C-7D2F12F57A5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4280473-E8A6-4E63-A4AE-95FB7134239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6F47EF-024F-49C2-A12F-E6765AF264C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059E862-B356-42BA-A213-FEE934A6CF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71F5A4-3314-4C11-9CE7-7849905A076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F79063A-2393-4289-93D4-FFF1807909B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24AD1B2-A790-4E79-821A-53EE06CDFA3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4794EB58-5C72-41EA-8607-0F8DBD6CD6E9}"/>
              </a:ext>
            </a:extLst>
          </p:cNvPr>
          <p:cNvPicPr>
            <a:picLocks xmlns:a="http://schemas.openxmlformats.org/drawingml/2006/main" noChangeAspect="1"/>
          </p:cNvPicPr>
          <p:nvPr/>
        </p:nvPicPr>
        <p:blipFill>
          <a:blip xmlns:r="http://schemas.openxmlformats.org/officeDocument/2006/relationships" xmlns:a="http://schemas.openxmlformats.org/drawingml/2006/main" r:embed="Rcaca32e31b0e499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5B86505-9EF8-4019-9417-927ABCD1F55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42165FC-3B52-4DCE-9123-D7EB4DED987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0E6070C-0FF1-4E8C-AEEA-56AA8F11308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d7feb09ac164f18"/>
              </a:rPr>
              <a:t>Open this week’s quiz</a:t>
            </a:r>
          </a:p>
        </p:txBody>
      </p:sp>
      <p:sp>
        <p:nvSpPr>
          <p:cNvPr id="16" name="">
            <a:extLst xmlns:a="http://schemas.openxmlformats.org/drawingml/2006/main">
              <a:ext uri="{FF2B5EF4-FFF2-40B4-BE49-F238E27FC236}">
                <a16:creationId xmlns:a16="http://schemas.microsoft.com/office/drawing/2014/main" id="{5BEE1A50-9DB9-4613-913E-798CF4981D2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xmlns:a="http://schemas.openxmlformats.org/drawingml/2006/main">
              <a:ext uri="{FF2B5EF4-FFF2-40B4-BE49-F238E27FC236}">
                <a16:creationId xmlns:a16="http://schemas.microsoft.com/office/drawing/2014/main" id="{98C0448D-4F9C-4D1C-B7D0-2790595447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58</a:t>
            </a:r>
          </a:p>
        </p:txBody>
      </p:sp>
    </p:spTree>
    <p:extLst>
      <p:ext uri="{BB962C8B-B14F-4D97-AF65-F5344CB8AC3E}">
        <p14:creationId xmlns:p14="http://schemas.microsoft.com/office/powerpoint/2010/main" val="1683071533"/>
      </p:ext>
    </p:extLst>
  </p:cSld>
</p:sld>
</file>

<file path=ppt/slides/slide5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7F5E77-1EE7-437C-AE68-480B790A6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AC2360F-363F-40BC-B66B-7C3D3FC19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3B01E99-84EE-4AD5-A6C6-B71D4BE52F4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56E0D04-D15C-49EC-B285-D1EDF2B6A91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872B9568-33B9-4637-A283-EC99F71936B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65A2A96-1936-49DE-A9BA-AC51C92E2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59</a:t>
            </a:r>
          </a:p>
        </p:txBody>
      </p:sp>
    </p:spTree>
    <p:extLst>
      <p:ext uri="{BB962C8B-B14F-4D97-AF65-F5344CB8AC3E}">
        <p14:creationId xmlns:p14="http://schemas.microsoft.com/office/powerpoint/2010/main" val="176455840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16358E-FBA9-4AF3-AD40-2069EDD3E3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8E3C96-D041-4492-A1AD-A3652CF8C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EEFCC6A-E64D-4CBF-B809-049191517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D47D3FE-CE20-4610-A341-23EBD935FF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ABB470-29B2-4EC3-9A56-D09D94B86F4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86CAF2-23E7-4C92-834C-94895BBEC3F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B6BDBA-827C-423B-8309-B71E82A758B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7B2D0A06-1CE0-4409-A640-A19CF89D0B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AC0CBF-2F67-41F6-A75C-0379389910F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0BADE42-9CFB-4A75-8404-329D896C5A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60BA68-BB89-4945-A9FB-95A68A3B45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5AC255CF-0A47-47B4-BF8A-313033ED9DA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44D5AA-BB35-4D49-B60B-01074F75A0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8bb85a75ab64b22"/>
              </a:rPr>
              <a:t>Open explainer video</a:t>
            </a:r>
          </a:p>
        </p:txBody>
      </p:sp>
      <p:sp>
        <p:nvSpPr>
          <p:cNvPr id="14" name="">
            <a:extLst xmlns:a="http://schemas.openxmlformats.org/drawingml/2006/main">
              <a:ext uri="{FF2B5EF4-FFF2-40B4-BE49-F238E27FC236}">
                <a16:creationId xmlns:a16="http://schemas.microsoft.com/office/drawing/2014/main" id="{A39BA217-6556-4811-9B0E-1A0D978051C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69ABED8B-8508-41F0-932B-BC3524AAD0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8208180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2026-10-20T18:02:06.7390000Z</dcterms:created>
  <dcterms:modified xsi:type="dcterms:W3CDTF">2026-10-20T18:02:06.7390000Z</dcterms:modified>
</coreProperties>
</file>