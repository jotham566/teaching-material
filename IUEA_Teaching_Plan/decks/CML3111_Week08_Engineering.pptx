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92c453a23e14131" /><Relationship Type="http://schemas.openxmlformats.org/officeDocument/2006/relationships/extended-properties" Target="/docProps/app.xml" Id="R1e42dd485fa94fdf" /><Relationship Type="http://schemas.openxmlformats.org/officeDocument/2006/relationships/officeDocument" Target="/ppt/presentation.xml" Id="R67cc1b1a4f8442d1" /></Relationships>
</file>

<file path=ppt/presentation.xml><?xml version="1.0" encoding="utf-8"?>
<p:presentation xmlns:p="http://schemas.openxmlformats.org/presentationml/2006/main">
  <p:sldMasterIdLst>
    <p:sldMasterId xmlns:r="http://schemas.openxmlformats.org/officeDocument/2006/relationships" id="2147483648" r:id="Rf804cb827c384ada"/>
  </p:sldMasterIdLst>
  <p:notesMasterIdLst>
    <p:notesMasterId xmlns:r="http://schemas.openxmlformats.org/officeDocument/2006/relationships" r:id="R5592198b43524758"/>
  </p:notesMasterIdLst>
  <p:sldIdLst>
    <p:sldId xmlns:r="http://schemas.openxmlformats.org/officeDocument/2006/relationships" id="256" r:id="R246179183e6b41fe"/>
    <p:sldId xmlns:r="http://schemas.openxmlformats.org/officeDocument/2006/relationships" id="257" r:id="R5a6d148d574f4cf0"/>
    <p:sldId xmlns:r="http://schemas.openxmlformats.org/officeDocument/2006/relationships" id="258" r:id="R725be3b17c094f04"/>
    <p:sldId xmlns:r="http://schemas.openxmlformats.org/officeDocument/2006/relationships" id="259" r:id="R11a159818f114b5b"/>
    <p:sldId xmlns:r="http://schemas.openxmlformats.org/officeDocument/2006/relationships" id="260" r:id="Rf4de444d1563461f"/>
    <p:sldId xmlns:r="http://schemas.openxmlformats.org/officeDocument/2006/relationships" id="261" r:id="R0e8f11e7fe214cb3"/>
    <p:sldId xmlns:r="http://schemas.openxmlformats.org/officeDocument/2006/relationships" id="262" r:id="R102ae7cb398b4996"/>
    <p:sldId xmlns:r="http://schemas.openxmlformats.org/officeDocument/2006/relationships" id="263" r:id="R17f356eef1d94576"/>
    <p:sldId xmlns:r="http://schemas.openxmlformats.org/officeDocument/2006/relationships" id="264" r:id="Raaefde9ecd9c47a2"/>
    <p:sldId xmlns:r="http://schemas.openxmlformats.org/officeDocument/2006/relationships" id="265" r:id="R68d0c00d4c264670"/>
    <p:sldId xmlns:r="http://schemas.openxmlformats.org/officeDocument/2006/relationships" id="266" r:id="R626bba7e018b4f8f"/>
    <p:sldId xmlns:r="http://schemas.openxmlformats.org/officeDocument/2006/relationships" id="267" r:id="R8c9bb80612b848cb"/>
    <p:sldId xmlns:r="http://schemas.openxmlformats.org/officeDocument/2006/relationships" id="268" r:id="R2207d50d966b470a"/>
    <p:sldId xmlns:r="http://schemas.openxmlformats.org/officeDocument/2006/relationships" id="269" r:id="R39b5d4a2a1b34143"/>
    <p:sldId xmlns:r="http://schemas.openxmlformats.org/officeDocument/2006/relationships" id="270" r:id="R670ca2b522954fc3"/>
    <p:sldId xmlns:r="http://schemas.openxmlformats.org/officeDocument/2006/relationships" id="271" r:id="Ra089e0a29850452c"/>
    <p:sldId xmlns:r="http://schemas.openxmlformats.org/officeDocument/2006/relationships" id="272" r:id="Rcbf0424e4dbd4fde"/>
    <p:sldId xmlns:r="http://schemas.openxmlformats.org/officeDocument/2006/relationships" id="273" r:id="Rd5dc859401eb4e92"/>
    <p:sldId xmlns:r="http://schemas.openxmlformats.org/officeDocument/2006/relationships" id="274" r:id="Rc56edb8fbaa547e7"/>
    <p:sldId xmlns:r="http://schemas.openxmlformats.org/officeDocument/2006/relationships" id="275" r:id="Ra26e5ba160ac498f"/>
    <p:sldId xmlns:r="http://schemas.openxmlformats.org/officeDocument/2006/relationships" id="276" r:id="Rea1f041932fa4570"/>
    <p:sldId xmlns:r="http://schemas.openxmlformats.org/officeDocument/2006/relationships" id="277" r:id="R4b05a3a0bd6c4191"/>
    <p:sldId xmlns:r="http://schemas.openxmlformats.org/officeDocument/2006/relationships" id="278" r:id="R06677b24b36a44ab"/>
    <p:sldId xmlns:r="http://schemas.openxmlformats.org/officeDocument/2006/relationships" id="279" r:id="R72ad5f63f5264fe0"/>
    <p:sldId xmlns:r="http://schemas.openxmlformats.org/officeDocument/2006/relationships" id="280" r:id="R0e844c37999240b9"/>
    <p:sldId xmlns:r="http://schemas.openxmlformats.org/officeDocument/2006/relationships" id="281" r:id="R7d15a6f8320f4e61"/>
    <p:sldId xmlns:r="http://schemas.openxmlformats.org/officeDocument/2006/relationships" id="282" r:id="R7c07cf688fdf4c0d"/>
    <p:sldId xmlns:r="http://schemas.openxmlformats.org/officeDocument/2006/relationships" id="283" r:id="R0eeda89dc56845d6"/>
    <p:sldId xmlns:r="http://schemas.openxmlformats.org/officeDocument/2006/relationships" id="284" r:id="R25879ac97d7446db"/>
    <p:sldId xmlns:r="http://schemas.openxmlformats.org/officeDocument/2006/relationships" id="285" r:id="R25372b1a2e0e478a"/>
    <p:sldId xmlns:r="http://schemas.openxmlformats.org/officeDocument/2006/relationships" id="286" r:id="Rec21d5c2fd864826"/>
    <p:sldId xmlns:r="http://schemas.openxmlformats.org/officeDocument/2006/relationships" id="287" r:id="R3dd3544bcc484bee"/>
    <p:sldId xmlns:r="http://schemas.openxmlformats.org/officeDocument/2006/relationships" id="288" r:id="Ra40f1ec16db5480d"/>
    <p:sldId xmlns:r="http://schemas.openxmlformats.org/officeDocument/2006/relationships" id="289" r:id="R4312b5f237a14fd6"/>
    <p:sldId xmlns:r="http://schemas.openxmlformats.org/officeDocument/2006/relationships" id="290" r:id="R0db9d65ab13348f9"/>
    <p:sldId xmlns:r="http://schemas.openxmlformats.org/officeDocument/2006/relationships" id="291" r:id="Rd67af10fe7d04266"/>
    <p:sldId xmlns:r="http://schemas.openxmlformats.org/officeDocument/2006/relationships" id="292" r:id="R65e20aadf71a4ab1"/>
    <p:sldId xmlns:r="http://schemas.openxmlformats.org/officeDocument/2006/relationships" id="293" r:id="R09ed9bb7cbe74a6c"/>
    <p:sldId xmlns:r="http://schemas.openxmlformats.org/officeDocument/2006/relationships" id="294" r:id="Rd74c68600f5d4869"/>
    <p:sldId xmlns:r="http://schemas.openxmlformats.org/officeDocument/2006/relationships" id="295" r:id="R85ad1913df7b4771"/>
    <p:sldId xmlns:r="http://schemas.openxmlformats.org/officeDocument/2006/relationships" id="296" r:id="R3a4b9584ee8f46b0"/>
    <p:sldId xmlns:r="http://schemas.openxmlformats.org/officeDocument/2006/relationships" id="297" r:id="R1da9c65c2f0b4e6c"/>
    <p:sldId xmlns:r="http://schemas.openxmlformats.org/officeDocument/2006/relationships" id="298" r:id="R71ece5d242c247cd"/>
    <p:sldId xmlns:r="http://schemas.openxmlformats.org/officeDocument/2006/relationships" id="299" r:id="R3a5f04d3fd114a61"/>
    <p:sldId xmlns:r="http://schemas.openxmlformats.org/officeDocument/2006/relationships" id="300" r:id="Red6c665dbd9045ee"/>
    <p:sldId xmlns:r="http://schemas.openxmlformats.org/officeDocument/2006/relationships" id="301" r:id="R829ef6cf3f0e4b34"/>
    <p:sldId xmlns:r="http://schemas.openxmlformats.org/officeDocument/2006/relationships" id="302" r:id="Rdc64ef68b6f84449"/>
    <p:sldId xmlns:r="http://schemas.openxmlformats.org/officeDocument/2006/relationships" id="303" r:id="R6c59742f17824887"/>
    <p:sldId xmlns:r="http://schemas.openxmlformats.org/officeDocument/2006/relationships" id="304" r:id="R2a4ac1c54b2d4ec3"/>
    <p:sldId xmlns:r="http://schemas.openxmlformats.org/officeDocument/2006/relationships" id="305" r:id="R9cd880629d794a58"/>
    <p:sldId xmlns:r="http://schemas.openxmlformats.org/officeDocument/2006/relationships" id="306" r:id="R296bcdd17b624550"/>
    <p:sldId xmlns:r="http://schemas.openxmlformats.org/officeDocument/2006/relationships" id="307" r:id="Rde40790fae19495e"/>
    <p:sldId xmlns:r="http://schemas.openxmlformats.org/officeDocument/2006/relationships" id="308" r:id="Rf576069daa7241e4"/>
    <p:sldId xmlns:r="http://schemas.openxmlformats.org/officeDocument/2006/relationships" id="309" r:id="R73ab3a0cccc3418c"/>
    <p:sldId xmlns:r="http://schemas.openxmlformats.org/officeDocument/2006/relationships" id="310" r:id="R4fe1d6f795be4968"/>
    <p:sldId xmlns:r="http://schemas.openxmlformats.org/officeDocument/2006/relationships" id="311" r:id="R3fb95c9fde1649f7"/>
    <p:sldId xmlns:r="http://schemas.openxmlformats.org/officeDocument/2006/relationships" id="312" r:id="R823dd4392feb4616"/>
    <p:sldId xmlns:r="http://schemas.openxmlformats.org/officeDocument/2006/relationships" id="313" r:id="Rd074f122c5f44856"/>
    <p:sldId xmlns:r="http://schemas.openxmlformats.org/officeDocument/2006/relationships" id="314" r:id="R86564d61df3d4931"/>
    <p:sldId xmlns:r="http://schemas.openxmlformats.org/officeDocument/2006/relationships" id="315" r:id="R37351e21e7c04da1"/>
    <p:sldId xmlns:r="http://schemas.openxmlformats.org/officeDocument/2006/relationships" id="316" r:id="R702ccaace5f04326"/>
    <p:sldId xmlns:r="http://schemas.openxmlformats.org/officeDocument/2006/relationships" id="317" r:id="R4f102942d268465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7dbf0debb84513" /><Relationship Type="http://schemas.openxmlformats.org/officeDocument/2006/relationships/slideMaster" Target="/ppt/slideMasters/slideMaster1.xml" Id="Rf804cb827c384ada" /><Relationship Type="http://schemas.openxmlformats.org/officeDocument/2006/relationships/notesMaster" Target="/ppt/notesMasters/notesMaster1.xml" Id="R5592198b43524758" /><Relationship Type="http://schemas.openxmlformats.org/officeDocument/2006/relationships/presProps" Target="/ppt/presProps.xml" Id="Ra584daaa55064f10" /><Relationship Type="http://schemas.openxmlformats.org/officeDocument/2006/relationships/tableStyles" Target="/ppt/tableStyles.xml" Id="R094e0b030e1544a1" /><Relationship Type="http://schemas.openxmlformats.org/officeDocument/2006/relationships/slide" Target="/ppt/slides/slide1.xml" Id="R246179183e6b41fe" /><Relationship Type="http://schemas.openxmlformats.org/officeDocument/2006/relationships/slide" Target="/ppt/slides/slide2.xml" Id="R5a6d148d574f4cf0" /><Relationship Type="http://schemas.openxmlformats.org/officeDocument/2006/relationships/slide" Target="/ppt/slides/slide3.xml" Id="R725be3b17c094f04" /><Relationship Type="http://schemas.openxmlformats.org/officeDocument/2006/relationships/slide" Target="/ppt/slides/slide4.xml" Id="R11a159818f114b5b" /><Relationship Type="http://schemas.openxmlformats.org/officeDocument/2006/relationships/slide" Target="/ppt/slides/slide5.xml" Id="Rf4de444d1563461f" /><Relationship Type="http://schemas.openxmlformats.org/officeDocument/2006/relationships/slide" Target="/ppt/slides/slide6.xml" Id="R0e8f11e7fe214cb3" /><Relationship Type="http://schemas.openxmlformats.org/officeDocument/2006/relationships/slide" Target="/ppt/slides/slide7.xml" Id="R102ae7cb398b4996" /><Relationship Type="http://schemas.openxmlformats.org/officeDocument/2006/relationships/slide" Target="/ppt/slides/slide8.xml" Id="R17f356eef1d94576" /><Relationship Type="http://schemas.openxmlformats.org/officeDocument/2006/relationships/slide" Target="/ppt/slides/slide9.xml" Id="Raaefde9ecd9c47a2" /><Relationship Type="http://schemas.openxmlformats.org/officeDocument/2006/relationships/slide" Target="/ppt/slides/slide10.xml" Id="R68d0c00d4c264670" /><Relationship Type="http://schemas.openxmlformats.org/officeDocument/2006/relationships/slide" Target="/ppt/slides/slide11.xml" Id="R626bba7e018b4f8f" /><Relationship Type="http://schemas.openxmlformats.org/officeDocument/2006/relationships/slide" Target="/ppt/slides/slide12.xml" Id="R8c9bb80612b848cb" /><Relationship Type="http://schemas.openxmlformats.org/officeDocument/2006/relationships/slide" Target="/ppt/slides/slide13.xml" Id="R2207d50d966b470a" /><Relationship Type="http://schemas.openxmlformats.org/officeDocument/2006/relationships/slide" Target="/ppt/slides/slide14.xml" Id="R39b5d4a2a1b34143" /><Relationship Type="http://schemas.openxmlformats.org/officeDocument/2006/relationships/slide" Target="/ppt/slides/slide15.xml" Id="R670ca2b522954fc3" /><Relationship Type="http://schemas.openxmlformats.org/officeDocument/2006/relationships/slide" Target="/ppt/slides/slide16.xml" Id="Ra089e0a29850452c" /><Relationship Type="http://schemas.openxmlformats.org/officeDocument/2006/relationships/slide" Target="/ppt/slides/slide17.xml" Id="Rcbf0424e4dbd4fde" /><Relationship Type="http://schemas.openxmlformats.org/officeDocument/2006/relationships/slide" Target="/ppt/slides/slide18.xml" Id="Rd5dc859401eb4e92" /><Relationship Type="http://schemas.openxmlformats.org/officeDocument/2006/relationships/slide" Target="/ppt/slides/slide19.xml" Id="Rc56edb8fbaa547e7" /><Relationship Type="http://schemas.openxmlformats.org/officeDocument/2006/relationships/slide" Target="/ppt/slides/slide20.xml" Id="Ra26e5ba160ac498f" /><Relationship Type="http://schemas.openxmlformats.org/officeDocument/2006/relationships/slide" Target="/ppt/slides/slide21.xml" Id="Rea1f041932fa4570" /><Relationship Type="http://schemas.openxmlformats.org/officeDocument/2006/relationships/slide" Target="/ppt/slides/slide22.xml" Id="R4b05a3a0bd6c4191" /><Relationship Type="http://schemas.openxmlformats.org/officeDocument/2006/relationships/slide" Target="/ppt/slides/slide23.xml" Id="R06677b24b36a44ab" /><Relationship Type="http://schemas.openxmlformats.org/officeDocument/2006/relationships/slide" Target="/ppt/slides/slide24.xml" Id="R72ad5f63f5264fe0" /><Relationship Type="http://schemas.openxmlformats.org/officeDocument/2006/relationships/slide" Target="/ppt/slides/slide25.xml" Id="R0e844c37999240b9" /><Relationship Type="http://schemas.openxmlformats.org/officeDocument/2006/relationships/slide" Target="/ppt/slides/slide26.xml" Id="R7d15a6f8320f4e61" /><Relationship Type="http://schemas.openxmlformats.org/officeDocument/2006/relationships/slide" Target="/ppt/slides/slide27.xml" Id="R7c07cf688fdf4c0d" /><Relationship Type="http://schemas.openxmlformats.org/officeDocument/2006/relationships/slide" Target="/ppt/slides/slide28.xml" Id="R0eeda89dc56845d6" /><Relationship Type="http://schemas.openxmlformats.org/officeDocument/2006/relationships/slide" Target="/ppt/slides/slide29.xml" Id="R25879ac97d7446db" /><Relationship Type="http://schemas.openxmlformats.org/officeDocument/2006/relationships/slide" Target="/ppt/slides/slide30.xml" Id="R25372b1a2e0e478a" /><Relationship Type="http://schemas.openxmlformats.org/officeDocument/2006/relationships/slide" Target="/ppt/slides/slide31.xml" Id="Rec21d5c2fd864826" /><Relationship Type="http://schemas.openxmlformats.org/officeDocument/2006/relationships/slide" Target="/ppt/slides/slide32.xml" Id="R3dd3544bcc484bee" /><Relationship Type="http://schemas.openxmlformats.org/officeDocument/2006/relationships/slide" Target="/ppt/slides/slide33.xml" Id="Ra40f1ec16db5480d" /><Relationship Type="http://schemas.openxmlformats.org/officeDocument/2006/relationships/slide" Target="/ppt/slides/slide34.xml" Id="R4312b5f237a14fd6" /><Relationship Type="http://schemas.openxmlformats.org/officeDocument/2006/relationships/slide" Target="/ppt/slides/slide35.xml" Id="R0db9d65ab13348f9" /><Relationship Type="http://schemas.openxmlformats.org/officeDocument/2006/relationships/slide" Target="/ppt/slides/slide36.xml" Id="Rd67af10fe7d04266" /><Relationship Type="http://schemas.openxmlformats.org/officeDocument/2006/relationships/slide" Target="/ppt/slides/slide37.xml" Id="R65e20aadf71a4ab1" /><Relationship Type="http://schemas.openxmlformats.org/officeDocument/2006/relationships/slide" Target="/ppt/slides/slide38.xml" Id="R09ed9bb7cbe74a6c" /><Relationship Type="http://schemas.openxmlformats.org/officeDocument/2006/relationships/slide" Target="/ppt/slides/slide39.xml" Id="Rd74c68600f5d4869" /><Relationship Type="http://schemas.openxmlformats.org/officeDocument/2006/relationships/slide" Target="/ppt/slides/slide40.xml" Id="R85ad1913df7b4771" /><Relationship Type="http://schemas.openxmlformats.org/officeDocument/2006/relationships/slide" Target="/ppt/slides/slide41.xml" Id="R3a4b9584ee8f46b0" /><Relationship Type="http://schemas.openxmlformats.org/officeDocument/2006/relationships/slide" Target="/ppt/slides/slide42.xml" Id="R1da9c65c2f0b4e6c" /><Relationship Type="http://schemas.openxmlformats.org/officeDocument/2006/relationships/slide" Target="/ppt/slides/slide43.xml" Id="R71ece5d242c247cd" /><Relationship Type="http://schemas.openxmlformats.org/officeDocument/2006/relationships/slide" Target="/ppt/slides/slide44.xml" Id="R3a5f04d3fd114a61" /><Relationship Type="http://schemas.openxmlformats.org/officeDocument/2006/relationships/slide" Target="/ppt/slides/slide45.xml" Id="Red6c665dbd9045ee" /><Relationship Type="http://schemas.openxmlformats.org/officeDocument/2006/relationships/slide" Target="/ppt/slides/slide46.xml" Id="R829ef6cf3f0e4b34" /><Relationship Type="http://schemas.openxmlformats.org/officeDocument/2006/relationships/slide" Target="/ppt/slides/slide47.xml" Id="Rdc64ef68b6f84449" /><Relationship Type="http://schemas.openxmlformats.org/officeDocument/2006/relationships/slide" Target="/ppt/slides/slide48.xml" Id="R6c59742f17824887" /><Relationship Type="http://schemas.openxmlformats.org/officeDocument/2006/relationships/slide" Target="/ppt/slides/slide49.xml" Id="R2a4ac1c54b2d4ec3" /><Relationship Type="http://schemas.openxmlformats.org/officeDocument/2006/relationships/slide" Target="/ppt/slides/slide50.xml" Id="R9cd880629d794a58" /><Relationship Type="http://schemas.openxmlformats.org/officeDocument/2006/relationships/slide" Target="/ppt/slides/slide51.xml" Id="R296bcdd17b624550" /><Relationship Type="http://schemas.openxmlformats.org/officeDocument/2006/relationships/slide" Target="/ppt/slides/slide52.xml" Id="Rde40790fae19495e" /><Relationship Type="http://schemas.openxmlformats.org/officeDocument/2006/relationships/slide" Target="/ppt/slides/slide53.xml" Id="Rf576069daa7241e4" /><Relationship Type="http://schemas.openxmlformats.org/officeDocument/2006/relationships/slide" Target="/ppt/slides/slide54.xml" Id="R73ab3a0cccc3418c" /><Relationship Type="http://schemas.openxmlformats.org/officeDocument/2006/relationships/slide" Target="/ppt/slides/slide55.xml" Id="R4fe1d6f795be4968" /><Relationship Type="http://schemas.openxmlformats.org/officeDocument/2006/relationships/slide" Target="/ppt/slides/slide56.xml" Id="R3fb95c9fde1649f7" /><Relationship Type="http://schemas.openxmlformats.org/officeDocument/2006/relationships/slide" Target="/ppt/slides/slide57.xml" Id="R823dd4392feb4616" /><Relationship Type="http://schemas.openxmlformats.org/officeDocument/2006/relationships/slide" Target="/ppt/slides/slide58.xml" Id="Rd074f122c5f44856" /><Relationship Type="http://schemas.openxmlformats.org/officeDocument/2006/relationships/slide" Target="/ppt/slides/slide59.xml" Id="R86564d61df3d4931" /><Relationship Type="http://schemas.openxmlformats.org/officeDocument/2006/relationships/slide" Target="/ppt/slides/slide60.xml" Id="R37351e21e7c04da1" /><Relationship Type="http://schemas.openxmlformats.org/officeDocument/2006/relationships/slide" Target="/ppt/slides/slide61.xml" Id="R702ccaace5f04326" /><Relationship Type="http://schemas.openxmlformats.org/officeDocument/2006/relationships/slide" Target="/ppt/slides/slide62.xml" Id="R4f102942d26846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2c6b324d4046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c380fa42b442ce" /><Relationship Type="http://schemas.openxmlformats.org/officeDocument/2006/relationships/notesMaster" Target="/ppt/notesMasters/notesMaster1.xml" Id="R16025c97aa03443d"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e4580f611a453f" /><Relationship Type="http://schemas.openxmlformats.org/officeDocument/2006/relationships/notesMaster" Target="/ppt/notesMasters/notesMaster1.xml" Id="R56013c87699e45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dea961ceff468d" /><Relationship Type="http://schemas.openxmlformats.org/officeDocument/2006/relationships/notesMaster" Target="/ppt/notesMasters/notesMaster1.xml" Id="Rcc25fc9aa4e946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02dbc4560f48c6" /><Relationship Type="http://schemas.openxmlformats.org/officeDocument/2006/relationships/notesMaster" Target="/ppt/notesMasters/notesMaster1.xml" Id="R90bb5a0fc91f4d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fa7968242a4ba2" /><Relationship Type="http://schemas.openxmlformats.org/officeDocument/2006/relationships/notesMaster" Target="/ppt/notesMasters/notesMaster1.xml" Id="Ra16ff1ca165e41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6bec9a435a4338" /><Relationship Type="http://schemas.openxmlformats.org/officeDocument/2006/relationships/notesMaster" Target="/ppt/notesMasters/notesMaster1.xml" Id="Rf88af48e284e4101"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ffdfd92a8a4c09" /><Relationship Type="http://schemas.openxmlformats.org/officeDocument/2006/relationships/notesMaster" Target="/ppt/notesMasters/notesMaster1.xml" Id="R356f37e6ce154c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26874ca4ec4d2f" /><Relationship Type="http://schemas.openxmlformats.org/officeDocument/2006/relationships/notesMaster" Target="/ppt/notesMasters/notesMaster1.xml" Id="R45188fa4dd274f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f575755908324b70" /><Relationship Type="http://schemas.openxmlformats.org/officeDocument/2006/relationships/notesMaster" Target="/ppt/notesMasters/notesMaster1.xml" Id="Ra62f0d2c432c49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8a945ec75a844da" /><Relationship Type="http://schemas.openxmlformats.org/officeDocument/2006/relationships/notesMaster" Target="/ppt/notesMasters/notesMaster1.xml" Id="R26946a958361472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ab5fe8c503412f" /><Relationship Type="http://schemas.openxmlformats.org/officeDocument/2006/relationships/notesMaster" Target="/ppt/notesMasters/notesMaster1.xml" Id="Rb4de836b9aa042b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aee7f35e59f4783" /><Relationship Type="http://schemas.openxmlformats.org/officeDocument/2006/relationships/notesMaster" Target="/ppt/notesMasters/notesMaster1.xml" Id="Rf8809537ed2a46c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cced5f9d25e4142" /><Relationship Type="http://schemas.openxmlformats.org/officeDocument/2006/relationships/notesMaster" Target="/ppt/notesMasters/notesMaster1.xml" Id="R5f955bd88a73444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5ebb94ca7344cc3" /><Relationship Type="http://schemas.openxmlformats.org/officeDocument/2006/relationships/notesMaster" Target="/ppt/notesMasters/notesMaster1.xml" Id="R9eb1bc93c3d34a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07be0a55dd24488" /><Relationship Type="http://schemas.openxmlformats.org/officeDocument/2006/relationships/notesMaster" Target="/ppt/notesMasters/notesMaster1.xml" Id="Rc4218e23f134496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1fc646b5654513" /><Relationship Type="http://schemas.openxmlformats.org/officeDocument/2006/relationships/notesMaster" Target="/ppt/notesMasters/notesMaster1.xml" Id="R14baf7b3229c475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6034fd8d1304150" /><Relationship Type="http://schemas.openxmlformats.org/officeDocument/2006/relationships/notesMaster" Target="/ppt/notesMasters/notesMaster1.xml" Id="Rf1353e1233944e4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bccfcdd8d7e446d" /><Relationship Type="http://schemas.openxmlformats.org/officeDocument/2006/relationships/notesMaster" Target="/ppt/notesMasters/notesMaster1.xml" Id="R41eb29e25a434f4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f249ee6ae2b4dd6" /><Relationship Type="http://schemas.openxmlformats.org/officeDocument/2006/relationships/notesMaster" Target="/ppt/notesMasters/notesMaster1.xml" Id="R02c69202d697439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69fa741ffe439c" /><Relationship Type="http://schemas.openxmlformats.org/officeDocument/2006/relationships/notesMaster" Target="/ppt/notesMasters/notesMaster1.xml" Id="Rb66078926d6d40b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84875a065ad477f" /><Relationship Type="http://schemas.openxmlformats.org/officeDocument/2006/relationships/notesMaster" Target="/ppt/notesMasters/notesMaster1.xml" Id="R5757e9a8795b4fc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dedaf6537e24ee6" /><Relationship Type="http://schemas.openxmlformats.org/officeDocument/2006/relationships/notesMaster" Target="/ppt/notesMasters/notesMaster1.xml" Id="R010c69a88b0a408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13bfe2b18ab4ce2" /><Relationship Type="http://schemas.openxmlformats.org/officeDocument/2006/relationships/notesMaster" Target="/ppt/notesMasters/notesMaster1.xml" Id="R14623a0727134a8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6a5d1f5c7644817" /><Relationship Type="http://schemas.openxmlformats.org/officeDocument/2006/relationships/notesMaster" Target="/ppt/notesMasters/notesMaster1.xml" Id="R233bec903ebb48f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adfe70d50f94f90" /><Relationship Type="http://schemas.openxmlformats.org/officeDocument/2006/relationships/notesMaster" Target="/ppt/notesMasters/notesMaster1.xml" Id="R9d936362e505445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eb847d27b304787" /><Relationship Type="http://schemas.openxmlformats.org/officeDocument/2006/relationships/notesMaster" Target="/ppt/notesMasters/notesMaster1.xml" Id="R97f18828b17c4c5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e25bee5af884d57" /><Relationship Type="http://schemas.openxmlformats.org/officeDocument/2006/relationships/notesMaster" Target="/ppt/notesMasters/notesMaster1.xml" Id="R4e63e8ff851f444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9b994caf8ed478e" /><Relationship Type="http://schemas.openxmlformats.org/officeDocument/2006/relationships/notesMaster" Target="/ppt/notesMasters/notesMaster1.xml" Id="R15acc6319088424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78b3fb276824a43" /><Relationship Type="http://schemas.openxmlformats.org/officeDocument/2006/relationships/notesMaster" Target="/ppt/notesMasters/notesMaster1.xml" Id="Ra72b19509cc34c3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b13f1f091c042aa" /><Relationship Type="http://schemas.openxmlformats.org/officeDocument/2006/relationships/notesMaster" Target="/ppt/notesMasters/notesMaster1.xml" Id="Ra530ff975de9430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4a63d667ecb4c89" /><Relationship Type="http://schemas.openxmlformats.org/officeDocument/2006/relationships/notesMaster" Target="/ppt/notesMasters/notesMaster1.xml" Id="R17a95756861f400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4f91b206474d2b" /><Relationship Type="http://schemas.openxmlformats.org/officeDocument/2006/relationships/notesMaster" Target="/ppt/notesMasters/notesMaster1.xml" Id="R6cd5ba4e9508467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38b7550692e44ea" /><Relationship Type="http://schemas.openxmlformats.org/officeDocument/2006/relationships/notesMaster" Target="/ppt/notesMasters/notesMaster1.xml" Id="R759764b806a0449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741d5ff98fd46ee" /><Relationship Type="http://schemas.openxmlformats.org/officeDocument/2006/relationships/notesMaster" Target="/ppt/notesMasters/notesMaster1.xml" Id="Rc5274efdb5f34d1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69138e2570e4a44" /><Relationship Type="http://schemas.openxmlformats.org/officeDocument/2006/relationships/notesMaster" Target="/ppt/notesMasters/notesMaster1.xml" Id="R8620d2f5130c428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3d8d28593034f5c" /><Relationship Type="http://schemas.openxmlformats.org/officeDocument/2006/relationships/notesMaster" Target="/ppt/notesMasters/notesMaster1.xml" Id="R7f1a0e453094426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98ffb2646e347de" /><Relationship Type="http://schemas.openxmlformats.org/officeDocument/2006/relationships/notesMaster" Target="/ppt/notesMasters/notesMaster1.xml" Id="R082e56ec0083413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71220e102424214" /><Relationship Type="http://schemas.openxmlformats.org/officeDocument/2006/relationships/notesMaster" Target="/ppt/notesMasters/notesMaster1.xml" Id="R6fe3ab099b9a4b0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e9250c417b94a3c" /><Relationship Type="http://schemas.openxmlformats.org/officeDocument/2006/relationships/notesMaster" Target="/ppt/notesMasters/notesMaster1.xml" Id="R39323930c7b2474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a9b4a8e98564361" /><Relationship Type="http://schemas.openxmlformats.org/officeDocument/2006/relationships/notesMaster" Target="/ppt/notesMasters/notesMaster1.xml" Id="R51262999cd7849c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c7c6d0ee7c2451e" /><Relationship Type="http://schemas.openxmlformats.org/officeDocument/2006/relationships/notesMaster" Target="/ppt/notesMasters/notesMaster1.xml" Id="R04a03a29bb7841a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d2afe01517541e0" /><Relationship Type="http://schemas.openxmlformats.org/officeDocument/2006/relationships/notesMaster" Target="/ppt/notesMasters/notesMaster1.xml" Id="Rbe5ee829b98e451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843238bd4e84940" /><Relationship Type="http://schemas.openxmlformats.org/officeDocument/2006/relationships/notesMaster" Target="/ppt/notesMasters/notesMaster1.xml" Id="R49de28b8a9b44e3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e2ced2c2add46ea" /><Relationship Type="http://schemas.openxmlformats.org/officeDocument/2006/relationships/notesMaster" Target="/ppt/notesMasters/notesMaster1.xml" Id="R8af1da3133d54cc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5b99bb4af534a3d" /><Relationship Type="http://schemas.openxmlformats.org/officeDocument/2006/relationships/notesMaster" Target="/ppt/notesMasters/notesMaster1.xml" Id="R7a8bb21098f549d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e9e2a27e36c4f57" /><Relationship Type="http://schemas.openxmlformats.org/officeDocument/2006/relationships/notesMaster" Target="/ppt/notesMasters/notesMaster1.xml" Id="Rc9c5c7c2fd15492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980663e82fd4983" /><Relationship Type="http://schemas.openxmlformats.org/officeDocument/2006/relationships/notesMaster" Target="/ppt/notesMasters/notesMaster1.xml" Id="Re2aac515457f418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1ebd904336f4508" /><Relationship Type="http://schemas.openxmlformats.org/officeDocument/2006/relationships/notesMaster" Target="/ppt/notesMasters/notesMaster1.xml" Id="R2bbe46c4c04e426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5d4f0197a5e4ca1" /><Relationship Type="http://schemas.openxmlformats.org/officeDocument/2006/relationships/notesMaster" Target="/ppt/notesMasters/notesMaster1.xml" Id="R337bead08b0f46f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1896dcaa1fd4925" /><Relationship Type="http://schemas.openxmlformats.org/officeDocument/2006/relationships/notesMaster" Target="/ppt/notesMasters/notesMaster1.xml" Id="R4c43c5870a994c5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cfa34277fce40e5" /><Relationship Type="http://schemas.openxmlformats.org/officeDocument/2006/relationships/notesMaster" Target="/ppt/notesMasters/notesMaster1.xml" Id="Ree62836cef5347d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0ee9430938542e8" /><Relationship Type="http://schemas.openxmlformats.org/officeDocument/2006/relationships/notesMaster" Target="/ppt/notesMasters/notesMaster1.xml" Id="R0374ff3a7043455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7bb24855fc34050" /><Relationship Type="http://schemas.openxmlformats.org/officeDocument/2006/relationships/notesMaster" Target="/ppt/notesMasters/notesMaster1.xml" Id="R19a773b63f4341b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95e6ad3099140c1" /><Relationship Type="http://schemas.openxmlformats.org/officeDocument/2006/relationships/notesMaster" Target="/ppt/notesMasters/notesMaster1.xml" Id="R76f55a480951439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c0df89171f74799" /><Relationship Type="http://schemas.openxmlformats.org/officeDocument/2006/relationships/notesMaster" Target="/ppt/notesMasters/notesMaster1.xml" Id="R0b316971a76e4dd3"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060877979494d9d" /><Relationship Type="http://schemas.openxmlformats.org/officeDocument/2006/relationships/notesMaster" Target="/ppt/notesMasters/notesMaster1.xml" Id="Rd2436fbde98840c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9d5e83e30af4210" /><Relationship Type="http://schemas.openxmlformats.org/officeDocument/2006/relationships/notesMaster" Target="/ppt/notesMasters/notesMaster1.xml" Id="Rd76d3e5d9741416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92037ea558e4c2f" /><Relationship Type="http://schemas.openxmlformats.org/officeDocument/2006/relationships/notesMaster" Target="/ppt/notesMasters/notesMaster1.xml" Id="Rba044d6127df4e1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c047510e66741dc" /><Relationship Type="http://schemas.openxmlformats.org/officeDocument/2006/relationships/notesMaster" Target="/ppt/notesMasters/notesMaster1.xml" Id="R55e7f5655ea641c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3071c8cd5024757" /><Relationship Type="http://schemas.openxmlformats.org/officeDocument/2006/relationships/notesMaster" Target="/ppt/notesMasters/notesMaster1.xml" Id="R5196dadc41cf4d4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fcf988385e747f4" /><Relationship Type="http://schemas.openxmlformats.org/officeDocument/2006/relationships/notesMaster" Target="/ppt/notesMasters/notesMaster1.xml" Id="Rff3b30f24b1d4b5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7f6fb2385c8244e0" /><Relationship Type="http://schemas.openxmlformats.org/officeDocument/2006/relationships/notesMaster" Target="/ppt/notesMasters/notesMaster1.xml" Id="Ree109eda5d8f47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first prediction model</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first prediction model</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A first prediction model. Explain why this example is needed before running it.</a:t>
            </a:r>
          </a:p>
          <a:p xmlns:a="http://schemas.openxmlformats.org/drawingml/2006/main">
            <a:r>
              <a:t/>
            </a:r>
          </a:p>
          <a:p xmlns:a="http://schemas.openxmlformats.org/drawingml/2006/main">
            <a:r>
              <a:t>EXPLAIN</a:t>
            </a:r>
          </a:p>
          <a:p xmlns:a="http://schemas.openxmlformats.org/drawingml/2006/main">
            <a:r>
              <a:t>Identify prediction inputs and a measured target.</a:t>
            </a:r>
          </a:p>
          <a:p xmlns:a="http://schemas.openxmlformats.org/drawingml/2006/main">
            <a:r>
              <a:t/>
            </a:r>
          </a:p>
          <a:p xmlns:a="http://schemas.openxmlformats.org/drawingml/2006/main">
            <a:r>
              <a:t>Fit a simple model and compare prediction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A first prediction model.</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Deriving least squares, leaderboard competition, many residual plots and coefficient inference are reference. R² may be negative and is not an accuracy percentage.</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Weeks 3–6 supplied Python, tables, cleaning and charts. We now use paired inputs and known answers to fit a prediction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regression model predicts a numerical engineering target from measurements available beforehand. The small invented data explain the code; they do not establish real-world accuracy.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A numerical prediction.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numerical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Regression predicts a number, such as cooling load in kW.</a:t>
            </a:r>
          </a:p>
          <a:p xmlns:a="http://schemas.openxmlformats.org/drawingml/2006/main">
            <a:r>
              <a:t/>
            </a:r>
          </a:p>
          <a:p xmlns:a="http://schemas.openxmlformats.org/drawingml/2006/main">
            <a:r>
              <a:t>A feature is information available when predicting.</a:t>
            </a:r>
          </a:p>
          <a:p xmlns:a="http://schemas.openxmlformats.org/drawingml/2006/main">
            <a:r>
              <a:t/>
            </a:r>
          </a:p>
          <a:p xmlns:a="http://schemas.openxmlformats.org/drawingml/2006/main">
            <a:r>
              <a:t>The target is the measured answer used during training.</a:t>
            </a:r>
          </a:p>
          <a:p xmlns:a="http://schemas.openxmlformats.org/drawingml/2006/main">
            <a:r>
              <a:t/>
            </a:r>
          </a:p>
          <a:p xmlns:a="http://schemas.openxmlformats.org/drawingml/2006/main">
            <a:r>
              <a:t>Classification, next week, predicts a category.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numerical prediction</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 and target and Training validation and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and target and Training validation and test</a:t>
            </a:r>
          </a:p>
          <a:p xmlns:a="http://schemas.openxmlformats.org/drawingml/2006/main">
            <a:r>
              <a:t/>
            </a:r>
          </a:p>
          <a:p xmlns:a="http://schemas.openxmlformats.org/drawingml/2006/main">
            <a:r>
              <a:t>CONNECT</a:t>
            </a:r>
          </a:p>
          <a:p xmlns:a="http://schemas.openxmlformats.org/drawingml/2006/main">
            <a:r>
              <a:t>Build on A numerical prediction. Explain why this example is needed before running it.</a:t>
            </a:r>
          </a:p>
          <a:p xmlns:a="http://schemas.openxmlformats.org/drawingml/2006/main">
            <a:r>
              <a:t/>
            </a:r>
          </a:p>
          <a:p xmlns:a="http://schemas.openxmlformats.org/drawingml/2006/main">
            <a:r>
              <a:t>EXPLAIN</a:t>
            </a:r>
          </a:p>
          <a:p xmlns:a="http://schemas.openxmlformats.org/drawingml/2006/main">
            <a:r>
              <a:t>Feature and target: Features are inputs available when making a prediction. The target is the quantity we want to predict.</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numerical prediction.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Feature and target: Features are inputs available when making a prediction. The target is the quantity we want to predict.</a:t>
            </a:r>
          </a:p>
          <a:p xmlns:a="http://schemas.openxmlformats.org/drawingml/2006/main">
            <a:r>
              <a:t>Training validation and test: Training fits the model. Validation helps choose it. The final test estimates performance after choices are fixed. Repeated equipment must stay in the same partition when assessing unseen equipment.</a:t>
            </a:r>
          </a:p>
          <a:p xmlns:a="http://schemas.openxmlformats.org/drawingml/2006/main">
            <a:r>
              <a:t/>
            </a:r>
          </a:p>
          <a:p xmlns:a="http://schemas.openxmlformats.org/drawingml/2006/main">
            <a:r>
              <a:t>NEXT</a:t>
            </a:r>
          </a:p>
          <a:p xmlns:a="http://schemas.openxmlformats.org/drawingml/2006/main">
            <a:r>
              <a:t>Baseline.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Build on Feature and target and Training validation and test. Explain why this example is needed before running it.</a:t>
            </a:r>
          </a:p>
          <a:p xmlns:a="http://schemas.openxmlformats.org/drawingml/2006/main">
            <a:r>
              <a:t/>
            </a:r>
          </a:p>
          <a:p xmlns:a="http://schemas.openxmlformats.org/drawingml/2006/main">
            <a:r>
              <a:t>EXPLAIN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Baseline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POINT TO THE DEFINITION</a:t>
            </a:r>
          </a:p>
          <a:p xmlns:a="http://schemas.openxmlformats.org/drawingml/2006/main">
            <a:r>
              <a:t>Baseline: A simple reference prediction. A training-mean baseline predicts the same training mean for every new example.</a:t>
            </a:r>
          </a:p>
          <a:p xmlns:a="http://schemas.openxmlformats.org/drawingml/2006/main">
            <a:r>
              <a:t/>
            </a:r>
          </a:p>
          <a:p xmlns:a="http://schemas.openxmlformats.org/drawingml/2006/main">
            <a:r>
              <a:t>NEXT</a:t>
            </a:r>
          </a:p>
          <a:p xmlns:a="http://schemas.openxmlformats.org/drawingml/2006/main">
            <a:r>
              <a:t>Linear model and tree.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Linear model and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Build on Baseline. Explain why this example is needed before running it.</a:t>
            </a:r>
          </a:p>
          <a:p xmlns:a="http://schemas.openxmlformats.org/drawingml/2006/main">
            <a:r>
              <a:t/>
            </a:r>
          </a:p>
          <a:p xmlns:a="http://schemas.openxmlformats.org/drawingml/2006/main">
            <a:r>
              <a:t>EXPLAIN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Linear model and tree</a:t>
            </a:r>
          </a:p>
          <a:p xmlns:a="http://schemas.openxmlformats.org/drawingml/2006/main">
            <a:r>
              <a:t/>
            </a:r>
          </a:p>
          <a:p xmlns:a="http://schemas.openxmlformats.org/drawingml/2006/main">
            <a:r>
              <a:t>CONNECT</a:t>
            </a:r>
          </a:p>
          <a:p xmlns:a="http://schemas.openxmlformats.org/drawingml/2006/main">
            <a:r>
              <a:t>Build on the preceding slide: Baseline.</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Linear model and tree: A linear model combines inputs with learned weights. A regression tree asks feature-threshold questions and predicts a value at each leaf.</a:t>
            </a:r>
          </a:p>
          <a:p xmlns:a="http://schemas.openxmlformats.org/drawingml/2006/main">
            <a:r>
              <a:t/>
            </a:r>
          </a:p>
          <a:p xmlns:a="http://schemas.openxmlformats.org/drawingml/2006/main">
            <a:r>
              <a:t>NEXT</a:t>
            </a:r>
          </a:p>
          <a:p xmlns:a="http://schemas.openxmlformats.org/drawingml/2006/main">
            <a:r>
              <a:t>What learning means in this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What learning means in this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Build on Linear model and tree. Explain why this example is needed before running it.</a:t>
            </a:r>
          </a:p>
          <a:p xmlns:a="http://schemas.openxmlformats.org/drawingml/2006/main">
            <a:r>
              <a:t/>
            </a:r>
          </a:p>
          <a:p xmlns:a="http://schemas.openxmlformats.org/drawingml/2006/main">
            <a:r>
              <a:t>EXPLAIN</a:t>
            </a:r>
          </a:p>
          <a:p xmlns:a="http://schemas.openxmlformats.org/drawingml/2006/main">
            <a:r>
              <a:t>Training supplies inputs and their known answers.</a:t>
            </a:r>
          </a:p>
          <a:p xmlns:a="http://schemas.openxmlformats.org/drawingml/2006/main">
            <a:r>
              <a:t/>
            </a:r>
          </a:p>
          <a:p xmlns:a="http://schemas.openxmlformats.org/drawingml/2006/main">
            <a:r>
              <a:t>The model uses those examples to choose its internal numbers.</a:t>
            </a:r>
          </a:p>
          <a:p xmlns:a="http://schemas.openxmlformats.org/drawingml/2006/main">
            <a:r>
              <a:t/>
            </a:r>
          </a:p>
          <a:p xmlns:a="http://schemas.openxmlformats.org/drawingml/2006/main">
            <a:r>
              <a:t>Prediction applies the fitted model to inputs whose answer we want to estimate.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What learning means in this example</a:t>
            </a:r>
          </a:p>
          <a:p xmlns:a="http://schemas.openxmlformats.org/drawingml/2006/main">
            <a:r>
              <a:t/>
            </a:r>
          </a:p>
          <a:p xmlns:a="http://schemas.openxmlformats.org/drawingml/2006/main">
            <a:r>
              <a:t>CONNECT</a:t>
            </a:r>
          </a:p>
          <a:p xmlns:a="http://schemas.openxmlformats.org/drawingml/2006/main">
            <a:r>
              <a:t>Build on the preceding slide: Linear model and tree.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a:t>
            </a:r>
          </a:p>
          <a:p xmlns:a="http://schemas.openxmlformats.org/drawingml/2006/main">
            <a:r>
              <a:t/>
            </a:r>
          </a:p>
          <a:p xmlns:a="http://schemas.openxmlformats.org/drawingml/2006/main">
            <a:r>
              <a:t>NEXT</a:t>
            </a:r>
          </a:p>
          <a:p xmlns:a="http://schemas.openxmlformats.org/drawingml/2006/main">
            <a:r>
              <a:t>Training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Training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Build on What learning means in this example. Explain why this example is needed before running it.</a:t>
            </a:r>
          </a:p>
          <a:p xmlns:a="http://schemas.openxmlformats.org/drawingml/2006/main">
            <a:r>
              <a:t/>
            </a:r>
          </a:p>
          <a:p xmlns:a="http://schemas.openxmlformats.org/drawingml/2006/main">
            <a:r>
              <a:t>EXPLAIN</a:t>
            </a:r>
          </a:p>
          <a:p xmlns:a="http://schemas.openxmlformats.org/drawingml/2006/main">
            <a:r>
              <a:t>Invented numbers for learning.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Training observations</a:t>
            </a:r>
          </a:p>
          <a:p xmlns:a="http://schemas.openxmlformats.org/drawingml/2006/main">
            <a:r>
              <a:t/>
            </a:r>
          </a:p>
          <a:p xmlns:a="http://schemas.openxmlformats.org/drawingml/2006/main">
            <a:r>
              <a:t>CONNECT</a:t>
            </a:r>
          </a:p>
          <a:p xmlns:a="http://schemas.openxmlformats.org/drawingml/2006/main">
            <a:r>
              <a:t>Build on the preceding slide: What learning means in this example.</a:t>
            </a:r>
          </a:p>
          <a:p xmlns:a="http://schemas.openxmlformats.org/drawingml/2006/main">
            <a:r>
              <a:t/>
            </a:r>
          </a:p>
          <a:p xmlns:a="http://schemas.openxmlformats.org/drawingml/2006/main">
            <a:r>
              <a:t>LECTURER CUE</a:t>
            </a:r>
          </a:p>
          <a:p xmlns:a="http://schemas.openxmlformats.org/drawingml/2006/main">
            <a:r>
              <a:t>Invented numbers for learning. The fitted line predicts 15 at input 2.5. The training mean is also 15 at this one example, so it cannot establish superiority.</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fitted line is a numerical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fitted line is a numerical rule.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Build on Training observations. Explain why this example is needed before running it.</a:t>
            </a:r>
          </a:p>
          <a:p xmlns:a="http://schemas.openxmlformats.org/drawingml/2006/main">
            <a:r>
              <a:t/>
            </a:r>
          </a:p>
          <a:p xmlns:a="http://schemas.openxmlformats.org/drawingml/2006/main">
            <a:r>
              <a:t>EXPLAIN</a:t>
            </a:r>
          </a:p>
          <a:p xmlns:a="http://schemas.openxmlformats.org/drawingml/2006/main">
            <a:r>
              <a:t>For these invented observations, target = 2 × input + 10 matches all four points. 2 is the slope; 10 is the intercept, the value at input zero.</a:t>
            </a:r>
          </a:p>
          <a:p xmlns:a="http://schemas.openxmlformats.org/drawingml/2006/main">
            <a:r>
              <a:t/>
            </a:r>
          </a:p>
          <a:p xmlns:a="http://schemas.openxmlformats.org/drawingml/2006/main">
            <a:r>
              <a:t>A prediction error is the difference between a prediction and the measured answer. A vertical gap in the picture shows that error.</a:t>
            </a:r>
          </a:p>
          <a:p xmlns:a="http://schemas.openxmlformats.org/drawingml/2006/main">
            <a:r>
              <a:t/>
            </a:r>
          </a:p>
          <a:p xmlns:a="http://schemas.openxmlformats.org/drawingml/2006/main">
            <a:r>
              <a:t>Fitting chooses the slope and intercept to minimise summed squared errors. Squaring means multiplying an error by itself; a small training error still needs an unseen-data check.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fitted line is a numerical rule</a:t>
            </a:r>
          </a:p>
          <a:p xmlns:a="http://schemas.openxmlformats.org/drawingml/2006/main">
            <a:r>
              <a:t/>
            </a:r>
          </a:p>
          <a:p xmlns:a="http://schemas.openxmlformats.org/drawingml/2006/main">
            <a:r>
              <a:t>CONNECT</a:t>
            </a:r>
          </a:p>
          <a:p xmlns:a="http://schemas.openxmlformats.org/drawingml/2006/main">
            <a:r>
              <a:t>Build on the preceding slide: Training observations.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Fitting a line to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Fitting a line to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Build on A fitted line is a numerical rule. Explain why this example is needed before running it.</a:t>
            </a:r>
          </a:p>
          <a:p xmlns:a="http://schemas.openxmlformats.org/drawingml/2006/main">
            <a:r>
              <a:t/>
            </a:r>
          </a:p>
          <a:p xmlns:a="http://schemas.openxmlformats.org/drawingml/2006/main">
            <a:r>
              <a:t>EXPLAIN</a:t>
            </a:r>
          </a:p>
          <a:p xmlns:a="http://schemas.openxmlformats.org/drawingml/2006/main">
            <a:r>
              <a:t>The fitted line minimises the sum of squared vertical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Fitting a line to observations</a:t>
            </a:r>
          </a:p>
          <a:p xmlns:a="http://schemas.openxmlformats.org/drawingml/2006/main">
            <a:r>
              <a:t/>
            </a:r>
          </a:p>
          <a:p xmlns:a="http://schemas.openxmlformats.org/drawingml/2006/main">
            <a:r>
              <a:t>CONNECT</a:t>
            </a:r>
          </a:p>
          <a:p xmlns:a="http://schemas.openxmlformats.org/drawingml/2006/main">
            <a:r>
              <a:t>Build on the preceding slide: A fitted line is a numerical rule.</a:t>
            </a:r>
          </a:p>
          <a:p xmlns:a="http://schemas.openxmlformats.org/drawingml/2006/main">
            <a:r>
              <a:t/>
            </a:r>
          </a:p>
          <a:p xmlns:a="http://schemas.openxmlformats.org/drawingml/2006/main">
            <a:r>
              <a:t>LECTURER CUE</a:t>
            </a:r>
          </a:p>
          <a:p xmlns:a="http://schemas.openxmlformats.org/drawingml/2006/main">
            <a:r>
              <a:t>These are illustrative concrete observations. Point to x, y, one prediction and one residual. A unique slope requires variation in x. A low training error alone does not show generalisation.</a:t>
            </a:r>
          </a:p>
          <a:p xmlns:a="http://schemas.openxmlformats.org/drawingml/2006/main">
            <a:r>
              <a:t>Source: existing course illustration figs/fit_by_eye.png. These are illustrative examples, not this cohort’s assessed results.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Rows must stay paired with their answers.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must stay paired with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Build on Fitting a line to observations. Explain why this example is needed before running it.</a:t>
            </a:r>
          </a:p>
          <a:p xmlns:a="http://schemas.openxmlformats.org/drawingml/2006/main">
            <a:r>
              <a:t/>
            </a:r>
          </a:p>
          <a:p xmlns:a="http://schemas.openxmlformats.org/drawingml/2006/main">
            <a:r>
              <a:t>EXPLAIN</a:t>
            </a:r>
          </a:p>
          <a:p xmlns:a="http://schemas.openxmlformats.org/drawingml/2006/main">
            <a:r>
              <a:t>Each inner list in X_train is one observation.</a:t>
            </a:r>
          </a:p>
          <a:p xmlns:a="http://schemas.openxmlformats.org/drawingml/2006/main">
            <a:r>
              <a:t/>
            </a:r>
          </a:p>
          <a:p xmlns:a="http://schemas.openxmlformats.org/drawingml/2006/main">
            <a:r>
              <a:t>y_train contains one target value for each row, in the same order.</a:t>
            </a:r>
          </a:p>
          <a:p xmlns:a="http://schemas.openxmlformats.org/drawingml/2006/main">
            <a:r>
              <a:t/>
            </a:r>
          </a:p>
          <a:p xmlns:a="http://schemas.openxmlformats.org/drawingml/2006/main">
            <a:r>
              <a:t>Changing the order of only one list attaches answers to the wrong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must stay paired with their answers</a:t>
            </a:r>
          </a:p>
          <a:p xmlns:a="http://schemas.openxmlformats.org/drawingml/2006/main">
            <a:r>
              <a:t/>
            </a:r>
          </a:p>
          <a:p xmlns:a="http://schemas.openxmlformats.org/drawingml/2006/main">
            <a:r>
              <a:t>CONNECT</a:t>
            </a:r>
          </a:p>
          <a:p xmlns:a="http://schemas.openxmlformats.org/drawingml/2006/main">
            <a:r>
              <a:t>Build on the preceding slide: Fitting a line to observations.</a:t>
            </a:r>
          </a:p>
          <a:p xmlns:a="http://schemas.openxmlformats.org/drawingml/2006/main">
            <a:r>
              <a:t/>
            </a:r>
          </a:p>
          <a:p xmlns:a="http://schemas.openxmlformats.org/drawingml/2006/main">
            <a:r>
              <a:t>LECTURER CUE</a:t>
            </a:r>
          </a:p>
          <a:p xmlns:a="http://schemas.openxmlformats.org/drawingml/2006/main">
            <a:r>
              <a:t>A list of lists is a table: each inner list holds the features of one observation. y_train holds one target per training row in the same order. Never reorder one without the other.</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Rows and arrays before model code.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matrix is a rectangular table of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matrix is a rectangular table of numbers</a:t>
            </a:r>
          </a:p>
          <a:p xmlns:a="http://schemas.openxmlformats.org/drawingml/2006/main">
            <a:r>
              <a:t/>
            </a:r>
          </a:p>
          <a:p xmlns:a="http://schemas.openxmlformats.org/drawingml/2006/main">
            <a:r>
              <a:t>CONNECT</a:t>
            </a:r>
          </a:p>
          <a:p xmlns:a="http://schemas.openxmlformats.org/drawingml/2006/main">
            <a:r>
              <a:t>Build on Rows must stay paired with their answers. Explain why this example is needed before running it.</a:t>
            </a:r>
          </a:p>
          <a:p xmlns:a="http://schemas.openxmlformats.org/drawingml/2006/main">
            <a:r>
              <a:t/>
            </a:r>
          </a:p>
          <a:p xmlns:a="http://schemas.openxmlformats.org/drawingml/2006/main">
            <a:r>
              <a:t>EXPLAIN</a:t>
            </a:r>
          </a:p>
          <a:p xmlns:a="http://schemas.openxmlformats.org/drawingml/2006/main">
            <a:r>
              <a:t>A matrix has rows and columns. For modelling, one row is one observation and each column is one input feature.</a:t>
            </a:r>
          </a:p>
          <a:p xmlns:a="http://schemas.openxmlformats.org/drawingml/2006/main">
            <a:r>
              <a:t/>
            </a:r>
          </a:p>
          <a:p xmlns:a="http://schemas.openxmlformats.org/drawingml/2006/main">
            <a:r>
              <a:t>[[1, 20], [2, 22]] has two rows and two columns. The outer list contains rows; each inner list contains that row’s features.</a:t>
            </a:r>
          </a:p>
          <a:p xmlns:a="http://schemas.openxmlformats.org/drawingml/2006/main">
            <a:r>
              <a:t/>
            </a:r>
          </a:p>
          <a:p xmlns:a="http://schemas.openxmlformats.org/drawingml/2006/main">
            <a:r>
              <a:t>X is a conventional name for this input table. y holds one known target per row. These names have no special power in Python.</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and arrays before model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Build on A matrix is a rectangular table of numbers. Explain why this example is needed before running it.</a:t>
            </a:r>
          </a:p>
          <a:p xmlns:a="http://schemas.openxmlformats.org/drawingml/2006/main">
            <a:r>
              <a:t/>
            </a:r>
          </a:p>
          <a:p xmlns:a="http://schemas.openxmlformats.org/drawingml/2006/main">
            <a:r>
              <a:t>EXPLAIN</a:t>
            </a:r>
          </a:p>
          <a:p xmlns:a="http://schemas.openxmlformats.org/drawingml/2006/main">
            <a:r>
              <a:t>Nested lists: [[1], [2], [3]] has three inner lists: three rows with one feature each. [12, 14, 16] has one target per row in the same order.</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and arrays before model code</a:t>
            </a:r>
          </a:p>
          <a:p xmlns:a="http://schemas.openxmlformats.org/drawingml/2006/main">
            <a:r>
              <a:t/>
            </a:r>
          </a:p>
          <a:p xmlns:a="http://schemas.openxmlformats.org/drawingml/2006/main">
            <a:r>
              <a:t>CONNECT</a:t>
            </a:r>
          </a:p>
          <a:p xmlns:a="http://schemas.openxmlformats.org/drawingml/2006/main">
            <a:r>
              <a:t>Build on the preceding slide: Rows must stay paired with their answers.</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Nested lists: [[1], [2], [3]] has three inner lists: three rows with one feature each. [12, 14, 16] has one target per row in the same order.</a:t>
            </a:r>
          </a:p>
          <a:p xmlns:a="http://schemas.openxmlformats.org/drawingml/2006/main">
            <a:r>
              <a:t>NumPy and array: NumPy is a numerical library; np is its short imported name. np.array(...) builds an array. shape reports its dimensions. np.nan represents a missing numerical value.</a:t>
            </a:r>
          </a:p>
          <a:p xmlns:a="http://schemas.openxmlformats.org/drawingml/2006/main">
            <a:r>
              <a:t/>
            </a:r>
          </a:p>
          <a:p xmlns:a="http://schemas.openxmlformats.org/drawingml/2006/main">
            <a:r>
              <a:t>NEXT</a:t>
            </a:r>
          </a:p>
          <a:p xmlns:a="http://schemas.openxmlformats.org/drawingml/2006/main">
            <a:r>
              <a:t>Reading NumPy results.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NumPy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Build on Rows and arrays before model code. Explain why this example is needed before running it.</a:t>
            </a:r>
          </a:p>
          <a:p xmlns:a="http://schemas.openxmlformats.org/drawingml/2006/main">
            <a:r>
              <a:t/>
            </a:r>
          </a:p>
          <a:p xmlns:a="http://schemas.openxmlformats.org/drawingml/2006/main">
            <a:r>
              <a:t>EXPLAIN</a:t>
            </a:r>
          </a:p>
          <a:p xmlns:a="http://schemas.openxmlformats.org/drawingml/2006/main">
            <a:r>
              <a:t>Use rounded values only for a labelled display. Keep full precision when the assignment requires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NumPy results</a:t>
            </a:r>
          </a:p>
          <a:p xmlns:a="http://schemas.openxmlformats.org/drawingml/2006/main">
            <a:r>
              <a:t/>
            </a:r>
          </a:p>
          <a:p xmlns:a="http://schemas.openxmlformats.org/drawingml/2006/main">
            <a:r>
              <a:t>CONNECT</a:t>
            </a:r>
          </a:p>
          <a:p xmlns:a="http://schemas.openxmlformats.org/drawingml/2006/main">
            <a:r>
              <a:t>Build on the preceding slide: Rows and arrays before model code.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Rows, columns and named options.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Rows, columns and named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Build on Reading NumPy results. Explain why this example is needed before running it.</a:t>
            </a:r>
          </a:p>
          <a:p xmlns:a="http://schemas.openxmlformats.org/drawingml/2006/main">
            <a:r>
              <a:t/>
            </a:r>
          </a:p>
          <a:p xmlns:a="http://schemas.openxmlformats.org/drawingml/2006/main">
            <a:r>
              <a:t>EXPLAIN</a:t>
            </a:r>
          </a:p>
          <a:p xmlns:a="http://schemas.openxmlformats.org/drawingml/2006/main">
            <a:r>
              <a:t>X has three rows and one feature column. y has three target values.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Rows, columns and named options</a:t>
            </a:r>
          </a:p>
          <a:p xmlns:a="http://schemas.openxmlformats.org/drawingml/2006/main">
            <a:r>
              <a:t/>
            </a:r>
          </a:p>
          <a:p xmlns:a="http://schemas.openxmlformats.org/drawingml/2006/main">
            <a:r>
              <a:t>CONNECT</a:t>
            </a:r>
          </a:p>
          <a:p xmlns:a="http://schemas.openxmlformats.org/drawingml/2006/main">
            <a:r>
              <a:t>Build on the preceding slide: Reading NumPy results.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(3, 1) then (3,). Explain nested brackets before model.fit(X, y). Keyword arguments such as random_state=42 name an option.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fit and predict.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fit and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Build on Rows, columns and named options. Explain why this example is needed before running it.</a:t>
            </a:r>
          </a:p>
          <a:p xmlns:a="http://schemas.openxmlformats.org/drawingml/2006/main">
            <a:r>
              <a:t/>
            </a:r>
          </a:p>
          <a:p xmlns:a="http://schemas.openxmlformats.org/drawingml/2006/main">
            <a:r>
              <a:t>EXPLAIN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fit and predict</a:t>
            </a:r>
          </a:p>
          <a:p xmlns:a="http://schemas.openxmlformats.org/drawingml/2006/main">
            <a:r>
              <a:t/>
            </a:r>
          </a:p>
          <a:p xmlns:a="http://schemas.openxmlformats.org/drawingml/2006/main">
            <a:r>
              <a:t>CONNECT</a:t>
            </a:r>
          </a:p>
          <a:p xmlns:a="http://schemas.openxmlformats.org/drawingml/2006/main">
            <a:r>
              <a:t>Build on the preceding slide: Rows, columns and named options.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fit and predict: fit learns from training inputs and targets. predict uses the fitted rule on new inputs without receiving their true targets.</a:t>
            </a:r>
          </a:p>
          <a:p xmlns:a="http://schemas.openxmlformats.org/drawingml/2006/main">
            <a:r>
              <a:t/>
            </a:r>
          </a:p>
          <a:p xmlns:a="http://schemas.openxmlformats.org/drawingml/2006/main">
            <a:r>
              <a:t>NEXT</a:t>
            </a:r>
          </a:p>
          <a:p xmlns:a="http://schemas.openxmlformats.org/drawingml/2006/main">
            <a:r>
              <a:t>A model object keeps learned information.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model object keeps learned information.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Build on fit and predict. Explain why this example is needed before running it.</a:t>
            </a:r>
          </a:p>
          <a:p xmlns:a="http://schemas.openxmlformats.org/drawingml/2006/main">
            <a:r>
              <a:t/>
            </a:r>
          </a:p>
          <a:p xmlns:a="http://schemas.openxmlformats.org/drawingml/2006/main">
            <a:r>
              <a:t>EXPLAIN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model object keeps learned information</a:t>
            </a:r>
          </a:p>
          <a:p xmlns:a="http://schemas.openxmlformats.org/drawingml/2006/main">
            <a:r>
              <a:t/>
            </a:r>
          </a:p>
          <a:p xmlns:a="http://schemas.openxmlformats.org/drawingml/2006/main">
            <a:r>
              <a:t>CONNECT</a:t>
            </a:r>
          </a:p>
          <a:p xmlns:a="http://schemas.openxmlformats.org/drawingml/2006/main">
            <a:r>
              <a:t>Build on the preceding slide: fit and predict.</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POINT TO THE DEFINITION</a:t>
            </a:r>
          </a:p>
          <a:p xmlns:a="http://schemas.openxmlformats.org/drawingml/2006/main">
            <a:r>
              <a:t>Object and method: LinearRegression() creates a model object. A method is an operation on that object. model.fit(...) stores learned information; model.predict(...) uses it.</a:t>
            </a:r>
          </a:p>
          <a:p xmlns:a="http://schemas.openxmlformats.org/drawingml/2006/main">
            <a:r>
              <a:t>Options: An argument such as strategy="mean" names an option. A random seed fixes the starting state of random choices; it does not prove that a model is accurate.</a:t>
            </a:r>
          </a:p>
          <a:p xmlns:a="http://schemas.openxmlformats.org/drawingml/2006/main">
            <a:r>
              <a:t/>
            </a:r>
          </a:p>
          <a:p xmlns:a="http://schemas.openxmlformats.org/drawingml/2006/main">
            <a:r>
              <a:t>NEXT</a:t>
            </a:r>
          </a:p>
          <a:p xmlns:a="http://schemas.openxmlformats.org/drawingml/2006/main">
            <a:r>
              <a:t>An object remembers its fitted state.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object remembers its fitted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Build on A model object keeps learned information. Explain why this example is needed before running it.</a:t>
            </a:r>
          </a:p>
          <a:p xmlns:a="http://schemas.openxmlformats.org/drawingml/2006/main">
            <a:r>
              <a:t/>
            </a:r>
          </a:p>
          <a:p xmlns:a="http://schemas.openxmlformats.org/drawingml/2006/main">
            <a:r>
              <a:t>EXPLAIN</a:t>
            </a:r>
          </a:p>
          <a:p xmlns:a="http://schemas.openxmlformats.org/drawingml/2006/main">
            <a:r>
              <a:t>An object holds state and has methods. A method is a function used through that object.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object remembers its fitted state</a:t>
            </a:r>
          </a:p>
          <a:p xmlns:a="http://schemas.openxmlformats.org/drawingml/2006/main">
            <a:r>
              <a:t/>
            </a:r>
          </a:p>
          <a:p xmlns:a="http://schemas.openxmlformats.org/drawingml/2006/main">
            <a:r>
              <a:t>CONNECT</a:t>
            </a:r>
          </a:p>
          <a:p xmlns:a="http://schemas.openxmlformats.org/drawingml/2006/main">
            <a:r>
              <a:t>Build on the preceding slide: A model object keeps learned information.</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Creating, fitting and predicting.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Creating, fitting and predicting.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Build on An object remembers its fitted state. Explain why this example is needed before running it.</a:t>
            </a:r>
          </a:p>
          <a:p xmlns:a="http://schemas.openxmlformats.org/drawingml/2006/main">
            <a:r>
              <a:t/>
            </a:r>
          </a:p>
          <a:p xmlns:a="http://schemas.openxmlformats.org/drawingml/2006/main">
            <a:r>
              <a:t>EXPLAIN</a:t>
            </a:r>
          </a:p>
          <a:p xmlns:a="http://schemas.openxmlformats.org/drawingml/2006/main">
            <a:r>
              <a:t>LinearRegression() creates a model that has not learned yet.</a:t>
            </a:r>
          </a:p>
          <a:p xmlns:a="http://schemas.openxmlformats.org/drawingml/2006/main">
            <a:r>
              <a:t/>
            </a:r>
          </a:p>
          <a:p xmlns:a="http://schemas.openxmlformats.org/drawingml/2006/main">
            <a:r>
              <a:t>fit(X_train, y_train) learns from paired training examples.</a:t>
            </a:r>
          </a:p>
          <a:p xmlns:a="http://schemas.openxmlformats.org/drawingml/2006/main">
            <a:r>
              <a:t/>
            </a:r>
          </a:p>
          <a:p xmlns:a="http://schemas.openxmlformats.org/drawingml/2006/main">
            <a:r>
              <a:t>predict(new_inputs) returns estimates. The actual targets are absent from new_inputs.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Creating, fitting and predicting</a:t>
            </a:r>
          </a:p>
          <a:p xmlns:a="http://schemas.openxmlformats.org/drawingml/2006/main">
            <a:r>
              <a:t/>
            </a:r>
          </a:p>
          <a:p xmlns:a="http://schemas.openxmlformats.org/drawingml/2006/main">
            <a:r>
              <a:t>CONNECT</a:t>
            </a:r>
          </a:p>
          <a:p xmlns:a="http://schemas.openxmlformats.org/drawingml/2006/main">
            <a:r>
              <a:t>Build on the preceding slide: An object remembers its fitted state.</a:t>
            </a:r>
          </a:p>
          <a:p xmlns:a="http://schemas.openxmlformats.org/drawingml/2006/main">
            <a:r>
              <a:t/>
            </a:r>
          </a:p>
          <a:p xmlns:a="http://schemas.openxmlformats.org/drawingml/2006/main">
            <a:r>
              <a:t>LECTURER CUE</a:t>
            </a:r>
          </a:p>
          <a:p xmlns:a="http://schemas.openxmlformats.org/drawingml/2006/main">
            <a:r>
              <a:t>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Where the modelling tools come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Where the modelling tools come from</a:t>
            </a:r>
          </a:p>
          <a:p xmlns:a="http://schemas.openxmlformats.org/drawingml/2006/main">
            <a:r>
              <a:t/>
            </a:r>
          </a:p>
          <a:p xmlns:a="http://schemas.openxmlformats.org/drawingml/2006/main">
            <a:r>
              <a:t>CONNECT</a:t>
            </a:r>
          </a:p>
          <a:p xmlns:a="http://schemas.openxmlformats.org/drawingml/2006/main">
            <a:r>
              <a:t>Build on Creating, fitting and predicting. Explain why this example is needed before running it.</a:t>
            </a:r>
          </a:p>
          <a:p xmlns:a="http://schemas.openxmlformats.org/drawingml/2006/main">
            <a:r>
              <a:t/>
            </a:r>
          </a:p>
          <a:p xmlns:a="http://schemas.openxmlformats.org/drawingml/2006/main">
            <a:r>
              <a:t>EXPLAIN</a:t>
            </a:r>
          </a:p>
          <a:p xmlns:a="http://schemas.openxmlformats.org/drawingml/2006/main">
            <a:r>
              <a:t>scikit-learn is an installed machine-learning library. Its Python import name is sklearn. linear_model is the part containing LinearRegression.</a:t>
            </a:r>
          </a:p>
          <a:p xmlns:a="http://schemas.openxmlformats.org/drawingml/2006/main">
            <a:r>
              <a:t/>
            </a:r>
          </a:p>
          <a:p xmlns:a="http://schemas.openxmlformats.org/drawingml/2006/main">
            <a:r>
              <a:t>from sklearn.linear_model import LinearRegression makes that model class available. LinearRegression() creates an individual model object.</a:t>
            </a:r>
          </a:p>
          <a:p xmlns:a="http://schemas.openxmlformats.org/drawingml/2006/main">
            <a:r>
              <a:t/>
            </a:r>
          </a:p>
          <a:p xmlns:a="http://schemas.openxmlformats.org/drawingml/2006/main">
            <a:r>
              <a:t>In Colab this library is normally available. If an import fails, use the course setup instructions and retry the import before running model code.</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a:t>
            </a:r>
          </a:p>
          <a:p xmlns:a="http://schemas.openxmlformats.org/drawingml/2006/main">
            <a:r>
              <a:t/>
            </a:r>
          </a:p>
          <a:p xmlns:a="http://schemas.openxmlformats.org/drawingml/2006/main">
            <a:r>
              <a:t>CONNECT</a:t>
            </a:r>
          </a:p>
          <a:p xmlns:a="http://schemas.openxmlformats.org/drawingml/2006/main">
            <a:r>
              <a:t>Build on Where the modelling tools come from.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Creating, fitting and predicting.</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X_train = [[1], [2], [3], [4]]</a:t>
            </a:r>
          </a:p>
          <a:p xmlns:a="http://schemas.openxmlformats.org/drawingml/2006/main">
            <a:r>
              <a:t>y_train = [12, 14, 16, 18]</a:t>
            </a:r>
          </a:p>
          <a:p xmlns:a="http://schemas.openxmlformats.org/drawingml/2006/main">
            <a:r>
              <a:t>new_inputs = [[2.5]]</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Build on Regression models and errors in Python.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model = LinearRegression()</a:t>
            </a:r>
          </a:p>
          <a:p xmlns:a="http://schemas.openxmlformats.org/drawingml/2006/main">
            <a:r>
              <a:t>model.fit(X_train, y_train)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fit learns using the supplied training observations.</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in Python continued</a:t>
            </a:r>
          </a:p>
          <a:p xmlns:a="http://schemas.openxmlformats.org/drawingml/2006/main">
            <a:r>
              <a:t/>
            </a:r>
          </a:p>
          <a:p xmlns:a="http://schemas.openxmlformats.org/drawingml/2006/main">
            <a:r>
              <a:t>CONNECT</a:t>
            </a:r>
          </a:p>
          <a:p xmlns:a="http://schemas.openxmlformats.org/drawingml/2006/main">
            <a:r>
              <a:t>Build on Regression models and errors in Python continued.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continued</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Use the small invented table below solely to see fit and predict. Real training needs more data, representative evaluation and careful partitioning. A list of lists is a table: each inner list holds the features of one observation. y_train holds one target per training row in the same order. Never reorder one without the other. Read imports and model creation separately. The model line creates an unfitted object. fit learns; predict applies. Explain the shallow tree now because the W08 assignment asks for it, then revisit classification trees in Week 9.</a:t>
            </a:r>
          </a:p>
          <a:p xmlns:a="http://schemas.openxmlformats.org/drawingml/2006/main">
            <a:r>
              <a:t/>
            </a:r>
          </a:p>
          <a:p xmlns:a="http://schemas.openxmlformats.org/drawingml/2006/main">
            <a:r>
              <a:t>Complete practice code:</a:t>
            </a:r>
          </a:p>
          <a:p xmlns:a="http://schemas.openxmlformats.org/drawingml/2006/main">
            <a:r>
              <a:t>predictions = model.predict(new_inputs)</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models and errors results</a:t>
            </a:r>
          </a:p>
          <a:p xmlns:a="http://schemas.openxmlformats.org/drawingml/2006/main">
            <a:r>
              <a:t/>
            </a:r>
          </a:p>
          <a:p xmlns:a="http://schemas.openxmlformats.org/drawingml/2006/main">
            <a:r>
              <a:t>CONNECT</a:t>
            </a:r>
          </a:p>
          <a:p xmlns:a="http://schemas.openxmlformats.org/drawingml/2006/main">
            <a:r>
              <a:t>Build on Regression models and errors in Python continued. Explain why this example is needed before running it.</a:t>
            </a:r>
          </a:p>
          <a:p xmlns:a="http://schemas.openxmlformats.org/drawingml/2006/main">
            <a:r>
              <a:t/>
            </a:r>
          </a:p>
          <a:p xmlns:a="http://schemas.openxmlformats.org/drawingml/2006/main">
            <a:r>
              <a:t>EXPLAIN</a:t>
            </a:r>
          </a:p>
          <a:p xmlns:a="http://schemas.openxmlformats.org/drawingml/2006/main">
            <a:r>
              <a:t>[15.0]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continued.</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The mean baseline.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mean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Build on Regression models and errors results. Explain why this example is needed before running it.</a:t>
            </a:r>
          </a:p>
          <a:p xmlns:a="http://schemas.openxmlformats.org/drawingml/2006/main">
            <a:r>
              <a:t/>
            </a:r>
          </a:p>
          <a:p xmlns:a="http://schemas.openxmlformats.org/drawingml/2006/main">
            <a:r>
              <a:t>EXPLAIN</a:t>
            </a:r>
          </a:p>
          <a:p xmlns:a="http://schemas.openxmlformats.org/drawingml/2006/main">
            <a:r>
              <a:t>Use the same training data.</a:t>
            </a:r>
          </a:p>
          <a:p xmlns:a="http://schemas.openxmlformats.org/drawingml/2006/main">
            <a:r>
              <a:t/>
            </a:r>
          </a:p>
          <a:p xmlns:a="http://schemas.openxmlformats.org/drawingml/2006/main">
            <a:r>
              <a:t>This baseline learns their mean, 15, and predicts it for every input.</a:t>
            </a:r>
          </a:p>
          <a:p xmlns:a="http://schemas.openxmlformats.org/drawingml/2006/main">
            <a:r>
              <a:t/>
            </a:r>
          </a:p>
          <a:p xmlns:a="http://schemas.openxmlformats.org/drawingml/2006/main">
            <a:r>
              <a:t>It gives a simple comparison before claiming the line helps.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mean baseline</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NEXT</a:t>
            </a:r>
          </a:p>
          <a:p xmlns:a="http://schemas.openxmlformats.org/drawingml/2006/main">
            <a:r>
              <a:t>The mean baseline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mean baseline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Build on The mean baseline.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mean baseline in Python</a:t>
            </a:r>
          </a:p>
          <a:p xmlns:a="http://schemas.openxmlformats.org/drawingml/2006/main">
            <a:r>
              <a:t/>
            </a:r>
          </a:p>
          <a:p xmlns:a="http://schemas.openxmlformats.org/drawingml/2006/main">
            <a:r>
              <a:t>CONNECT</a:t>
            </a:r>
          </a:p>
          <a:p xmlns:a="http://schemas.openxmlformats.org/drawingml/2006/main">
            <a:r>
              <a:t>Build on the preceding slide: The mean baseline.</a:t>
            </a:r>
          </a:p>
          <a:p xmlns:a="http://schemas.openxmlformats.org/drawingml/2006/main">
            <a:r>
              <a:t/>
            </a:r>
          </a:p>
          <a:p xmlns:a="http://schemas.openxmlformats.org/drawingml/2006/main">
            <a:r>
              <a:t>LECTURER CUE</a:t>
            </a:r>
          </a:p>
          <a:p xmlns:a="http://schemas.openxmlformats.org/drawingml/2006/main">
            <a:r>
              <a:t>Use the same training data. This baseline learns their mean, 15, and predicts it for every input. It gives a simple comparison before claiming the line helps.</a:t>
            </a:r>
          </a:p>
          <a:p xmlns:a="http://schemas.openxmlformats.org/drawingml/2006/main">
            <a:r>
              <a:t/>
            </a:r>
          </a:p>
          <a:p xmlns:a="http://schemas.openxmlformats.org/drawingml/2006/main">
            <a:r>
              <a:t>Complete practice code:</a:t>
            </a:r>
          </a:p>
          <a:p xmlns:a="http://schemas.openxmlformats.org/drawingml/2006/main">
            <a:r>
              <a:t>from sklearn.dummy import DummyRegressor</a:t>
            </a:r>
          </a:p>
          <a:p xmlns:a="http://schemas.openxmlformats.org/drawingml/2006/main">
            <a:r>
              <a:t>baseline = DummyRegressor(strategy="mean")</a:t>
            </a:r>
          </a:p>
          <a:p xmlns:a="http://schemas.openxmlformats.org/drawingml/2006/main">
            <a:r>
              <a:t>baseline.fit(X_train, y_train)</a:t>
            </a:r>
          </a:p>
          <a:p xmlns:a="http://schemas.openxmlformats.org/drawingml/2006/main">
            <a:r>
              <a:t>print(baseline.predict(new_inputs).tolist())</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predict applies the fitted model to new inputs.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small regression tree.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small regression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Build on The mean baseline in Python. Explain why this example is needed before running it.</a:t>
            </a:r>
          </a:p>
          <a:p xmlns:a="http://schemas.openxmlformats.org/drawingml/2006/main">
            <a:r>
              <a:t/>
            </a:r>
          </a:p>
          <a:p xmlns:a="http://schemas.openxmlformats.org/drawingml/2006/main">
            <a:r>
              <a:t>EXPLAIN</a:t>
            </a:r>
          </a:p>
          <a:p xmlns:a="http://schemas.openxmlformats.org/drawingml/2006/main">
            <a:r>
              <a:t>A tree learns threshold questions from the training inputs.</a:t>
            </a:r>
          </a:p>
          <a:p xmlns:a="http://schemas.openxmlformats.org/drawingml/2006/main">
            <a:r>
              <a:t/>
            </a:r>
          </a:p>
          <a:p xmlns:a="http://schemas.openxmlformats.org/drawingml/2006/main">
            <a:r>
              <a:t>Each final group, or leaf, predicts a target value.</a:t>
            </a:r>
          </a:p>
          <a:p xmlns:a="http://schemas.openxmlformats.org/drawingml/2006/main">
            <a:r>
              <a:t/>
            </a:r>
          </a:p>
          <a:p xmlns:a="http://schemas.openxmlformats.org/drawingml/2006/main">
            <a:r>
              <a:t>This tree returns 14 for input 2.5 in this toy example. max_depth limits the number of successive decisions. random_state fixes the random seed.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small regression tree</a:t>
            </a:r>
          </a:p>
          <a:p xmlns:a="http://schemas.openxmlformats.org/drawingml/2006/main">
            <a:r>
              <a:t/>
            </a:r>
          </a:p>
          <a:p xmlns:a="http://schemas.openxmlformats.org/drawingml/2006/main">
            <a:r>
              <a:t>CONNECT</a:t>
            </a:r>
          </a:p>
          <a:p xmlns:a="http://schemas.openxmlformats.org/drawingml/2006/main">
            <a:r>
              <a:t>Build on the preceding slide: The mean baseline in Python.</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NEXT</a:t>
            </a:r>
          </a:p>
          <a:p xmlns:a="http://schemas.openxmlformats.org/drawingml/2006/main">
            <a:r>
              <a:t>A small regression tree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small regression tree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Build on A small regression tree.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small regression tree in Python</a:t>
            </a:r>
          </a:p>
          <a:p xmlns:a="http://schemas.openxmlformats.org/drawingml/2006/main">
            <a:r>
              <a:t/>
            </a:r>
          </a:p>
          <a:p xmlns:a="http://schemas.openxmlformats.org/drawingml/2006/main">
            <a:r>
              <a:t>CONNECT</a:t>
            </a:r>
          </a:p>
          <a:p xmlns:a="http://schemas.openxmlformats.org/drawingml/2006/main">
            <a:r>
              <a:t>Build on the preceding slide: A small regression tree.</a:t>
            </a:r>
          </a:p>
          <a:p xmlns:a="http://schemas.openxmlformats.org/drawingml/2006/main">
            <a:r>
              <a:t/>
            </a:r>
          </a:p>
          <a:p xmlns:a="http://schemas.openxmlformats.org/drawingml/2006/main">
            <a:r>
              <a:t>LECTURER CUE</a:t>
            </a:r>
          </a:p>
          <a:p xmlns:a="http://schemas.openxmlformats.org/drawingml/2006/main">
            <a:r>
              <a:t>A tree learns threshold questions from the training inputs. Each final group, or leaf, predicts a target value. This tree returns 14 for input 2.5 in this toy example. max_depth limits the number of successive decisions. random_state fixes the random seed.</a:t>
            </a:r>
          </a:p>
          <a:p xmlns:a="http://schemas.openxmlformats.org/drawingml/2006/main">
            <a:r>
              <a:t/>
            </a:r>
          </a:p>
          <a:p xmlns:a="http://schemas.openxmlformats.org/drawingml/2006/main">
            <a:r>
              <a:t>Complete practice code:</a:t>
            </a:r>
          </a:p>
          <a:p xmlns:a="http://schemas.openxmlformats.org/drawingml/2006/main">
            <a:r>
              <a:t>from sklearn.tree import DecisionTreeRegressor</a:t>
            </a:r>
          </a:p>
          <a:p xmlns:a="http://schemas.openxmlformats.org/drawingml/2006/main">
            <a:r>
              <a:t>tree = DecisionTreeRegressor(max_depth=4, random_state=17)</a:t>
            </a:r>
          </a:p>
          <a:p xmlns:a="http://schemas.openxmlformats.org/drawingml/2006/main">
            <a:r>
              <a:t>tree.fit(X_train, y_train)</a:t>
            </a:r>
          </a:p>
          <a:p xmlns:a="http://schemas.openxmlformats.org/drawingml/2006/main">
            <a:r>
              <a:t>print(tree.predict(new_inputs).tolist())</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predict applies the fitted model to new inputs.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Reuse the same preparation on new inputs.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Reuse the same preparation on new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Build on A small regression tree in Python. Explain why this example is needed before running it.</a:t>
            </a:r>
          </a:p>
          <a:p xmlns:a="http://schemas.openxmlformats.org/drawingml/2006/main">
            <a:r>
              <a:t/>
            </a:r>
          </a:p>
          <a:p xmlns:a="http://schemas.openxmlformats.org/drawingml/2006/main">
            <a:r>
              <a:t>EXPLAIN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Reuse the same preparation on new inputs</a:t>
            </a:r>
          </a:p>
          <a:p xmlns:a="http://schemas.openxmlformats.org/drawingml/2006/main">
            <a:r>
              <a:t/>
            </a:r>
          </a:p>
          <a:p xmlns:a="http://schemas.openxmlformats.org/drawingml/2006/main">
            <a:r>
              <a:t>CONNECT</a:t>
            </a:r>
          </a:p>
          <a:p xmlns:a="http://schemas.openxmlformats.org/drawingml/2006/main">
            <a:r>
              <a:t>Build on the preceding slide: A small regression tree in Python.</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Imputer: An imputer fills missing feature values using a stated rule. Fit learns the replacement from training observations only. Prediction reuses that stored replacement.</a:t>
            </a:r>
          </a:p>
          <a:p xmlns:a="http://schemas.openxmlformats.org/drawingml/2006/main">
            <a:r>
              <a:t>Pipeline: A pipeline connects preprocessing and a model. make_pipeline creates that connection. Its fit learns both stages on training data; predict applies them to new features.</a:t>
            </a:r>
          </a:p>
          <a:p xmlns:a="http://schemas.openxmlformats.org/drawingml/2006/main">
            <a:r>
              <a:t/>
            </a:r>
          </a:p>
          <a:p xmlns:a="http://schemas.openxmlformats.org/drawingml/2006/main">
            <a:r>
              <a:t>NEXT</a:t>
            </a:r>
          </a:p>
          <a:p xmlns:a="http://schemas.openxmlformats.org/drawingml/2006/main">
            <a:r>
              <a:t>Preprocessing learned from training only.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Build on Reuse the same preparation on new inputs. Explain why this example is needed before running it.</a:t>
            </a:r>
          </a:p>
          <a:p xmlns:a="http://schemas.openxmlformats.org/drawingml/2006/main">
            <a:r>
              <a:t/>
            </a:r>
          </a:p>
          <a:p xmlns:a="http://schemas.openxmlformats.org/drawingml/2006/main">
            <a:r>
              <a:t>EXPLAIN</a:t>
            </a:r>
          </a:p>
          <a:p xmlns:a="http://schemas.openxmlformats.org/drawingml/2006/main">
            <a:r>
              <a:t>SimpleImputer learns one median for each training column. make_pipeline connects this step to the model. fit learns both steps using only the training examples. predict reuses them on new inputs.</a:t>
            </a:r>
          </a:p>
          <a:p xmlns:a="http://schemas.openxmlformats.org/drawingml/2006/main">
            <a:r>
              <a:t/>
            </a:r>
          </a:p>
          <a:p xmlns:a="http://schemas.openxmlformats.org/drawingml/2006/main">
            <a:r>
              <a:t>No target is supplied to predict.</a:t>
            </a:r>
          </a:p>
          <a:p xmlns:a="http://schemas.openxmlformats.org/drawingml/2006/main">
            <a:r>
              <a:t/>
            </a:r>
          </a:p>
          <a:p xmlns:a="http://schemas.openxmlformats.org/drawingml/2006/main">
            <a:r>
              <a:t>The two inputs here are invented practice measurements.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a:t>
            </a:r>
          </a:p>
          <a:p xmlns:a="http://schemas.openxmlformats.org/drawingml/2006/main">
            <a:r>
              <a:t/>
            </a:r>
          </a:p>
          <a:p xmlns:a="http://schemas.openxmlformats.org/drawingml/2006/main">
            <a:r>
              <a:t>CONNECT</a:t>
            </a:r>
          </a:p>
          <a:p xmlns:a="http://schemas.openxmlformats.org/drawingml/2006/main">
            <a:r>
              <a:t>Build on the preceding slide: Reuse the same preparation on new inputs.</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Preprocessing learned from training only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Build on Preprocessing learned from training only.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 in Python (1/2)</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fit learns using the supplied training observations.</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Preprocessing learned from training only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learned from training only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Build on Preprocessing learned from training only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learned from training only in Python (2/2)</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 in Python (1/2).</a:t>
            </a:r>
          </a:p>
          <a:p xmlns:a="http://schemas.openxmlformats.org/drawingml/2006/main">
            <a:r>
              <a:t/>
            </a:r>
          </a:p>
          <a:p xmlns:a="http://schemas.openxmlformats.org/drawingml/2006/main">
            <a:r>
              <a:t>LECTURER CUE</a:t>
            </a:r>
          </a:p>
          <a:p xmlns:a="http://schemas.openxmlformats.org/drawingml/2006/main">
            <a:r>
              <a:t>SimpleImputer learns one median for each training column. make_pipeline connects this step to the model. fit learns both steps using only the training examples. predict reuses them on new inputs. No target is supplied to predict. The two inputs here are invented practice measurements.</a:t>
            </a:r>
          </a:p>
          <a:p xmlns:a="http://schemas.openxmlformats.org/drawingml/2006/main">
            <a:r>
              <a:t/>
            </a:r>
          </a:p>
          <a:p xmlns:a="http://schemas.openxmlformats.org/drawingml/2006/main">
            <a:r>
              <a:t>Complete practice code:</a:t>
            </a:r>
          </a:p>
          <a:p xmlns:a="http://schemas.openxmlformats.org/drawingml/2006/main">
            <a:r>
              <a:t>from sklearn.impute import SimpleImputer</a:t>
            </a:r>
          </a:p>
          <a:p xmlns:a="http://schemas.openxmlformats.org/drawingml/2006/main">
            <a:r>
              <a:t>from sklearn.pipeline import make_pipeline</a:t>
            </a:r>
          </a:p>
          <a:p xmlns:a="http://schemas.openxmlformats.org/drawingml/2006/main">
            <a:r>
              <a:t>import numpy as np</a:t>
            </a:r>
          </a:p>
          <a:p xmlns:a="http://schemas.openxmlformats.org/drawingml/2006/main">
            <a:r>
              <a:t>train_inputs = [[1, 20], [2, 22], [3, np.nan], [4, 24]]</a:t>
            </a:r>
          </a:p>
          <a:p xmlns:a="http://schemas.openxmlformats.org/drawingml/2006/main">
            <a:r>
              <a:t>train_targets = [12, 14, 16, 18]</a:t>
            </a:r>
          </a:p>
          <a:p xmlns:a="http://schemas.openxmlformats.org/drawingml/2006/main">
            <a:r>
              <a:t>imputer = SimpleImputer(strategy="median")</a:t>
            </a:r>
          </a:p>
          <a:p xmlns:a="http://schemas.openxmlformats.org/drawingml/2006/main">
            <a:r>
              <a:t>model = LinearRegression()</a:t>
            </a:r>
          </a:p>
          <a:p xmlns:a="http://schemas.openxmlformats.org/drawingml/2006/main">
            <a:r>
              <a:t>pipeline = make_pipeline(imputer, model)</a:t>
            </a:r>
          </a:p>
          <a:p xmlns:a="http://schemas.openxmlformats.org/drawingml/2006/main">
            <a:r>
              <a:t>pipeline.fit(train_inputs, train_targets)</a:t>
            </a:r>
          </a:p>
          <a:p xmlns:a="http://schemas.openxmlformats.org/drawingml/2006/main">
            <a:r>
              <a:t>predictions = pipeline.predict([[2.5, np.nan]])</a:t>
            </a:r>
          </a:p>
          <a:p xmlns:a="http://schemas.openxmlformats.org/drawingml/2006/main">
            <a:r>
              <a:t>print(predictions.round(2).tolist())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Square brackets create a list or select an item.</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Reading records into a feature 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records into a feature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Build on Preprocessing learned from training only in Python (2/2). Explain why this example is needed before running it.</a:t>
            </a:r>
          </a:p>
          <a:p xmlns:a="http://schemas.openxmlformats.org/drawingml/2006/main">
            <a:r>
              <a:t/>
            </a:r>
          </a:p>
          <a:p xmlns:a="http://schemas.openxmlformats.org/drawingml/2006/main">
            <a:r>
              <a:t>EXPLAIN</a:t>
            </a:r>
          </a:p>
          <a:p xmlns:a="http://schemas.openxmlformats.org/drawingml/2006/main">
            <a:r>
              <a:t>Each inner list is one row, in the same order as the input records.</a:t>
            </a:r>
          </a:p>
          <a:p xmlns:a="http://schemas.openxmlformats.org/drawingml/2006/main">
            <a:r>
              <a:t/>
            </a:r>
          </a:p>
          <a:p xmlns:a="http://schemas.openxmlformats.org/drawingml/2006/main">
            <a:r>
              <a:t>The target list uses that same row order.</a:t>
            </a:r>
          </a:p>
          <a:p xmlns:a="http://schemas.openxmlformats.org/drawingml/2006/main">
            <a:r>
              <a:t/>
            </a:r>
          </a:p>
          <a:p xmlns:a="http://schemas.openxmlformats.org/drawingml/2006/main">
            <a:r>
              <a:t>The feature table has no answer column.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records into a feature table</a:t>
            </a:r>
          </a:p>
          <a:p xmlns:a="http://schemas.openxmlformats.org/drawingml/2006/main">
            <a:r>
              <a:t/>
            </a:r>
          </a:p>
          <a:p xmlns:a="http://schemas.openxmlformats.org/drawingml/2006/main">
            <a:r>
              <a:t>CONNECT</a:t>
            </a:r>
          </a:p>
          <a:p xmlns:a="http://schemas.openxmlformats.org/drawingml/2006/main">
            <a:r>
              <a:t>Build on the preceding slide: Preprocessing learned from training only in Python (2/2).</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Reading records into a feature table in Python.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records into a feature table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Build on Reading records into a feature table.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records into a feature table in Python</a:t>
            </a:r>
          </a:p>
          <a:p xmlns:a="http://schemas.openxmlformats.org/drawingml/2006/main">
            <a:r>
              <a:t/>
            </a:r>
          </a:p>
          <a:p xmlns:a="http://schemas.openxmlformats.org/drawingml/2006/main">
            <a:r>
              <a:t>CONNECT</a:t>
            </a:r>
          </a:p>
          <a:p xmlns:a="http://schemas.openxmlformats.org/drawingml/2006/main">
            <a:r>
              <a:t>Build on the preceding slide: Reading records into a feature table.</a:t>
            </a:r>
          </a:p>
          <a:p xmlns:a="http://schemas.openxmlformats.org/drawingml/2006/main">
            <a:r>
              <a:t/>
            </a:r>
          </a:p>
          <a:p xmlns:a="http://schemas.openxmlformats.org/drawingml/2006/main">
            <a:r>
              <a:t>LECTURER CUE</a:t>
            </a:r>
          </a:p>
          <a:p xmlns:a="http://schemas.openxmlformats.org/drawingml/2006/main">
            <a:r>
              <a:t>Each inner list is one row, in the same order as the input records. The target list uses that same row order. The feature table has no answer column.</a:t>
            </a:r>
          </a:p>
          <a:p xmlns:a="http://schemas.openxmlformats.org/drawingml/2006/main">
            <a:r>
              <a:t/>
            </a:r>
          </a:p>
          <a:p xmlns:a="http://schemas.openxmlformats.org/drawingml/2006/main">
            <a:r>
              <a:t>Complete practice code:</a:t>
            </a:r>
          </a:p>
          <a:p xmlns:a="http://schemas.openxmlformats.org/drawingml/2006/main">
            <a:r>
              <a:t>rows = [{"length": 2, "width": 3, "area": 6},</a:t>
            </a:r>
          </a:p>
          <a:p xmlns:a="http://schemas.openxmlformats.org/drawingml/2006/main">
            <a:r>
              <a:t>        {"length": 4, "width": 5, "area": 20}]</a:t>
            </a:r>
          </a:p>
          <a:p xmlns:a="http://schemas.openxmlformats.org/drawingml/2006/main">
            <a:r>
              <a:t>X = []</a:t>
            </a:r>
          </a:p>
          <a:p xmlns:a="http://schemas.openxmlformats.org/drawingml/2006/main">
            <a:r>
              <a:t>y = []</a:t>
            </a:r>
          </a:p>
          <a:p xmlns:a="http://schemas.openxmlformats.org/drawingml/2006/main">
            <a:r>
              <a:t>for row in rows:</a:t>
            </a:r>
          </a:p>
          <a:p xmlns:a="http://schemas.openxmlformats.org/drawingml/2006/main">
            <a:r>
              <a:t>    X.append([row["length"], row["width"]])</a:t>
            </a:r>
          </a:p>
          <a:p xmlns:a="http://schemas.openxmlformats.org/drawingml/2006/main">
            <a:r>
              <a:t>    y.append(row["area"])</a:t>
            </a:r>
          </a:p>
          <a:p xmlns:a="http://schemas.openxmlformats.org/drawingml/2006/main">
            <a:r>
              <a:t>print(X)</a:t>
            </a:r>
          </a:p>
          <a:p xmlns:a="http://schemas.openxmlformats.org/drawingml/2006/main">
            <a:r>
              <a:t>print(y)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print displays a value below the cell.</a:t>
            </a:r>
          </a:p>
          <a:p xmlns:a="http://schemas.openxmlformats.org/drawingml/2006/main">
            <a:r>
              <a:t>append adds one item to the end of a list.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MAE and RMSE.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MAE and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Build on Reading records into a feature table in Python. Explain why this example is needed before running it.</a:t>
            </a:r>
          </a:p>
          <a:p xmlns:a="http://schemas.openxmlformats.org/drawingml/2006/main">
            <a:r>
              <a:t/>
            </a:r>
          </a:p>
          <a:p xmlns:a="http://schemas.openxmlformats.org/drawingml/2006/main">
            <a:r>
              <a:t>EXPLAIN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MAE and RMSE</a:t>
            </a:r>
          </a:p>
          <a:p xmlns:a="http://schemas.openxmlformats.org/drawingml/2006/main">
            <a:r>
              <a:t/>
            </a:r>
          </a:p>
          <a:p xmlns:a="http://schemas.openxmlformats.org/drawingml/2006/main">
            <a:r>
              <a:t>CONNECT</a:t>
            </a:r>
          </a:p>
          <a:p xmlns:a="http://schemas.openxmlformats.org/drawingml/2006/main">
            <a:r>
              <a:t>Build on the preceding slide: Reading records into a feature table in Python.</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POINT TO THE DEFINITION</a:t>
            </a:r>
          </a:p>
          <a:p xmlns:a="http://schemas.openxmlformats.org/drawingml/2006/main">
            <a:r>
              <a:t>MAE and RMSE: MAE averages absolute prediction errors. RMSE squares errors, averages them and takes the square root. Both use target units. RMSE is more sensitive to large errors.</a:t>
            </a:r>
          </a:p>
          <a:p xmlns:a="http://schemas.openxmlformats.org/drawingml/2006/main">
            <a:r>
              <a:t/>
            </a:r>
          </a:p>
          <a:p xmlns:a="http://schemas.openxmlformats.org/drawingml/2006/main">
            <a:r>
              <a:t>NEXT</a:t>
            </a:r>
          </a:p>
          <a:p xmlns:a="http://schemas.openxmlformats.org/drawingml/2006/main">
            <a:r>
              <a:t>A prediction error in ordinary numbers.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prediction error in ordinary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Build on MAE and RMSE. Explain why this example is needed before running it.</a:t>
            </a:r>
          </a:p>
          <a:p xmlns:a="http://schemas.openxmlformats.org/drawingml/2006/main">
            <a:r>
              <a:t/>
            </a:r>
          </a:p>
          <a:p xmlns:a="http://schemas.openxmlformats.org/drawingml/2006/main">
            <a:r>
              <a:t>EXPLAIN</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prediction error in ordinary numbers</a:t>
            </a:r>
          </a:p>
          <a:p xmlns:a="http://schemas.openxmlformats.org/drawingml/2006/main">
            <a:r>
              <a:t/>
            </a:r>
          </a:p>
          <a:p xmlns:a="http://schemas.openxmlformats.org/drawingml/2006/main">
            <a:r>
              <a:t>CONNECT</a:t>
            </a:r>
          </a:p>
          <a:p xmlns:a="http://schemas.openxmlformats.org/drawingml/2006/main">
            <a:r>
              <a:t>Build on the preceding slide: MAE and RMSE.</a:t>
            </a:r>
          </a:p>
          <a:p xmlns:a="http://schemas.openxmlformats.org/drawingml/2006/main">
            <a:r>
              <a:t/>
            </a:r>
          </a:p>
          <a:p xmlns:a="http://schemas.openxmlformats.org/drawingml/2006/main">
            <a:r>
              <a:t>LECTURER CUE</a:t>
            </a:r>
          </a:p>
          <a:p xmlns:a="http://schemas.openxmlformats.org/drawingml/2006/main">
            <a:r>
              <a:t>MAE = (2 + 4) / 2 = 3, in the target’s unit. Compare a model against a training-only baseline.</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The operations in the error calculation.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operations in the error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Build on A prediction error in ordinary numbers. Explain why this example is needed before running it.</a:t>
            </a:r>
          </a:p>
          <a:p xmlns:a="http://schemas.openxmlformats.org/drawingml/2006/main">
            <a:r>
              <a:t/>
            </a:r>
          </a:p>
          <a:p xmlns:a="http://schemas.openxmlformats.org/drawingml/2006/main">
            <a:r>
              <a:t>EXPLAIN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operations in the error calculation</a:t>
            </a:r>
          </a:p>
          <a:p xmlns:a="http://schemas.openxmlformats.org/drawingml/2006/main">
            <a:r>
              <a:t/>
            </a:r>
          </a:p>
          <a:p xmlns:a="http://schemas.openxmlformats.org/drawingml/2006/main">
            <a:r>
              <a:t>CONNECT</a:t>
            </a:r>
          </a:p>
          <a:p xmlns:a="http://schemas.openxmlformats.org/drawingml/2006/main">
            <a:r>
              <a:t>Build on the preceding slide: A prediction error in ordinary numbers.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zip and paired names: zip(actual, predicted) pairs values at matching positions. for truth, guess in ... assigns each pair to two names. Here both lists must have the same nonzero length.</a:t>
            </a:r>
          </a:p>
          <a:p xmlns:a="http://schemas.openxmlformats.org/drawingml/2006/main">
            <a:r>
              <a:t>Square and square root: difference ** 2 squares an error. sqrt reverses a square for nonnegative numbers: sqrt(9) is 3. from math import sqrt makes this tool available.</a:t>
            </a:r>
          </a:p>
          <a:p xmlns:a="http://schemas.openxmlformats.org/drawingml/2006/main">
            <a:r>
              <a:t/>
            </a:r>
          </a:p>
          <a:p xmlns:a="http://schemas.openxmlformats.org/drawingml/2006/main">
            <a:r>
              <a:t>NEXT</a:t>
            </a:r>
          </a:p>
          <a:p xmlns:a="http://schemas.openxmlformats.org/drawingml/2006/main">
            <a:r>
              <a:t>Two error measures.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Build on The operations in the error calculation. Explain why this example is needed before running it.</a:t>
            </a:r>
          </a:p>
          <a:p xmlns:a="http://schemas.openxmlformats.org/drawingml/2006/main">
            <a:r>
              <a:t/>
            </a:r>
          </a:p>
          <a:p xmlns:a="http://schemas.openxmlformats.org/drawingml/2006/main">
            <a:r>
              <a:t>EXPLAIN</a:t>
            </a:r>
          </a:p>
          <a:p xmlns:a="http://schemas.openxmlformats.org/drawingml/2006/main">
            <a:r>
              <a:t>zip pairs corresponding values. abs measures error size.</a:t>
            </a:r>
          </a:p>
          <a:p xmlns:a="http://schemas.openxmlformats.org/drawingml/2006/main">
            <a:r>
              <a:t/>
            </a:r>
          </a:p>
          <a:p xmlns:a="http://schemas.openxmlformats.org/drawingml/2006/main">
            <a:r>
              <a:t>Squaring emphasises large errors; taking the square root returns to the original unit.</a:t>
            </a:r>
          </a:p>
          <a:p xmlns:a="http://schemas.openxmlformats.org/drawingml/2006/main">
            <a:r>
              <a:t/>
            </a:r>
          </a:p>
          <a:p xmlns:a="http://schemas.openxmlformats.org/drawingml/2006/main">
            <a:r>
              <a:t>These functions assume equal-length, nonempty paired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a:t>
            </a:r>
          </a:p>
          <a:p xmlns:a="http://schemas.openxmlformats.org/drawingml/2006/main">
            <a:r>
              <a:t/>
            </a:r>
          </a:p>
          <a:p xmlns:a="http://schemas.openxmlformats.org/drawingml/2006/main">
            <a:r>
              <a:t>CONNECT</a:t>
            </a:r>
          </a:p>
          <a:p xmlns:a="http://schemas.openxmlformats.org/drawingml/2006/main">
            <a:r>
              <a:t>Build on the preceding slide: The operations in the error calculation.</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Two error measures in Python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Build on Two error measures.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 in Python (1/2)</a:t>
            </a:r>
          </a:p>
          <a:p xmlns:a="http://schemas.openxmlformats.org/drawingml/2006/main">
            <a:r>
              <a:t/>
            </a:r>
          </a:p>
          <a:p xmlns:a="http://schemas.openxmlformats.org/drawingml/2006/main">
            <a:r>
              <a:t>CONNECT</a:t>
            </a:r>
          </a:p>
          <a:p xmlns:a="http://schemas.openxmlformats.org/drawingml/2006/main">
            <a:r>
              <a:t>Build on the preceding slide: Two error measures.</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error measures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error measures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Build on Two error measures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error measures in Python (2/2)</a:t>
            </a:r>
          </a:p>
          <a:p xmlns:a="http://schemas.openxmlformats.org/drawingml/2006/main">
            <a:r>
              <a:t/>
            </a:r>
          </a:p>
          <a:p xmlns:a="http://schemas.openxmlformats.org/drawingml/2006/main">
            <a:r>
              <a:t>CONNECT</a:t>
            </a:r>
          </a:p>
          <a:p xmlns:a="http://schemas.openxmlformats.org/drawingml/2006/main">
            <a:r>
              <a:t>Build on the preceding slide: Two error measures in Python (1/2).</a:t>
            </a:r>
          </a:p>
          <a:p xmlns:a="http://schemas.openxmlformats.org/drawingml/2006/main">
            <a:r>
              <a:t/>
            </a:r>
          </a:p>
          <a:p xmlns:a="http://schemas.openxmlformats.org/drawingml/2006/main">
            <a:r>
              <a:t>LECTURER CUE</a:t>
            </a:r>
          </a:p>
          <a:p xmlns:a="http://schemas.openxmlformats.org/drawingml/2006/main">
            <a:r>
              <a:t>zip pairs corresponding values. abs measures error size. Squaring emphasises large errors; taking the square root returns to the original unit. These functions assume equal-length, nonempty paired observations.</a:t>
            </a:r>
          </a:p>
          <a:p xmlns:a="http://schemas.openxmlformats.org/drawingml/2006/main">
            <a:r>
              <a:t/>
            </a:r>
          </a:p>
          <a:p xmlns:a="http://schemas.openxmlformats.org/drawingml/2006/main">
            <a:r>
              <a:t>Complete practice code:</a:t>
            </a:r>
          </a:p>
          <a:p xmlns:a="http://schemas.openxmlformats.org/drawingml/2006/main">
            <a:r>
              <a:t>from math import sqrt</a:t>
            </a:r>
          </a:p>
          <a:p xmlns:a="http://schemas.openxmlformats.org/drawingml/2006/main">
            <a:r>
              <a:t>a = [10, 20]</a:t>
            </a:r>
          </a:p>
          <a:p xmlns:a="http://schemas.openxmlformats.org/drawingml/2006/main">
            <a:r>
              <a:t>p = [12, 16]</a:t>
            </a:r>
          </a:p>
          <a:p xmlns:a="http://schemas.openxmlformats.org/drawingml/2006/main">
            <a:r>
              <a:t>absolute = []</a:t>
            </a:r>
          </a:p>
          <a:p xmlns:a="http://schemas.openxmlformats.org/drawingml/2006/main">
            <a:r>
              <a:t>squared = []</a:t>
            </a:r>
          </a:p>
          <a:p xmlns:a="http://schemas.openxmlformats.org/drawingml/2006/main">
            <a:r>
              <a:t>for truth, guess in zip(a, p):</a:t>
            </a:r>
          </a:p>
          <a:p xmlns:a="http://schemas.openxmlformats.org/drawingml/2006/main">
            <a:r>
              <a:t>    difference = truth - guess</a:t>
            </a:r>
          </a:p>
          <a:p xmlns:a="http://schemas.openxmlformats.org/drawingml/2006/main">
            <a:r>
              <a:t>    absolute.append(abs(difference))</a:t>
            </a:r>
          </a:p>
          <a:p xmlns:a="http://schemas.openxmlformats.org/drawingml/2006/main">
            <a:r>
              <a:t>    squared.append(difference ** 2)</a:t>
            </a:r>
          </a:p>
          <a:p xmlns:a="http://schemas.openxmlformats.org/drawingml/2006/main">
            <a:r>
              <a:t>print(sum(absolute) / len(a))</a:t>
            </a:r>
          </a:p>
          <a:p xmlns:a="http://schemas.openxmlformats.org/drawingml/2006/main">
            <a:r>
              <a:t>print(sqrt(sum(squared) / len(a)))</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R² compares against a mean prediction.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R² compares against a mean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Build on Two error measures in Python (2/2). Explain why this example is needed before running it.</a:t>
            </a:r>
          </a:p>
          <a:p xmlns:a="http://schemas.openxmlformats.org/drawingml/2006/main">
            <a:r>
              <a:t/>
            </a:r>
          </a:p>
          <a:p xmlns:a="http://schemas.openxmlformats.org/drawingml/2006/main">
            <a:r>
              <a:t>EXPLAIN</a:t>
            </a:r>
          </a:p>
          <a:p xmlns:a="http://schemas.openxmlformats.org/drawingml/2006/main">
            <a:r>
              <a:t>R² compares squared errors with predicting the mean of the evaluated targets. It is a score, not “percentage accuracy”.</a:t>
            </a:r>
          </a:p>
          <a:p xmlns:a="http://schemas.openxmlformats.org/drawingml/2006/main">
            <a:r>
              <a:t/>
            </a:r>
          </a:p>
          <a:p xmlns:a="http://schemas.openxmlformats.org/drawingml/2006/main">
            <a:r>
              <a:t>1 means perfect predictions on those observations. 0 matches that mean-prediction reference; a negative score can be worse.</a:t>
            </a:r>
          </a:p>
          <a:p xmlns:a="http://schemas.openxmlformats.org/drawingml/2006/main">
            <a:r>
              <a:t/>
            </a:r>
          </a:p>
          <a:p xmlns:a="http://schemas.openxmlformats.org/drawingml/2006/main">
            <a:r>
              <a:t>Use the same evaluation observations and report the specified error metric with its units. Constant targets need special handling; this score alone does not prove usefulness.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R² compares against a mean prediction</a:t>
            </a:r>
          </a:p>
          <a:p xmlns:a="http://schemas.openxmlformats.org/drawingml/2006/main">
            <a:r>
              <a:t/>
            </a:r>
          </a:p>
          <a:p xmlns:a="http://schemas.openxmlformats.org/drawingml/2006/main">
            <a:r>
              <a:t>CONNECT</a:t>
            </a:r>
          </a:p>
          <a:p xmlns:a="http://schemas.openxmlformats.org/drawingml/2006/main">
            <a:r>
              <a:t>Build on the preceding slide: Two error measures in Python (2/2).</a:t>
            </a:r>
          </a:p>
          <a:p xmlns:a="http://schemas.openxmlformats.org/drawingml/2006/main">
            <a:r>
              <a:t/>
            </a:r>
          </a:p>
          <a:p xmlns:a="http://schemas.openxmlformats.org/drawingml/2006/main">
            <a:r>
              <a:t>EXPLAIN IN ORDINARY WORDS</a:t>
            </a:r>
          </a:p>
          <a:p xmlns:a="http://schemas.openxmlformats.org/drawingml/2006/main">
            <a:r>
              <a:t>R-squared compares squared prediction errors with using the evaluation targets’ mean. One is perfect; zero matches that reference. A negative value is possible.</a:t>
            </a:r>
          </a:p>
          <a:p xmlns:a="http://schemas.openxmlformats.org/drawingml/2006/main">
            <a:r>
              <a:t/>
            </a:r>
          </a:p>
          <a:p xmlns:a="http://schemas.openxmlformats.org/drawingml/2006/main">
            <a:r>
              <a:t>CHECK AND EXPECTED ANSWER</a:t>
            </a:r>
          </a:p>
          <a:p xmlns:a="http://schemas.openxmlformats.org/drawingml/2006/main">
            <a:r>
              <a:t>Does R-squared=0.8 mean 80% of predictions are correct? No; it concerns variation and squared errors, not a count of correct answers.</a:t>
            </a:r>
          </a:p>
          <a:p xmlns:a="http://schemas.openxmlformats.org/drawingml/2006/main">
            <a:r>
              <a:t/>
            </a:r>
          </a:p>
          <a:p xmlns:a="http://schemas.openxmlformats.org/drawingml/2006/main">
            <a:r>
              <a:t>IF LEARNERS ARE STUCK</a:t>
            </a:r>
          </a:p>
          <a:p xmlns:a="http://schemas.openxmlformats.org/drawingml/2006/main">
            <a:r>
              <a:t>Compare errors against a mean predictor on the same evaluation rows. MAE remains useful for a result in physical units.</a:t>
            </a:r>
          </a:p>
          <a:p xmlns:a="http://schemas.openxmlformats.org/drawingml/2006/main">
            <a:r>
              <a:t/>
            </a:r>
          </a:p>
          <a:p xmlns:a="http://schemas.openxmlformats.org/drawingml/2006/main">
            <a:r>
              <a:t>NEXT</a:t>
            </a:r>
          </a:p>
          <a:p xmlns:a="http://schemas.openxmlformats.org/drawingml/2006/main">
            <a:r>
              <a:t>You are a prediction rule.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R² compares against a mean prediction. Explain why this example is needed before running it.</a:t>
            </a:r>
          </a:p>
          <a:p xmlns:a="http://schemas.openxmlformats.org/drawingml/2006/main">
            <a:r>
              <a:t/>
            </a:r>
          </a:p>
          <a:p xmlns:a="http://schemas.openxmlformats.org/drawingml/2006/main">
            <a:r>
              <a:t>EXPLAIN</a:t>
            </a:r>
          </a:p>
          <a:p xmlns:a="http://schemas.openxmlformats.org/drawingml/2006/main">
            <a:r>
              <a:t>Example: On paper compare actual [10, 20] with predictions [12, 16]. Find MAE and RMSE. Is MAE a plus/minus guarantee for each prediction?</a:t>
            </a:r>
          </a:p>
          <a:p xmlns:a="http://schemas.openxmlformats.org/drawingml/2006/main">
            <a:r>
              <a:t/>
            </a:r>
          </a:p>
          <a:p xmlns:a="http://schemas.openxmlformats.org/drawingml/2006/main">
            <a:r>
              <a:t>Answer: Absolute errors are 2 and 4: MAE 3. Squared errors 4 and 16: RMSE sqrt(10), about 3.162. MAE is an average, not an individual error bound.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Absolute errors are 2 and 4: MAE 3. Squared errors 4 and 16: RMSE sqrt(10), about 3.162. MAE is an average, not an individual error bound.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Absolute errors are 2 and 4: MAE 3. Squared errors 4 and 16: RMSE sqrt(10), about 3.162. MAE is an average, not an individual error bound.</a:t>
            </a:r>
          </a:p>
          <a:p xmlns:a="http://schemas.openxmlformats.org/drawingml/2006/main">
            <a:r>
              <a:t>Which step produced this result? What changes if one input changes?</a:t>
            </a:r>
          </a:p>
          <a:p xmlns:a="http://schemas.openxmlformats.org/drawingml/2006/main">
            <a:r>
              <a:t>CML3111   Week 8   45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W08 asks for baseline, linear and depth-4 tree prediction lists plus error metrics.</a:t>
            </a:r>
          </a:p>
          <a:p xmlns:a="http://schemas.openxmlformats.org/drawingml/2006/main">
            <a:r>
              <a:t/>
            </a:r>
          </a:p>
          <a:p xmlns:a="http://schemas.openxmlformats.org/drawingml/2006/main">
            <a:r>
              <a:t>Fit missing-value replacement on training data.</a:t>
            </a:r>
          </a:p>
          <a:p xmlns:a="http://schemas.openxmlformats.org/drawingml/2006/main">
            <a:r>
              <a:t/>
            </a:r>
          </a:p>
          <a:p xmlns:a="http://schemas.openxmlformats.org/drawingml/2006/main">
            <a:r>
              <a:t>A Pipeline joins preprocessing to the model.</a:t>
            </a:r>
          </a:p>
          <a:p xmlns:a="http://schemas.openxmlformats.org/drawingml/2006/main">
            <a:r>
              <a:t/>
            </a:r>
          </a:p>
          <a:p xmlns:a="http://schemas.openxmlformats.org/drawingml/2006/main">
            <a:r>
              <a:t>Only load_pct and ambient_c are predictors.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Keep observations from the same equipment in one partition.</a:t>
            </a:r>
          </a:p>
          <a:p xmlns:a="http://schemas.openxmlformats.org/drawingml/2006/main">
            <a:r>
              <a:t/>
            </a:r>
          </a:p>
          <a:p xmlns:a="http://schemas.openxmlformats.org/drawingml/2006/main">
            <a:r>
              <a:t>The written comparison supplies scenario values.</a:t>
            </a:r>
          </a:p>
          <a:p xmlns:a="http://schemas.openxmlformats.org/drawingml/2006/main">
            <a:r>
              <a:t/>
            </a:r>
          </a:p>
          <a:p xmlns:a="http://schemas.openxmlformats.org/drawingml/2006/main">
            <a:r>
              <a:t>Distinguish them from your own measured results.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W08 asks for baseline, linear and depth-4 tree prediction lists plus error metrics. Teach training-only median imputation, Pipeline, list-to-table conversion and dictionary return values before those interfaces. Only load_pct and ambient_c are predictors. Introduce grouped partitions now, not first in Week 10. The written comparison is a supplied scenario; do not pretend to have measured its numbers.</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Reading model outputs.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model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A score on training rows describes training fit.</a:t>
            </a:r>
          </a:p>
          <a:p xmlns:a="http://schemas.openxmlformats.org/drawingml/2006/main">
            <a:r>
              <a:t/>
            </a:r>
          </a:p>
          <a:p xmlns:a="http://schemas.openxmlformats.org/drawingml/2006/main">
            <a:r>
              <a:t>A feature table must preserve the training column names, order and units during prediction.</a:t>
            </a:r>
          </a:p>
          <a:p xmlns:a="http://schemas.openxmlformats.org/drawingml/2006/main">
            <a:r>
              <a:t/>
            </a:r>
          </a:p>
          <a:p xmlns:a="http://schemas.openxmlformats.org/drawingml/2006/main">
            <a:r>
              <a:t>A one-dimensional list may have the wrong shape for a model expecting rows and columns.</a:t>
            </a:r>
          </a:p>
          <a:p xmlns:a="http://schemas.openxmlformats.org/drawingml/2006/main">
            <a:r>
              <a:t/>
            </a:r>
          </a:p>
          <a:p xmlns:a="http://schemas.openxmlformats.org/drawingml/2006/main">
            <a:r>
              <a:t>A predicted-versus-actual plot uses the diagonal as perfect agreement; a pattern is not proof of causation.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model outputs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Reading model outputs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Reading model outputs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Build on Reading model outputs. Explain why this example is needed before running it.</a:t>
            </a:r>
          </a:p>
          <a:p xmlns:a="http://schemas.openxmlformats.org/drawingml/2006/main">
            <a:r>
              <a:t/>
            </a:r>
          </a:p>
          <a:p xmlns:a="http://schemas.openxmlformats.org/drawingml/2006/main">
            <a:r>
              <a:t>EXPLAIN</a:t>
            </a:r>
          </a:p>
          <a:p xmlns:a="http://schemas.openxmlformats.org/drawingml/2006/main">
            <a:r>
              <a:t>Judge MAE against the baseline and the decision’s acceptable error.</a:t>
            </a:r>
          </a:p>
          <a:p xmlns:a="http://schemas.openxmlformats.org/drawingml/2006/main">
            <a:r>
              <a:t/>
            </a:r>
          </a:p>
          <a:p xmlns:a="http://schemas.openxmlformats.org/drawingml/2006/main">
            <a:r>
              <a:t>R² is not an accuracy percentage.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Reading model outputs continued</a:t>
            </a:r>
          </a:p>
          <a:p xmlns:a="http://schemas.openxmlformats.org/drawingml/2006/main">
            <a:r>
              <a:t/>
            </a:r>
          </a:p>
          <a:p xmlns:a="http://schemas.openxmlformats.org/drawingml/2006/main">
            <a:r>
              <a:t>CONNECT</a:t>
            </a:r>
          </a:p>
          <a:p xmlns:a="http://schemas.openxmlformats.org/drawingml/2006/main">
            <a:r>
              <a:t>Build on the preceding slide: Reading model outputs.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Reading model outputs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Reading model outputs continued.</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predict_regression(training_records, 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predict_regression(training_records, 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IUEA_Teaching_Plan/assessment_banks/W08/CML3111/A/TASKS.md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regression_errors(actual,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regression_errors(actual,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predict_regression(training_records, 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regression_errors(actual, predicted)</a:t>
            </a:r>
          </a:p>
          <a:p xmlns:a="http://schemas.openxmlformats.org/drawingml/2006/main">
            <a:r>
              <a:t/>
            </a:r>
          </a:p>
          <a:p xmlns:a="http://schemas.openxmlformats.org/drawingml/2006/main">
            <a:r>
              <a:t>CONNECT</a:t>
            </a:r>
          </a:p>
          <a:p xmlns:a="http://schemas.openxmlformats.org/drawingml/2006/main">
            <a:r>
              <a:t>Build on the preceding slide: predict_regression(training_records, feature_records).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IUEA_Teaching_Plan/assessment_banks/W08/CML3111/A/TASKS.md</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regression_errors(actual,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regression_errors(actual,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Regression and baseline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Regression and baseline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30 Oct 2026, 11:00 Kampala</a:t>
            </a:r>
          </a:p>
          <a:p xmlns:a="http://schemas.openxmlformats.org/drawingml/2006/main">
            <a:r>
              <a:t/>
            </a:r>
          </a:p>
          <a:p xmlns:a="http://schemas.openxmlformats.org/drawingml/2006/main">
            <a:r>
              <a:t>Deadline: 06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Regression and baseline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baseline is a deliberately simple reference. For numeric prediction, one example always predicts the training target mean. A more complicated model must earn its complexity by improving a fair comparison.</a:t>
            </a:r>
          </a:p>
          <a:p xmlns:a="http://schemas.openxmlformats.org/drawingml/2006/main">
            <a:r>
              <a:t/>
            </a:r>
          </a:p>
          <a:p xmlns:a="http://schemas.openxmlformats.org/drawingml/2006/main">
            <a:r>
              <a:t>CHECK AND EXPECTED ANSWER</a:t>
            </a:r>
          </a:p>
          <a:p xmlns:a="http://schemas.openxmlformats.org/drawingml/2006/main">
            <a:r>
              <a:t>Why compute the constant from training targets? Evaluation answers must not influence a deployed prediction rule.</a:t>
            </a:r>
          </a:p>
          <a:p xmlns:a="http://schemas.openxmlformats.org/drawingml/2006/main">
            <a:r>
              <a:t/>
            </a:r>
          </a:p>
          <a:p xmlns:a="http://schemas.openxmlformats.org/drawingml/2006/main">
            <a:r>
              <a:t>IF LEARNERS ARE STUCK</a:t>
            </a:r>
          </a:p>
          <a:p xmlns:a="http://schemas.openxmlformats.org/drawingml/2006/main">
            <a:r>
              <a:t>Use training targets 2,4,6: the mean baseline predicts 4 for every new row, whatever its inputs.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Data analysis project.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Build on Regression and baseline submission.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a:t>
            </a:r>
          </a:p>
          <a:p xmlns:a="http://schemas.openxmlformats.org/drawingml/2006/main">
            <a:r>
              <a:t/>
            </a:r>
          </a:p>
          <a:p xmlns:a="http://schemas.openxmlformats.org/drawingml/2006/main">
            <a:r>
              <a:t>CONNECT</a:t>
            </a:r>
          </a:p>
          <a:p xmlns:a="http://schemas.openxmlformats.org/drawingml/2006/main">
            <a:r>
              <a:t>Build on the preceding slide: Regression and baseline submission.</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Begin with the question and intended comparison. Identify what an axis, bar, point or colour represents, including its unit. A chart summarises data and may hide variation.</a:t>
            </a:r>
          </a:p>
          <a:p xmlns:a="http://schemas.openxmlformats.org/drawingml/2006/main">
            <a:r>
              <a:t/>
            </a:r>
          </a:p>
          <a:p xmlns:a="http://schemas.openxmlformats.org/drawingml/2006/main">
            <a:r>
              <a:t>CHECK AND EXPECTED ANSWER</a:t>
            </a:r>
          </a:p>
          <a:p xmlns:a="http://schemas.openxmlformats.org/drawingml/2006/main">
            <a:r>
              <a:t>For a bar chart comparing amounts, why normally start the value axis at zero? Bar length encodes magnitude; truncation can exaggerate differences.</a:t>
            </a:r>
          </a:p>
          <a:p xmlns:a="http://schemas.openxmlformats.org/drawingml/2006/main">
            <a:r>
              <a:t/>
            </a:r>
          </a:p>
          <a:p xmlns:a="http://schemas.openxmlformats.org/drawingml/2006/main">
            <a:r>
              <a:t>IF LEARNERS ARE STUCK</a:t>
            </a:r>
          </a:p>
          <a:p xmlns:a="http://schemas.openxmlformats.org/drawingml/2006/main">
            <a:r>
              <a:t>Read one mark aloud as a sentence. Check the population, period, filters and units before stating the finding.</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Individual contribution log (5.0 total): Present, specific, and consistent with the repository's commit history.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continued</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 CML3111 DA_PROJECT: Data analysis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EXPLAIN IN ORDINARY WORDS</a:t>
            </a:r>
          </a:p>
          <a:p xmlns:a="http://schemas.openxmlformats.org/drawingml/2006/main">
            <a:r>
              <a:t>A repository is the project folder and recorded history. A commit records a chosen change; uploading or pushing shares it. A README tells someone else how to run the work.</a:t>
            </a:r>
          </a:p>
          <a:p xmlns:a="http://schemas.openxmlformats.org/drawingml/2006/main">
            <a:r>
              <a:t/>
            </a:r>
          </a:p>
          <a:p xmlns:a="http://schemas.openxmlformats.org/drawingml/2006/main">
            <a:r>
              <a:t>CHECK AND EXPECTED ANSWER</a:t>
            </a:r>
          </a:p>
          <a:p xmlns:a="http://schemas.openxmlformats.org/drawingml/2006/main">
            <a:r>
              <a:t>Does saving to GitHub hand in the assignment? No; submission requires the correct form and its confirmation.</a:t>
            </a:r>
          </a:p>
          <a:p xmlns:a="http://schemas.openxmlformats.org/drawingml/2006/main">
            <a:r>
              <a:t/>
            </a:r>
          </a:p>
          <a:p xmlns:a="http://schemas.openxmlformats.org/drawingml/2006/main">
            <a:r>
              <a:t>IF LEARNERS ARE STUCK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Data analysis project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Data analysis project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Build on Data analysis project continued. Explain why this example is needed before running it.</a:t>
            </a:r>
          </a:p>
          <a:p xmlns:a="http://schemas.openxmlformats.org/drawingml/2006/main">
            <a:r>
              <a:t/>
            </a:r>
          </a:p>
          <a:p xmlns:a="http://schemas.openxmlformats.org/drawingml/2006/main">
            <a:r>
              <a:t>EXPLAIN</a:t>
            </a:r>
          </a:p>
          <a:p xmlns:a="http://schemas.openxmlformats.org/drawingml/2006/main">
            <a:r>
              <a:t>Opens: 09 Oct 2026, 11:00 Kampala</a:t>
            </a:r>
          </a:p>
          <a:p xmlns:a="http://schemas.openxmlformats.org/drawingml/2006/main">
            <a:r>
              <a:t/>
            </a:r>
          </a:p>
          <a:p xmlns:a="http://schemas.openxmlformats.org/drawingml/2006/main">
            <a:r>
              <a:t>Deadline: 30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Data analysis project submission</a:t>
            </a:r>
          </a:p>
          <a:p xmlns:a="http://schemas.openxmlformats.org/drawingml/2006/main">
            <a:r>
              <a:t/>
            </a:r>
          </a:p>
          <a:p xmlns:a="http://schemas.openxmlformats.org/drawingml/2006/main">
            <a:r>
              <a:t>CONNECT</a:t>
            </a:r>
          </a:p>
          <a:p xmlns:a="http://schemas.openxmlformats.org/drawingml/2006/main">
            <a:r>
              <a:t>Build on the preceding slide: Data analysis project continued.</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PROJECT UPLOAD SET</a:t>
            </a:r>
          </a:p>
          <a:p xmlns:a="http://schemas.openxmlformats.org/drawingml/2006/main">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xmlns:a="http://schemas.openxmlformats.org/drawingml/2006/main">
            <a:r>
              <a:t/>
            </a:r>
          </a:p>
          <a:p xmlns:a="http://schemas.openxmlformats.org/drawingml/2006/main">
            <a:r>
              <a:t>NEXT</a:t>
            </a:r>
          </a:p>
          <a:p xmlns:a="http://schemas.openxmlformats.org/drawingml/2006/main">
            <a:r>
              <a:t>Week 8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8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Build on Data analysis project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8 quiz</a:t>
            </a:r>
          </a:p>
          <a:p xmlns:a="http://schemas.openxmlformats.org/drawingml/2006/main">
            <a:r>
              <a:t/>
            </a:r>
          </a:p>
          <a:p xmlns:a="http://schemas.openxmlformats.org/drawingml/2006/main">
            <a:r>
              <a:t>CONNECT</a:t>
            </a:r>
          </a:p>
          <a:p xmlns:a="http://schemas.openxmlformats.org/drawingml/2006/main">
            <a:r>
              <a:t>Build on the preceding slide: Data analysis project submission.</a:t>
            </a:r>
          </a:p>
          <a:p xmlns:a="http://schemas.openxmlformats.org/drawingml/2006/main">
            <a:r>
              <a:t/>
            </a:r>
          </a:p>
          <a:p xmlns:a="http://schemas.openxmlformats.org/drawingml/2006/main">
            <a:r>
              <a:t>LECTURER CUE</a:t>
            </a:r>
          </a:p>
          <a:p xmlns:a="http://schemas.openxmlformats.org/drawingml/2006/main">
            <a:r>
              <a:t>Activate the matching open_W8_CML3111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8 quiz. Explain why this example is needed before running it.</a:t>
            </a:r>
          </a:p>
          <a:p xmlns:a="http://schemas.openxmlformats.org/drawingml/2006/main">
            <a:r>
              <a:t/>
            </a:r>
          </a:p>
          <a:p xmlns:a="http://schemas.openxmlformats.org/drawingml/2006/main">
            <a:r>
              <a:t>EXPLAIN</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8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Draw an actual value and a prediction, then identify their difference.</a:t>
            </a:r>
          </a:p>
          <a:p xmlns:a="http://schemas.openxmlformats.org/drawingml/2006/main">
            <a:r>
              <a:t>Preview before class and stop after the selected short excerpt. If playback fails, teach the worked example. Video is optional. Source: https://www.youtube.com/watch?v=aFDOzpTeg0s</a:t>
            </a:r>
          </a:p>
          <a:p xmlns:a="http://schemas.openxmlformats.org/drawingml/2006/main">
            <a:r>
              <a:t/>
            </a:r>
          </a:p>
          <a:p xmlns:a="http://schemas.openxmlformats.org/drawingml/2006/main">
            <a:r>
              <a:t>EXPLAIN IN ORDINARY WORDS</a:t>
            </a:r>
          </a:p>
          <a:p xmlns:a="http://schemas.openxmlformats.org/drawingml/2006/main">
            <a:r>
              <a:t>Creating a model chooses the kind of rule. fit learns from training inputs and known answers. predict applies the fitted rule to new inputs without receiving their answers.</a:t>
            </a:r>
          </a:p>
          <a:p xmlns:a="http://schemas.openxmlformats.org/drawingml/2006/main">
            <a:r>
              <a:t/>
            </a:r>
          </a:p>
          <a:p xmlns:a="http://schemas.openxmlformats.org/drawingml/2006/main">
            <a:r>
              <a:t>CHECK AND EXPECTED ANSWER</a:t>
            </a:r>
          </a:p>
          <a:p xmlns:a="http://schemas.openxmlformats.org/drawingml/2006/main">
            <a:r>
              <a:t>Does creating a model object train it? No. It must be fitted before prediction.</a:t>
            </a:r>
          </a:p>
          <a:p xmlns:a="http://schemas.openxmlformats.org/drawingml/2006/main">
            <a:r>
              <a:t/>
            </a:r>
          </a:p>
          <a:p xmlns:a="http://schemas.openxmlformats.org/drawingml/2006/main">
            <a:r>
              <a:t>IF LEARNERS ARE STUCK</a:t>
            </a:r>
          </a:p>
          <a:p xmlns:a="http://schemas.openxmlformats.org/drawingml/2006/main">
            <a:r>
              <a:t>Point to inputs, training answers, fit, then new inputs. Keep each input row paired with its own target.</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9476dfed27a45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21a01d472544d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b5f26c0f9ad4f2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d2cfd43922c45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6b27bcb4bc4e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48c04589624d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F66D39-A551-4981-800B-A0F673869590}"/>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6C01CC7-AB42-4264-BEA1-42AB2AA646B2}"/>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34AB303-F751-4977-80C6-67CCE7D8837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BEBCA218-1C18-4879-805D-FE423522D780}"/>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B7D88E6-8D69-4775-973A-B253A000310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0EB350C-7717-47E1-B0A3-06B69908DC0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9D9042F-9823-4AAF-AFD6-DC50F315337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BBF93C2-F1A9-4408-877E-F32A1392B11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BA9D2AE-A0B0-461E-B42F-F78B11F960B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FE2EFEB-FB21-427F-9C61-68B1D7D8018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F54BB9B-053E-481C-843E-03174897671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273523E-478B-4E8C-9EED-4CA40525780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443D6B1-30AD-46BF-9BB9-383FEBA9378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04514AB-21F5-4705-858E-8289149B8E5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868E875-10ED-4B22-B1D4-1DFCAFB83A1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65c696bf734e4a" /><Relationship Type="http://schemas.openxmlformats.org/officeDocument/2006/relationships/slideLayout" Target="/ppt/slideLayouts/slideLayout1.xml" Id="Rf50c36eaaa694df7" /><Relationship Type="http://schemas.openxmlformats.org/officeDocument/2006/relationships/slideLayout" Target="/ppt/slideLayouts/slideLayout2.xml" Id="R57a144fa00ae4d1f" /><Relationship Type="http://schemas.openxmlformats.org/officeDocument/2006/relationships/slideLayout" Target="/ppt/slideLayouts/slideLayout3.xml" Id="Rf61a0a2292ed4bcd" /><Relationship Type="http://schemas.openxmlformats.org/officeDocument/2006/relationships/slideLayout" Target="/ppt/slideLayouts/slideLayout4.xml" Id="Rf9477d26e63941d7" /><Relationship Type="http://schemas.openxmlformats.org/officeDocument/2006/relationships/slideLayout" Target="/ppt/slideLayouts/slideLayout5.xml" Id="R0dc291f9c1504da9" /><Relationship Type="http://schemas.openxmlformats.org/officeDocument/2006/relationships/slideLayout" Target="/ppt/slideLayouts/slideLayout6.xml" Id="R8892431b88bb4f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0c36eaaa694df7"/>
    <p:sldLayoutId xmlns:r="http://schemas.openxmlformats.org/officeDocument/2006/relationships" id="2147483650" r:id="R57a144fa00ae4d1f"/>
    <p:sldLayoutId xmlns:r="http://schemas.openxmlformats.org/officeDocument/2006/relationships" id="2147483651" r:id="Rf61a0a2292ed4bcd"/>
    <p:sldLayoutId xmlns:r="http://schemas.openxmlformats.org/officeDocument/2006/relationships" id="2147483652" r:id="Rf9477d26e63941d7"/>
    <p:sldLayoutId xmlns:r="http://schemas.openxmlformats.org/officeDocument/2006/relationships" id="2147483653" r:id="R0dc291f9c1504da9"/>
    <p:sldLayoutId xmlns:r="http://schemas.openxmlformats.org/officeDocument/2006/relationships" id="2147483654" r:id="R8892431b88bb4f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ec450450a1a45c7" /><Relationship Type="http://schemas.openxmlformats.org/officeDocument/2006/relationships/image" Target="/ppt/media/image.png" Id="Rf313acbb0ec0448f" /><Relationship Type="http://schemas.openxmlformats.org/officeDocument/2006/relationships/notesSlide" Target="/ppt/notesSlides/notesSlide1.xml" Id="R4a5076b6cc2247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e728b01aec4a02" /><Relationship Type="http://schemas.openxmlformats.org/officeDocument/2006/relationships/notesSlide" Target="/ppt/notesSlides/notesSlide2.xml" Id="R7857691b7c9243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92a357c0ec04395" /><Relationship Type="http://schemas.openxmlformats.org/officeDocument/2006/relationships/notesSlide" Target="/ppt/notesSlides/notesSlide3.xml" Id="R4582860f585348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a6ea66bc2ee4049" /><Relationship Type="http://schemas.openxmlformats.org/officeDocument/2006/relationships/notesSlide" Target="/ppt/notesSlides/notesSlide4.xml" Id="R3468bc784f5d4a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11655d55eba48d3" /><Relationship Type="http://schemas.openxmlformats.org/officeDocument/2006/relationships/notesSlide" Target="/ppt/notesSlides/notesSlide5.xml" Id="Rf73bc509dfe340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d368f50d45b4018" /><Relationship Type="http://schemas.openxmlformats.org/officeDocument/2006/relationships/notesSlide" Target="/ppt/notesSlides/notesSlide6.xml" Id="Rdc747ed3049948b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1e159b54af44852" /><Relationship Type="http://schemas.openxmlformats.org/officeDocument/2006/relationships/notesSlide" Target="/ppt/notesSlides/notesSlide7.xml" Id="R7621c42089bd46d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86c7f54e79b4dcb" /><Relationship Type="http://schemas.openxmlformats.org/officeDocument/2006/relationships/notesSlide" Target="/ppt/notesSlides/notesSlide8.xml" Id="R0de715e5e5fa4e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a00f1e3c4944881" /><Relationship Type="http://schemas.openxmlformats.org/officeDocument/2006/relationships/notesSlide" Target="/ppt/notesSlides/notesSlide9.xml" Id="R8981e40ff19241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b2453a415af4366" /><Relationship Type="http://schemas.openxmlformats.org/officeDocument/2006/relationships/notesSlide" Target="/ppt/notesSlides/notesSlide10.xml" Id="R1a1426cf233147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ec054a8942546de" /><Relationship Type="http://schemas.openxmlformats.org/officeDocument/2006/relationships/notesSlide" Target="/ppt/notesSlides/notesSlide11.xml" Id="R77db33dda8cb4b7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984bfd832524d5b" /><Relationship Type="http://schemas.openxmlformats.org/officeDocument/2006/relationships/image" Target="/ppt/media/image2.png" Id="R30f4d21893f84bc5" /><Relationship Type="http://schemas.openxmlformats.org/officeDocument/2006/relationships/notesSlide" Target="/ppt/notesSlides/notesSlide12.xml" Id="Rd2094a0889ae4d5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683adffc0b64618" /><Relationship Type="http://schemas.openxmlformats.org/officeDocument/2006/relationships/notesSlide" Target="/ppt/notesSlides/notesSlide13.xml" Id="Rfcda21d9ea324d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3d4983125be426d" /><Relationship Type="http://schemas.openxmlformats.org/officeDocument/2006/relationships/notesSlide" Target="/ppt/notesSlides/notesSlide14.xml" Id="R2082a2d47a7d43a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c93cf02ff004c88" /><Relationship Type="http://schemas.openxmlformats.org/officeDocument/2006/relationships/notesSlide" Target="/ppt/notesSlides/notesSlide15.xml" Id="Rebac6480a2894bb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bf55a31388a4148" /><Relationship Type="http://schemas.openxmlformats.org/officeDocument/2006/relationships/notesSlide" Target="/ppt/notesSlides/notesSlide16.xml" Id="Rc4956a272692438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753a6a7e7344092" /><Relationship Type="http://schemas.openxmlformats.org/officeDocument/2006/relationships/notesSlide" Target="/ppt/notesSlides/notesSlide17.xml" Id="R11d65c54e79d4a6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7a75194825c4e57" /><Relationship Type="http://schemas.openxmlformats.org/officeDocument/2006/relationships/notesSlide" Target="/ppt/notesSlides/notesSlide18.xml" Id="R536efd4634fc4b2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bd3a8c999324270" /><Relationship Type="http://schemas.openxmlformats.org/officeDocument/2006/relationships/notesSlide" Target="/ppt/notesSlides/notesSlide19.xml" Id="Ra4217bf3d5b14bf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50b0510c3ca49fb" /><Relationship Type="http://schemas.openxmlformats.org/officeDocument/2006/relationships/notesSlide" Target="/ppt/notesSlides/notesSlide20.xml" Id="Rf2cdc189b928449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d0ae64d150d4007" /><Relationship Type="http://schemas.openxmlformats.org/officeDocument/2006/relationships/notesSlide" Target="/ppt/notesSlides/notesSlide21.xml" Id="R6da96ac368804b5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dcea2025cb247a3" /><Relationship Type="http://schemas.openxmlformats.org/officeDocument/2006/relationships/notesSlide" Target="/ppt/notesSlides/notesSlide22.xml" Id="Re9009c9c5a34436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a67ab979ae24f3e" /><Relationship Type="http://schemas.openxmlformats.org/officeDocument/2006/relationships/notesSlide" Target="/ppt/notesSlides/notesSlide23.xml" Id="Rd2253b4fdbdc45c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f57c73fae2b4567" /><Relationship Type="http://schemas.openxmlformats.org/officeDocument/2006/relationships/notesSlide" Target="/ppt/notesSlides/notesSlide24.xml" Id="Ra4d39b86b328448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0a4f38aedeb41aa" /><Relationship Type="http://schemas.openxmlformats.org/officeDocument/2006/relationships/notesSlide" Target="/ppt/notesSlides/notesSlide25.xml" Id="R8138004357be444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35f556aefae4db3" /><Relationship Type="http://schemas.openxmlformats.org/officeDocument/2006/relationships/notesSlide" Target="/ppt/notesSlides/notesSlide26.xml" Id="Rf7bc25ba958a44e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55e136872e24bde" /><Relationship Type="http://schemas.openxmlformats.org/officeDocument/2006/relationships/notesSlide" Target="/ppt/notesSlides/notesSlide27.xml" Id="R2b7ad19f2163470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4ee7bd1185c4084" /><Relationship Type="http://schemas.openxmlformats.org/officeDocument/2006/relationships/notesSlide" Target="/ppt/notesSlides/notesSlide28.xml" Id="Rc397ce3051414fc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9af2954d82346ed" /><Relationship Type="http://schemas.openxmlformats.org/officeDocument/2006/relationships/notesSlide" Target="/ppt/notesSlides/notesSlide29.xml" Id="R789a617a1ba7492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903565bb0d04a2c" /><Relationship Type="http://schemas.openxmlformats.org/officeDocument/2006/relationships/notesSlide" Target="/ppt/notesSlides/notesSlide30.xml" Id="R2437dae3d6ee4e7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bb9c8ee2c16416b" /><Relationship Type="http://schemas.openxmlformats.org/officeDocument/2006/relationships/notesSlide" Target="/ppt/notesSlides/notesSlide31.xml" Id="R3ef355fa8b394e5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65d4b3691e34fef" /><Relationship Type="http://schemas.openxmlformats.org/officeDocument/2006/relationships/notesSlide" Target="/ppt/notesSlides/notesSlide32.xml" Id="R98bc4d6fe0b14a8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a79622cd57940b0" /><Relationship Type="http://schemas.openxmlformats.org/officeDocument/2006/relationships/notesSlide" Target="/ppt/notesSlides/notesSlide33.xml" Id="Re90e284b19d24d1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1ca9b2ac35a4fc4" /><Relationship Type="http://schemas.openxmlformats.org/officeDocument/2006/relationships/notesSlide" Target="/ppt/notesSlides/notesSlide34.xml" Id="R8dc8f88887b446f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8221db04b694ea7" /><Relationship Type="http://schemas.openxmlformats.org/officeDocument/2006/relationships/notesSlide" Target="/ppt/notesSlides/notesSlide35.xml" Id="R42754b43639248e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4a8278128f3d4173" /><Relationship Type="http://schemas.openxmlformats.org/officeDocument/2006/relationships/notesSlide" Target="/ppt/notesSlides/notesSlide36.xml" Id="R87057e5129b94a8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67977f7af6044e0" /><Relationship Type="http://schemas.openxmlformats.org/officeDocument/2006/relationships/notesSlide" Target="/ppt/notesSlides/notesSlide37.xml" Id="R51e03c45aee44e9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18e11d1af634c51" /><Relationship Type="http://schemas.openxmlformats.org/officeDocument/2006/relationships/notesSlide" Target="/ppt/notesSlides/notesSlide38.xml" Id="R0085ebc83508468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9b8dc688e8742c5" /><Relationship Type="http://schemas.openxmlformats.org/officeDocument/2006/relationships/notesSlide" Target="/ppt/notesSlides/notesSlide39.xml" Id="R6d8966c1f85949f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40cc66a7bd954f16" /><Relationship Type="http://schemas.openxmlformats.org/officeDocument/2006/relationships/notesSlide" Target="/ppt/notesSlides/notesSlide40.xml" Id="R287b3ae9f6704d4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5fa550a7b1c4d81" /><Relationship Type="http://schemas.openxmlformats.org/officeDocument/2006/relationships/notesSlide" Target="/ppt/notesSlides/notesSlide41.xml" Id="R0dc30c66944047b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b94e1cb21d445ad" /><Relationship Type="http://schemas.openxmlformats.org/officeDocument/2006/relationships/notesSlide" Target="/ppt/notesSlides/notesSlide42.xml" Id="R58d543fa5aed46a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3866bc1479541b8" /><Relationship Type="http://schemas.openxmlformats.org/officeDocument/2006/relationships/notesSlide" Target="/ppt/notesSlides/notesSlide43.xml" Id="R2afd4be681f6459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fa6bca469cb4fea" /><Relationship Type="http://schemas.openxmlformats.org/officeDocument/2006/relationships/notesSlide" Target="/ppt/notesSlides/notesSlide44.xml" Id="R01713f59995b41c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079500be398478f" /><Relationship Type="http://schemas.openxmlformats.org/officeDocument/2006/relationships/notesSlide" Target="/ppt/notesSlides/notesSlide45.xml" Id="Ra14ae5bfbb314c6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2b982de63654e87" /><Relationship Type="http://schemas.openxmlformats.org/officeDocument/2006/relationships/notesSlide" Target="/ppt/notesSlides/notesSlide46.xml" Id="Rd51eedf7df9a4d0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6fdbd2646fc4d77" /><Relationship Type="http://schemas.openxmlformats.org/officeDocument/2006/relationships/notesSlide" Target="/ppt/notesSlides/notesSlide47.xml" Id="R0298ec26e4bb487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34e5c4197f44d86" /><Relationship Type="http://schemas.openxmlformats.org/officeDocument/2006/relationships/notesSlide" Target="/ppt/notesSlides/notesSlide48.xml" Id="Rcf1a81859d81463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8ca111b7a1a48c2" /><Relationship Type="http://schemas.openxmlformats.org/officeDocument/2006/relationships/notesSlide" Target="/ppt/notesSlides/notesSlide49.xml" Id="R7c42202ce9d54e7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c375f70778d4eb0" /><Relationship Type="http://schemas.openxmlformats.org/officeDocument/2006/relationships/notesSlide" Target="/ppt/notesSlides/notesSlide50.xml" Id="Radfd7869eedb422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4a4a8db85af4006" /><Relationship Type="http://schemas.openxmlformats.org/officeDocument/2006/relationships/notesSlide" Target="/ppt/notesSlides/notesSlide51.xml" Id="R6883c32a9f1f4c1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5e90e2843a84bd6" /><Relationship Type="http://schemas.openxmlformats.org/officeDocument/2006/relationships/notesSlide" Target="/ppt/notesSlides/notesSlide52.xml" Id="Rb995b5b3a05b46f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ffac8b2c0874dfd" /><Relationship Type="http://schemas.openxmlformats.org/officeDocument/2006/relationships/hyperlink" Target="https://docs.google.com/forms/d/e/1FAIpQLSeAVNyokX8n-TQXwu2hQtJJkeKsQcU8katFAhghZmQH4HJreA/viewform" TargetMode="External" Id="R28fb35607ad944ae" /><Relationship Type="http://schemas.openxmlformats.org/officeDocument/2006/relationships/notesSlide" Target="/ppt/notesSlides/notesSlide53.xml" Id="R5a17c0d27b5b4e6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4e27f9116f24c18" /><Relationship Type="http://schemas.openxmlformats.org/officeDocument/2006/relationships/notesSlide" Target="/ppt/notesSlides/notesSlide54.xml" Id="Rc56868bcc1a04f4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4c837b2cf30f4dfe" /><Relationship Type="http://schemas.openxmlformats.org/officeDocument/2006/relationships/notesSlide" Target="/ppt/notesSlides/notesSlide55.xml" Id="Rc41cf209e05f4cd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347465a59dc4a3b" /><Relationship Type="http://schemas.openxmlformats.org/officeDocument/2006/relationships/notesSlide" Target="/ppt/notesSlides/notesSlide56.xml" Id="Rc6205a5bc7714e4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1f5fd0ebc47b4832" /><Relationship Type="http://schemas.openxmlformats.org/officeDocument/2006/relationships/notesSlide" Target="/ppt/notesSlides/notesSlide57.xml" Id="R9155cb33ad404c7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a765edc6a634b58" /><Relationship Type="http://schemas.openxmlformats.org/officeDocument/2006/relationships/notesSlide" Target="/ppt/notesSlides/notesSlide58.xml" Id="R4741e632ef4b480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b6e34614de22453d" /><Relationship Type="http://schemas.openxmlformats.org/officeDocument/2006/relationships/hyperlink" Target="https://docs.google.com/forms/d/e/1FAIpQLSeFHqKnsIRNf8opU-Iksp55kGXQVFWPgL97r724FoRwvkz-6A/viewform" TargetMode="External" Id="R8f268644659e43f9" /><Relationship Type="http://schemas.openxmlformats.org/officeDocument/2006/relationships/notesSlide" Target="/ppt/notesSlides/notesSlide59.xml" Id="Ra76a99c3c4264cb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20728cc98534740" /><Relationship Type="http://schemas.openxmlformats.org/officeDocument/2006/relationships/image" Target="/ppt/media/image3.png" Id="R1a464db81665474a" /><Relationship Type="http://schemas.openxmlformats.org/officeDocument/2006/relationships/hyperlink" Target="https://forms.gle/KsZJ7QANUE99kkX36" TargetMode="External" Id="R8e9383cddeca4874" /><Relationship Type="http://schemas.openxmlformats.org/officeDocument/2006/relationships/notesSlide" Target="/ppt/notesSlides/notesSlide60.xml" Id="Rcd97ab69b1c04a8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f651c1b7a5a4755" /><Relationship Type="http://schemas.openxmlformats.org/officeDocument/2006/relationships/notesSlide" Target="/ppt/notesSlides/notesSlide61.xml" Id="R2d1de4eb91fb4e5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43b460ef2384707" /><Relationship Type="http://schemas.openxmlformats.org/officeDocument/2006/relationships/hyperlink" Target="https://www.youtube.com/watch?v=aFDOzpTeg0s" TargetMode="External" Id="R5dacf5f257d34d03" /><Relationship Type="http://schemas.openxmlformats.org/officeDocument/2006/relationships/notesSlide" Target="/ppt/notesSlides/notesSlide62.xml" Id="R3d5888b63f43495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313acbb0ec0448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B9C432-0120-4ACE-96EA-69DE3326D89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ED6D5C1-5DF6-4992-AEDD-B376409B4C46}"/>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EF53C61E-5AE8-4107-985D-4CDECB33720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E6EE478E-48E5-462F-945C-F9268E31649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961918F-D0A6-4904-AF77-52A79728C5F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741571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BEF699C-1EFA-4D44-81B0-3540191B34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862890-4A7D-41C8-9CFB-FA15CE4C84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86D11D1-C69A-4580-9B61-7C959F5CF9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52BF0481-DA9B-4BDD-9757-9BF616B69DE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F725D51-301E-4399-B210-490017C6255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0B73281-A05D-42A1-BCBF-960FEE67B2E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8B0C9CCC-43EE-49C8-80BF-A78A713FB35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E2442CE-EFEB-486C-AAD7-D822CF8113C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6596B54A-5367-4C37-83C4-997F5235EF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3431412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702B13-79E9-4619-8B2E-A9DF58137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EEE6A4-53C4-42A5-AD04-88F2ACF861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05A572-94F1-41DF-87D1-29F0A5F3A5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D04134C7-7F7B-4CA1-BDBB-8D9B60ADDEA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55A6E1-9ED2-41C2-8519-29AF3373A0E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958A0A20-EC10-432E-92CA-CF86563CDDF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F489E3EB-BF37-419D-A469-431F719BC9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a:t>
            </a:r>
          </a:p>
        </p:txBody>
      </p:sp>
    </p:spTree>
    <p:extLst>
      <p:ext uri="{BB962C8B-B14F-4D97-AF65-F5344CB8AC3E}">
        <p14:creationId xmlns:p14="http://schemas.microsoft.com/office/powerpoint/2010/main" val="152227930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FEBB9B-C140-45F8-8219-88F631588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1C786A-90FA-498D-83D9-3BA7DCC22B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A0FE52-9FA0-4BF0-AD61-7C3C137211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201E740-3C6A-4A38-8AD9-0F9178B8D4B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7B0499-5D49-47A6-B61C-65518BE4707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xmlns:a="http://schemas.openxmlformats.org/drawingml/2006/main">
              <a:ext uri="{FF2B5EF4-FFF2-40B4-BE49-F238E27FC236}">
                <a16:creationId xmlns:a16="http://schemas.microsoft.com/office/drawing/2014/main" id="{9293D330-6067-4F2E-AC90-A9374350595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small invented data explain the code; they do not establish real-world accuracy.</a:t>
            </a:r>
          </a:p>
        </p:txBody>
      </p:sp>
      <p:sp>
        <p:nvSpPr>
          <p:cNvPr id="7" name="">
            <a:extLst xmlns:a="http://schemas.openxmlformats.org/drawingml/2006/main">
              <a:ext uri="{FF2B5EF4-FFF2-40B4-BE49-F238E27FC236}">
                <a16:creationId xmlns:a16="http://schemas.microsoft.com/office/drawing/2014/main" id="{664C3DBC-E944-4678-89FD-1789F9232F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a:t>
            </a:r>
          </a:p>
        </p:txBody>
      </p:sp>
    </p:spTree>
    <p:extLst>
      <p:ext uri="{BB962C8B-B14F-4D97-AF65-F5344CB8AC3E}">
        <p14:creationId xmlns:p14="http://schemas.microsoft.com/office/powerpoint/2010/main" val="2940010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CF4769-C0C8-49FF-AF4F-AC00F10978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1B6961-6EE0-48C4-80CB-FD45AD5CEA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24B8CE2-7CF7-4270-AB2D-D55204CC80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9B800130-BBF2-4CBB-9338-33DBA4229C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6FB522F-5B3D-42FC-930A-6770E959F06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22E47632-C6FA-4BD5-9172-AE7F1A08950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147549-D679-4FCD-86F7-F29D3C3C190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FB4B88C9-2536-49C3-93F2-94ECF8BEE58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145CBA-A62E-4D58-A597-DEE33102BBD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AFE18B7B-6ED6-4A69-899F-C50E60524C7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740886-264B-439E-9F76-B8AD00B92FF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FB25E779-3D61-483E-A756-6F579B4636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a:t>
            </a:r>
          </a:p>
        </p:txBody>
      </p:sp>
    </p:spTree>
    <p:extLst>
      <p:ext uri="{BB962C8B-B14F-4D97-AF65-F5344CB8AC3E}">
        <p14:creationId xmlns:p14="http://schemas.microsoft.com/office/powerpoint/2010/main" val="1945465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521EA9-BE59-4B3D-9A08-CA472E4657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FD15E9-1F22-4539-959A-2A90BD5CED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65AC1FA-0B97-4DF6-B007-CCB40D8DC9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9314F0AD-00A1-43F7-8781-182FDF587BE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039F2B-03B3-4CCE-91B9-0D8794F955A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18C3F2A0-53B4-4D51-898A-E26DAB5BE33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545A80B3-364A-42CC-9DF6-50AEBFCC3F1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69180FE-8362-410D-8C7C-72FC32DF853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E36CC6F2-EEA7-4373-818F-E2A54D1E4E6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B63B452B-03E8-4A07-8753-FE947CF2EF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193442632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91F799-E5AC-43CE-B8D9-5FBCDE172B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EFC01A-D356-4C4D-AB46-9C543165CE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839517-CCDA-41DF-A8A7-DC2E323A7E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86514315-404D-4323-BE05-8FB26196541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6691F4-B443-4C1F-8B80-6CD9A73CF6B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9A0813A1-E76D-4B7F-B261-97311CFF860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58359005-4274-4722-A722-4AE1E29D1D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103683418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FE7B16-B874-4D14-BC63-60815B64B2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DBDA4A-45C4-468A-9AC9-5A234FAC57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33553E1-D053-4EF1-A0ED-9794C2DEC0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5F4E09F3-CDBD-4B35-B9C2-D246DFC067B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766758-2D01-41F2-A9F6-48027C78BC1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44221A4A-78B9-4CC5-97F7-13320826FA8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0A4AB688-D92F-4447-9653-8C2AC1F5A7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15071683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FC2290-F22C-42D0-9A21-09F0617459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C09B73-6D61-4DD6-9100-5E0AD42817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10F278-2E5A-4EC5-BE9B-908E1A919A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ED6A6988-90E4-4AB1-B78A-D25BAD86A1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01655A-385D-4A1C-9D77-B6C401BB3F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2E0C5D7A-1594-45C4-9D75-BE250F14B73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FB2A05F-A96A-4C77-BDA2-11F54324460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68093185-3099-490E-8627-D630950EF71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C98A43-8BCE-4C6B-A1FC-FDAA7E19595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E09D7C2E-2E13-44EB-A942-59981624AE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9474812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0251D0-FDE3-4639-B24D-EFB728D213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BCE8CB-EFAC-459A-AE23-A0755CC775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748382E-18C5-4BB7-8A4D-EF49118613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6AF99F6-22C6-4FBC-84C0-0B90E8604C2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6BF904F2-1483-4651-8419-DDE592EBE0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8184575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918D22-4EC1-458B-9D7B-9377F06C51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1D1279-7212-49F7-AE50-DE0D1C730D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508C84-2AFC-499F-9D5C-937DE9084C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6A1CC990-CF02-4BB0-8260-778241C5D5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2183DF-A6F7-435F-919D-FED84D207DE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EB6BAD5F-796E-49D3-B98D-EAE8E91B45B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294F5E-2B17-43CF-B9BB-DD535A1010B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1976EF5B-107C-4782-9DF8-5611B35283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489DA8F-D4DE-4168-A8DB-DF6659FFE5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719B6F55-69C2-4FCE-9AE6-BD398CBC2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11</a:t>
            </a:r>
          </a:p>
        </p:txBody>
      </p:sp>
    </p:spTree>
    <p:extLst>
      <p:ext uri="{BB962C8B-B14F-4D97-AF65-F5344CB8AC3E}">
        <p14:creationId xmlns:p14="http://schemas.microsoft.com/office/powerpoint/2010/main" val="100401955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83CBEF-8F7D-4119-9494-69B6B75C54F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59447D-DBCC-47B9-9149-406FDF5AD3BF}"/>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0f4d21893f84bc5"/>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4A71831-AC81-4C50-9B41-0B5FA38A709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F3C02-6B66-4B0F-871C-B6A18F1CC59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F60667E0-D9BE-4D10-83AC-E854396DE9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176089338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8C5E7A-CC7A-4492-A62B-EAEBBF145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639595-26D9-46E1-B1E2-60C35F1DAF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65F510-38BD-4429-B028-5143FB07E3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B117DF09-6957-4218-B6E4-0A1F7A851A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C40593-02CF-441C-B241-ED9FA75EE5C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225DF852-BC4B-4E4C-AE85-7283085641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AAD6F5-7D93-4839-9EDD-F26501941A5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ACB6AAB8-4E01-4B1A-AC94-1F1E05A419C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0F85B4-AD02-4F64-83F2-6ED7622CF52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D04F85D5-2BC7-4EF5-B86C-1CB6456F30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96394184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733540-E17C-421B-A26F-98EE5A7059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B992CB-360A-485E-B1FC-CC00AA2CA5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577D9E-D240-456A-999A-25D0E40617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99BD2894-CFD0-47B1-A705-E703F95612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98FC2F-D272-4665-883A-D27B37C4AF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76E50057-4A62-4A09-9BCA-EC2DB55A39E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A9D462-7E1A-400E-AD53-68BF9C0659E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48DBE65C-A541-42C0-9862-7E80ACF462B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6F3C39-E534-4EC5-8B90-359ABF808C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CF9EA4F0-4694-4ED1-B62D-9FD3F55BD5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165905699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00FB48-DCF6-4F33-BEF5-5FC43FED61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7D7E49-CAE4-41C2-AD53-FFD90A9216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DF0CE6-D50D-4CE1-B944-1AF50B0E17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7F5C1768-1318-47AC-A674-62D225F6C6D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67178F-5F95-4D0C-90C1-60E6FC983F1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11E55796-1008-4C0C-8A44-B315E77DA26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14B5C17A-1280-43E4-B547-C0ADFC94710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123909-6E76-4214-8B1E-FE772FA17CC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AE172EEA-A22D-4F0B-9550-0345CDC83A2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3F78D237-52D0-4FDE-905C-1EF6BABC76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15604838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E5B946-D73D-4AF5-A96F-E939241BBD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BCFEE0-B459-40B3-8B6B-4F71D3E84F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F9A8A60-7158-4C81-A17F-29BB8959EA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434DCE2-F691-4750-9DEF-34B56C59187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FF1ECB35-08B1-4DBE-BC80-BCA62F1B7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7031615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AC6A59A-902A-44EA-9238-0E8E0B447A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E94872-D08C-4F14-BD0B-B71239CF07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75430D-8392-4080-BC61-4DAB769DE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E8D7A79A-70F7-4989-970B-B616666E5A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5C5882-14FA-4106-B21E-54D5F70DD8F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0CDC2242-4E54-42ED-8D3E-F64723F2F4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F89687F-2B8F-40A3-845F-45A3A6BE78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87418AA2-9FDE-4AF5-B6F8-0BB53718FAD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5CA9D679-B28E-4099-A594-379BD542544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1920C1A8-0EE4-4AE8-A0A1-CA7828C75F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AB188345-252D-49EB-91B7-6D95256A0B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6750509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DF0BC9-88D6-4636-8667-76DC2A4177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0DFD77-2965-47C2-AD67-C9B5D61937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90F9368-37DE-4B19-A78C-B930BBE6A2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B86D53BE-4D05-479E-BE42-7F9BC0B41CF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63E038-7FBB-4D5F-AC75-55328EA11E0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103DECF8-FC8A-4547-B2F6-0BCC5992B65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7C47B9CA-2B04-4A3C-9972-5B2478FE73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208676009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37D5F5F-D678-490D-AD18-D152C1D75F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277019-B4E5-47C7-81E4-D24B49BD2B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B6E4B8D-F1F9-44E4-99D7-A8ADD786D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F2927476-A329-49F9-B282-2963E202874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ACCAE-058B-49F2-AB5B-9DCF740E360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A035C934-4697-41CA-B71C-4E2C3CA0E9D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4853BF2D-6C48-404A-A485-1CEC9092E99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A496A84-EA3A-426C-A661-6D1A5A0890D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E041CA9A-BCCF-4626-B469-9A6A788D8D4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57BE9518-E767-4EEA-A030-0A46706FE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19430636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085F9D-C5F4-4BAA-BEC7-58415DD678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55DFEC-7A77-4791-9FDB-CB6C0D71A1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23A379E-CE95-40CC-8AA9-48B2ACBA4C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FBCB2D6-A95E-40BB-8E4B-08184CB8664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B8DF0E49-B64B-4A70-A026-F78A3EB2F4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55113891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5C2F65-0D38-42BA-8A72-9010495E41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2E61B1-E728-455B-9ED8-B696CDC832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87BC8E-4DAE-41BC-9C67-C3901D144A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E2F15DFD-090F-4AF6-AE11-7E8AA64BBD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149399-BD60-4EF5-81BB-A57E316948A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6D81B34D-4B9D-4D34-9C9D-A57FBB16584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D3DA79-0E3C-4B88-B378-143FBD8AFEF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98366C10-A2C0-4D40-A7B6-2CB8821D023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1D8420-5EA7-4082-AD2D-C15D85006C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45A4B86C-5DFE-4876-80E5-8B4DC4006D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198738234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6B41C0-D4C8-4502-80A6-E120E7D6D4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511FB9-37C5-4E00-A0C0-0AAE5D2C5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54448F-8E03-4A85-98B8-4B514C52A8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4EEB018C-29AD-4AA5-800E-B354B33807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355E81-4DA2-455C-8DE1-C79BD971383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AC2535EC-F770-42E5-A7A6-8475718417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59B2B6-B959-4F9A-8451-557375E9FE5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BB012DC2-12FA-457F-AB99-8B78157354C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0F9C10-A35E-4790-9983-C2F54D3702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CA01FBE7-B12E-4FA3-B9D3-A7B157DBBA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22</a:t>
            </a:r>
          </a:p>
        </p:txBody>
      </p:sp>
    </p:spTree>
    <p:extLst>
      <p:ext uri="{BB962C8B-B14F-4D97-AF65-F5344CB8AC3E}">
        <p14:creationId xmlns:p14="http://schemas.microsoft.com/office/powerpoint/2010/main" val="3207443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866B53-76AC-4424-B424-FB71C631A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F616AE-7E10-4A0D-B207-B09EDFEFC1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9C20EB-96F6-404D-AE0C-C45EE3267B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B00327AA-A619-46B1-93EE-3B128C7BDB6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98FA0E-1152-44A9-A00D-E9E5F19BAAA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619B8B90-1E92-4ABA-A845-7BD1CEBD57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9A600662-C065-4D88-AD04-5C9E7FCF31A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8002E8E-6B9C-4055-83BB-B7E55648B8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23</a:t>
            </a:r>
          </a:p>
        </p:txBody>
      </p:sp>
    </p:spTree>
    <p:extLst>
      <p:ext uri="{BB962C8B-B14F-4D97-AF65-F5344CB8AC3E}">
        <p14:creationId xmlns:p14="http://schemas.microsoft.com/office/powerpoint/2010/main" val="211709368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0FD1EA-DD43-4461-8BC9-30AA9AEAFE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BE40DD-F358-4981-A94C-173B252919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48CAE8-B601-4411-81FD-040069F25B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CC891582-D1D2-4121-B57C-512CA8966C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4ED8CF-D687-4856-913D-CC463AB05C1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958FB19A-3075-4614-8D04-BA8265184C7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60A8DB-E5C8-45E1-BF3F-01D74A3FF50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9094DF4B-D223-4CE2-9DF5-AE31E0BC193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910507BD-362C-490B-86A1-6A8B414DCB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625F9D2F-1B09-4140-8ABA-B17B9F5621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5402390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36C40D-F186-493E-9D1E-47749631A4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80E261-E1F4-4C4C-8987-0D3BDB8D92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28BE1D-D654-4080-9EDA-9F19FAEE18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08291FC5-39DF-498C-93FC-0232D3A93FE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B61002-9B5A-40B7-8854-A3C6F721E89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FEF71822-7525-4C2B-B783-0D0034CA5AB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FC5F448-83FA-420C-AA55-DF4BC551979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5605E526-7289-4266-8CE9-33807616A03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E08048E0-2365-4289-9183-C42250383AB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F71F65D7-B4A1-451F-8749-60D22038B3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8F232B59-3615-445C-A0FD-8E9966B4C0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25</a:t>
            </a:r>
          </a:p>
        </p:txBody>
      </p:sp>
    </p:spTree>
    <p:extLst>
      <p:ext uri="{BB962C8B-B14F-4D97-AF65-F5344CB8AC3E}">
        <p14:creationId xmlns:p14="http://schemas.microsoft.com/office/powerpoint/2010/main" val="95556775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5EFBEF-BDEF-422C-B42A-C199CC643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8C1B474-F22A-486D-87E5-5DEC2EC21B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F2DF5FA-B339-4A5E-8AA2-F7EE4BAF92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2AF9CC70-9D4C-498D-B1DE-9D56DA92752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1792ED-ED34-4D37-89A1-BE85846B8F6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50013B94-8D5F-40EB-87D7-0219EC88CD0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7ADB2C1-724B-403F-B085-8486DCF27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26</a:t>
            </a:r>
          </a:p>
        </p:txBody>
      </p:sp>
    </p:spTree>
    <p:extLst>
      <p:ext uri="{BB962C8B-B14F-4D97-AF65-F5344CB8AC3E}">
        <p14:creationId xmlns:p14="http://schemas.microsoft.com/office/powerpoint/2010/main" val="214033165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75DDB1-1381-4BF0-8992-237EF9620D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39059B-DA44-48CC-BC78-044249A064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A1FD0D-5D25-4383-B7B6-AA3A1FBD0B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1D3FB60E-683D-4981-91F2-82CEC30993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C0183F-D986-428E-8157-F7F3BCF1FE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842266E5-3080-441C-A16A-A274F6C6DB9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7DBA96-3387-4E68-8DC6-B7E68E8C95D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DFE87B22-2150-4153-8A3D-49A7127859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581969-BC15-4CF8-A002-3AF77E39618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51356A70-78EB-4870-9558-94E7D09F8D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27</a:t>
            </a:r>
          </a:p>
        </p:txBody>
      </p:sp>
    </p:spTree>
    <p:extLst>
      <p:ext uri="{BB962C8B-B14F-4D97-AF65-F5344CB8AC3E}">
        <p14:creationId xmlns:p14="http://schemas.microsoft.com/office/powerpoint/2010/main" val="171792569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BF46E49-AC55-41D9-AD88-0054129327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3D2715-967B-4A8A-BA71-E61BE88FA6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2CA57A2-CC02-47CA-B084-7B03FC5B7E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01E4041A-6832-4DB4-8341-D3D6D8C8C1A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FDDD9A-9E24-47BC-B1D1-73C037DEC02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2A0AF09F-6EF4-4717-BCF3-7C56EAB236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57928A9-6D6C-4DC9-A02B-94988A16497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BB33A135-CEC2-471C-8954-B56A8424FF4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820E543F-76E3-4DEA-B167-B02923AE8E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4F5C1244-7136-43EF-810E-41BD9C7335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5CE1AE2-324F-47B3-9714-8E47BCF74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28</a:t>
            </a:r>
          </a:p>
        </p:txBody>
      </p:sp>
    </p:spTree>
    <p:extLst>
      <p:ext uri="{BB962C8B-B14F-4D97-AF65-F5344CB8AC3E}">
        <p14:creationId xmlns:p14="http://schemas.microsoft.com/office/powerpoint/2010/main" val="1807478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BB5E63-9F49-411C-8AA9-816FA214E2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F6E22D-A18C-4AC1-928E-BBE7755C7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28410F-6EEA-4C50-B256-146FFA9BED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7521BA26-12BF-436D-9B69-F22AABAC7A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9C5133-95BC-447E-938F-A82D7DEA843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72140872-FCBE-40EC-93D2-49A87FBDEFE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20A472F-3B44-444E-B711-08F3A414B16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68FC3BD5-AACE-440E-976F-F76B3BC6E6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B55BAB-088E-45CA-9F1F-8EB7F363A0A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54BC1B5F-855B-4D41-A372-0EA76B3997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29</a:t>
            </a:r>
          </a:p>
        </p:txBody>
      </p:sp>
    </p:spTree>
    <p:extLst>
      <p:ext uri="{BB962C8B-B14F-4D97-AF65-F5344CB8AC3E}">
        <p14:creationId xmlns:p14="http://schemas.microsoft.com/office/powerpoint/2010/main" val="89850334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4FDEDB0-D66B-40D2-8998-8A23E4ED30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EF0F2B-B203-416B-AFDD-3D03115650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9499782-F84D-43E7-8C49-01BD64B8A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7E95CC2C-339E-4BFC-B9D4-CB9C987D096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69AE1B-6149-4FAA-80D2-CDCFC1B5831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934497AB-BAFF-4CF5-B4A2-EED9C8C8B69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AEAAC02-5FCA-4CC3-9E26-9CDA3FA94A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9635F51-1E13-4723-93B5-938B8A200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30</a:t>
            </a:r>
          </a:p>
        </p:txBody>
      </p:sp>
    </p:spTree>
    <p:extLst>
      <p:ext uri="{BB962C8B-B14F-4D97-AF65-F5344CB8AC3E}">
        <p14:creationId xmlns:p14="http://schemas.microsoft.com/office/powerpoint/2010/main" val="153323335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85C5E6-C0BF-46E0-9E91-01CE259D07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3DB18D-B1CF-4D1E-8501-E6F371C8B9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4178A04-FF33-4F9D-B541-0990F638F1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4878B005-818E-4CA0-B8B3-FDA6BA2C06D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2DE9C5-3129-45A7-9829-959F61341AF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876FCD4C-3E97-4A66-A52B-CBBBD9D6766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D8F6E74B-58E3-4F46-9C98-A3800693F42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344156-2497-4F87-AC94-DF1750D2005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D96D6634-783C-40A3-B3B6-B5B1D2E963B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48C25432-2B50-41A3-812E-D91098B04C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31</a:t>
            </a:r>
          </a:p>
        </p:txBody>
      </p:sp>
    </p:spTree>
    <p:extLst>
      <p:ext uri="{BB962C8B-B14F-4D97-AF65-F5344CB8AC3E}">
        <p14:creationId xmlns:p14="http://schemas.microsoft.com/office/powerpoint/2010/main" val="45342436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231F0F-F5C8-4D00-8102-4CE1246A01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68DE25-FAAD-4F26-88FD-03E0E579FB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69F00A-705A-4C4C-8486-65360BDBD0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986A0E5F-AABD-4FA9-A426-9EDAED166D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FE6DD0-25D9-4640-904F-D9CC69C6954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E7109597-E063-4079-9019-69B9FCB010A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532135-CE29-4F58-95AE-4FCD16C769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75624911-BADB-4372-9852-757E436543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2FCB1E-C1B8-4B8A-BBAD-189B82CB23C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C5F938F8-ED76-4024-A9B2-51D5EBD8F3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192124861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39E641-551F-4D2B-ABCA-B98437ED71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E840E1-79D0-4080-BD6A-B9E66C49E1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369BEF-3A0B-46CB-AD55-3D452379BC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274DBF0B-63D4-403F-8201-59CCBA0378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CEE3D9F-3D5F-4461-865B-15D857E97B9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699A1A17-C11C-44DC-A65B-3DCE3A70BFB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D9519CA8-B619-422A-A2A1-9963D69E39E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DA74498D-8E16-4166-AAF9-F6558AD9F6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146848473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8DE50E-767C-40F3-912E-F5A6D379CE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83B8D0-24DD-4957-8EB1-287BC36A69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D5E17DA-ABE2-46AE-85B2-4F49F7B1CC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5B722F6D-4386-41E5-8220-4FC2D550106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EF7ED4-E77F-4457-A197-19DA45B6925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E0A23A8E-0C55-4A84-BAFF-1A4D85B8AB7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6814B51B-5F7D-4952-94F9-A02F01D54E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54D8EFAE-2F4D-4A16-8E6B-8BD5FA6F34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115422253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69247F-72D7-4A7D-A68D-590258CABB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30ECF2-17EC-466B-82FC-855B44A049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D26EC0-6477-4091-B3FB-A5B3F60FE3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89A49BCB-0E07-42D7-B767-C13246B454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4210A5-6958-478F-8D48-059674B5B0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BAB836D6-7F74-4A4E-B99C-A81A2068192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E47CAE-887A-4B96-91FC-EA0442BAAE5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175CD9F7-8644-41F7-9343-A93D08453A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95E296-B65B-4FE0-AC68-93D729F68E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3331A97C-E39B-4A1B-9169-9409AB8BCF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150996289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714EBF-03C3-40BE-9936-E99289A232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FF6FF7-9072-4A01-929D-B2CD81B186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2B03E0-425B-4260-AFD7-24C6E405E4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5B4420B8-B729-45D9-9C0F-B7BE3D21A81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9776F9-B56B-45EC-BA94-283997F982A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3C515BF7-05D1-46B5-AEC0-E044C2EF1C5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4A6B4730-C942-441C-AA4A-4108181FF4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F0D73859-39C8-403F-B9AE-B27B162355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51608729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90842F-F7F0-435A-B059-B97503FED4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AB6E44-44B7-4A4C-8791-AD7AE4B3F3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B6ED1CE-4F60-427F-B21E-68881FCBDF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328541ED-EA73-4F2D-BC26-CC5F97434FD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CA5370-F390-444E-A203-79F65DE8ACD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15044B32-A01C-4300-ADED-A3454EC5677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3744008A-C42F-4F91-847E-9CADE79B44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5274665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350940-29B5-49A2-B3C1-5F0272AA3D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F11693-27F6-41F3-A585-30652F905C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3802D9D-DA05-45C7-A313-B10318ECA4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46741DD-0F0F-4D94-939D-8F78EF0D75C7}"/>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C07B9FD5-B6F1-4365-8125-5C6C39AA7E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40673974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B4010D-FFD8-462A-968E-75B0C71A78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F15160-2663-4F93-956B-81E142A7DB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A6D608-412A-4C35-B12E-B5F791FC55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CC773B3B-BFE4-4D76-BFC2-F1978296790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9C4B9C-369D-4954-B4E3-E460B8EE341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834FC587-D613-48B3-8812-70D28219E7A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04686217-8B32-4510-BCE0-8CA07FBBD3F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01AA51A-5400-4678-A776-BD339903BA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7E406827-5679-4FF1-9C5D-344B748D132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FCEFA65C-A4F5-4BDC-8663-05DD211D4B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87195811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2BE637-39C0-4C4A-AC7F-E77A918062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AEBD11-6B79-4A2F-885A-F61B584CE4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BBA03E-9D56-411E-8DA9-B4A3E75746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96F3BCFD-4A55-4FBE-B376-97C32BD900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8E6111-5537-48FB-A741-1AEBBBCCB7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7AE2010F-03E8-47FA-9290-800CFEE9B9C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E9A8FC-22CE-4F0F-91F6-53DEDD11A9B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5CB7408C-A096-49C7-AAB6-A9459220D4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74AEB6-1A8A-41AF-AEF6-28D1EFC9058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911DC4D7-37DD-4FEB-B4AC-D94EA0E8AD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14907429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15A7734-9FB9-40FC-B647-30D0B4DB0F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4E75D1-3807-4FFA-B3EE-934BE6D824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1FB0F9-F50E-4C25-9AE2-AEAD99547D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C53975BB-5F7C-45E0-95A0-89A459C607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083269-A4A2-4FFB-BB4B-D456C031100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6F5AA6B7-3021-4E8C-B141-CB346BC7E88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5696C47-8197-4862-A8A5-4B9761964AD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59F287AF-367F-444C-882D-610D675C734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39EE5AAE-6AC1-460C-B4E3-92D0E698D36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696CFBE6-948C-4F2B-9477-E22212E9D25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367450C-A8F9-4D63-808F-9FBEF29AA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34497382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9148DF5-27ED-4B39-AE87-5F86FE2232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FB3FB7-E163-4397-BCF0-CEC68793FA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624D22-8115-4398-B862-C314FB6CF1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B1F9B221-2DB3-41FF-9E23-7D4B6AEAAD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5AE822-9FB2-4093-B352-AFAD1370F1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37E09640-52C9-461F-8E11-0459ADD6CBC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28267EE-81AA-4B48-91F3-9A5EAC6A5F4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BB6A47A-EE39-443D-81D9-5E18FAF1C0B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7949398B-9CAC-4B27-BC23-6479214948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42</a:t>
            </a:r>
          </a:p>
        </p:txBody>
      </p:sp>
    </p:spTree>
    <p:extLst>
      <p:ext uri="{BB962C8B-B14F-4D97-AF65-F5344CB8AC3E}">
        <p14:creationId xmlns:p14="http://schemas.microsoft.com/office/powerpoint/2010/main" val="24363686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191FBE-351E-4A1E-9C33-DC28712DE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5916D1-3588-43C6-B3E0-A7B30AA014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46231A-1498-498C-89F0-4E1A84DD32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2194F3A6-148B-487E-9E53-F73F0DE47E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04C645-2213-4C9D-8283-B60A02668A2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9B11E2B2-F174-43C7-A893-FE6F881CCA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23E820-1A59-4258-B5A8-2494CFC4918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FD80A657-6D9F-45B4-8C1F-493038BF59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B56CFE-04C9-4F8A-99F8-6A436CAAA7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710F4C58-384B-4889-8A30-1F357364D4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61212812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B720A3-4503-4F32-9B5C-A1B1AA68D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B130D3-F4F7-40DE-B692-F482332FE6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957E4A-3B80-4446-BE73-C533D0F6B5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07FEC689-CD88-4E51-9062-678B2F1DC6B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25AA2B-CA57-40A6-9638-A06068B9CCD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A76853F-2242-4BDC-8246-8EFCDA76B5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5C83FCC9-DE8F-40B7-B080-9189369E96D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722F5C28-78FA-4242-AC22-8420DB1538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44</a:t>
            </a:r>
          </a:p>
        </p:txBody>
      </p:sp>
    </p:spTree>
    <p:extLst>
      <p:ext uri="{BB962C8B-B14F-4D97-AF65-F5344CB8AC3E}">
        <p14:creationId xmlns:p14="http://schemas.microsoft.com/office/powerpoint/2010/main" val="154429950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24D7E8E-6F3E-4E7D-A981-D1782C41E7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A2BBD8-F620-4CD5-8440-137C69952F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A2787EA-00A3-4C11-BE6E-5E1510FB12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B0D6947-3F57-4C1E-93C4-4B9DC79D1F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C821E27-65FF-42DA-A174-B33A5EB9A2D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22BC8D87-0A72-45B2-9D8F-68AD27E1119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82DDFA-B792-414F-BD6E-69E1D217668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ED303B3D-94CB-4802-95E2-0CE68388D99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B925ED-2F97-4E58-AC46-1C2CE505E18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CDE96D17-AF27-4AB7-B56D-3EEFE6F4EFA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5CB0FB2-D4D1-4641-BBC1-36119A1162B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E7C4AFF7-2265-4BB2-B61D-90090BB24E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83603895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8C700A-53FB-4D61-B3D1-DB10C011DD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0F26D2-F8B7-40F5-9DD1-3E99D9F231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F416197-5F20-4849-9238-E59C4EB73D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72E363D-FF79-4357-AE8F-DD92BCBF60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791870-CD48-473F-99FD-8DFC91245A5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0C697E0C-4AA2-4F93-9D50-93262423FF0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EC4F878-4181-415B-BAB8-F235D0D3E4D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0D7F2A24-6864-4EA6-AB05-3655F83FD9B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F0F929-AC41-4A4E-A2B7-AE6D0251321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E24F41D3-3E05-406B-B6EC-208A14D4D7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1715201197"/>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7E68C9-02C1-4E68-AC35-8A1ED43FF4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36ACFB-5FD1-42EC-87A2-1E34727D18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AC018F-F9D7-4F2C-9DC2-A32ABFB3A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9F6FD2D3-4F0E-4BA0-8308-21B17EF890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F79648-8D3A-44EB-A439-99D625C435D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C614EC22-8FAA-4B4C-A58E-F316448A9AB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973C30-334E-4B98-A997-527F2A855DD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9D970F32-19C4-41CC-AC21-69A1AD5E1E4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BACB63-5C07-48B3-B6A0-1981E3DF998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F1845A0F-DDDA-4B0A-BDD6-66305BD0BB6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E3228FF-8322-41F5-8949-5414AE076F5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B94B2114-E6A9-4573-917D-74613C580F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47</a:t>
            </a:r>
          </a:p>
        </p:txBody>
      </p:sp>
    </p:spTree>
    <p:extLst>
      <p:ext uri="{BB962C8B-B14F-4D97-AF65-F5344CB8AC3E}">
        <p14:creationId xmlns:p14="http://schemas.microsoft.com/office/powerpoint/2010/main" val="3397873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D10C76-D542-4E12-8A41-2629D1C3D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B3EA4D-B86F-4B89-8C04-0C9F489F97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86662B-F3D2-4E0B-B0FF-1C67DCA279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95842EA0-F159-48E1-9BBB-DD71E16D4C5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C587AF-BA18-4964-9CD9-F60543E69A5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C6689B5-4AF0-45F3-899F-641F7407266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06D53109-535B-4087-BDA1-9F2E6988C7A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8C20FEF3-4E66-4755-A83C-D9A89FCEC9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66950724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81D0CB8-7ABB-4AE8-AEE1-B8854239CF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B6B134-6C8E-4D8E-AF02-BDDCA71BBC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9343E5A-8A5E-4E1F-917E-0FD2690511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81BE72BB-5C32-4EEE-835D-B53C2750B4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4C2AE6-7A1C-40C5-83B3-61A596ADDFE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D277FBEE-E564-49E9-9CAD-E40FFC5C209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EFD9A7-B475-40CC-8110-A7EA4F4F297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84D8A5D7-6ECA-4E5C-832D-3404985339B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FC7E75-2419-40E3-ACF0-6F81E02DA76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4A3C1EB7-6B40-4595-A06D-7931AB492BB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8941F86-CF3B-4D6F-97D0-FC4FE418B60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5C3EF01-3549-45DC-9C9C-609F0C5BE1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28521478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62926D-69B2-4478-A99B-D0F8C44FA7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0BF7E8-392E-454A-9885-7B5982B345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4A6C56E-F239-453A-9159-8DAC2E8723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9BC51BBF-5266-4BEA-9AC2-5231142F694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74432B-1DD7-41F1-99D5-7BD595856EA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D7AA6F57-6DA5-41D1-8CF0-9113AB1F1E3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307F8EA-69E2-4800-AD5A-28D3AD9182C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3A0C38C-E162-466E-BD88-100B961247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109025866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6D58D1-7E92-4546-B7DD-C7E4BEB8A2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2A739F-1406-46DC-83C0-54E701EA71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155C5E8-3C64-4E50-A134-E1C0A03D70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CB5F5756-1C3F-493D-A936-5E52A95BCD4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CAF621-83E7-4723-80E3-AE758EB109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C244BAC5-BC6A-4C17-91CA-A5BF99CEFA6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679609E-A096-4BA5-B2E6-8A8CDABCA85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B395F0A-C049-431A-90F7-02E942984B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23743774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2221955-43E8-43A1-9F6D-85CABF7C09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F46486-95DC-452B-BF33-35A3EA6940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93C7BE0-53CA-4717-8D35-92580F2D5A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E145036B-029F-4B40-9030-A5D5BF66A2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BE48ED-EDCD-4DE9-95F2-8D49471A278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06840C6-BC33-47D0-B660-B86FB082F00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686304-6067-423F-897F-55EE71D75F7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62F0D0CE-FB1E-443E-9506-B2C15922F42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691E31-6DCA-4021-93E8-E4565B2FF77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B1092FA3-86A2-409D-AB13-CBC443529AA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DA1B7DE-29BE-49AF-8B7C-D7E5061071F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F86CC2BE-F919-44A7-84E3-F418102D02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174908281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4FC2F6D-BBB2-4CDC-AD03-2CD57AA3D0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2FFFE9-68CF-40D5-87FC-9B0EAC52E2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2615144-8F2E-4443-AA3E-CEA43EE099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9FDABA4C-7230-49DC-81FD-67C11A03FFD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5575EF-9F4D-4D7A-9B80-A08ECACE65B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11:00 Kampala</a:t>
            </a:r>
          </a:p>
        </p:txBody>
      </p:sp>
      <p:sp>
        <p:nvSpPr>
          <p:cNvPr id="6" name="">
            <a:extLst xmlns:a="http://schemas.openxmlformats.org/drawingml/2006/main">
              <a:ext uri="{FF2B5EF4-FFF2-40B4-BE49-F238E27FC236}">
                <a16:creationId xmlns:a16="http://schemas.microsoft.com/office/drawing/2014/main" id="{DB59BEE4-8547-4C04-9A3B-C4683979683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323D66-9409-4AAC-91D7-2F1C6823698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11:00 Kampala</a:t>
            </a:r>
          </a:p>
        </p:txBody>
      </p:sp>
      <p:sp>
        <p:nvSpPr>
          <p:cNvPr id="8" name="">
            <a:extLst xmlns:a="http://schemas.openxmlformats.org/drawingml/2006/main">
              <a:ext uri="{FF2B5EF4-FFF2-40B4-BE49-F238E27FC236}">
                <a16:creationId xmlns:a16="http://schemas.microsoft.com/office/drawing/2014/main" id="{A074781D-7277-4B10-A301-130F914ECF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9039DA-E673-436F-B2D5-1FE0AC0A2C4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B238FCB-A8B1-4673-9EF4-C6D603C2836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169A42-DC49-4633-B21D-91A5E540C79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E7E5583-7812-48E9-9066-0598F2199E8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778069E-A561-4238-A941-F2346FF5CEB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8fb35607ad944ae"/>
              </a:rPr>
              <a:t>Open W08 assignment form</a:t>
            </a:r>
          </a:p>
        </p:txBody>
      </p:sp>
      <p:sp>
        <p:nvSpPr>
          <p:cNvPr id="14" name="">
            <a:extLst xmlns:a="http://schemas.openxmlformats.org/drawingml/2006/main">
              <a:ext uri="{FF2B5EF4-FFF2-40B4-BE49-F238E27FC236}">
                <a16:creationId xmlns:a16="http://schemas.microsoft.com/office/drawing/2014/main" id="{245503F5-2B64-4FEA-B9ED-04EF655E706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https://docs.google.com/forms/d/e/1FAIpQLSeAVNyokX8n-TQXwu2hQtJJkeKsQcU8katFAhghZmQH4HJreA/viewform</a:t>
            </a:r>
          </a:p>
        </p:txBody>
      </p:sp>
      <p:sp>
        <p:nvSpPr>
          <p:cNvPr id="15" name="">
            <a:extLst xmlns:a="http://schemas.openxmlformats.org/drawingml/2006/main">
              <a:ext uri="{FF2B5EF4-FFF2-40B4-BE49-F238E27FC236}">
                <a16:creationId xmlns:a16="http://schemas.microsoft.com/office/drawing/2014/main" id="{063C7760-1B93-4FE4-994F-061DB39343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179372431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F22B79-14D8-49B5-BA0C-F6CC283EBD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E93B03-AE1B-4B20-976C-416921BED5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4E29326-8312-4AEE-90B2-3F637F2EED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49623993-5760-4445-AB81-1E65192F50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E0BA03-D38B-45E2-8C8F-4363270E2F5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9102A12C-6446-4431-800F-DBB405BB34F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3455E9-4E7D-4C48-AF9D-7A7B1049FD7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7E5C4F49-B234-4BD8-ACC8-CAAD04DCD5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A45008-6617-43B5-B056-8D03776DDF4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65B09B71-A267-47F3-B29E-492E002653F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558C70-A7EF-4835-AFD2-D5CCE23B509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A52A954-F1B8-458A-A8EB-1D0B06CB6B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47589535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CD084C0-4210-4470-A5F6-A9D03DFE9F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8B087C-5B26-4E88-91DF-366CDDF9BA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F922CC-D0AB-4D65-B540-D0DF6293EA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415E7E7E-1552-4249-9B2D-3707991DC0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858456-EF4B-4C66-8D34-5A564BB3A6F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4F59FCE5-376A-427D-8B19-639C32DC250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DE2798-1968-40E1-B589-E75DEDFC786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0E10E3C3-182F-4E6A-8F83-93A6A390767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21F6FD-FF6B-4A99-8C0B-AB625522FED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42DEE90-C8F4-405E-8D0F-8C8A2A55B42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B4B555C-7096-46A7-AA93-D728CF1047F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23B0F88-6D74-4153-87DE-0F4B362251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56319112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D1A7C3A-18C8-4660-80FE-CEA843D6C2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BFD121-60E5-4B43-8041-7FD0313ADA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C5602C-3DAA-40B0-8328-88F9B235F3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57BE944B-9B9C-4974-B544-994C856FD4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941DA9-968F-4704-A563-75C22E5AE51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072A7CB8-F076-4B2B-9FE2-287CCEEF51D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9DEE2C8-B652-4988-BE40-54ECA2D206D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FFBE087F-244B-4C7F-8990-DC49573D476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E1270D-7215-47DF-AD31-C08A4D44587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E3EA95F1-B1DE-43F4-B63E-91E0D588BE0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971EBC7-525A-4D69-8CCF-18141065B57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7774247E-372D-4B82-9722-C3BDE25438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98230783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15EE31-8AC5-4FAF-9FFC-CEC2150C0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EA8EC8-1222-4461-BCC9-446DAA10DD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42BE9B-971A-4C1B-850B-2C4746AA4B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7B8603A1-B118-4C45-B0AD-EEBD11E72F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146762-4CA7-43E9-9874-558A011B257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7B17FEDD-397A-4BCF-804A-FFCD53385AC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5C1BAD-3490-4D6B-A6C6-704E00E76B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0818E548-3887-474F-9E8B-8CF3193F2B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2817A1-90F8-4558-9B36-07028C34D57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77AE0B57-D426-43B2-BCFE-1F77A0A6844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12C9936-2AE8-4498-BE66-BF5C14BC7C8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6CC0C100-B83B-423E-B596-BF2884D48C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57</a:t>
            </a:r>
          </a:p>
        </p:txBody>
      </p:sp>
    </p:spTree>
    <p:extLst>
      <p:ext uri="{BB962C8B-B14F-4D97-AF65-F5344CB8AC3E}">
        <p14:creationId xmlns:p14="http://schemas.microsoft.com/office/powerpoint/2010/main" val="180026703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EE7CDD-0D39-4412-ABB1-A2BEC39ECE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A2BD7D-E20C-44C6-89AB-6D59310F36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D7B4A4E-4638-41A9-8AED-7948EE56AE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82EE3FEB-D63E-4045-ABB1-D1A041D1C41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946380-F66C-41E7-92C0-4E2EBD0815A5}"/>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1D382BB9-47B4-4C2D-855D-EAB3301FCF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58</a:t>
            </a:r>
          </a:p>
        </p:txBody>
      </p:sp>
    </p:spTree>
    <p:extLst>
      <p:ext uri="{BB962C8B-B14F-4D97-AF65-F5344CB8AC3E}">
        <p14:creationId xmlns:p14="http://schemas.microsoft.com/office/powerpoint/2010/main" val="79371673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ABA590-0E9D-48D2-8970-E74722722E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58307C-7F23-4291-85B4-9A2A7582E9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1BE1C5A-2615-4B0C-9D06-B6BA878CAF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9CC7EBC1-09DE-4185-AA33-18CC7579E1F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F16FAF-6971-4969-8EDB-984E5D2D63F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11:00 Kampala</a:t>
            </a:r>
          </a:p>
        </p:txBody>
      </p:sp>
      <p:sp>
        <p:nvSpPr>
          <p:cNvPr id="6" name="">
            <a:extLst xmlns:a="http://schemas.openxmlformats.org/drawingml/2006/main">
              <a:ext uri="{FF2B5EF4-FFF2-40B4-BE49-F238E27FC236}">
                <a16:creationId xmlns:a16="http://schemas.microsoft.com/office/drawing/2014/main" id="{0251D819-48A6-49E0-AAD3-6823ADFB727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2504BD-8B64-40F3-9790-3763C2BF419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11:00 Kampala</a:t>
            </a:r>
          </a:p>
        </p:txBody>
      </p:sp>
      <p:sp>
        <p:nvSpPr>
          <p:cNvPr id="8" name="">
            <a:extLst xmlns:a="http://schemas.openxmlformats.org/drawingml/2006/main">
              <a:ext uri="{FF2B5EF4-FFF2-40B4-BE49-F238E27FC236}">
                <a16:creationId xmlns:a16="http://schemas.microsoft.com/office/drawing/2014/main" id="{1BE1DCC1-637D-4D36-8DB5-60B252181D4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F80D83-9024-49DE-9996-3AB9F59BC5A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5296637-9118-495B-9A98-D0F49A383AD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C3322DE-20E5-414D-BA21-1EF9914E339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7773539-817C-47E0-8E44-923DCD62372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20152F-F981-4347-AD4A-362D8B0BFC3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f268644659e43f9"/>
              </a:rPr>
              <a:t>Open DA_PROJECT assignment form</a:t>
            </a:r>
          </a:p>
        </p:txBody>
      </p:sp>
      <p:sp>
        <p:nvSpPr>
          <p:cNvPr id="14" name="">
            <a:extLst xmlns:a="http://schemas.openxmlformats.org/drawingml/2006/main">
              <a:ext uri="{FF2B5EF4-FFF2-40B4-BE49-F238E27FC236}">
                <a16:creationId xmlns:a16="http://schemas.microsoft.com/office/drawing/2014/main" id="{3C5E4517-496D-45A8-9E17-B3A6E2F2EE0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https://docs.google.com/forms/d/e/1FAIpQLSeFHqKnsIRNf8opU-Iksp55kGXQVFWPgL97r724FoRwvkz-6A/viewform</a:t>
            </a:r>
          </a:p>
        </p:txBody>
      </p:sp>
      <p:sp>
        <p:nvSpPr>
          <p:cNvPr id="15" name="">
            <a:extLst xmlns:a="http://schemas.openxmlformats.org/drawingml/2006/main">
              <a:ext uri="{FF2B5EF4-FFF2-40B4-BE49-F238E27FC236}">
                <a16:creationId xmlns:a16="http://schemas.microsoft.com/office/drawing/2014/main" id="{EFA494C8-D222-4FDF-A6DA-DFDEFC48BA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59</a:t>
            </a:r>
          </a:p>
        </p:txBody>
      </p:sp>
    </p:spTree>
    <p:extLst>
      <p:ext uri="{BB962C8B-B14F-4D97-AF65-F5344CB8AC3E}">
        <p14:creationId xmlns:p14="http://schemas.microsoft.com/office/powerpoint/2010/main" val="1191904261"/>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986891B-2289-4823-89B8-84778FA097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FC736D-14B9-45EF-81DE-EAA4A13AB0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6A6007AC-5DD8-48C0-ABE1-1DBFF74183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1330E801-EB7F-4ACF-9A81-D4840F7BAB2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23B47C-AD61-4366-BAC7-2B165D19703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C1D5205-85D8-4D67-A2AA-97C4CFA7AF2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7BBE94-D9DD-45D2-B955-CE0459B16AFF}"/>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13C4763-AB7A-4436-8C3F-1D6C31FC3D4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625C77-3D65-4F6F-A543-F0E70FD71BE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E44B56C-403A-448C-8C18-647E9ED24E0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0863A8-BF9A-4BF0-9799-F7E9A94F85F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a464db81665474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BD91B6D-30E1-4E41-AD84-A578BA920B0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24794E7-B43E-4144-B333-2B7CA717A29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523AEE6-9845-40DD-8EEA-716466B3BC1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e9383cddeca4874"/>
              </a:rPr>
              <a:t>Open this week’s quiz</a:t>
            </a:r>
          </a:p>
        </p:txBody>
      </p:sp>
      <p:sp>
        <p:nvSpPr>
          <p:cNvPr id="16" name="">
            <a:extLst xmlns:a="http://schemas.openxmlformats.org/drawingml/2006/main">
              <a:ext uri="{FF2B5EF4-FFF2-40B4-BE49-F238E27FC236}">
                <a16:creationId xmlns:a16="http://schemas.microsoft.com/office/drawing/2014/main" id="{1768CAA8-22D2-412F-A706-E1B065FC8D6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https://forms.gle/KsZJ7QANUE99kkX36</a:t>
            </a:r>
          </a:p>
        </p:txBody>
      </p:sp>
      <p:sp>
        <p:nvSpPr>
          <p:cNvPr id="17" name="">
            <a:extLst xmlns:a="http://schemas.openxmlformats.org/drawingml/2006/main">
              <a:ext uri="{FF2B5EF4-FFF2-40B4-BE49-F238E27FC236}">
                <a16:creationId xmlns:a16="http://schemas.microsoft.com/office/drawing/2014/main" id="{931360EF-214A-4679-82E9-61475A371A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1411291256"/>
      </p:ext>
    </p:extLst>
  </p:cSld>
</p:sld>
</file>

<file path=ppt/slides/slide6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E599F08-4B10-41DF-B407-37CC92DC6B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6B2D033-A443-493D-8D14-06269EFF48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8C677B32-2399-47B3-9B58-E7C5E855D96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E07FD62-8F77-42F3-B206-0A38A38C83C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6861930-B9B7-48F0-B7D6-20EA9F736AB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A8CBF20-73A9-413C-B0A3-4091570EC0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61</a:t>
            </a:r>
          </a:p>
        </p:txBody>
      </p:sp>
    </p:spTree>
    <p:extLst>
      <p:ext uri="{BB962C8B-B14F-4D97-AF65-F5344CB8AC3E}">
        <p14:creationId xmlns:p14="http://schemas.microsoft.com/office/powerpoint/2010/main" val="170037809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643287-5B6E-4E30-8048-46B25F81E4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4839BD-AB5C-4C46-8DF7-73020376CB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16F7C06C-8D5D-491E-816C-680AA7E571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FF6B733-5C0A-4770-A3FD-070791A2E6F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A3AE03-92C5-4B83-9B70-EDA9F9922C73}"/>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D409B7F-1337-4653-A8FF-FBADC420F45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06D1A8-8BC6-402C-A77B-87F4FDD25C0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40B470E0-D83F-46D5-93D8-552AE73AB16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0743E5-E64D-41F3-A5EF-91719474522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63169B06-973C-46BD-AE98-46A0A88494D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59C3FC-6823-43AA-9383-DFDBD1923B4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3B35549D-CC7B-46B5-802A-509F2A3C9FA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1746C38-D82F-4AC2-93B7-AFDA13CF6BA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dacf5f257d34d03"/>
              </a:rPr>
              <a:t>Open explainer video</a:t>
            </a:r>
          </a:p>
        </p:txBody>
      </p:sp>
      <p:sp>
        <p:nvSpPr>
          <p:cNvPr id="14" name="">
            <a:extLst xmlns:a="http://schemas.openxmlformats.org/drawingml/2006/main">
              <a:ext uri="{FF2B5EF4-FFF2-40B4-BE49-F238E27FC236}">
                <a16:creationId xmlns:a16="http://schemas.microsoft.com/office/drawing/2014/main" id="{5894BC8C-49D3-48EE-A384-24EA3D31B59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7937936A-1997-47DC-82E7-0D28253AC8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62</a:t>
            </a:r>
          </a:p>
        </p:txBody>
      </p:sp>
    </p:spTree>
    <p:extLst>
      <p:ext uri="{BB962C8B-B14F-4D97-AF65-F5344CB8AC3E}">
        <p14:creationId xmlns:p14="http://schemas.microsoft.com/office/powerpoint/2010/main" val="20475349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2026-09-28T21:15:04.3990000Z</dcterms:created>
  <dcterms:modified xsi:type="dcterms:W3CDTF">2026-09-28T21:15:04.3990000Z</dcterms:modified>
</coreProperties>
</file>