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922616a54e0c4f7f" Type="http://schemas.openxmlformats.org/officeDocument/2006/relationships/officeDocument" Target="ppt/presentation.xml"/><Relationship Id="R9919659bee9b4e76" Type="http://schemas.openxmlformats.org/officeDocument/2006/relationships/extended-properties" Target="docProps/app.xml"/><Relationship Id="R9f59c7f506f7493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802203786dda4cb9"/>
  </p:sldMasterIdLst>
  <p:notesMasterIdLst>
    <p:notesMasterId xmlns:r="http://schemas.openxmlformats.org/officeDocument/2006/relationships" r:id="R11380381b9fd410a"/>
  </p:notesMasterIdLst>
  <p:sldIdLst>
    <p:sldId xmlns:r="http://schemas.openxmlformats.org/officeDocument/2006/relationships" id="256" r:id="R9b51b3200bc040d1"/>
    <p:sldId xmlns:r="http://schemas.openxmlformats.org/officeDocument/2006/relationships" id="257" r:id="R0bdda8e94e3546c1"/>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d5da80d64622488e"/>
    <p:sldId xmlns:r="http://schemas.openxmlformats.org/officeDocument/2006/relationships" id="259" r:id="R5f83e9544aa148ae"/>
    <p:sldId xmlns:r="http://schemas.openxmlformats.org/officeDocument/2006/relationships" id="260" r:id="R06c51b03dff54509"/>
    <p:sldId xmlns:r="http://schemas.openxmlformats.org/officeDocument/2006/relationships" id="261" r:id="R77a29c87aee34727"/>
    <p:sldId xmlns:r="http://schemas.openxmlformats.org/officeDocument/2006/relationships" id="262" r:id="R9480b8e846194fac"/>
    <p:sldId xmlns:ns0="http://schemas.openxmlformats.org/officeDocument/2006/relationships" id="319" ns0:id="rId63"/>
    <p:sldId xmlns:r="http://schemas.openxmlformats.org/officeDocument/2006/relationships" id="263" r:id="R28967ac29ee2474d"/>
    <p:sldId xmlns:r="http://schemas.openxmlformats.org/officeDocument/2006/relationships" id="264" r:id="Rce2545f0e81e484c"/>
    <p:sldId xmlns:r="http://schemas.openxmlformats.org/officeDocument/2006/relationships" id="265" r:id="R3fa4ead433084345"/>
    <p:sldId xmlns:r="http://schemas.openxmlformats.org/officeDocument/2006/relationships" id="266" r:id="R7e0d1cf538244b88"/>
    <p:sldId xmlns:r="http://schemas.openxmlformats.org/officeDocument/2006/relationships" id="267" r:id="R9a4bf7e2f6b14e7d"/>
    <p:sldId xmlns:r="http://schemas.openxmlformats.org/officeDocument/2006/relationships" id="268" r:id="Re0958646cec243d4"/>
    <p:sldId xmlns:r="http://schemas.openxmlformats.org/officeDocument/2006/relationships" id="269" r:id="R7465fafc597c4f28"/>
    <p:sldId xmlns:r="http://schemas.openxmlformats.org/officeDocument/2006/relationships" id="270" r:id="R70f77c1422c24f0e"/>
    <p:sldId xmlns:r="http://schemas.openxmlformats.org/officeDocument/2006/relationships" id="271" r:id="R526f673a37c74ce8"/>
    <p:sldId xmlns:r="http://schemas.openxmlformats.org/officeDocument/2006/relationships" id="272" r:id="Rf6dde681c697419b"/>
    <p:sldId xmlns:ns0="http://schemas.openxmlformats.org/officeDocument/2006/relationships" id="320" ns0:id="rId64"/>
    <p:sldId xmlns:ns0="http://schemas.openxmlformats.org/officeDocument/2006/relationships" id="325" ns0:id="rId69"/>
    <p:sldId xmlns:r="http://schemas.openxmlformats.org/officeDocument/2006/relationships" id="273" r:id="R880cc2ac6a834635"/>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217ce07c58624ca0"/>
    <p:sldId xmlns:r="http://schemas.openxmlformats.org/officeDocument/2006/relationships" id="275" r:id="R1d0131d80eb14ecc"/>
    <p:sldId xmlns:r="http://schemas.openxmlformats.org/officeDocument/2006/relationships" id="276" r:id="R1eb157da81cf4a83"/>
    <p:sldId xmlns:r="http://schemas.openxmlformats.org/officeDocument/2006/relationships" id="277" r:id="R7360e267fbdc4766"/>
    <p:sldId xmlns:r="http://schemas.openxmlformats.org/officeDocument/2006/relationships" id="278" r:id="Rd97734ad6eb84f0d"/>
    <p:sldId xmlns:r="http://schemas.openxmlformats.org/officeDocument/2006/relationships" id="279" r:id="R9c7ec935b7c24c5e"/>
    <p:sldId xmlns:r="http://schemas.openxmlformats.org/officeDocument/2006/relationships" id="280" r:id="Rfebc435162484848"/>
    <p:sldId xmlns:r="http://schemas.openxmlformats.org/officeDocument/2006/relationships" id="281" r:id="R81eb25d87cd84d33"/>
    <p:sldId xmlns:r="http://schemas.openxmlformats.org/officeDocument/2006/relationships" id="282" r:id="Ra586dffabf27440f"/>
    <p:sldId xmlns:r="http://schemas.openxmlformats.org/officeDocument/2006/relationships" id="283" r:id="Rd10c3fde34fa4a96"/>
    <p:sldId xmlns:ns0="http://schemas.openxmlformats.org/officeDocument/2006/relationships" id="329" ns0:id="rId73"/>
    <p:sldId xmlns:r="http://schemas.openxmlformats.org/officeDocument/2006/relationships" id="284" r:id="Rc8201555005c480d"/>
    <p:sldId xmlns:r="http://schemas.openxmlformats.org/officeDocument/2006/relationships" id="285" r:id="R6c41879fc2b349f1"/>
    <p:sldId xmlns:r="http://schemas.openxmlformats.org/officeDocument/2006/relationships" id="286" r:id="R77552c5546ca4922"/>
    <p:sldId xmlns:r="http://schemas.openxmlformats.org/officeDocument/2006/relationships" id="287" r:id="Rc644d3cd8e7e44d0"/>
    <p:sldId xmlns:r="http://schemas.openxmlformats.org/officeDocument/2006/relationships" id="288" r:id="R6b0aae3820514b2e"/>
    <p:sldId xmlns:r="http://schemas.openxmlformats.org/officeDocument/2006/relationships" id="289" r:id="Rcf159179ea524010"/>
    <p:sldId xmlns:r="http://schemas.openxmlformats.org/officeDocument/2006/relationships" id="290" r:id="R634ea51b96524c27"/>
    <p:sldId xmlns:r="http://schemas.openxmlformats.org/officeDocument/2006/relationships" id="291" r:id="Re68fbb3f59b144fc"/>
    <p:sldId xmlns:r="http://schemas.openxmlformats.org/officeDocument/2006/relationships" id="292" r:id="R5bcc8210afac4e20"/>
    <p:sldId xmlns:r="http://schemas.openxmlformats.org/officeDocument/2006/relationships" id="293" r:id="R7e3a7b6bd0a14e56"/>
    <p:sldId xmlns:r="http://schemas.openxmlformats.org/officeDocument/2006/relationships" id="294" r:id="Rf75162fcdcd74d60"/>
    <p:sldId xmlns:r="http://schemas.openxmlformats.org/officeDocument/2006/relationships" id="295" r:id="R40cc1fc80e884970"/>
    <p:sldId xmlns:r="http://schemas.openxmlformats.org/officeDocument/2006/relationships" id="296" r:id="R864f5b94d94e4eba"/>
    <p:sldId xmlns:r="http://schemas.openxmlformats.org/officeDocument/2006/relationships" id="297" r:id="R0587c90d5ee34494"/>
    <p:sldId xmlns:ns0="http://schemas.openxmlformats.org/officeDocument/2006/relationships" id="330" ns0:id="rId74"/>
    <p:sldId xmlns:ns0="http://schemas.openxmlformats.org/officeDocument/2006/relationships" id="331" ns0:id="rId75"/>
    <p:sldId xmlns:r="http://schemas.openxmlformats.org/officeDocument/2006/relationships" id="298" r:id="Rabc33448bae54163"/>
    <p:sldId xmlns:r="http://schemas.openxmlformats.org/officeDocument/2006/relationships" id="299" r:id="R539f827293eb4a99"/>
    <p:sldId xmlns:r="http://schemas.openxmlformats.org/officeDocument/2006/relationships" id="300" r:id="Ra8fd4ec76e5b49b1"/>
    <p:sldId xmlns:r="http://schemas.openxmlformats.org/officeDocument/2006/relationships" id="301" r:id="Rdd9828b83f1c4ab4"/>
    <p:sldId xmlns:ns0="http://schemas.openxmlformats.org/officeDocument/2006/relationships" id="332" ns0:id="rId76"/>
    <p:sldId xmlns:r="http://schemas.openxmlformats.org/officeDocument/2006/relationships" id="302" r:id="R7cc8a8dbe1194e28"/>
    <p:sldId xmlns:r="http://schemas.openxmlformats.org/officeDocument/2006/relationships" id="303" r:id="Rb6ed20559cc34f75"/>
    <p:sldId xmlns:r="http://schemas.openxmlformats.org/officeDocument/2006/relationships" id="304" r:id="R4f302e3f0f544894"/>
    <p:sldId xmlns:r="http://schemas.openxmlformats.org/officeDocument/2006/relationships" id="305" r:id="R18500b9dd4a54427"/>
    <p:sldId xmlns:r="http://schemas.openxmlformats.org/officeDocument/2006/relationships" id="306" r:id="R3b93f9b8c3f848ca"/>
    <p:sldId xmlns:r="http://schemas.openxmlformats.org/officeDocument/2006/relationships" id="313" r:id="R6982379fb6f845b3"/>
    <p:sldId xmlns:r="http://schemas.openxmlformats.org/officeDocument/2006/relationships" id="314" r:id="R89b84514a5554c00"/>
    <p:sldId xmlns:r="http://schemas.openxmlformats.org/officeDocument/2006/relationships" id="315" r:id="R1468cd39ae154f3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587c90d5ee34494" Type="http://schemas.openxmlformats.org/officeDocument/2006/relationships/slide" Target="slides/slide56.xml"/><Relationship Id="R06c51b03dff54509" Type="http://schemas.openxmlformats.org/officeDocument/2006/relationships/slide" Target="slides/slide8.xml"/><Relationship Id="R0bdda8e94e3546c1" Type="http://schemas.openxmlformats.org/officeDocument/2006/relationships/slide" Target="slides/slide2.xml"/><Relationship Id="R11380381b9fd410a" Type="http://schemas.openxmlformats.org/officeDocument/2006/relationships/notesMaster" Target="notesMasters/notesMaster1.xml"/><Relationship Id="R1468cd39ae154f31" Type="http://schemas.openxmlformats.org/officeDocument/2006/relationships/slide" Target="slides/slide71.xml"/><Relationship Id="R18500b9dd4a54427" Type="http://schemas.openxmlformats.org/officeDocument/2006/relationships/slide" Target="slides/slide67.xml"/><Relationship Id="R1d0131d80eb14ecc" Type="http://schemas.openxmlformats.org/officeDocument/2006/relationships/slide" Target="slides/slide33.xml"/><Relationship Id="R1eb157da81cf4a83" Type="http://schemas.openxmlformats.org/officeDocument/2006/relationships/slide" Target="slides/slide34.xml"/><Relationship Id="R217ce07c58624ca0" Type="http://schemas.openxmlformats.org/officeDocument/2006/relationships/slide" Target="slides/slide32.xml"/><Relationship Id="R28967ac29ee2474d" Type="http://schemas.openxmlformats.org/officeDocument/2006/relationships/slide" Target="slides/slide12.xml"/><Relationship Id="R3b93f9b8c3f848ca" Type="http://schemas.openxmlformats.org/officeDocument/2006/relationships/slide" Target="slides/slide68.xml"/><Relationship Id="R3fa4ead433084345" Type="http://schemas.openxmlformats.org/officeDocument/2006/relationships/slide" Target="slides/slide14.xml"/><Relationship Id="R40cc1fc80e884970" Type="http://schemas.openxmlformats.org/officeDocument/2006/relationships/slide" Target="slides/slide54.xml"/><Relationship Id="R4f302e3f0f544894" Type="http://schemas.openxmlformats.org/officeDocument/2006/relationships/slide" Target="slides/slide66.xml"/><Relationship Id="R526f673a37c74ce8" Type="http://schemas.openxmlformats.org/officeDocument/2006/relationships/slide" Target="slides/slide20.xml"/><Relationship Id="R539f827293eb4a99" Type="http://schemas.openxmlformats.org/officeDocument/2006/relationships/slide" Target="slides/slide60.xml"/><Relationship Id="R5bcc8210afac4e20" Type="http://schemas.openxmlformats.org/officeDocument/2006/relationships/slide" Target="slides/slide51.xml"/><Relationship Id="R5f83e9544aa148ae" Type="http://schemas.openxmlformats.org/officeDocument/2006/relationships/slide" Target="slides/slide7.xml"/><Relationship Id="R634ea51b96524c27" Type="http://schemas.openxmlformats.org/officeDocument/2006/relationships/slide" Target="slides/slide49.xml"/><Relationship Id="R6982379fb6f845b3" Type="http://schemas.openxmlformats.org/officeDocument/2006/relationships/slide" Target="slides/slide69.xml"/><Relationship Id="R6b0aae3820514b2e" Type="http://schemas.openxmlformats.org/officeDocument/2006/relationships/slide" Target="slides/slide47.xml"/><Relationship Id="R6c41879fc2b349f1" Type="http://schemas.openxmlformats.org/officeDocument/2006/relationships/slide" Target="slides/slide44.xml"/><Relationship Id="R70f77c1422c24f0e" Type="http://schemas.openxmlformats.org/officeDocument/2006/relationships/slide" Target="slides/slide19.xml"/><Relationship Id="R7360e267fbdc4766" Type="http://schemas.openxmlformats.org/officeDocument/2006/relationships/slide" Target="slides/slide35.xml"/><Relationship Id="R7465fafc597c4f28" Type="http://schemas.openxmlformats.org/officeDocument/2006/relationships/slide" Target="slides/slide18.xml"/><Relationship Id="R77552c5546ca4922" Type="http://schemas.openxmlformats.org/officeDocument/2006/relationships/slide" Target="slides/slide45.xml"/><Relationship Id="R77a29c87aee34727" Type="http://schemas.openxmlformats.org/officeDocument/2006/relationships/slide" Target="slides/slide9.xml"/><Relationship Id="R7cc8a8dbe1194e28" Type="http://schemas.openxmlformats.org/officeDocument/2006/relationships/slide" Target="slides/slide64.xml"/><Relationship Id="R7e0d1cf538244b88" Type="http://schemas.openxmlformats.org/officeDocument/2006/relationships/slide" Target="slides/slide15.xml"/><Relationship Id="R7e3a7b6bd0a14e56" Type="http://schemas.openxmlformats.org/officeDocument/2006/relationships/slide" Target="slides/slide52.xml"/><Relationship Id="R802203786dda4cb9" Type="http://schemas.openxmlformats.org/officeDocument/2006/relationships/slideMaster" Target="slideMasters/slideMaster1.xml"/><Relationship Id="R81eb25d87cd84d33" Type="http://schemas.openxmlformats.org/officeDocument/2006/relationships/slide" Target="slides/slide39.xml"/><Relationship Id="R81f6fd321a1f4f6d" Type="http://schemas.openxmlformats.org/officeDocument/2006/relationships/presProps" Target="presProps.xml"/><Relationship Id="R864f5b94d94e4eba" Type="http://schemas.openxmlformats.org/officeDocument/2006/relationships/slide" Target="slides/slide55.xml"/><Relationship Id="R880cc2ac6a834635" Type="http://schemas.openxmlformats.org/officeDocument/2006/relationships/slide" Target="slides/slide24.xml"/><Relationship Id="R89b84514a5554c00" Type="http://schemas.openxmlformats.org/officeDocument/2006/relationships/slide" Target="slides/slide70.xml"/><Relationship Id="R91f319aa73f64ed5" Type="http://schemas.openxmlformats.org/officeDocument/2006/relationships/theme" Target="theme/theme1.xml"/><Relationship Id="R9480b8e846194fac" Type="http://schemas.openxmlformats.org/officeDocument/2006/relationships/slide" Target="slides/slide10.xml"/><Relationship Id="R9a4bf7e2f6b14e7d" Type="http://schemas.openxmlformats.org/officeDocument/2006/relationships/slide" Target="slides/slide16.xml"/><Relationship Id="R9b51b3200bc040d1" Type="http://schemas.openxmlformats.org/officeDocument/2006/relationships/slide" Target="slides/slide1.xml"/><Relationship Id="R9c7ec935b7c24c5e" Type="http://schemas.openxmlformats.org/officeDocument/2006/relationships/slide" Target="slides/slide37.xml"/><Relationship Id="Ra586dffabf27440f" Type="http://schemas.openxmlformats.org/officeDocument/2006/relationships/slide" Target="slides/slide40.xml"/><Relationship Id="Ra8fd4ec76e5b49b1" Type="http://schemas.openxmlformats.org/officeDocument/2006/relationships/slide" Target="slides/slide61.xml"/><Relationship Id="Rabc33448bae54163" Type="http://schemas.openxmlformats.org/officeDocument/2006/relationships/slide" Target="slides/slide59.xml"/><Relationship Id="Rb6ed20559cc34f75" Type="http://schemas.openxmlformats.org/officeDocument/2006/relationships/slide" Target="slides/slide65.xml"/><Relationship Id="Rc644d3cd8e7e44d0" Type="http://schemas.openxmlformats.org/officeDocument/2006/relationships/slide" Target="slides/slide46.xml"/><Relationship Id="Rc8201555005c480d" Type="http://schemas.openxmlformats.org/officeDocument/2006/relationships/slide" Target="slides/slide43.xml"/><Relationship Id="Rce2545f0e81e484c" Type="http://schemas.openxmlformats.org/officeDocument/2006/relationships/slide" Target="slides/slide13.xml"/><Relationship Id="Rcf159179ea524010" Type="http://schemas.openxmlformats.org/officeDocument/2006/relationships/slide" Target="slides/slide48.xml"/><Relationship Id="Rcf2f40eb0caf4f6c" Type="http://schemas.openxmlformats.org/officeDocument/2006/relationships/tableStyles" Target="tableStyles.xml"/><Relationship Id="Rd10c3fde34fa4a96" Type="http://schemas.openxmlformats.org/officeDocument/2006/relationships/slide" Target="slides/slide41.xml"/><Relationship Id="Rd5da80d64622488e" Type="http://schemas.openxmlformats.org/officeDocument/2006/relationships/slide" Target="slides/slide6.xml"/><Relationship Id="Rd97734ad6eb84f0d" Type="http://schemas.openxmlformats.org/officeDocument/2006/relationships/slide" Target="slides/slide36.xml"/><Relationship Id="Rdd9828b83f1c4ab4" Type="http://schemas.openxmlformats.org/officeDocument/2006/relationships/slide" Target="slides/slide62.xml"/><Relationship Id="Re0958646cec243d4" Type="http://schemas.openxmlformats.org/officeDocument/2006/relationships/slide" Target="slides/slide17.xml"/><Relationship Id="Re68fbb3f59b144fc" Type="http://schemas.openxmlformats.org/officeDocument/2006/relationships/slide" Target="slides/slide50.xml"/><Relationship Id="Rf6dde681c697419b" Type="http://schemas.openxmlformats.org/officeDocument/2006/relationships/slide" Target="slides/slide21.xml"/><Relationship Id="Rf75162fcdcd74d60" Type="http://schemas.openxmlformats.org/officeDocument/2006/relationships/slide" Target="slides/slide53.xml"/><Relationship Id="Rfebc435162484848" Type="http://schemas.openxmlformats.org/officeDocument/2006/relationships/slide" Target="slides/slide38.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85c6377a4697422d"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569111cad1fe4961" Type="http://schemas.openxmlformats.org/officeDocument/2006/relationships/slide" Target="../slides/slide1.xml"/><Relationship Id="Rec61497c428e472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bbdaf3bf9ca145d0" Type="http://schemas.openxmlformats.org/officeDocument/2006/relationships/slide" Target="../slides/slide2.xml"/><Relationship Id="Rd155a537e0f14a0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9c48c43e177448dd" Type="http://schemas.openxmlformats.org/officeDocument/2006/relationships/slide" Target="../slides/slide6.xml"/><Relationship Id="Rc9e2d0432ec84016"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8bf407c4cee549f5" Type="http://schemas.openxmlformats.org/officeDocument/2006/relationships/slide" Target="../slides/slide7.xml"/><Relationship Id="Rf0fd12ef9b1e470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a01aa645a8f4679" Type="http://schemas.openxmlformats.org/officeDocument/2006/relationships/slide" Target="../slides/slide8.xml"/><Relationship Id="R1e17422abc48462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b778f9c1dbcf421f" Type="http://schemas.openxmlformats.org/officeDocument/2006/relationships/slide" Target="../slides/slide9.xml"/><Relationship Id="Rd118fc1c19c04d14"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5f8a92e9662b4d44" Type="http://schemas.openxmlformats.org/officeDocument/2006/relationships/notesMaster" Target="../notesMasters/notesMaster1.xml"/><Relationship Id="Ra84f502cd883459f"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ba81742f4f544580" Type="http://schemas.openxmlformats.org/officeDocument/2006/relationships/slide" Target="../slides/slide12.xml"/><Relationship Id="Rea49e6f711b34ab4"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7d5f7d149074ce8" Type="http://schemas.openxmlformats.org/officeDocument/2006/relationships/slide" Target="../slides/slide13.xml"/><Relationship Id="R5dd197944da14ec0"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7fa96154ffa141f3" Type="http://schemas.openxmlformats.org/officeDocument/2006/relationships/notesMaster" Target="../notesMasters/notesMaster1.xml"/><Relationship Id="Rcef7806f6b794ce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ff83bc7b0544dce" Type="http://schemas.openxmlformats.org/officeDocument/2006/relationships/slide" Target="../slides/slide15.xml"/><Relationship Id="Rf28f6038d88040fa"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5f10673b639421c" Type="http://schemas.openxmlformats.org/officeDocument/2006/relationships/slide" Target="../slides/slide16.xml"/><Relationship Id="Rb48f9f4714d2433a"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2fdd3a5f839d44d2" Type="http://schemas.openxmlformats.org/officeDocument/2006/relationships/slide" Target="../slides/slide17.xml"/><Relationship Id="Ra2284f84e8b4493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c1072ad753f441e" Type="http://schemas.openxmlformats.org/officeDocument/2006/relationships/slide" Target="../slides/slide18.xml"/><Relationship Id="Rf10d69af89694ed4"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15d87b674fb248d3" Type="http://schemas.openxmlformats.org/officeDocument/2006/relationships/slide" Target="../slides/slide19.xml"/><Relationship Id="Rdc02aa9fb4b34be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98b67ff1351640c2" Type="http://schemas.openxmlformats.org/officeDocument/2006/relationships/notesMaster" Target="../notesMasters/notesMaster1.xml"/><Relationship Id="Rcb0c0c297981479a"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925160290d94d16" Type="http://schemas.openxmlformats.org/officeDocument/2006/relationships/notesMaster" Target="../notesMasters/notesMaster1.xml"/><Relationship Id="Rccdd842d698b413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8f00fea42ba488c" Type="http://schemas.openxmlformats.org/officeDocument/2006/relationships/notesMaster" Target="../notesMasters/notesMaster1.xml"/><Relationship Id="Rdbec846cd3574f3c"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4fb5891f15a48d1" Type="http://schemas.openxmlformats.org/officeDocument/2006/relationships/slide" Target="../slides/slide32.xml"/><Relationship Id="R6edc8ea9ef564638"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dae9b35368fd46ba" Type="http://schemas.openxmlformats.org/officeDocument/2006/relationships/slide" Target="../slides/slide33.xml"/><Relationship Id="Rf130f8e7fbeb4ad6"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048ec4bd1ffa4689" Type="http://schemas.openxmlformats.org/officeDocument/2006/relationships/notesMaster" Target="../notesMasters/notesMaster1.xml"/><Relationship Id="Rec69430992b5409f"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208fb1893ef142f0" Type="http://schemas.openxmlformats.org/officeDocument/2006/relationships/slide" Target="../slides/slide35.xml"/><Relationship Id="Re76745592c004c5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7321d443e3474461" Type="http://schemas.openxmlformats.org/officeDocument/2006/relationships/notesMaster" Target="../notesMasters/notesMaster1.xml"/><Relationship Id="Rc37c1232d37143e4"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69e0fa89fdf2493f" Type="http://schemas.openxmlformats.org/officeDocument/2006/relationships/slide" Target="../slides/slide37.xml"/><Relationship Id="R83a76c2591604dae"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1ebd793b6be44899" Type="http://schemas.openxmlformats.org/officeDocument/2006/relationships/notesMaster" Target="../notesMasters/notesMaster1.xml"/><Relationship Id="R62206d2976bb464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dac0bc34ab2b4768" Type="http://schemas.openxmlformats.org/officeDocument/2006/relationships/slide" Target="../slides/slide39.xml"/><Relationship Id="Reb3d2958e2624ac4"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722cf42f16a43a5" Type="http://schemas.openxmlformats.org/officeDocument/2006/relationships/slide" Target="../slides/slide40.xml"/><Relationship Id="R84b32c4ecb374066"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4ca1f7378a3940e7" Type="http://schemas.openxmlformats.org/officeDocument/2006/relationships/notesMaster" Target="../notesMasters/notesMaster1.xml"/><Relationship Id="Rc58c9c2d150c4974"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40010a1db77b464b" Type="http://schemas.openxmlformats.org/officeDocument/2006/relationships/notesMaster" Target="../notesMasters/notesMaster1.xml"/><Relationship Id="Re96e35a8ffdf435b"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bb2448e061404072" Type="http://schemas.openxmlformats.org/officeDocument/2006/relationships/slide" Target="../slides/slide44.xml"/><Relationship Id="Rdcff97ea93d247e6"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313630d7cbba4840" Type="http://schemas.openxmlformats.org/officeDocument/2006/relationships/slide" Target="../slides/slide45.xml"/><Relationship Id="R7ec6e9fe18b14844"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1506f2d9536b4356" Type="http://schemas.openxmlformats.org/officeDocument/2006/relationships/notesMaster" Target="../notesMasters/notesMaster1.xml"/><Relationship Id="R3ab952aea65a420f"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12bde40c5b0b4129" Type="http://schemas.openxmlformats.org/officeDocument/2006/relationships/slide" Target="../slides/slide47.xml"/><Relationship Id="R4bc31d83ffa94a1a"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bd8987d22f574460" Type="http://schemas.openxmlformats.org/officeDocument/2006/relationships/slide" Target="../slides/slide48.xml"/><Relationship Id="Rd1fe944221994ba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41580c442335477a" Type="http://schemas.openxmlformats.org/officeDocument/2006/relationships/slide" Target="../slides/slide49.xml"/><Relationship Id="R8b61e2ab48404a10"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8fdb55be9e3e4de2" Type="http://schemas.openxmlformats.org/officeDocument/2006/relationships/notesMaster" Target="../notesMasters/notesMaster1.xml"/><Relationship Id="Rf7d9974e2ab24d84"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2c8658e7d17149fe" Type="http://schemas.openxmlformats.org/officeDocument/2006/relationships/notesMaster" Target="../notesMasters/notesMaster1.xml"/><Relationship Id="Rdb058cf7ede94c86"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daa516ac04974452" Type="http://schemas.openxmlformats.org/officeDocument/2006/relationships/notesMaster" Target="../notesMasters/notesMaster1.xml"/><Relationship Id="Rdfe9009b2a504f9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9fa1893a2464420c" Type="http://schemas.openxmlformats.org/officeDocument/2006/relationships/notesMaster" Target="../notesMasters/notesMaster1.xml"/><Relationship Id="Rcbba1fc0cf71440b"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54f1528ee3654bdd" Type="http://schemas.openxmlformats.org/officeDocument/2006/relationships/slide" Target="../slides/slide54.xml"/><Relationship Id="Rf4004af05adc4f45"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2bd2699fbba04b83" Type="http://schemas.openxmlformats.org/officeDocument/2006/relationships/notesMaster" Target="../notesMasters/notesMaster1.xml"/><Relationship Id="Rb7a1c46eea094967"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3aa01820e29541b7" Type="http://schemas.openxmlformats.org/officeDocument/2006/relationships/notesMaster" Target="../notesMasters/notesMaster1.xml"/><Relationship Id="R74828571926d49bb"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4e8e3634d57a45da" Type="http://schemas.openxmlformats.org/officeDocument/2006/relationships/notesMaster" Target="../notesMasters/notesMaster1.xml"/><Relationship Id="Rb979a0e2df3c4173"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8355f0be5bc94405" Type="http://schemas.openxmlformats.org/officeDocument/2006/relationships/slide" Target="../slides/slide60.xml"/><Relationship Id="Ra71b597070234bf9"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d354bf6d767c4700" Type="http://schemas.openxmlformats.org/officeDocument/2006/relationships/notesMaster" Target="../notesMasters/notesMaster1.xml"/><Relationship Id="Rf06398f9c2524a60"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8bf7b0b8ee1b4886" Type="http://schemas.openxmlformats.org/officeDocument/2006/relationships/slide" Target="../slides/slide62.xml"/><Relationship Id="Re4b776a5cadb4637"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15d1e2f57fe641da" Type="http://schemas.openxmlformats.org/officeDocument/2006/relationships/slide" Target="../slides/slide64.xml"/><Relationship Id="R544a021f721349c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18cde215d00049ff" Type="http://schemas.openxmlformats.org/officeDocument/2006/relationships/notesMaster" Target="../notesMasters/notesMaster1.xml"/><Relationship Id="R3d1a01e00cad4d2b"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0c624408718d4915" Type="http://schemas.openxmlformats.org/officeDocument/2006/relationships/notesMaster" Target="../notesMasters/notesMaster1.xml"/><Relationship Id="Rd3116ae707354517"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17bc23adbef84712" Type="http://schemas.openxmlformats.org/officeDocument/2006/relationships/slide" Target="../slides/slide67.xml"/><Relationship Id="R90334cd380274657"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dd90af5924f04755" Type="http://schemas.openxmlformats.org/officeDocument/2006/relationships/slide" Target="../slides/slide68.xml"/><Relationship Id="Rf4e0b8cdb52e485f"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101e16c19ce54f1f" Type="http://schemas.openxmlformats.org/officeDocument/2006/relationships/slide" Target="../slides/slide69.xml"/><Relationship Id="R990bdefd6a144ce0"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680de49e4c0043be" Type="http://schemas.openxmlformats.org/officeDocument/2006/relationships/notesMaster" Target="../notesMasters/notesMaster1.xml"/><Relationship Id="R95d0fdc1ab66416d"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b769f31b10164dad" Type="http://schemas.openxmlformats.org/officeDocument/2006/relationships/slide" Target="../slides/slide71.xml"/><Relationship Id="Rddc7d7ba48dc4cd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motor temperature, and we measure how far each one misses,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motor temperature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motor temperature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motor temperature.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motor temperature runs up the side. The dots rise from left to right, and across the 58 training rows the correlation between load and target is 0.95,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deg C. The mean of the squared errors is the MSE, twelve point two five. Its unit is the target unit squared, which is awkward to read. Take its square root and we get the RMSE, three point five, back in deg C.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31.2 and a slope of 0.666. So each extra percent of load adds about 0.67 deg C to the motor temperature. At seventy percent load the line predicts 77.8 deg C.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78.383, in deg C.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motor temperature in deg C,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42.94 percent? If yes, go left. Otherwise go right.</a:t>
            </a:r>
          </a:p>
          <a:p/>
          <a:p>
            <a:r>
              <a:t>The boxes at the bottom are called leaves. Each leaf predicts the average motor temperature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deg C,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deg C is itself in deg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deg C.</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deg C,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deg C.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deg C.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14.85 deg C on average. The tree misses by 4.79. The line misses by 0.78.</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motor temperature. The target is measured in deg C, so every error you report is in deg C.</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go in one complete notebook, and you submit that single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this week's assignment submission, the regression and baseline notebook.</a:t>
            </a:r>
          </a:p>
          <a:p xmlns:a="http://schemas.openxmlformats.org/drawingml/2006/main"/>
          <a:p xmlns:a="http://schemas.openxmlformats.org/drawingml/2006/main">
            <a:r>
              <a:t>Check the opening time, the deadline and the form link on the slide. When you open the form, enter your full Student Registration Number, so your work is matched to you.</a:t>
            </a:r>
          </a:p>
          <a:p xmlns:a="http://schemas.openxmlformats.org/drawingml/2006/main"/>
          <a:p xmlns:a="http://schemas.openxmlformats.org/drawingml/2006/main">
            <a:r>
              <a:t>Submit one complete notebook, then wait until the file name appears before you press Submit. Keep the submitted files and the confirmation message you receive, as your proof that the work went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comes the Week 8 quiz. You answer it individually.</a:t>
            </a:r>
          </a:p>
          <a:p xmlns:a="http://schemas.openxmlformats.org/drawingml/2006/main"/>
          <a:p xmlns:a="http://schemas.openxmlformats.org/drawingml/2006/main">
            <a:r>
              <a:t>The quiz opens when the lecturer activates it, and it then stays open for twenty-four hours. Use your Student Registration Number and your registered account when you fill in the form. Check the announced closing time on the slide, so you know when it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deg C tells you about the predictions.</a:t>
            </a:r>
          </a:p>
          <a:p xmlns:a="http://schemas.openxmlformats.org/drawingml/2006/main"/>
          <a:p xmlns:a="http://schemas.openxmlformats.org/drawingml/2006/main">
            <a:r>
              <a:t>To submit, keep the raw data unchanged. Restart the notebook and run all the cells from the top, so you know the whole notebook works in order, and then submit the required assignment notebook.</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38b5d37b7984a8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68139bce7264c2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0b004f8fcc24b4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ead5c2dc72f465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cd319379e586408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b9aac38761cc4d1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69527A-C01F-4E3E-BE6D-D901C655021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DEA8652-359E-4F1D-A247-2FBB4F5D1E99}"/>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5803F94-9985-4C44-AA5D-4345FA0C3716}"/>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41D632-8D4E-46CB-A4BF-6E3BACEEE46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9E3E3D7-8BD4-450C-BFC9-56D75923ABC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8318E05-0DBC-4F6E-B395-77121DC05A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A665E1D-85B4-4556-872C-FC8DA1D332F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4BA491B-2418-4276-A14F-2751B67D2E5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EC0F9D9-820D-4582-854F-E5DE74FFD0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33529CF-E675-45CC-86E3-B6242BD0759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79540bdbff0543e6" Type="http://schemas.openxmlformats.org/officeDocument/2006/relationships/slideLayout" Target="../slideLayouts/slideLayout3.xml"/><Relationship Id="R9956d37b7a4b42a2" Type="http://schemas.openxmlformats.org/officeDocument/2006/relationships/theme" Target="theme/theme2.xml"/><Relationship Id="Rc34e0ccc920249c5" Type="http://schemas.openxmlformats.org/officeDocument/2006/relationships/slideLayout" Target="../slideLayouts/slideLayout6.xml"/><Relationship Id="Rcfb2ae8ca2334b61" Type="http://schemas.openxmlformats.org/officeDocument/2006/relationships/slideLayout" Target="../slideLayouts/slideLayout1.xml"/><Relationship Id="Re3e1049b7514498c" Type="http://schemas.openxmlformats.org/officeDocument/2006/relationships/slideLayout" Target="../slideLayouts/slideLayout4.xml"/><Relationship Id="Re40fee541bf8469f" Type="http://schemas.openxmlformats.org/officeDocument/2006/relationships/slideLayout" Target="../slideLayouts/slideLayout5.xml"/><Relationship Id="Re7819d15ddff40d5"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fb2ae8ca2334b61"/>
    <p:sldLayoutId xmlns:r="http://schemas.openxmlformats.org/officeDocument/2006/relationships" id="2147483650" r:id="Re7819d15ddff40d5"/>
    <p:sldLayoutId xmlns:r="http://schemas.openxmlformats.org/officeDocument/2006/relationships" id="2147483651" r:id="R79540bdbff0543e6"/>
    <p:sldLayoutId xmlns:r="http://schemas.openxmlformats.org/officeDocument/2006/relationships" id="2147483652" r:id="Re3e1049b7514498c"/>
    <p:sldLayoutId xmlns:r="http://schemas.openxmlformats.org/officeDocument/2006/relationships" id="2147483653" r:id="Re40fee541bf8469f"/>
    <p:sldLayoutId xmlns:r="http://schemas.openxmlformats.org/officeDocument/2006/relationships" id="2147483654" r:id="Rc34e0ccc920249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07ec23da1134142" Type="http://schemas.openxmlformats.org/officeDocument/2006/relationships/notesSlide" Target="../notesSlides/notesSlide1.xml"/><Relationship Id="R4debf175507a49db" Type="http://schemas.openxmlformats.org/officeDocument/2006/relationships/image" Target="../media/image.png"/><Relationship Id="R9ea36029944c4580"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fe42eed62ee4f6e" Type="http://schemas.openxmlformats.org/officeDocument/2006/relationships/slideLayout" Target="../slideLayouts/slideLayout6.xml"/><Relationship Id="R7dabdd9f49ef40fc"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d99fc049bb64036" Type="http://schemas.openxmlformats.org/officeDocument/2006/relationships/slideLayout" Target="../slideLayouts/slideLayout6.xml"/><Relationship Id="R659fd3f487db47b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4a69bd9f058488d" Type="http://schemas.openxmlformats.org/officeDocument/2006/relationships/slideLayout" Target="../slideLayouts/slideLayout6.xml"/><Relationship Id="Rec5491aa10d6417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b824f75d05784955" Type="http://schemas.openxmlformats.org/officeDocument/2006/relationships/slideLayout" Target="../slideLayouts/slideLayout6.xml"/><Relationship Id="Reee2bfd4120742b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332ccc3e57e48cc" Type="http://schemas.openxmlformats.org/officeDocument/2006/relationships/slideLayout" Target="../slideLayouts/slideLayout6.xml"/><Relationship Id="R8d940994104249df"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63c124dc33043ef" Type="http://schemas.openxmlformats.org/officeDocument/2006/relationships/notesSlide" Target="../notesSlides/notesSlide10.xml"/><Relationship Id="R715588741e9847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68293264d104086" Type="http://schemas.openxmlformats.org/officeDocument/2006/relationships/notesSlide" Target="../notesSlides/notesSlide12.xml"/><Relationship Id="Rd22adc40c5714a36"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efa7f72e1eb48f2" Type="http://schemas.openxmlformats.org/officeDocument/2006/relationships/notesSlide" Target="../notesSlides/notesSlide13.xml"/><Relationship Id="R501555ed6fd54929"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1434e6f204aa4647" Type="http://schemas.openxmlformats.org/officeDocument/2006/relationships/slideLayout" Target="../slideLayouts/slideLayout6.xml"/><Relationship Id="Re777f3d810c54bcb"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5a67dde6b88c49a6" Type="http://schemas.openxmlformats.org/officeDocument/2006/relationships/notesSlide" Target="../notesSlides/notesSlide15.xml"/><Relationship Id="Rf39e15a0cb2e4513"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32e4bd2c2e4c4b8e" Type="http://schemas.openxmlformats.org/officeDocument/2006/relationships/slideLayout" Target="../slideLayouts/slideLayout6.xml"/><Relationship Id="Re5baf159e3c84e9f"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a0d4a352ff934b46" Type="http://schemas.openxmlformats.org/officeDocument/2006/relationships/slideLayout" Target="../slideLayouts/slideLayout6.xml"/><Relationship Id="Ra98ee9548d4b441d"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389c06fb45f64f1b" Type="http://schemas.openxmlformats.org/officeDocument/2006/relationships/notesSlide" Target="../notesSlides/notesSlide18.xml"/><Relationship Id="R56c4bca1562f43e5"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22596598aed461c" Type="http://schemas.openxmlformats.org/officeDocument/2006/relationships/slideLayout" Target="../slideLayouts/slideLayout6.xml"/><Relationship Id="R7494563ff25c4ea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5361878c9ffa41ac" Type="http://schemas.openxmlformats.org/officeDocument/2006/relationships/notesSlide" Target="../notesSlides/notesSlide20.xml"/><Relationship Id="R5bc2b2e5f02448e5"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6e3c5afc6a04d2b" Type="http://schemas.openxmlformats.org/officeDocument/2006/relationships/notesSlide" Target="../notesSlides/notesSlide21.xml"/><Relationship Id="Ra4a62924c54f4382"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3011289b0ff4dfa" Type="http://schemas.openxmlformats.org/officeDocument/2006/relationships/notesSlide" Target="../notesSlides/notesSlide24.xml"/><Relationship Id="R52714619f93e421f" Type="http://schemas.openxmlformats.org/officeDocument/2006/relationships/slideLayout" Target="../slideLayouts/slideLayout6.xml"/><Relationship Id="R5513247c94834b4f"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0820499d0484fc3" Type="http://schemas.openxmlformats.org/officeDocument/2006/relationships/slideLayout" Target="../slideLayouts/slideLayout6.xml"/><Relationship Id="R5a4aba54bd82425f"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decd5f37201f486f" Type="http://schemas.openxmlformats.org/officeDocument/2006/relationships/slideLayout" Target="../slideLayouts/slideLayout6.xml"/><Relationship Id="Rf403cb944dd341a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cb601d88510b48a9" Type="http://schemas.openxmlformats.org/officeDocument/2006/relationships/slideLayout" Target="../slideLayouts/slideLayout6.xml"/><Relationship Id="Re2e85ef6db5a4b71"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52840e8452cd467b" Type="http://schemas.openxmlformats.org/officeDocument/2006/relationships/notesSlide" Target="../notesSlides/notesSlide35.xml"/><Relationship Id="Rc85789e69f074337"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87e12b45868b418a" Type="http://schemas.openxmlformats.org/officeDocument/2006/relationships/notesSlide" Target="../notesSlides/notesSlide36.xml"/><Relationship Id="Rdd15afd4f21144f4"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1d77efead7994a71" Type="http://schemas.openxmlformats.org/officeDocument/2006/relationships/slideLayout" Target="../slideLayouts/slideLayout6.xml"/><Relationship Id="R5cf07fe45709435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2e833ef5cbdc4fb3" Type="http://schemas.openxmlformats.org/officeDocument/2006/relationships/slideLayout" Target="../slideLayouts/slideLayout6.xml"/><Relationship Id="R706e584d10a74141"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51a6f28270b4889" Type="http://schemas.openxmlformats.org/officeDocument/2006/relationships/notesSlide" Target="../notesSlides/notesSlide39.xml"/><Relationship Id="Rae3da121f3a045e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46d8228ee83d48c8" Type="http://schemas.openxmlformats.org/officeDocument/2006/relationships/slideLayout" Target="../slideLayouts/slideLayout6.xml"/><Relationship Id="R9b1f2d8ee5fe485c"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812b52e1170a4206" Type="http://schemas.openxmlformats.org/officeDocument/2006/relationships/notesSlide" Target="../notesSlides/notesSlide41.xml"/><Relationship Id="Rfb4a1ba93e2c4d67"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2eaa0eb4fc8542b9" Type="http://schemas.openxmlformats.org/officeDocument/2006/relationships/notesSlide" Target="../notesSlides/notesSlide43.xml"/><Relationship Id="Re6901b80fd6d4a97"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3e5d5bac498341e8" Type="http://schemas.openxmlformats.org/officeDocument/2006/relationships/slideLayout" Target="../slideLayouts/slideLayout6.xml"/><Relationship Id="R666707043bde42a0"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a85d4791fb4c4901" Type="http://schemas.openxmlformats.org/officeDocument/2006/relationships/notesSlide" Target="../notesSlides/notesSlide45.xml"/><Relationship Id="Rc38fbf0271f2473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5b6e5995a0a64317" Type="http://schemas.openxmlformats.org/officeDocument/2006/relationships/notesSlide" Target="../notesSlides/notesSlide46.xml"/><Relationship Id="Re8e114912b9249f3"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e33c2df7e5074dda" Type="http://schemas.openxmlformats.org/officeDocument/2006/relationships/slideLayout" Target="../slideLayouts/slideLayout6.xml"/><Relationship Id="Ref6a83b321aa498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6d37e649b5eb484b" Type="http://schemas.openxmlformats.org/officeDocument/2006/relationships/slideLayout" Target="../slideLayouts/slideLayout6.xml"/><Relationship Id="Re0ef1f235af84ea1"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95db2ac883174cea" Type="http://schemas.openxmlformats.org/officeDocument/2006/relationships/notesSlide" Target="../notesSlides/notesSlide49.xml"/><Relationship Id="Rd440ffb580a04c7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a6d0bbf42ccc4d20" Type="http://schemas.openxmlformats.org/officeDocument/2006/relationships/slideLayout" Target="../slideLayouts/slideLayout6.xml"/><Relationship Id="Rbd8310e93295410f"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307ebe74d6104590" Type="http://schemas.openxmlformats.org/officeDocument/2006/relationships/slideLayout" Target="../slideLayouts/slideLayout6.xml"/><Relationship Id="R35fd173006924a7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e316f7e28d6a4083" Type="http://schemas.openxmlformats.org/officeDocument/2006/relationships/slideLayout" Target="../slideLayouts/slideLayout6.xml"/><Relationship Id="Re474e31e83e14b0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17a4668eb8444d10" Type="http://schemas.openxmlformats.org/officeDocument/2006/relationships/notesSlide" Target="../notesSlides/notesSlide53.xml"/><Relationship Id="Rb50710b83cfb4c4c"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693b45aa2be4b60" Type="http://schemas.openxmlformats.org/officeDocument/2006/relationships/slideLayout" Target="../slideLayouts/slideLayout6.xml"/><Relationship Id="R82c742a95c6d451a"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5b9f5ad305334b27" Type="http://schemas.openxmlformats.org/officeDocument/2006/relationships/slideLayout" Target="../slideLayouts/slideLayout6.xml"/><Relationship Id="Rcacc10a2a8d0484c"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64e0d39830e4e7a" Type="http://schemas.openxmlformats.org/officeDocument/2006/relationships/slideLayout" Target="../slideLayouts/slideLayout6.xml"/><Relationship Id="R792abe9985264e9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51e922c23fa84d10" Type="http://schemas.openxmlformats.org/officeDocument/2006/relationships/notesSlide" Target="../notesSlides/notesSlide59.xml"/><Relationship Id="R8aa60ed989ed4f8f"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79052f3312484e5e" Type="http://schemas.openxmlformats.org/officeDocument/2006/relationships/slideLayout" Target="../slideLayouts/slideLayout6.xml"/><Relationship Id="Raa88a390a9b54a51"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781b308c50944ed0" Type="http://schemas.openxmlformats.org/officeDocument/2006/relationships/slideLayout" Target="../slideLayouts/slideLayout6.xml"/><Relationship Id="Rfb8c827e9a6046ad"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d9b689eee7894b4e" Type="http://schemas.openxmlformats.org/officeDocument/2006/relationships/notesSlide" Target="../notesSlides/notesSlide62.xml"/><Relationship Id="Rf0802396a99148bb"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d2514f4ca270446d" Type="http://schemas.openxmlformats.org/officeDocument/2006/relationships/notesSlide" Target="../notesSlides/notesSlide64.xml"/><Relationship Id="Re813d976f9834d96"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2c4d8e37233e4242" Type="http://schemas.openxmlformats.org/officeDocument/2006/relationships/notesSlide" Target="../notesSlides/notesSlide65.xml"/><Relationship Id="R94a0114e13064d89"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903d4203a2b84234" Type="http://schemas.openxmlformats.org/officeDocument/2006/relationships/slideLayout" Target="../slideLayouts/slideLayout6.xml"/><Relationship Id="Rdcc2e7ca5a10495c"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44c63c2d20774c1d" Type="http://schemas.openxmlformats.org/officeDocument/2006/relationships/slideLayout" Target="../slideLayouts/slideLayout6.xml"/><Relationship Id="Rb0fad8bb94f841b1"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3f8b56ed8c9e4046" Type="http://schemas.openxmlformats.org/officeDocument/2006/relationships/slideLayout" Target="../slideLayouts/slideLayout6.xml"/><Relationship Id="R69d72f4f7c024216" Type="http://schemas.openxmlformats.org/officeDocument/2006/relationships/notesSlide" Target="../notesSlides/notesSlide68.xml"/><Relationship Id="R835e105f6e654ab0" Type="http://schemas.openxmlformats.org/officeDocument/2006/relationships/hyperlink" Target="https://docs.google.com/forms/d/e/1FAIpQLSeAVNyokX8n-TQXwu2hQtJJkeKsQcU8katFAhghZmQH4HJreA/viewform" TargetMode="External"/></Relationships>
</file>

<file path=ppt/slides/_rels/slide69.xml.rels><?xml version='1.0' encoding='UTF-8' standalone='yes'?>
<Relationships xmlns="http://schemas.openxmlformats.org/package/2006/relationships"><Relationship Id="R1d7feb09ac164f18" Type="http://schemas.openxmlformats.org/officeDocument/2006/relationships/hyperlink" Target="https://forms.gle/KsZJ7QANUE99kkX36" TargetMode="External"/><Relationship Id="R328e65c359c44d5e" Type="http://schemas.openxmlformats.org/officeDocument/2006/relationships/notesSlide" Target="../notesSlides/notesSlide69.xml"/><Relationship Id="R586d32e8a5974673" Type="http://schemas.openxmlformats.org/officeDocument/2006/relationships/slideLayout" Target="../slideLayouts/slideLayout6.xml"/><Relationship Id="Rcaca32e31b0e4991" Type="http://schemas.openxmlformats.org/officeDocument/2006/relationships/image" Target="../media/image3.png"/></Relationships>
</file>

<file path=ppt/slides/_rels/slide70.xml.rels><?xml version='1.0' encoding='UTF-8' standalone='yes'?>
<Relationships xmlns="http://schemas.openxmlformats.org/package/2006/relationships"><Relationship Id="R01931f9b27ba4fba" Type="http://schemas.openxmlformats.org/officeDocument/2006/relationships/slideLayout" Target="../slideLayouts/slideLayout6.xml"/><Relationship Id="R5b03f633e8ae4bea"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38bb85a75ab64b22" Type="http://schemas.openxmlformats.org/officeDocument/2006/relationships/hyperlink" Target="https://www.youtube.com/watch?v=aFDOzpTeg0s" TargetMode="External"/><Relationship Id="R60b26fbf55cc44a9" Type="http://schemas.openxmlformats.org/officeDocument/2006/relationships/slideLayout" Target="../slideLayouts/slideLayout6.xml"/><Relationship Id="Rc494e360efc943a4" Type="http://schemas.openxmlformats.org/officeDocument/2006/relationships/notesSlide" Target="../notesSlides/notesSlide7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6E9A712-E807-45BC-A4A4-AF2780FCF4CF}"/>
              </a:ext>
            </a:extLst>
          </p:cNvPr>
          <p:cNvPicPr>
            <a:picLocks xmlns:a="http://schemas.openxmlformats.org/drawingml/2006/main" noChangeAspect="1"/>
          </p:cNvPicPr>
          <p:nvPr/>
        </p:nvPicPr>
        <p:blipFill>
          <a:blip xmlns:r="http://schemas.openxmlformats.org/officeDocument/2006/relationships" xmlns:a="http://schemas.openxmlformats.org/drawingml/2006/main" r:embed="R4debf175507a49d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634A1B9-5E7B-4A0A-8DDE-3820E30BE9D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E8001FC-92B2-40A3-B531-17AEAD4E5F3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8</a:t>
            </a:r>
          </a:p>
        </p:txBody>
      </p:sp>
      <p:sp>
        <p:nvSpPr>
          <p:cNvPr id="4" name="">
            <a:extLst xmlns:a="http://schemas.openxmlformats.org/drawingml/2006/main">
              <a:ext uri="{FF2B5EF4-FFF2-40B4-BE49-F238E27FC236}">
                <a16:creationId xmlns:a16="http://schemas.microsoft.com/office/drawing/2014/main" id="{7FE97A31-E720-4EAA-B208-7793BFA6639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CFFB38DC-7194-4C6A-995E-414A685373F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B51626C-4535-4AEB-B7E2-8BAA839F5F5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30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478744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46BB15-B9F4-4438-9717-B88683CCFA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A353ABE-9DCD-4B16-B1D8-134BE8B6ED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F52B809-C1E8-42BA-8B00-C74294757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3419499-B7BD-48A0-BFEB-6A602ED2A4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B8A200-54DB-4983-9214-3EAEBC16374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4B57E7B-A349-4788-84C1-5728CBF0123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motor temperature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82AA6295-BC57-42F4-9F35-BD5693AA18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deg C.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15BBB6B4-74DD-4932-A1D9-3579CDBE7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a:t>
            </a:r>
          </a:p>
        </p:txBody>
      </p:sp>
    </p:spTree>
    <p:extLst>
      <p:ext uri="{BB962C8B-B14F-4D97-AF65-F5344CB8AC3E}">
        <p14:creationId xmlns:p14="http://schemas.microsoft.com/office/powerpoint/2010/main" val="179340573"/>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motor temperature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motor temperature</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(motor temperature, deg C)</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Motor temperature in deg C</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0AB935-7628-4AC1-97CC-FEB57CA330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5FE21C-AF1D-4FC8-9AAB-AE8E39DC1E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C34D8F-509B-4080-B2E6-515847BE2D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22CD041B-EE91-4EA4-A420-7DC4866491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3F7CDB-15DF-4ED8-9A25-67EA57DE0A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A8A8016-E7F9-4584-96AD-326E498DE4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6EB2616B-7E7F-4FE4-B14A-78795C0E9DA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B635A82-AD84-4492-BAFD-431D1C260C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a:t>
            </a:r>
          </a:p>
        </p:txBody>
      </p:sp>
    </p:spTree>
    <p:extLst>
      <p:ext uri="{BB962C8B-B14F-4D97-AF65-F5344CB8AC3E}">
        <p14:creationId xmlns:p14="http://schemas.microsoft.com/office/powerpoint/2010/main" val="85628479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DDA4C4-A5D8-4E17-8A82-F5562787DD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DAF108-E5EA-49D6-AEEF-49E9E7660A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ACE6DE-6E86-4541-AA45-42DDBD59173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9E2ADA1-9F57-4B08-8F6B-FABC09F8A5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FB66724-162C-4275-9EB2-660E996DB16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433F2817-CD3E-4207-A011-6A63FD36610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9A4336-0832-4196-B4CD-B6A2C900A61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01BCC46C-9519-47ED-A52D-BF2CCE490E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61EFA2-66D5-401F-8347-BF14356A28F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9D25C387-20AA-4F70-8007-7A9C3440B5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a:t>
            </a:r>
          </a:p>
        </p:txBody>
      </p:sp>
    </p:spTree>
    <p:extLst>
      <p:ext uri="{BB962C8B-B14F-4D97-AF65-F5344CB8AC3E}">
        <p14:creationId xmlns:p14="http://schemas.microsoft.com/office/powerpoint/2010/main" val="244363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63C7FA-28B3-413E-93BC-8AD32B200C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30735E-D496-4626-859E-6A7BA7DF61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20006CD-1BF2-4F47-AE61-53156E710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BBFE310-C7FB-4A43-84ED-AE61CA84B64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5D4A26-49C3-41E6-8E07-07D31DADD35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F1CD601-1CE8-41F2-9279-31AB082C3C3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24107986-9E3F-41ED-9209-B79D8894AE8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BAF7E2A6-2FF2-4885-BCCC-4338A0685D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8</a:t>
            </a:r>
          </a:p>
        </p:txBody>
      </p:sp>
    </p:spTree>
    <p:extLst>
      <p:ext uri="{BB962C8B-B14F-4D97-AF65-F5344CB8AC3E}">
        <p14:creationId xmlns:p14="http://schemas.microsoft.com/office/powerpoint/2010/main" val="473219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6524240-611C-4F01-9339-C2C58C948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978911-E0C1-4E8B-9620-31E7F1B823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AFBB8BC-E26F-4497-BDFD-828DB0B1AF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83E9364A-CFDC-47A9-A9A7-DF8D1939BE6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89439D7-F073-4E78-8C4B-A0378F64E36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1617F23B-520E-4188-ABAA-BBA804AF27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9</a:t>
            </a:r>
          </a:p>
        </p:txBody>
      </p:sp>
    </p:spTree>
    <p:extLst>
      <p:ext uri="{BB962C8B-B14F-4D97-AF65-F5344CB8AC3E}">
        <p14:creationId xmlns:p14="http://schemas.microsoft.com/office/powerpoint/2010/main" val="173273517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372C-1790-4990-B8F3-A39DDACA15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B4C725-FE66-4997-B5E9-8DB7B2686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0A3D444-77AF-410A-85F4-F19A996F1F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2132BF47-678F-4321-924F-06938D3218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FD023E-487F-431E-9E03-C7F56116E8B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F73553F6-60AE-4F2A-9312-5BC1CDDAD47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A4DC109B-D699-4B30-9AA3-DDD19F0579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3CF7E99-3653-4A7A-9B99-7776DBAAED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10</a:t>
            </a:r>
          </a:p>
        </p:txBody>
      </p:sp>
    </p:spTree>
    <p:extLst>
      <p:ext uri="{BB962C8B-B14F-4D97-AF65-F5344CB8AC3E}">
        <p14:creationId xmlns:p14="http://schemas.microsoft.com/office/powerpoint/2010/main" val="2660299"/>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8C3CE7-F44E-465D-A726-8A5F5891CB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9DDF9A-219D-447D-8504-9C080D116C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5C51C6-2D33-4919-8162-BADE8E62C0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5AD62BEB-04CC-4A94-B5B2-A48471518C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2F0540E-3772-4262-AFE2-C8353EAA4F5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3564B53-255E-4092-83F4-2BB467690B0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BC73CD0B-1919-46D9-B455-1BED1EF5E2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C42147CB-D2ED-439F-98C8-92BCADEC0F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12</a:t>
            </a:r>
          </a:p>
        </p:txBody>
      </p:sp>
    </p:spTree>
    <p:extLst>
      <p:ext uri="{BB962C8B-B14F-4D97-AF65-F5344CB8AC3E}">
        <p14:creationId xmlns:p14="http://schemas.microsoft.com/office/powerpoint/2010/main" val="92699203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AC2302-D747-48DB-ADA0-16C0F01267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4C9F65-731C-489C-A7A3-5597225EB5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461005-AA79-4BF6-8EA4-DFE05453C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3256D21-D82D-4018-8224-B5D881A59DE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1DBAF5A-6471-4EF6-9329-18F1AD8901C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A85C184D-263B-43A9-9D8B-9DCB00D7584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BA9537-FDA6-4F1A-910B-2EDD3B0501F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24F3D4DC-AABB-4CEB-B39B-3A8DCF44E09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6EE091-50C0-418D-B0FD-80FA3F87E1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EFA0E46B-4CB8-467B-B370-53C54873AD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13</a:t>
            </a:r>
          </a:p>
        </p:txBody>
      </p:sp>
    </p:spTree>
    <p:extLst>
      <p:ext uri="{BB962C8B-B14F-4D97-AF65-F5344CB8AC3E}">
        <p14:creationId xmlns:p14="http://schemas.microsoft.com/office/powerpoint/2010/main" val="10322539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5EE796-8544-4A7A-A1C6-BE05EEC6D7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BB3938-CC46-48DD-BF37-15D777752F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EEFEBB-0764-44E1-B12F-50ED57F5DF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971FAF1-94D3-45B4-A444-442303C0DD6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F7CDE7-9C93-407F-A56E-0944744506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893F8D2-345F-411B-B746-179F66B6C8F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64743E-EDFE-452F-B5A4-EA0D0E2657E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68DEB9FF-34A6-4BCE-94DC-8929A3A1EE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0F9941-A179-4DAC-9908-0B0F7AFB7DC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D2AA9AFC-4EA9-4AB5-AB4A-F0AC6B1D5C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14</a:t>
            </a:r>
          </a:p>
        </p:txBody>
      </p:sp>
    </p:spTree>
    <p:extLst>
      <p:ext uri="{BB962C8B-B14F-4D97-AF65-F5344CB8AC3E}">
        <p14:creationId xmlns:p14="http://schemas.microsoft.com/office/powerpoint/2010/main" val="27592786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651969-93D4-4F64-9434-502114B3A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5DCBB9-C466-407A-B73B-E2B3986F70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AEEA7-F6F6-494F-A7FA-F3AA7C58EA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6DC3E46-68E3-4CD1-B778-6E1315C570C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DD51CC-E30A-4DD7-A79A-F880ED5D85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39BE48E-2872-4A25-8941-74E1D26A73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3CA260-F564-4532-A1E0-CB3E863F0B7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1F0D6A67-ECA0-409A-933E-B3FBDA6DA1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15</a:t>
            </a:r>
          </a:p>
        </p:txBody>
      </p:sp>
    </p:spTree>
    <p:extLst>
      <p:ext uri="{BB962C8B-B14F-4D97-AF65-F5344CB8AC3E}">
        <p14:creationId xmlns:p14="http://schemas.microsoft.com/office/powerpoint/2010/main" val="9781289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95F00D-C3D2-4E9F-8EBA-0C1F579270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0D73CF-A26A-4746-A37C-C5A7F6A54D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34BB2CF-1259-4DE4-A785-B5AB733EA2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E7D0D334-3F7C-4B69-9947-B053975C66A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5F923CD-85DD-4B59-BE26-CA9FC2D0816D}"/>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64605C57-2476-4AA9-A1D0-C7BEB2E3E9A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880C0CC4-6C71-449A-879D-918EBDD797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16</a:t>
            </a:r>
          </a:p>
        </p:txBody>
      </p:sp>
    </p:spTree>
    <p:extLst>
      <p:ext uri="{BB962C8B-B14F-4D97-AF65-F5344CB8AC3E}">
        <p14:creationId xmlns:p14="http://schemas.microsoft.com/office/powerpoint/2010/main" val="120227938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027458-F25B-4510-B5FF-AD76CACAA8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7EE425E-5440-4A1C-BCC8-9C2D179BA84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0D03F7-2C8B-477E-A65C-FC99E50DC8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9B80DE19-A741-47A7-854F-B295E9F55F1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DCA225-44B2-4682-B0B2-8776822775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1468296B-E081-4586-AF96-4E91A04A3B5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D37F8AD1-ECD0-46BD-BCCD-1EA62FF6BE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E145D4F-B1B3-4D00-8FFA-975313475A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17</a:t>
            </a:r>
          </a:p>
        </p:txBody>
      </p:sp>
    </p:spTree>
    <p:extLst>
      <p:ext uri="{BB962C8B-B14F-4D97-AF65-F5344CB8AC3E}">
        <p14:creationId xmlns:p14="http://schemas.microsoft.com/office/powerpoint/2010/main" val="7072114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D8B675-EA8A-409E-9029-EC4C7DE889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5E6625-0D66-46CC-96A9-B86F7D4D8F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7CADC9-2B8E-4F70-BE6D-03CB053746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6C8DCC85-9B2E-4C21-8725-746739375A9D}"/>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0038D1-959F-44E4-AF86-DCA0CEF30C0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081FCC28-1D66-46FE-AC9A-C0D521EE162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45C713E4-509D-4682-A1E8-17B893374D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18</a:t>
            </a:r>
          </a:p>
        </p:txBody>
      </p:sp>
    </p:spTree>
    <p:extLst>
      <p:ext uri="{BB962C8B-B14F-4D97-AF65-F5344CB8AC3E}">
        <p14:creationId xmlns:p14="http://schemas.microsoft.com/office/powerpoint/2010/main" val="7845697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16388D-8EE9-4427-B2DF-57FF4B9827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2876FE-C525-40E0-BD21-CF69914F1F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C19A539-E84C-4AB9-AA80-F6A5948A70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79C75268-65BE-4E4D-BF70-EFD308E59A4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F4413CE-F4D0-4293-946E-3514A1C68B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6EFF5D5B-E96A-4626-A8A0-D1D7DE55A52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93FD2B9-66A3-4B63-85C0-1B48726478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AACC6C9-1A8A-4AAE-8514-8FB1848684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19</a:t>
            </a:r>
          </a:p>
        </p:txBody>
      </p:sp>
    </p:spTree>
    <p:extLst>
      <p:ext uri="{BB962C8B-B14F-4D97-AF65-F5344CB8AC3E}">
        <p14:creationId xmlns:p14="http://schemas.microsoft.com/office/powerpoint/2010/main" val="68730376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C8BA61-2719-4F75-BC3F-066EFACF3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D08A4DD-679F-4F72-8275-76EEA396325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8CDBE5-025B-416B-AA51-6A6B3E47A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C1BCE231-8901-432F-AD27-996DB986AF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FB77C03-3213-48E7-BD33-58B47C0BC5C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F4E781C-F97E-48B7-AD3D-FCAFB31087A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D24F5213-D4F6-4AF8-ADA8-3E86DE9E322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17225ECC-5EA9-4640-8C98-B8B2FAA96D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20</a:t>
            </a:r>
          </a:p>
        </p:txBody>
      </p:sp>
    </p:spTree>
    <p:extLst>
      <p:ext uri="{BB962C8B-B14F-4D97-AF65-F5344CB8AC3E}">
        <p14:creationId xmlns:p14="http://schemas.microsoft.com/office/powerpoint/2010/main" val="16268942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31FC1E-8D37-40F1-B855-30D9023435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7D9E2A-6D56-487A-B408-E76C264D3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2EF7F4-892B-490A-A83E-46932B7DE2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F883C292-9051-4758-B272-3EFF4436173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4F639C-9E5C-4F00-93D5-01181CEBD0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100E8CBA-5EFA-45C3-BF48-D44B26139B6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E486FE2B-F5F5-468D-AA3E-B607925FA94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488E3F7-BF40-4558-8B96-E5172B17BA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21</a:t>
            </a:r>
          </a:p>
        </p:txBody>
      </p:sp>
    </p:spTree>
    <p:extLst>
      <p:ext uri="{BB962C8B-B14F-4D97-AF65-F5344CB8AC3E}">
        <p14:creationId xmlns:p14="http://schemas.microsoft.com/office/powerpoint/2010/main" val="913143548"/>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1.png"/>
          <p:cNvPicPr>
            <a:picLocks noChangeAspect="1"/>
          </p:cNvPicPr>
          <p:nvPr/>
        </p:nvPicPr>
        <p:blipFill>
          <a:blip r:embed="rId2"/>
          <a:stretch>
            <a:fillRect/>
          </a:stretch>
        </p:blipFill>
        <p:spPr>
          <a:xfrm>
            <a:off x="872808" y="1117600"/>
            <a:ext cx="1044638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motor temperature.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deg C</a:t>
            </a:r>
          </a:p>
          <a:p>
            <a:pPr>
              <a:spcAft>
                <a:spcPts val="400"/>
              </a:spcAft>
            </a:pPr>
            <a:r>
              <a:rPr sz="1900" b="1">
                <a:solidFill>
                  <a:srgbClr val="1C3144"/>
                </a:solidFill>
                <a:latin typeface="Calibri"/>
              </a:rPr>
              <a:t>MSE  = mean of the squared errors = 12.25 (deg C squared)</a:t>
            </a:r>
          </a:p>
          <a:p>
            <a:pPr>
              <a:spcAft>
                <a:spcPts val="400"/>
              </a:spcAft>
            </a:pPr>
            <a:r>
              <a:rPr sz="1900" b="1">
                <a:solidFill>
                  <a:srgbClr val="1C3144"/>
                </a:solidFill>
                <a:latin typeface="Calibri"/>
              </a:rPr>
              <a:t>RMSE = square root of the MSE = 3.5 deg C</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7EC55B-B043-4933-A6F9-C1481D2CB05D}"/>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EAE60E-9FDC-4223-A0AA-C20F11487D4B}"/>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4AE3CFB9-8330-4B37-9B23-9F118BCC5512}"/>
              </a:ext>
            </a:extLst>
          </p:cNvPr>
          <p:cNvPicPr>
            <a:picLocks xmlns:a="http://schemas.openxmlformats.org/drawingml/2006/main" noChangeAspect="1"/>
          </p:cNvPicPr>
          <p:nvPr/>
        </p:nvPicPr>
        <p:blipFill>
          <a:blip xmlns:r="http://schemas.openxmlformats.org/officeDocument/2006/relationships" xmlns:a="http://schemas.openxmlformats.org/drawingml/2006/main" r:embed="R5513247c94834b4f"/>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A97CA9A-B6CD-40A3-B4BF-33C8E6F966B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7C4BE7-D698-4696-975E-197BCD9013D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5E8AA3E9-98F1-4760-988C-FEE5078E14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24</a:t>
            </a:r>
          </a:p>
        </p:txBody>
      </p:sp>
    </p:spTree>
    <p:extLst>
      <p:ext uri="{BB962C8B-B14F-4D97-AF65-F5344CB8AC3E}">
        <p14:creationId xmlns:p14="http://schemas.microsoft.com/office/powerpoint/2010/main" val="1934779722"/>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motor temperature = 31.2 + 0.666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31.2: the prediction when load is 0 percent.</a:t>
            </a:r>
          </a:p>
          <a:p>
            <a:pPr>
              <a:spcAft>
                <a:spcPts val="900"/>
              </a:spcAft>
            </a:pPr>
            <a:r>
              <a:rPr sz="2200" b="0">
                <a:solidFill>
                  <a:srgbClr val="1C3144"/>
                </a:solidFill>
                <a:latin typeface="Calibri"/>
              </a:rPr>
              <a:t>Slope 0.666: each extra 1 percent of load adds 0.666 deg C to the prediction.</a:t>
            </a:r>
          </a:p>
          <a:p>
            <a:pPr>
              <a:spcAft>
                <a:spcPts val="900"/>
              </a:spcAft>
            </a:pPr>
            <a:r>
              <a:rPr sz="2200" b="0">
                <a:solidFill>
                  <a:srgbClr val="1C3144"/>
                </a:solidFill>
                <a:latin typeface="Calibri"/>
              </a:rPr>
              <a:t>At 70 percent load the line predicts 77.8 deg C.</a:t>
            </a:r>
          </a:p>
          <a:p>
            <a:pPr>
              <a:spcAft>
                <a:spcPts val="900"/>
              </a:spcAft>
            </a:pPr>
            <a:r>
              <a:rPr sz="2200" b="0">
                <a:solidFill>
                  <a:srgbClr val="1C3144"/>
                </a:solidFill>
                <a:latin typeface="Calibri"/>
              </a:rPr>
              <a:t>With both inputs the model learns one slope for each: 1.66 + 0.695 × load_pct + 1.054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1.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76</a:t>
            </a:r>
            <a:r>
              <a:rPr sz="1450">
                <a:solidFill>
                  <a:srgbClr val="F4F7FA"/>
                </a:solidFill>
                <a:latin typeface="Courier New"/>
              </a:rPr>
              <a:t>.</a:t>
            </a:r>
            <a:r>
              <a:rPr sz="1450">
                <a:solidFill>
                  <a:srgbClr val="F4F7FA"/>
                </a:solidFill>
                <a:latin typeface="Courier New"/>
              </a:rPr>
              <a:t>847</a:t>
            </a:r>
            <a:r>
              <a:rPr sz="1450">
                <a:solidFill>
                  <a:srgbClr val="F4F7FA"/>
                </a:solidFill>
                <a:latin typeface="Courier New"/>
              </a:rPr>
              <a:t>, </a:t>
            </a:r>
            <a:r>
              <a:rPr sz="1450">
                <a:solidFill>
                  <a:srgbClr val="F4F7FA"/>
                </a:solidFill>
                <a:latin typeface="Courier New"/>
              </a:rPr>
              <a:t>87</a:t>
            </a:r>
            <a:r>
              <a:rPr sz="1450">
                <a:solidFill>
                  <a:srgbClr val="F4F7FA"/>
                </a:solidFill>
                <a:latin typeface="Courier New"/>
              </a:rPr>
              <a:t>.</a:t>
            </a:r>
            <a:r>
              <a:rPr sz="1450">
                <a:solidFill>
                  <a:srgbClr val="F4F7FA"/>
                </a:solidFill>
                <a:latin typeface="Courier New"/>
              </a:rPr>
              <a:t>047</a:t>
            </a:r>
            <a:r>
              <a:rPr sz="1450">
                <a:solidFill>
                  <a:srgbClr val="F4F7FA"/>
                </a:solidFill>
                <a:latin typeface="Courier New"/>
              </a:rPr>
              <a:t>, </a:t>
            </a:r>
            <a:r>
              <a:rPr sz="1450">
                <a:solidFill>
                  <a:srgbClr val="F4F7FA"/>
                </a:solidFill>
                <a:latin typeface="Courier New"/>
              </a:rPr>
              <a:t>71</a:t>
            </a:r>
            <a:r>
              <a:rPr sz="1450">
                <a:solidFill>
                  <a:srgbClr val="F4F7FA"/>
                </a:solidFill>
                <a:latin typeface="Courier New"/>
              </a:rPr>
              <a:t>.</a:t>
            </a:r>
            <a:r>
              <a:rPr sz="1450">
                <a:solidFill>
                  <a:srgbClr val="F4F7FA"/>
                </a:solidFill>
                <a:latin typeface="Courier New"/>
              </a:rPr>
              <a:t>256</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78.383</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F16F60-BCB0-4E07-9FAF-480A1FA32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9174BA-5AE2-4D49-8EF5-804EDC4D41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D0846F-AF27-407E-824D-4E594DF512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FE447BE0-0F2A-4A11-81DF-4EF3E191F0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90E6A9-6C88-4073-8CF0-8FD888E3AC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5746954-357F-49DF-87C4-24A2EA0068B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12BCBF7B-1C7B-454C-9630-9B07C03F19B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D94FACA2-B0CF-4D6E-925B-ACA7F98A66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32</a:t>
            </a:r>
          </a:p>
        </p:txBody>
      </p:sp>
    </p:spTree>
    <p:extLst>
      <p:ext uri="{BB962C8B-B14F-4D97-AF65-F5344CB8AC3E}">
        <p14:creationId xmlns:p14="http://schemas.microsoft.com/office/powerpoint/2010/main" val="78475848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B92C34-8C29-4B21-B347-4015EE5172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CE5941-6D47-457E-924B-8BB58D0377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F0EC5B-3EF6-4073-97E3-49A8357202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FA7ABCC-DED0-4726-8114-2325CA5B2CE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3AE8D4-1515-46A6-8403-6490A2853CD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3C3D38F-F982-4F4D-8D2B-B01816EF6AC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3793BBA0-484C-4E18-9F37-B46C92C0BE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F3A9731B-A863-4E50-8914-E15AFEAF3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33</a:t>
            </a:r>
          </a:p>
        </p:txBody>
      </p:sp>
    </p:spTree>
    <p:extLst>
      <p:ext uri="{BB962C8B-B14F-4D97-AF65-F5344CB8AC3E}">
        <p14:creationId xmlns:p14="http://schemas.microsoft.com/office/powerpoint/2010/main" val="126577566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88B87A0-0637-4CED-86E0-A9A1317B75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FFD59F-6749-41C7-BBCD-B5544881F3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42343D-EE4F-4FCA-92E2-BAA38C2124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970801E3-B0C4-4DC1-834D-A2998787D46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2111201-178F-491D-8D3E-626685058C6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3C7C3C-939B-4A84-9811-E39A75570F5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534BE846-A283-43BE-BD3C-33B130CDA4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2183CCD-620A-4607-B31B-68FFE75C7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34</a:t>
            </a:r>
          </a:p>
        </p:txBody>
      </p:sp>
    </p:spTree>
    <p:extLst>
      <p:ext uri="{BB962C8B-B14F-4D97-AF65-F5344CB8AC3E}">
        <p14:creationId xmlns:p14="http://schemas.microsoft.com/office/powerpoint/2010/main" val="7498190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7CAB12-D866-43E9-ABE2-C5188CC6FE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7973DA-EFF7-418B-A5ED-3F8DFF716A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0738B7-CEBF-4BB6-A065-85516AE6DB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EC5E56E1-D4F8-4D24-BAE5-4E41BB5AA4A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53BA475-F5C4-4320-B392-27839461AC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7FF045-E40F-43D5-9C36-853C9692F8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440440F7-C8B0-4380-B07C-02A00553EF1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47743920-572B-4930-BA11-54DE5C530F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35</a:t>
            </a:r>
          </a:p>
        </p:txBody>
      </p:sp>
    </p:spTree>
    <p:extLst>
      <p:ext uri="{BB962C8B-B14F-4D97-AF65-F5344CB8AC3E}">
        <p14:creationId xmlns:p14="http://schemas.microsoft.com/office/powerpoint/2010/main" val="114615943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3F403C-A914-443B-8B60-CD23357D68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271E58-D9EE-456D-8389-F557E4183E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29F8CC-C95B-4598-A3AB-2C1E2B212C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1C5038A4-998B-4850-9365-CBD1F56EC5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BB9DDF-3CF9-474D-8641-238E01D4AA7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02B52D7-3B03-4CB9-B257-637B428F05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4EFE2BAD-7CE3-461E-8CCD-F1EE01E666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8EB3E5DF-4BBE-4D45-AEE6-915D1F3D57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36</a:t>
            </a:r>
          </a:p>
        </p:txBody>
      </p:sp>
    </p:spTree>
    <p:extLst>
      <p:ext uri="{BB962C8B-B14F-4D97-AF65-F5344CB8AC3E}">
        <p14:creationId xmlns:p14="http://schemas.microsoft.com/office/powerpoint/2010/main" val="2122471979"/>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71ABF40-997E-4C59-B355-A29AFAFECC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F468A4-C621-4300-AF50-519FBD6397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EBA7D8-E307-4349-9E09-A5512E8B4D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B606FAE5-47BB-444D-AFD7-64E5B35DBAB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CF98FB0-89CA-49C8-AED0-B603A7C2D9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EF0AEC4A-E9D1-449F-B893-CE0F4CC096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06635D3-00CC-4F65-A68F-B3392D38516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84660E2A-F17E-4FBC-B500-520CE307116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45E588-C673-40FE-ACC7-3434B86DDEB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99175FB8-63C0-4E1B-B651-1B33351AD8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37</a:t>
            </a:r>
          </a:p>
        </p:txBody>
      </p:sp>
    </p:spTree>
    <p:extLst>
      <p:ext uri="{BB962C8B-B14F-4D97-AF65-F5344CB8AC3E}">
        <p14:creationId xmlns:p14="http://schemas.microsoft.com/office/powerpoint/2010/main" val="187611639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E8AA8FE-0D84-4B24-ACB7-B5314ECB7F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F970D8-4B66-4D9A-9619-EDCEB53F7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E66F0E-A898-40BA-B9CE-04C816E3B2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C9096A6-3108-48EC-B9E9-47BF9FA9D5B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2D2544-9162-4EC8-96EA-3CFDFA6FD3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042180D8-5C37-4DDE-8EDC-230C5569A71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2C8F7DB6-175B-456C-8FF0-C6E0845C0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38</a:t>
            </a:r>
          </a:p>
        </p:txBody>
      </p:sp>
    </p:spTree>
    <p:extLst>
      <p:ext uri="{BB962C8B-B14F-4D97-AF65-F5344CB8AC3E}">
        <p14:creationId xmlns:p14="http://schemas.microsoft.com/office/powerpoint/2010/main" val="29762611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091069-971D-44D5-B8CF-E0E927E558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30413B-804D-43C3-97C7-7C223398B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EB5A938-59D4-4353-ADD9-8C24F52FC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C4CDE073-ADEE-4CE8-8B1E-818CCB7FFBE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AE94F2-AAB9-4737-BDBA-5AB988A680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75AEA52C-E7EF-49D0-88A2-FBFA79A7A62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D4C1B18-CAA3-40A6-8F14-7C9F10BEDEA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769E215-7033-4EC8-A9EC-E20E98F1A3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39</a:t>
            </a:r>
          </a:p>
        </p:txBody>
      </p:sp>
    </p:spTree>
    <p:extLst>
      <p:ext uri="{BB962C8B-B14F-4D97-AF65-F5344CB8AC3E}">
        <p14:creationId xmlns:p14="http://schemas.microsoft.com/office/powerpoint/2010/main" val="1148273523"/>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A04A724-6E0E-4BD8-BE33-CC55BC938F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9E0303-11B5-4218-8B66-A361D8F38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149FE7-463E-41DD-A2BE-8CB50887C1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76C00BBC-5F31-44D3-9A00-1AC1FB60937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4B42D0A-8F72-405D-80D7-9511131A82A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81DD370-2E8A-4919-B575-91641DB381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40</a:t>
            </a:r>
          </a:p>
        </p:txBody>
      </p:sp>
    </p:spTree>
    <p:extLst>
      <p:ext uri="{BB962C8B-B14F-4D97-AF65-F5344CB8AC3E}">
        <p14:creationId xmlns:p14="http://schemas.microsoft.com/office/powerpoint/2010/main" val="2848700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09357DA-C89F-4138-A0F2-28C574CE9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0780F4-295E-4C11-AA44-4C0F40A1AF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AEF1C37-ADB4-4C25-BA1F-4841FCD6EF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9FBFBDEF-1671-4672-A8CA-E839489680B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6E3D6B-6125-4849-B3B5-47195BEFD7E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E969553F-D1DE-4BF9-9C98-B3A10486C01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DF7A15E7-8DBF-44E7-8930-2EB62D4567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6E26A72-511A-4825-8C6B-04E6C1EE2C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41</a:t>
            </a:r>
          </a:p>
        </p:txBody>
      </p:sp>
    </p:spTree>
    <p:extLst>
      <p:ext uri="{BB962C8B-B14F-4D97-AF65-F5344CB8AC3E}">
        <p14:creationId xmlns:p14="http://schemas.microsoft.com/office/powerpoint/2010/main" val="1451468803"/>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6A0E48-820E-42EB-B948-2E1FE5F528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F800452-8298-4136-B06B-8288D9B239E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C01CE65-5361-4380-8409-99FB118D1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F5101FA9-0E50-46EB-94B8-04FB6872AA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C239A1-E958-4B75-B75C-B095D1D567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029378B-3737-415D-BCCA-2436289369B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B16CC23F-F40C-4E11-BB3A-9FECE83DCF2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499FF15B-58D3-4F51-B5EC-5D11776331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43</a:t>
            </a:r>
          </a:p>
        </p:txBody>
      </p:sp>
    </p:spTree>
    <p:extLst>
      <p:ext uri="{BB962C8B-B14F-4D97-AF65-F5344CB8AC3E}">
        <p14:creationId xmlns:p14="http://schemas.microsoft.com/office/powerpoint/2010/main" val="59323617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0B0644-FC51-4092-93AC-23F9F9D66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D594A4F-D562-46F7-A87E-7D4E799B01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081187-1C7F-4B9E-9025-BDBAD9DFC5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AED7392B-8D6E-49D1-B39A-350AADF115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6000EF-4B0D-47D7-9AC5-50779510B30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CAC7A22-8245-4A3D-AFDF-76D1B0B7D0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9827951F-3EC5-439A-99F6-EA2B97F3364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24B9CB40-D16B-49D6-96CE-F0716AF7B7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44</a:t>
            </a:r>
          </a:p>
        </p:txBody>
      </p:sp>
    </p:spTree>
    <p:extLst>
      <p:ext uri="{BB962C8B-B14F-4D97-AF65-F5344CB8AC3E}">
        <p14:creationId xmlns:p14="http://schemas.microsoft.com/office/powerpoint/2010/main" val="78882014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727402-E5A2-41FD-9A50-9DE25EF16A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C35283-06B6-4405-BFF0-C7B2919B00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B8176-02B2-43FF-A8A3-A076D6A3F1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ECA63D7D-5BEC-467E-96AC-D169652E271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FACF0A-F894-4F04-8BB4-BD5C2AEDD4E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E286141F-C3FA-4E81-8958-2853038B8D4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EDFFF3F9-A379-46E3-9E92-CFE644ACC2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45</a:t>
            </a:r>
          </a:p>
        </p:txBody>
      </p:sp>
    </p:spTree>
    <p:extLst>
      <p:ext uri="{BB962C8B-B14F-4D97-AF65-F5344CB8AC3E}">
        <p14:creationId xmlns:p14="http://schemas.microsoft.com/office/powerpoint/2010/main" val="13765475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241A23-40F2-424B-8903-0E13DC20D6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D10A53-2BDD-4C59-8FAD-62995B2959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68739D8-BAB5-45BA-B4FC-3631AF3E4D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A529CAE3-600E-4A70-A972-71917BF115F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CFCBB75-4D77-4BEC-9744-E1D1CADA795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69CEDA48-3EBB-49E3-89C8-E93295DB879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BCF4CB34-1C3D-419C-955F-E570A329DC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22A5DEE-583D-4A84-B1F7-52216775DF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46</a:t>
            </a:r>
          </a:p>
        </p:txBody>
      </p:sp>
    </p:spTree>
    <p:extLst>
      <p:ext uri="{BB962C8B-B14F-4D97-AF65-F5344CB8AC3E}">
        <p14:creationId xmlns:p14="http://schemas.microsoft.com/office/powerpoint/2010/main" val="37738568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90C06F-0960-48B4-A458-B8C87B031C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29494D-7FD2-4E4A-A071-F523360749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0554AE-3A42-4B46-B4B2-808E72287F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7E0D60D6-64F0-4BFE-A882-C9058E8023A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28AFFBB-C308-434F-A7D5-76A25AEA3E4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BDB78154-D5F9-4549-AFEF-13A24B8F0C4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737FE07-C1BD-4809-AC50-6C00C70117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47</a:t>
            </a:r>
          </a:p>
        </p:txBody>
      </p:sp>
    </p:spTree>
    <p:extLst>
      <p:ext uri="{BB962C8B-B14F-4D97-AF65-F5344CB8AC3E}">
        <p14:creationId xmlns:p14="http://schemas.microsoft.com/office/powerpoint/2010/main" val="1323107092"/>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FB0A29-BA01-47F3-B3B3-B0DF4EFDBA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AF4676-DD8C-41A8-ABB2-741469471B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BA7C550-0C20-41E4-8DD0-D0182DBF40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C8B7CD2D-643F-49EC-AD14-75D1521DCE0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8F0382-2F8C-4460-BF6F-2AEE0E5383F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55F38FB0-CA83-4199-BC2E-48D5DC000E0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700640C9-727B-4A83-998E-B756CAF2BA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DDF28EB-7FC2-427D-B452-AC914608F8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48</a:t>
            </a:r>
          </a:p>
        </p:txBody>
      </p:sp>
    </p:spTree>
    <p:extLst>
      <p:ext uri="{BB962C8B-B14F-4D97-AF65-F5344CB8AC3E}">
        <p14:creationId xmlns:p14="http://schemas.microsoft.com/office/powerpoint/2010/main" val="43974310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88A8DB0-669C-4793-9899-4F95584250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004C25-E0F3-4E1F-B636-D5FC8A0569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34F344-97DD-43DE-9396-2C39335449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DC801BF3-831E-40B7-BC67-7A55EA0A540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9EFBDF-6963-4B57-9C78-AF7CF9E1AE2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4FE8251-24B3-4E99-812A-C97D1704E48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95DF8CF1-A144-42C2-8167-D750DFF3E5A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91F989F3-CF1B-4A36-8AC5-F5E5EA7D7A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49</a:t>
            </a:r>
          </a:p>
        </p:txBody>
      </p:sp>
    </p:spTree>
    <p:extLst>
      <p:ext uri="{BB962C8B-B14F-4D97-AF65-F5344CB8AC3E}">
        <p14:creationId xmlns:p14="http://schemas.microsoft.com/office/powerpoint/2010/main" val="2080953168"/>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0B03A5E-1D7A-49E5-B653-DC76F46C30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7DF696D-C158-40F9-85AA-79897A8CF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79C574C-4CBF-48F7-9D04-D4F8D3A295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A709992-6CB7-4417-B777-102A78E3F0C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386C-1F18-4861-BEEC-84B6A2B4DA9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7D4DDF3-5DF3-4961-9C02-1105586599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233A75-D179-4D18-8E23-19ABA60EE3E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93819D6-2191-478C-9302-80386C87172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DEAD072-A7DC-499C-90D4-97E672B9A13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5E39D71B-8826-4E24-8350-DD71220617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50</a:t>
            </a:r>
          </a:p>
        </p:txBody>
      </p:sp>
    </p:spTree>
    <p:extLst>
      <p:ext uri="{BB962C8B-B14F-4D97-AF65-F5344CB8AC3E}">
        <p14:creationId xmlns:p14="http://schemas.microsoft.com/office/powerpoint/2010/main" val="132087662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6481A8-5EBE-4E81-892D-3FBC2A6EB7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477830-0DF0-4350-8EFF-2E7EB79C0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4F9EBCA-FBC7-4565-AA1C-32813571D5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B36BE25-29CC-4757-BC50-36DA5B6E3D7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00E9D8F-2E2F-4AEE-887E-4CF9C680C44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45B1F4E4-5E4A-4633-A733-9DFF364C6D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51</a:t>
            </a:r>
          </a:p>
        </p:txBody>
      </p:sp>
    </p:spTree>
    <p:extLst>
      <p:ext uri="{BB962C8B-B14F-4D97-AF65-F5344CB8AC3E}">
        <p14:creationId xmlns:p14="http://schemas.microsoft.com/office/powerpoint/2010/main" val="171391325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E409F2D-C928-434C-8419-A4008C383A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8B52FB2-76B0-456A-8629-DB8EB9074B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44D7AA5-8B02-40BF-8C22-EFB4D113CC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94926AD-B967-46F7-93DB-A4586E4AFB3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36681B-B387-42EE-8249-649E6B74850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9772A117-DD45-41EB-84E1-689CABD307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52</a:t>
            </a:r>
          </a:p>
        </p:txBody>
      </p:sp>
    </p:spTree>
    <p:extLst>
      <p:ext uri="{BB962C8B-B14F-4D97-AF65-F5344CB8AC3E}">
        <p14:creationId xmlns:p14="http://schemas.microsoft.com/office/powerpoint/2010/main" val="25152596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CB88031-69D2-420F-8342-558E651274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1F29E6-EF30-4DAC-8601-6DA0BFFDB5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8DF70D-37D0-4731-AD6B-44C67DD1A2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790D156F-C404-4A2B-ABF8-8252A2F8055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A86238-BAE3-4689-8ED6-CEB9AA1A0F3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FDC5C385-5BA9-402A-BF0F-0256294DC4C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086BA6AE-8E67-43EF-9250-A047FBA447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53</a:t>
            </a:r>
          </a:p>
        </p:txBody>
      </p:sp>
    </p:spTree>
    <p:extLst>
      <p:ext uri="{BB962C8B-B14F-4D97-AF65-F5344CB8AC3E}">
        <p14:creationId xmlns:p14="http://schemas.microsoft.com/office/powerpoint/2010/main" val="20800608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9917FC3-AC01-4B24-9DBA-6083583A0F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3C69F-F79B-40F6-BF07-EC622AA41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166FA7E-E7F5-43FC-9D76-9FB94FBA63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D638287A-1C30-4FDD-8563-686899E51F8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BC27E5-5911-4575-8CEE-D81169452B5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29468520-D28A-441E-85BD-BD574633BDA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E637B2AB-4F4A-46C4-AF2D-A94243F7847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6C07E56-E05C-4815-B93B-D457274D9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54</a:t>
            </a:r>
          </a:p>
        </p:txBody>
      </p:sp>
    </p:spTree>
    <p:extLst>
      <p:ext uri="{BB962C8B-B14F-4D97-AF65-F5344CB8AC3E}">
        <p14:creationId xmlns:p14="http://schemas.microsoft.com/office/powerpoint/2010/main" val="158147781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13F817-5645-4EF0-AB89-F514034F61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3E114C-4AA5-4B53-9DCB-9D1CF42B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8E53B0-F994-4F77-838E-1678A5C39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33D3FC35-9E19-474D-A6E2-2851784C45A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113464-43B6-4140-83AF-6D3E774EC19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C7C36C8C-B272-4CB8-A084-5005C4EFED2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06B890FA-DA75-4186-A728-269740D2A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55</a:t>
            </a:r>
          </a:p>
        </p:txBody>
      </p:sp>
    </p:spTree>
    <p:extLst>
      <p:ext uri="{BB962C8B-B14F-4D97-AF65-F5344CB8AC3E}">
        <p14:creationId xmlns:p14="http://schemas.microsoft.com/office/powerpoint/2010/main" val="18106641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8B36A-7225-475B-BC11-44713F523A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9C3CCC-0D56-43ED-AC95-700AB30B42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8307261-83E2-436B-9991-06B0324893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F1CB57BF-85DD-4D9B-AAD4-005A38EEC00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41229C-E406-4AD2-B838-597C2CEBB2D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1F3039CC-BC72-473F-BC68-2EB64B12DF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664709F5-F8D9-4672-82BD-21710424DB2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9C532FF-2B02-4B00-8BD8-A57EFD254C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56</a:t>
            </a:r>
          </a:p>
        </p:txBody>
      </p:sp>
    </p:spTree>
    <p:extLst>
      <p:ext uri="{BB962C8B-B14F-4D97-AF65-F5344CB8AC3E}">
        <p14:creationId xmlns:p14="http://schemas.microsoft.com/office/powerpoint/2010/main" val="1100316201"/>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14.85</a:t>
            </a:r>
          </a:p>
          <a:p>
            <a:r>
              <a:rPr sz="1500">
                <a:solidFill>
                  <a:srgbClr val="1C3144"/>
                </a:solidFill>
                <a:latin typeface="Courier New"/>
              </a:rPr>
              <a:t>line 0.78</a:t>
            </a:r>
          </a:p>
          <a:p>
            <a:r>
              <a:rPr sz="1500">
                <a:solidFill>
                  <a:srgbClr val="1C3144"/>
                </a:solidFill>
                <a:latin typeface="Courier New"/>
              </a:rPr>
              <a:t>tree 4.79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deg C.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(deg C)</a:t>
                      </a:r>
                    </a:p>
                  </a:txBody>
                  <a:tcPr marL="101600" marR="101600" marT="38100" marB="38100" anchor="ctr">
                    <a:solidFill>
                      <a:srgbClr val="2E7D6F"/>
                    </a:solidFill>
                  </a:tcPr>
                </a:tc>
                <a:tc>
                  <a:txBody>
                    <a:bodyPr wrap="square"/>
                    <a:lstStyle/>
                    <a:p>
                      <a:r>
                        <a:rPr sz="2200" b="1">
                          <a:solidFill>
                            <a:srgbClr val="FFFFFF"/>
                          </a:solidFill>
                          <a:latin typeface="Calibri"/>
                        </a:rPr>
                        <a:t>RMSE (deg C)</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14.85</a:t>
                      </a:r>
                    </a:p>
                  </a:txBody>
                  <a:tcPr marL="101600" marR="101600" marT="38100" marB="38100" anchor="ctr">
                    <a:solidFill>
                      <a:srgbClr val="EEF3F6"/>
                    </a:solidFill>
                  </a:tcPr>
                </a:tc>
                <a:tc>
                  <a:txBody>
                    <a:bodyPr wrap="square"/>
                    <a:lstStyle/>
                    <a:p>
                      <a:r>
                        <a:rPr sz="2200" b="0">
                          <a:solidFill>
                            <a:srgbClr val="1C3144"/>
                          </a:solidFill>
                          <a:latin typeface="Calibri"/>
                        </a:rPr>
                        <a:t>16.93</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0.78</a:t>
                      </a:r>
                    </a:p>
                  </a:txBody>
                  <a:tcPr marL="101600" marR="101600" marT="38100" marB="38100" anchor="ctr">
                    <a:solidFill>
                      <a:srgbClr val="FFFFFF"/>
                    </a:solidFill>
                  </a:tcPr>
                </a:tc>
                <a:tc>
                  <a:txBody>
                    <a:bodyPr wrap="square"/>
                    <a:lstStyle/>
                    <a:p>
                      <a:r>
                        <a:rPr sz="2200" b="0">
                          <a:solidFill>
                            <a:srgbClr val="1C3144"/>
                          </a:solidFill>
                          <a:latin typeface="Calibri"/>
                        </a:rPr>
                        <a:t>0.92</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4.79</a:t>
                      </a:r>
                    </a:p>
                  </a:txBody>
                  <a:tcPr marL="101600" marR="101600" marT="38100" marB="38100" anchor="ctr">
                    <a:solidFill>
                      <a:srgbClr val="EEF3F6"/>
                    </a:solidFill>
                  </a:tcPr>
                </a:tc>
                <a:tc>
                  <a:txBody>
                    <a:bodyPr wrap="square"/>
                    <a:lstStyle/>
                    <a:p>
                      <a:r>
                        <a:rPr sz="2200" b="0">
                          <a:solidFill>
                            <a:srgbClr val="1C3144"/>
                          </a:solidFill>
                          <a:latin typeface="Calibri"/>
                        </a:rPr>
                        <a:t>6.29</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0.78 deg C on average. The average guess misses by 14.85 deg C.</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42D167-6DDE-43F2-9311-7BDB8000E6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EC7317-61AF-46A1-A149-3635BAC06D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E7E6B9-7356-4AFB-A030-0A8B3343D4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B90D2DF7-4E02-4FC5-9CE3-383C46C09D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2DC829-54C7-4484-A75E-BC96DCFF4F1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7B4FAF4-83CA-44D4-A46D-2541653C589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4CC55CDB-F285-4D19-A199-17046C3B774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D6A86643-8225-4C80-A666-574407E3C2C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59</a:t>
            </a:r>
          </a:p>
        </p:txBody>
      </p:sp>
    </p:spTree>
    <p:extLst>
      <p:ext uri="{BB962C8B-B14F-4D97-AF65-F5344CB8AC3E}">
        <p14:creationId xmlns:p14="http://schemas.microsoft.com/office/powerpoint/2010/main" val="167268795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5FDCE4-1062-48E8-8852-1D359AC6EE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344C75-F2C4-4654-B0B7-CE0AF6989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92EEAC-AFF5-4292-8BAB-43005A1BCF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9230CE7-44D8-4267-B8A3-F4794032BA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D142D8-15F5-4905-82ED-B6D52597940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709FCB73-FC96-42B4-AC66-6D60031892F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55557D5-B4FD-488F-B43B-6E29B6A5BE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BB8DC731-20F8-47BE-B5AB-68D777AC05A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91BA87-3080-4359-A645-14B7F9D1AF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AA90372B-86BB-46C8-914A-B8B8F39CC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60</a:t>
            </a:r>
          </a:p>
        </p:txBody>
      </p:sp>
    </p:spTree>
    <p:extLst>
      <p:ext uri="{BB962C8B-B14F-4D97-AF65-F5344CB8AC3E}">
        <p14:creationId xmlns:p14="http://schemas.microsoft.com/office/powerpoint/2010/main" val="6049517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3D8200-F8D2-4DC1-9A76-6E9F720150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3952FA-8952-4280-93F9-4A5F539C04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863930-7A96-498B-8768-15CB3DEF20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E858DA24-8313-4A3A-930D-A5D9B26B95EF}"/>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192F77-8B23-4A5A-9EEE-2F4A5C9A50E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E302C6B5-ADD1-4F7E-9726-52E249FE45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61</a:t>
            </a:r>
          </a:p>
        </p:txBody>
      </p:sp>
    </p:spTree>
    <p:extLst>
      <p:ext uri="{BB962C8B-B14F-4D97-AF65-F5344CB8AC3E}">
        <p14:creationId xmlns:p14="http://schemas.microsoft.com/office/powerpoint/2010/main" val="157260505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1952981-2B91-434C-8678-EA3697414F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A20D18-B7C4-467F-8796-5D93942429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7951351-6B46-4215-AF53-CCF1962CA5E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7947C52E-6AA2-41D3-B892-467DA24958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17FC3BB-DEB5-4F07-8B9B-3EB85F01738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6502D53C-8FA4-429E-8A97-0F545A7AA3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68179EDA-EE15-4409-9A9E-3D58CB4C6D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22E1CF3-2DE1-4C6B-B119-7938A19748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62</a:t>
            </a:r>
          </a:p>
        </p:txBody>
      </p:sp>
    </p:spTree>
    <p:extLst>
      <p:ext uri="{BB962C8B-B14F-4D97-AF65-F5344CB8AC3E}">
        <p14:creationId xmlns:p14="http://schemas.microsoft.com/office/powerpoint/2010/main" val="1691277504"/>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8   63</a:t>
            </a:r>
          </a:p>
        </p:txBody>
      </p:sp>
    </p:spTree>
  </p:cSld>
  <p:clrMapOvr>
    <a:masterClrMapping/>
  </p:clrMapOvr>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F8664C-692C-40C7-836F-AF70D528FC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EFDF60-9BD5-4B26-AD9D-6BCCB419B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2F2E110-ACA8-4501-9B4B-1475801FB2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CCA328B4-7A32-4521-8D31-41A5FA8D934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97CA97-864A-419C-B5EA-D8844AE948E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motor winding temperature.</a:t>
            </a:r>
          </a:p>
        </p:txBody>
      </p:sp>
      <p:sp>
        <p:nvSpPr>
          <p:cNvPr id="6" name="">
            <a:extLst xmlns:a="http://schemas.openxmlformats.org/drawingml/2006/main">
              <a:ext uri="{FF2B5EF4-FFF2-40B4-BE49-F238E27FC236}">
                <a16:creationId xmlns:a16="http://schemas.microsoft.com/office/drawing/2014/main" id="{FC9FAB0D-F3F6-4309-BED7-016AE041656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F1574C-A525-47AB-A712-A073F9D3ACB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deg C.</a:t>
            </a:r>
          </a:p>
        </p:txBody>
      </p:sp>
      <p:sp>
        <p:nvSpPr>
          <p:cNvPr id="8" name="">
            <a:extLst xmlns:a="http://schemas.openxmlformats.org/drawingml/2006/main">
              <a:ext uri="{FF2B5EF4-FFF2-40B4-BE49-F238E27FC236}">
                <a16:creationId xmlns:a16="http://schemas.microsoft.com/office/drawing/2014/main" id="{7B90599D-25D1-4C8B-B3E0-E24C1115FCD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46F032F-ED5E-41B9-AAFE-8C968ECF3BF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CF563F8D-3202-4823-995A-EB0720B05CA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97EACE3-1C99-4056-98D9-2742409ACD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59D673D-6B26-4A65-98D8-339D69FEA3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64</a:t>
            </a:r>
          </a:p>
        </p:txBody>
      </p:sp>
    </p:spTree>
    <p:extLst>
      <p:ext uri="{BB962C8B-B14F-4D97-AF65-F5344CB8AC3E}">
        <p14:creationId xmlns:p14="http://schemas.microsoft.com/office/powerpoint/2010/main" val="906628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90C09B8-FF7A-451D-BCCF-70D1270923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F57159-D4A6-45B7-BE22-149C8590BDF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E52C8F5-0607-4C00-97AD-24C0EFF0B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715D16C8-3E92-4066-BAFA-76E5990E502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EACDDC-EA63-4303-A044-72A5E7CB32B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9D0DE96C-2AC8-4096-B353-DF30802FA9D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A84E56C-5103-4B0A-A5B7-4AC282C15F5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EC6064B-6BAE-4AED-910C-9E16386BFD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65</a:t>
            </a:r>
          </a:p>
        </p:txBody>
      </p:sp>
    </p:spTree>
    <p:extLst>
      <p:ext uri="{BB962C8B-B14F-4D97-AF65-F5344CB8AC3E}">
        <p14:creationId xmlns:p14="http://schemas.microsoft.com/office/powerpoint/2010/main" val="101191339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B9EC437-3314-43B3-8650-4F7A33DC0B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E5F125-D9D3-40A8-BADE-FFE0CECAE1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7DC95DA7-FAEC-44F0-A41A-7498B5E161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2568D16A-3D01-4819-BAD7-65AD8550B20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AFFCBF-B868-4AA5-A6CF-24B4E2034A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B3BA09F-3DD4-4450-90F4-63938F1130D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DE62743-7C95-46B3-A171-C65A075FF90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9C50FD-975A-43DC-9CAB-3EFB40E231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66</a:t>
            </a:r>
          </a:p>
        </p:txBody>
      </p:sp>
    </p:spTree>
    <p:extLst>
      <p:ext uri="{BB962C8B-B14F-4D97-AF65-F5344CB8AC3E}">
        <p14:creationId xmlns:p14="http://schemas.microsoft.com/office/powerpoint/2010/main" val="131022051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760B8E-F658-47B5-BEA1-68C905BB5B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7C1526-67B6-49B1-8BBB-8E902CAD40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D5FECD-794D-456A-B597-6E65344F12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D032116-7461-4A08-9817-2FDD24057E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C03C07-703C-40B4-ACEB-B7014626D07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DF5D0864-12BC-4C7D-91F0-B5F8C621993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6CCB2CF-0624-4CED-AD73-4E69A0DDC83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BFED11DE-720E-4B8C-99C1-2A38F4BE77B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90746B3-FD57-4467-B026-88DFB9BB3AD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33DA0B04-A06B-4086-BD42-298EEEA2C52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E60F6B-E276-4D21-9F53-7B9E09F57A4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A3D0DE56-2999-4806-A8F7-4FC9991C3A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67</a:t>
            </a:r>
          </a:p>
        </p:txBody>
      </p:sp>
    </p:spTree>
    <p:extLst>
      <p:ext uri="{BB962C8B-B14F-4D97-AF65-F5344CB8AC3E}">
        <p14:creationId xmlns:p14="http://schemas.microsoft.com/office/powerpoint/2010/main" val="917302153"/>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5C9811E-76A8-4B27-8681-1155DED4A9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80D5C4-19EC-4606-81D8-BFCF0506E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BCAD765-62B0-4212-A266-778436957BA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4439255C-F035-47DD-9A60-A0CCDC4CAA5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B13D56-2EF2-47C1-AC9E-39BAF670AE6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30 Oct 2026, 11:00 Kampala</a:t>
            </a:r>
          </a:p>
        </p:txBody>
      </p:sp>
      <p:sp>
        <p:nvSpPr>
          <p:cNvPr id="6" name="">
            <a:extLst xmlns:a="http://schemas.openxmlformats.org/drawingml/2006/main">
              <a:ext uri="{FF2B5EF4-FFF2-40B4-BE49-F238E27FC236}">
                <a16:creationId xmlns:a16="http://schemas.microsoft.com/office/drawing/2014/main" id="{3887B39E-AE24-4269-AFDC-70B3BE5E011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BA4C6A2-A8E5-4859-95BB-425B8F90E4C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Nov 2026, 11:00 Kampala</a:t>
            </a:r>
          </a:p>
        </p:txBody>
      </p:sp>
      <p:sp>
        <p:nvSpPr>
          <p:cNvPr id="8" name="">
            <a:extLst xmlns:a="http://schemas.openxmlformats.org/drawingml/2006/main">
              <a:ext uri="{FF2B5EF4-FFF2-40B4-BE49-F238E27FC236}">
                <a16:creationId xmlns:a16="http://schemas.microsoft.com/office/drawing/2014/main" id="{9BCCD2ED-E1C8-4F6B-843E-36926A73F1D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360C60-4902-4828-9EFA-FB6B7A57BF6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CC8F20F-EBEA-4697-B4BF-42FBF39DA81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07916D-A15E-4806-A1D0-41A9F0BE1BC5}"/>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B016BB8-9077-47EF-B4C5-D4EC7CDEDC17}"/>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F9FCEE20-0628-41B4-990F-B7BC1498323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35e105f6e654ab0"/>
              </a:rPr>
              <a:t>Open W08 assignment form</a:t>
            </a:r>
          </a:p>
        </p:txBody>
      </p:sp>
      <p:sp>
        <p:nvSpPr>
          <p:cNvPr id="14" name="">
            <a:extLst xmlns:a="http://schemas.openxmlformats.org/drawingml/2006/main">
              <a:ext uri="{FF2B5EF4-FFF2-40B4-BE49-F238E27FC236}">
                <a16:creationId xmlns:a16="http://schemas.microsoft.com/office/drawing/2014/main" id="{4E1974C7-7FA4-414C-9354-0DB5F27172A1}"/>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https://docs.google.com/forms/d/e/1FAIpQLSeAVNyokX8n-TQXwu2hQtJJkeKsQcU8katFAhghZmQH4HJreA/viewform</a:t>
            </a:r>
          </a:p>
        </p:txBody>
      </p:sp>
      <p:sp>
        <p:nvSpPr>
          <p:cNvPr id="15" name="">
            <a:extLst xmlns:a="http://schemas.openxmlformats.org/drawingml/2006/main">
              <a:ext uri="{FF2B5EF4-FFF2-40B4-BE49-F238E27FC236}">
                <a16:creationId xmlns:a16="http://schemas.microsoft.com/office/drawing/2014/main" id="{43C593DA-2F8E-4613-A50E-42CA5224F2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68</a:t>
            </a:r>
          </a:p>
        </p:txBody>
      </p:sp>
    </p:spTree>
    <p:extLst>
      <p:ext uri="{BB962C8B-B14F-4D97-AF65-F5344CB8AC3E}">
        <p14:creationId xmlns:p14="http://schemas.microsoft.com/office/powerpoint/2010/main" val="1356906320"/>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8AB5191-1F25-4033-9765-5CEA709996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8B776C3-1DCF-4FFA-83FE-ADEA9BD396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37F8CE0B-73DC-4C0B-8FC0-B7910EF010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CA377D4A-472E-4D8B-A64A-3CDC42A3AD3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1C53E3-5A39-4D12-B10C-7D2F12F57A56}"/>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34280473-E8A6-4E63-A4AE-95FB7134239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06F47EF-024F-49C2-A12F-E6765AF264C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059E862-B356-42BA-A213-FEE934A6CF4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E71F5A4-3314-4C11-9CE7-7849905A0767}"/>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F79063A-2393-4289-93D4-FFF1807909B4}"/>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24AD1B2-A790-4E79-821A-53EE06CDFA3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4794EB58-5C72-41EA-8607-0F8DBD6CD6E9}"/>
              </a:ext>
            </a:extLst>
          </p:cNvPr>
          <p:cNvPicPr>
            <a:picLocks xmlns:a="http://schemas.openxmlformats.org/drawingml/2006/main" noChangeAspect="1"/>
          </p:cNvPicPr>
          <p:nvPr/>
        </p:nvPicPr>
        <p:blipFill>
          <a:blip xmlns:r="http://schemas.openxmlformats.org/officeDocument/2006/relationships" xmlns:a="http://schemas.openxmlformats.org/drawingml/2006/main" r:embed="Rcaca32e31b0e499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5B86505-9EF8-4019-9417-927ABCD1F55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42165FC-3B52-4DCE-9123-D7EB4DED987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A0E6070C-0FF1-4E8C-AEEA-56AA8F11308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d7feb09ac164f18"/>
              </a:rPr>
              <a:t>Open this week’s quiz</a:t>
            </a:r>
          </a:p>
        </p:txBody>
      </p:sp>
      <p:sp>
        <p:nvSpPr>
          <p:cNvPr id="16" name="">
            <a:extLst xmlns:a="http://schemas.openxmlformats.org/drawingml/2006/main">
              <a:ext uri="{FF2B5EF4-FFF2-40B4-BE49-F238E27FC236}">
                <a16:creationId xmlns:a16="http://schemas.microsoft.com/office/drawing/2014/main" id="{5BEE1A50-9DB9-4613-913E-798CF4981D2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https://forms.gle/KsZJ7QANUE99kkX36</a:t>
            </a:r>
          </a:p>
        </p:txBody>
      </p:sp>
      <p:sp>
        <p:nvSpPr>
          <p:cNvPr id="17" name="">
            <a:extLst xmlns:a="http://schemas.openxmlformats.org/drawingml/2006/main">
              <a:ext uri="{FF2B5EF4-FFF2-40B4-BE49-F238E27FC236}">
                <a16:creationId xmlns:a16="http://schemas.microsoft.com/office/drawing/2014/main" id="{98C0448D-4F9C-4D1C-B7D0-2790595447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69</a:t>
            </a:r>
          </a:p>
        </p:txBody>
      </p:sp>
    </p:spTree>
    <p:extLst>
      <p:ext uri="{BB962C8B-B14F-4D97-AF65-F5344CB8AC3E}">
        <p14:creationId xmlns:p14="http://schemas.microsoft.com/office/powerpoint/2010/main" val="1683071533"/>
      </p:ext>
    </p:extLst>
  </p:cSld>
</p:sld>
</file>

<file path=ppt/slides/slide7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7F5E77-1EE7-437C-AE68-480B790A6D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AC2360F-363F-40BC-B66B-7C3D3FC19B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23B01E99-84EE-4AD5-A6C6-B71D4BE52F4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756E0D04-D15C-49EC-B285-D1EDF2B6A91B}"/>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0.78 deg C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872B9568-33B9-4637-A283-EC99F71936B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65A2A96-1936-49DE-A9BA-AC51C92E2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8   70</a:t>
            </a:r>
          </a:p>
        </p:txBody>
      </p:sp>
    </p:spTree>
    <p:extLst>
      <p:ext uri="{BB962C8B-B14F-4D97-AF65-F5344CB8AC3E}">
        <p14:creationId xmlns:p14="http://schemas.microsoft.com/office/powerpoint/2010/main" val="1764558402"/>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16358E-FBA9-4AF3-AD40-2069EDD3E3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E3C96-D041-4492-A1AD-A3652CF8CA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EEFCC6A-E64D-4CBF-B809-049191517D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D47D3FE-CE20-4610-A341-23EBD935FFE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7ABB470-29B2-4EC3-9A56-D09D94B86F49}"/>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86CAF2-23E7-4C92-834C-94895BBEC3F8}"/>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B6BDBA-827C-423B-8309-B71E82A758B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7B2D0A06-1CE0-4409-A640-A19CF89D0B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AC0CBF-2F67-41F6-A75C-0379389910F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0BADE42-9CFB-4A75-8404-329D896C5AC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960BA68-BB89-4945-A9FB-95A68A3B45A9}"/>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5AC255CF-0A47-47B4-BF8A-313033ED9DA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7B44D5AA-BB35-4D49-B60B-01074F75A0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8bb85a75ab64b22"/>
              </a:rPr>
              <a:t>Open explainer video</a:t>
            </a:r>
          </a:p>
        </p:txBody>
      </p:sp>
      <p:sp>
        <p:nvSpPr>
          <p:cNvPr id="14" name="">
            <a:extLst xmlns:a="http://schemas.openxmlformats.org/drawingml/2006/main">
              <a:ext uri="{FF2B5EF4-FFF2-40B4-BE49-F238E27FC236}">
                <a16:creationId xmlns:a16="http://schemas.microsoft.com/office/drawing/2014/main" id="{A39BA217-6556-4811-9B0E-1A0D978051C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69ABED8B-8508-41F0-932B-BC3524AAD0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8   71</a:t>
            </a:r>
          </a:p>
        </p:txBody>
      </p:sp>
    </p:spTree>
    <p:extLst>
      <p:ext uri="{BB962C8B-B14F-4D97-AF65-F5344CB8AC3E}">
        <p14:creationId xmlns:p14="http://schemas.microsoft.com/office/powerpoint/2010/main" val="8208180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2026-10-20T18:02:06.7390000Z</dcterms:created>
  <dcterms:modified xsi:type="dcterms:W3CDTF">2026-10-20T18:02:06.7390000Z</dcterms:modified>
</coreProperties>
</file>