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67ac2e6d8f4016" /><Relationship Type="http://schemas.openxmlformats.org/officeDocument/2006/relationships/extended-properties" Target="/docProps/app.xml" Id="Rdd57f1d344e14cd7" /><Relationship Type="http://schemas.openxmlformats.org/officeDocument/2006/relationships/officeDocument" Target="/ppt/presentation.xml" Id="R4b8a4e98169d41a7" /></Relationships>
</file>

<file path=ppt/presentation.xml><?xml version="1.0" encoding="utf-8"?>
<p:presentation xmlns:p="http://schemas.openxmlformats.org/presentationml/2006/main">
  <p:sldMasterIdLst>
    <p:sldMasterId xmlns:r="http://schemas.openxmlformats.org/officeDocument/2006/relationships" id="2147483648" r:id="Rb82ca5523b1a4dcd"/>
  </p:sldMasterIdLst>
  <p:notesMasterIdLst>
    <p:notesMasterId xmlns:r="http://schemas.openxmlformats.org/officeDocument/2006/relationships" r:id="R9641399795074f81"/>
  </p:notesMasterIdLst>
  <p:sldIdLst>
    <p:sldId xmlns:r="http://schemas.openxmlformats.org/officeDocument/2006/relationships" id="256" r:id="R47b9f5e7a0f845b2"/>
    <p:sldId xmlns:r="http://schemas.openxmlformats.org/officeDocument/2006/relationships" id="257" r:id="R8528393d91b746f6"/>
    <p:sldId xmlns:r="http://schemas.openxmlformats.org/officeDocument/2006/relationships" id="258" r:id="R33de54dc1769499f"/>
    <p:sldId xmlns:r="http://schemas.openxmlformats.org/officeDocument/2006/relationships" id="259" r:id="R212f7a09cf3d4625"/>
    <p:sldId xmlns:r="http://schemas.openxmlformats.org/officeDocument/2006/relationships" id="260" r:id="R90dd92ecdcd3435b"/>
    <p:sldId xmlns:r="http://schemas.openxmlformats.org/officeDocument/2006/relationships" id="261" r:id="R9cf213407dde40c3"/>
    <p:sldId xmlns:r="http://schemas.openxmlformats.org/officeDocument/2006/relationships" id="262" r:id="Rf607d4706fca4c18"/>
    <p:sldId xmlns:r="http://schemas.openxmlformats.org/officeDocument/2006/relationships" id="263" r:id="R0e93cb754f0a4a0f"/>
    <p:sldId xmlns:r="http://schemas.openxmlformats.org/officeDocument/2006/relationships" id="264" r:id="Ra732c7ac11194757"/>
    <p:sldId xmlns:r="http://schemas.openxmlformats.org/officeDocument/2006/relationships" id="265" r:id="R9d3bab937cdd471f"/>
    <p:sldId xmlns:r="http://schemas.openxmlformats.org/officeDocument/2006/relationships" id="266" r:id="Rc1478bacb2674a8c"/>
    <p:sldId xmlns:r="http://schemas.openxmlformats.org/officeDocument/2006/relationships" id="267" r:id="R93096dc253d34d17"/>
    <p:sldId xmlns:r="http://schemas.openxmlformats.org/officeDocument/2006/relationships" id="268" r:id="Rf9847d09e022499a"/>
    <p:sldId xmlns:r="http://schemas.openxmlformats.org/officeDocument/2006/relationships" id="269" r:id="Rdf848abbe51849e0"/>
    <p:sldId xmlns:r="http://schemas.openxmlformats.org/officeDocument/2006/relationships" id="270" r:id="R7fc26ea736cf4ae1"/>
    <p:sldId xmlns:r="http://schemas.openxmlformats.org/officeDocument/2006/relationships" id="271" r:id="Rf42e5fdb07294b05"/>
    <p:sldId xmlns:r="http://schemas.openxmlformats.org/officeDocument/2006/relationships" id="272" r:id="Re9e9adcbd4034d81"/>
    <p:sldId xmlns:r="http://schemas.openxmlformats.org/officeDocument/2006/relationships" id="273" r:id="R57f03a4d333c4094"/>
    <p:sldId xmlns:r="http://schemas.openxmlformats.org/officeDocument/2006/relationships" id="274" r:id="Ra3fa23855a4e47a1"/>
    <p:sldId xmlns:r="http://schemas.openxmlformats.org/officeDocument/2006/relationships" id="275" r:id="R11b246187c99437f"/>
    <p:sldId xmlns:r="http://schemas.openxmlformats.org/officeDocument/2006/relationships" id="276" r:id="Rf3e2fb715ab8419f"/>
    <p:sldId xmlns:r="http://schemas.openxmlformats.org/officeDocument/2006/relationships" id="277" r:id="R41bc09dd7cc444e1"/>
    <p:sldId xmlns:r="http://schemas.openxmlformats.org/officeDocument/2006/relationships" id="278" r:id="Re26b50ba3c284d00"/>
    <p:sldId xmlns:r="http://schemas.openxmlformats.org/officeDocument/2006/relationships" id="279" r:id="R12d6ed37fdf34105"/>
    <p:sldId xmlns:r="http://schemas.openxmlformats.org/officeDocument/2006/relationships" id="280" r:id="Rdb5857a9c5a34290"/>
    <p:sldId xmlns:r="http://schemas.openxmlformats.org/officeDocument/2006/relationships" id="281" r:id="R31a27c93d8524350"/>
    <p:sldId xmlns:r="http://schemas.openxmlformats.org/officeDocument/2006/relationships" id="282" r:id="R0638223b9e894f0b"/>
    <p:sldId xmlns:r="http://schemas.openxmlformats.org/officeDocument/2006/relationships" id="283" r:id="R3edc87e62be549b4"/>
    <p:sldId xmlns:r="http://schemas.openxmlformats.org/officeDocument/2006/relationships" id="284" r:id="R94aba0ff414c444e"/>
    <p:sldId xmlns:r="http://schemas.openxmlformats.org/officeDocument/2006/relationships" id="285" r:id="R849024b09cbc48a4"/>
    <p:sldId xmlns:r="http://schemas.openxmlformats.org/officeDocument/2006/relationships" id="286" r:id="Rcf7af11bd9544b81"/>
    <p:sldId xmlns:r="http://schemas.openxmlformats.org/officeDocument/2006/relationships" id="287" r:id="R0f3ea8ccd9324e91"/>
    <p:sldId xmlns:r="http://schemas.openxmlformats.org/officeDocument/2006/relationships" id="288" r:id="Rd3e4432986124cc0"/>
    <p:sldId xmlns:r="http://schemas.openxmlformats.org/officeDocument/2006/relationships" id="289" r:id="R199aac5597e147b3"/>
    <p:sldId xmlns:r="http://schemas.openxmlformats.org/officeDocument/2006/relationships" id="290" r:id="Rf71b020aa4954907"/>
    <p:sldId xmlns:r="http://schemas.openxmlformats.org/officeDocument/2006/relationships" id="291" r:id="R0ac8f14a9e634d0a"/>
    <p:sldId xmlns:r="http://schemas.openxmlformats.org/officeDocument/2006/relationships" id="292" r:id="R0f935206bf454289"/>
    <p:sldId xmlns:r="http://schemas.openxmlformats.org/officeDocument/2006/relationships" id="293" r:id="Rbe71422574de4576"/>
    <p:sldId xmlns:r="http://schemas.openxmlformats.org/officeDocument/2006/relationships" id="294" r:id="R8c278d757ea04497"/>
    <p:sldId xmlns:r="http://schemas.openxmlformats.org/officeDocument/2006/relationships" id="295" r:id="R5aa9bf74f4864c9f"/>
    <p:sldId xmlns:r="http://schemas.openxmlformats.org/officeDocument/2006/relationships" id="296" r:id="R79ab448405974747"/>
    <p:sldId xmlns:r="http://schemas.openxmlformats.org/officeDocument/2006/relationships" id="297" r:id="Re7a61921c5304082"/>
    <p:sldId xmlns:r="http://schemas.openxmlformats.org/officeDocument/2006/relationships" id="298" r:id="Ra8a98e1a8d754637"/>
    <p:sldId xmlns:r="http://schemas.openxmlformats.org/officeDocument/2006/relationships" id="299" r:id="Rf08dcef567c14e98"/>
    <p:sldId xmlns:r="http://schemas.openxmlformats.org/officeDocument/2006/relationships" id="300" r:id="R2abcbd45a7c944cb"/>
    <p:sldId xmlns:r="http://schemas.openxmlformats.org/officeDocument/2006/relationships" id="301" r:id="R5f47c26fe0114550"/>
    <p:sldId xmlns:r="http://schemas.openxmlformats.org/officeDocument/2006/relationships" id="302" r:id="R12ba5f31aefb44d4"/>
    <p:sldId xmlns:r="http://schemas.openxmlformats.org/officeDocument/2006/relationships" id="303" r:id="Rdd98814fb23f45aa"/>
    <p:sldId xmlns:r="http://schemas.openxmlformats.org/officeDocument/2006/relationships" id="304" r:id="R6d9ffcc2b02b444a"/>
    <p:sldId xmlns:r="http://schemas.openxmlformats.org/officeDocument/2006/relationships" id="305" r:id="Ra3b2c4c715934947"/>
    <p:sldId xmlns:r="http://schemas.openxmlformats.org/officeDocument/2006/relationships" id="306" r:id="R96d91810e70543f7"/>
    <p:sldId xmlns:r="http://schemas.openxmlformats.org/officeDocument/2006/relationships" id="307" r:id="R1527ff4214044bb5"/>
    <p:sldId xmlns:r="http://schemas.openxmlformats.org/officeDocument/2006/relationships" id="308" r:id="Rc50ecf4ca4854376"/>
    <p:sldId xmlns:r="http://schemas.openxmlformats.org/officeDocument/2006/relationships" id="309" r:id="R31d5a10dd4c5403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1dfb9aa748482d" /><Relationship Type="http://schemas.openxmlformats.org/officeDocument/2006/relationships/slideMaster" Target="/ppt/slideMasters/slideMaster1.xml" Id="Rb82ca5523b1a4dcd" /><Relationship Type="http://schemas.openxmlformats.org/officeDocument/2006/relationships/notesMaster" Target="/ppt/notesMasters/notesMaster1.xml" Id="R9641399795074f81" /><Relationship Type="http://schemas.openxmlformats.org/officeDocument/2006/relationships/presProps" Target="/ppt/presProps.xml" Id="R56ec31efed88475f" /><Relationship Type="http://schemas.openxmlformats.org/officeDocument/2006/relationships/tableStyles" Target="/ppt/tableStyles.xml" Id="Rfd46983d5f2a401b" /><Relationship Type="http://schemas.openxmlformats.org/officeDocument/2006/relationships/slide" Target="/ppt/slides/slide1.xml" Id="R47b9f5e7a0f845b2" /><Relationship Type="http://schemas.openxmlformats.org/officeDocument/2006/relationships/slide" Target="/ppt/slides/slide2.xml" Id="R8528393d91b746f6" /><Relationship Type="http://schemas.openxmlformats.org/officeDocument/2006/relationships/slide" Target="/ppt/slides/slide3.xml" Id="R33de54dc1769499f" /><Relationship Type="http://schemas.openxmlformats.org/officeDocument/2006/relationships/slide" Target="/ppt/slides/slide4.xml" Id="R212f7a09cf3d4625" /><Relationship Type="http://schemas.openxmlformats.org/officeDocument/2006/relationships/slide" Target="/ppt/slides/slide5.xml" Id="R90dd92ecdcd3435b" /><Relationship Type="http://schemas.openxmlformats.org/officeDocument/2006/relationships/slide" Target="/ppt/slides/slide6.xml" Id="R9cf213407dde40c3" /><Relationship Type="http://schemas.openxmlformats.org/officeDocument/2006/relationships/slide" Target="/ppt/slides/slide7.xml" Id="Rf607d4706fca4c18" /><Relationship Type="http://schemas.openxmlformats.org/officeDocument/2006/relationships/slide" Target="/ppt/slides/slide8.xml" Id="R0e93cb754f0a4a0f" /><Relationship Type="http://schemas.openxmlformats.org/officeDocument/2006/relationships/slide" Target="/ppt/slides/slide9.xml" Id="Ra732c7ac11194757" /><Relationship Type="http://schemas.openxmlformats.org/officeDocument/2006/relationships/slide" Target="/ppt/slides/slide10.xml" Id="R9d3bab937cdd471f" /><Relationship Type="http://schemas.openxmlformats.org/officeDocument/2006/relationships/slide" Target="/ppt/slides/slide11.xml" Id="Rc1478bacb2674a8c" /><Relationship Type="http://schemas.openxmlformats.org/officeDocument/2006/relationships/slide" Target="/ppt/slides/slide12.xml" Id="R93096dc253d34d17" /><Relationship Type="http://schemas.openxmlformats.org/officeDocument/2006/relationships/slide" Target="/ppt/slides/slide13.xml" Id="Rf9847d09e022499a" /><Relationship Type="http://schemas.openxmlformats.org/officeDocument/2006/relationships/slide" Target="/ppt/slides/slide14.xml" Id="Rdf848abbe51849e0" /><Relationship Type="http://schemas.openxmlformats.org/officeDocument/2006/relationships/slide" Target="/ppt/slides/slide15.xml" Id="R7fc26ea736cf4ae1" /><Relationship Type="http://schemas.openxmlformats.org/officeDocument/2006/relationships/slide" Target="/ppt/slides/slide16.xml" Id="Rf42e5fdb07294b05" /><Relationship Type="http://schemas.openxmlformats.org/officeDocument/2006/relationships/slide" Target="/ppt/slides/slide17.xml" Id="Re9e9adcbd4034d81" /><Relationship Type="http://schemas.openxmlformats.org/officeDocument/2006/relationships/slide" Target="/ppt/slides/slide18.xml" Id="R57f03a4d333c4094" /><Relationship Type="http://schemas.openxmlformats.org/officeDocument/2006/relationships/slide" Target="/ppt/slides/slide19.xml" Id="Ra3fa23855a4e47a1" /><Relationship Type="http://schemas.openxmlformats.org/officeDocument/2006/relationships/slide" Target="/ppt/slides/slide20.xml" Id="R11b246187c99437f" /><Relationship Type="http://schemas.openxmlformats.org/officeDocument/2006/relationships/slide" Target="/ppt/slides/slide21.xml" Id="Rf3e2fb715ab8419f" /><Relationship Type="http://schemas.openxmlformats.org/officeDocument/2006/relationships/slide" Target="/ppt/slides/slide22.xml" Id="R41bc09dd7cc444e1" /><Relationship Type="http://schemas.openxmlformats.org/officeDocument/2006/relationships/slide" Target="/ppt/slides/slide23.xml" Id="Re26b50ba3c284d00" /><Relationship Type="http://schemas.openxmlformats.org/officeDocument/2006/relationships/slide" Target="/ppt/slides/slide24.xml" Id="R12d6ed37fdf34105" /><Relationship Type="http://schemas.openxmlformats.org/officeDocument/2006/relationships/slide" Target="/ppt/slides/slide25.xml" Id="Rdb5857a9c5a34290" /><Relationship Type="http://schemas.openxmlformats.org/officeDocument/2006/relationships/slide" Target="/ppt/slides/slide26.xml" Id="R31a27c93d8524350" /><Relationship Type="http://schemas.openxmlformats.org/officeDocument/2006/relationships/slide" Target="/ppt/slides/slide27.xml" Id="R0638223b9e894f0b" /><Relationship Type="http://schemas.openxmlformats.org/officeDocument/2006/relationships/slide" Target="/ppt/slides/slide28.xml" Id="R3edc87e62be549b4" /><Relationship Type="http://schemas.openxmlformats.org/officeDocument/2006/relationships/slide" Target="/ppt/slides/slide29.xml" Id="R94aba0ff414c444e" /><Relationship Type="http://schemas.openxmlformats.org/officeDocument/2006/relationships/slide" Target="/ppt/slides/slide30.xml" Id="R849024b09cbc48a4" /><Relationship Type="http://schemas.openxmlformats.org/officeDocument/2006/relationships/slide" Target="/ppt/slides/slide31.xml" Id="Rcf7af11bd9544b81" /><Relationship Type="http://schemas.openxmlformats.org/officeDocument/2006/relationships/slide" Target="/ppt/slides/slide32.xml" Id="R0f3ea8ccd9324e91" /><Relationship Type="http://schemas.openxmlformats.org/officeDocument/2006/relationships/slide" Target="/ppt/slides/slide33.xml" Id="Rd3e4432986124cc0" /><Relationship Type="http://schemas.openxmlformats.org/officeDocument/2006/relationships/slide" Target="/ppt/slides/slide34.xml" Id="R199aac5597e147b3" /><Relationship Type="http://schemas.openxmlformats.org/officeDocument/2006/relationships/slide" Target="/ppt/slides/slide35.xml" Id="Rf71b020aa4954907" /><Relationship Type="http://schemas.openxmlformats.org/officeDocument/2006/relationships/slide" Target="/ppt/slides/slide36.xml" Id="R0ac8f14a9e634d0a" /><Relationship Type="http://schemas.openxmlformats.org/officeDocument/2006/relationships/slide" Target="/ppt/slides/slide37.xml" Id="R0f935206bf454289" /><Relationship Type="http://schemas.openxmlformats.org/officeDocument/2006/relationships/slide" Target="/ppt/slides/slide38.xml" Id="Rbe71422574de4576" /><Relationship Type="http://schemas.openxmlformats.org/officeDocument/2006/relationships/slide" Target="/ppt/slides/slide39.xml" Id="R8c278d757ea04497" /><Relationship Type="http://schemas.openxmlformats.org/officeDocument/2006/relationships/slide" Target="/ppt/slides/slide40.xml" Id="R5aa9bf74f4864c9f" /><Relationship Type="http://schemas.openxmlformats.org/officeDocument/2006/relationships/slide" Target="/ppt/slides/slide41.xml" Id="R79ab448405974747" /><Relationship Type="http://schemas.openxmlformats.org/officeDocument/2006/relationships/slide" Target="/ppt/slides/slide42.xml" Id="Re7a61921c5304082" /><Relationship Type="http://schemas.openxmlformats.org/officeDocument/2006/relationships/slide" Target="/ppt/slides/slide43.xml" Id="Ra8a98e1a8d754637" /><Relationship Type="http://schemas.openxmlformats.org/officeDocument/2006/relationships/slide" Target="/ppt/slides/slide44.xml" Id="Rf08dcef567c14e98" /><Relationship Type="http://schemas.openxmlformats.org/officeDocument/2006/relationships/slide" Target="/ppt/slides/slide45.xml" Id="R2abcbd45a7c944cb" /><Relationship Type="http://schemas.openxmlformats.org/officeDocument/2006/relationships/slide" Target="/ppt/slides/slide46.xml" Id="R5f47c26fe0114550" /><Relationship Type="http://schemas.openxmlformats.org/officeDocument/2006/relationships/slide" Target="/ppt/slides/slide47.xml" Id="R12ba5f31aefb44d4" /><Relationship Type="http://schemas.openxmlformats.org/officeDocument/2006/relationships/slide" Target="/ppt/slides/slide48.xml" Id="Rdd98814fb23f45aa" /><Relationship Type="http://schemas.openxmlformats.org/officeDocument/2006/relationships/slide" Target="/ppt/slides/slide49.xml" Id="R6d9ffcc2b02b444a" /><Relationship Type="http://schemas.openxmlformats.org/officeDocument/2006/relationships/slide" Target="/ppt/slides/slide50.xml" Id="Ra3b2c4c715934947" /><Relationship Type="http://schemas.openxmlformats.org/officeDocument/2006/relationships/slide" Target="/ppt/slides/slide51.xml" Id="R96d91810e70543f7" /><Relationship Type="http://schemas.openxmlformats.org/officeDocument/2006/relationships/slide" Target="/ppt/slides/slide52.xml" Id="R1527ff4214044bb5" /><Relationship Type="http://schemas.openxmlformats.org/officeDocument/2006/relationships/slide" Target="/ppt/slides/slide53.xml" Id="Rc50ecf4ca4854376" /><Relationship Type="http://schemas.openxmlformats.org/officeDocument/2006/relationships/slide" Target="/ppt/slides/slide54.xml" Id="R31d5a10dd4c540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67684584204b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604db32b0240f6" /><Relationship Type="http://schemas.openxmlformats.org/officeDocument/2006/relationships/notesMaster" Target="/ppt/notesMasters/notesMaster1.xml" Id="Rcd0e3dce43454d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eecd56688b4228" /><Relationship Type="http://schemas.openxmlformats.org/officeDocument/2006/relationships/notesMaster" Target="/ppt/notesMasters/notesMaster1.xml" Id="R77bd2dcee5704def"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ab11b77efc4825" /><Relationship Type="http://schemas.openxmlformats.org/officeDocument/2006/relationships/notesMaster" Target="/ppt/notesMasters/notesMaster1.xml" Id="R13f08793d6fb4a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0cff334fb24674" /><Relationship Type="http://schemas.openxmlformats.org/officeDocument/2006/relationships/notesMaster" Target="/ppt/notesMasters/notesMaster1.xml" Id="Re17a75739b6041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c2374fa8964bf0" /><Relationship Type="http://schemas.openxmlformats.org/officeDocument/2006/relationships/notesMaster" Target="/ppt/notesMasters/notesMaster1.xml" Id="R695673a44df74d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6489ce6e264d09" /><Relationship Type="http://schemas.openxmlformats.org/officeDocument/2006/relationships/notesMaster" Target="/ppt/notesMasters/notesMaster1.xml" Id="Ree533924fd1846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03c282984b47a9" /><Relationship Type="http://schemas.openxmlformats.org/officeDocument/2006/relationships/notesMaster" Target="/ppt/notesMasters/notesMaster1.xml" Id="R6fcf426ca0804d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8d8eed68574ae8" /><Relationship Type="http://schemas.openxmlformats.org/officeDocument/2006/relationships/notesMaster" Target="/ppt/notesMasters/notesMaster1.xml" Id="R8ab5aa16a1b547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833399b0594d4f" /><Relationship Type="http://schemas.openxmlformats.org/officeDocument/2006/relationships/notesMaster" Target="/ppt/notesMasters/notesMaster1.xml" Id="R72664e6db27747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98c1ba859b47c1" /><Relationship Type="http://schemas.openxmlformats.org/officeDocument/2006/relationships/notesMaster" Target="/ppt/notesMasters/notesMaster1.xml" Id="R7e84613747da490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b6139720be4660" /><Relationship Type="http://schemas.openxmlformats.org/officeDocument/2006/relationships/notesMaster" Target="/ppt/notesMasters/notesMaster1.xml" Id="R11fd71cd499a4f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8235210f1fe422c" /><Relationship Type="http://schemas.openxmlformats.org/officeDocument/2006/relationships/notesMaster" Target="/ppt/notesMasters/notesMaster1.xml" Id="Rd707b778fa384c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df5d16d6304a4d" /><Relationship Type="http://schemas.openxmlformats.org/officeDocument/2006/relationships/notesMaster" Target="/ppt/notesMasters/notesMaster1.xml" Id="Rd509b5505132402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41ba01d751420f" /><Relationship Type="http://schemas.openxmlformats.org/officeDocument/2006/relationships/notesMaster" Target="/ppt/notesMasters/notesMaster1.xml" Id="Rcdd9a8ae6f3448e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36f96fed6e041ea" /><Relationship Type="http://schemas.openxmlformats.org/officeDocument/2006/relationships/notesMaster" Target="/ppt/notesMasters/notesMaster1.xml" Id="Rb2451b14b40849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e946f99cfde4e82" /><Relationship Type="http://schemas.openxmlformats.org/officeDocument/2006/relationships/notesMaster" Target="/ppt/notesMasters/notesMaster1.xml" Id="R14ebe9dc4e00452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13883029ff64485" /><Relationship Type="http://schemas.openxmlformats.org/officeDocument/2006/relationships/notesMaster" Target="/ppt/notesMasters/notesMaster1.xml" Id="R484f7591ac414cb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6609dc1d86f4c52" /><Relationship Type="http://schemas.openxmlformats.org/officeDocument/2006/relationships/notesMaster" Target="/ppt/notesMasters/notesMaster1.xml" Id="Rde85e8cab2c141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bced721d724dce" /><Relationship Type="http://schemas.openxmlformats.org/officeDocument/2006/relationships/notesMaster" Target="/ppt/notesMasters/notesMaster1.xml" Id="R79d794f9f8b048d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92c0819e5f417d" /><Relationship Type="http://schemas.openxmlformats.org/officeDocument/2006/relationships/notesMaster" Target="/ppt/notesMasters/notesMaster1.xml" Id="Rc2d742f615074b6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2ae57638d534078" /><Relationship Type="http://schemas.openxmlformats.org/officeDocument/2006/relationships/notesMaster" Target="/ppt/notesMasters/notesMaster1.xml" Id="R5f693c3f9c40419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841215fc17b4530" /><Relationship Type="http://schemas.openxmlformats.org/officeDocument/2006/relationships/notesMaster" Target="/ppt/notesMasters/notesMaster1.xml" Id="R59da738b698544f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30189cf0d5c47a9" /><Relationship Type="http://schemas.openxmlformats.org/officeDocument/2006/relationships/notesMaster" Target="/ppt/notesMasters/notesMaster1.xml" Id="R56ab871125d246b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1c5f714cb8e42a1" /><Relationship Type="http://schemas.openxmlformats.org/officeDocument/2006/relationships/notesMaster" Target="/ppt/notesMasters/notesMaster1.xml" Id="R16e4aaaf3f7e44d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d7639737daa4bb5" /><Relationship Type="http://schemas.openxmlformats.org/officeDocument/2006/relationships/notesMaster" Target="/ppt/notesMasters/notesMaster1.xml" Id="R694b0bbb28dd48e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50856f78fae4b65" /><Relationship Type="http://schemas.openxmlformats.org/officeDocument/2006/relationships/notesMaster" Target="/ppt/notesMasters/notesMaster1.xml" Id="R18ae47c247f64c5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727c876af464e17" /><Relationship Type="http://schemas.openxmlformats.org/officeDocument/2006/relationships/notesMaster" Target="/ppt/notesMasters/notesMaster1.xml" Id="R55432ab52ddc475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535c1e098d34473" /><Relationship Type="http://schemas.openxmlformats.org/officeDocument/2006/relationships/notesMaster" Target="/ppt/notesMasters/notesMaster1.xml" Id="Rfe91dcbfd4a749f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0fa48b041ea48b6" /><Relationship Type="http://schemas.openxmlformats.org/officeDocument/2006/relationships/notesMaster" Target="/ppt/notesMasters/notesMaster1.xml" Id="R7f4ca4774bf040a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7b88e2638c24293" /><Relationship Type="http://schemas.openxmlformats.org/officeDocument/2006/relationships/notesMaster" Target="/ppt/notesMasters/notesMaster1.xml" Id="Re298d7511ef34bd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7c6d073523d466c" /><Relationship Type="http://schemas.openxmlformats.org/officeDocument/2006/relationships/notesMaster" Target="/ppt/notesMasters/notesMaster1.xml" Id="Raa436d8e92924b6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51ff60192324f1d" /><Relationship Type="http://schemas.openxmlformats.org/officeDocument/2006/relationships/notesMaster" Target="/ppt/notesMasters/notesMaster1.xml" Id="Rc77ad1ad1dd44cb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d5ed793838f4382" /><Relationship Type="http://schemas.openxmlformats.org/officeDocument/2006/relationships/notesMaster" Target="/ppt/notesMasters/notesMaster1.xml" Id="R5edfc8afe455428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20c3a3b2a9c4ea8" /><Relationship Type="http://schemas.openxmlformats.org/officeDocument/2006/relationships/notesMaster" Target="/ppt/notesMasters/notesMaster1.xml" Id="R4cb896dc78ed493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6891023286748d0" /><Relationship Type="http://schemas.openxmlformats.org/officeDocument/2006/relationships/notesMaster" Target="/ppt/notesMasters/notesMaster1.xml" Id="Rb92a12edded24a4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f6d1494dff84949" /><Relationship Type="http://schemas.openxmlformats.org/officeDocument/2006/relationships/notesMaster" Target="/ppt/notesMasters/notesMaster1.xml" Id="R18e58269e589499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4c231dc7ead0430b" /><Relationship Type="http://schemas.openxmlformats.org/officeDocument/2006/relationships/notesMaster" Target="/ppt/notesMasters/notesMaster1.xml" Id="R46e64ef330894bc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7837d2e80734ba0" /><Relationship Type="http://schemas.openxmlformats.org/officeDocument/2006/relationships/notesMaster" Target="/ppt/notesMasters/notesMaster1.xml" Id="R9da348b38e9447f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b24391fdba44d1a" /><Relationship Type="http://schemas.openxmlformats.org/officeDocument/2006/relationships/notesMaster" Target="/ppt/notesMasters/notesMaster1.xml" Id="R49acfd38958e4e8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000d4a803444ca9" /><Relationship Type="http://schemas.openxmlformats.org/officeDocument/2006/relationships/notesMaster" Target="/ppt/notesMasters/notesMaster1.xml" Id="Rc808311404dc424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c18d3338c844851" /><Relationship Type="http://schemas.openxmlformats.org/officeDocument/2006/relationships/notesMaster" Target="/ppt/notesMasters/notesMaster1.xml" Id="Rc0aed6ecd7b6439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23cafa5d2334354" /><Relationship Type="http://schemas.openxmlformats.org/officeDocument/2006/relationships/notesMaster" Target="/ppt/notesMasters/notesMaster1.xml" Id="Ree43458dcc604ee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78aeb73c3bd4e1a" /><Relationship Type="http://schemas.openxmlformats.org/officeDocument/2006/relationships/notesMaster" Target="/ppt/notesMasters/notesMaster1.xml" Id="R118407244675422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926654d7d194410" /><Relationship Type="http://schemas.openxmlformats.org/officeDocument/2006/relationships/notesMaster" Target="/ppt/notesMasters/notesMaster1.xml" Id="Rf3befb6c1c8046e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e6f841888a3459b" /><Relationship Type="http://schemas.openxmlformats.org/officeDocument/2006/relationships/notesMaster" Target="/ppt/notesMasters/notesMaster1.xml" Id="Rae3c7659712f44a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faa1424c53c4033" /><Relationship Type="http://schemas.openxmlformats.org/officeDocument/2006/relationships/notesMaster" Target="/ppt/notesMasters/notesMaster1.xml" Id="R80fc1ce1c6c84c1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cad4cec03284605" /><Relationship Type="http://schemas.openxmlformats.org/officeDocument/2006/relationships/notesMaster" Target="/ppt/notesMasters/notesMaster1.xml" Id="Rca16d3f64ae44e4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7f1e181d4fc4ea5" /><Relationship Type="http://schemas.openxmlformats.org/officeDocument/2006/relationships/notesMaster" Target="/ppt/notesMasters/notesMaster1.xml" Id="R8cfba1641414454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7af4d1a101f4452" /><Relationship Type="http://schemas.openxmlformats.org/officeDocument/2006/relationships/notesMaster" Target="/ppt/notesMasters/notesMaster1.xml" Id="R658b5c2080fb421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52a4f14af564c55" /><Relationship Type="http://schemas.openxmlformats.org/officeDocument/2006/relationships/notesMaster" Target="/ppt/notesMasters/notesMaster1.xml" Id="R5c122d76b2fe4cb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1d9da1207fe401a" /><Relationship Type="http://schemas.openxmlformats.org/officeDocument/2006/relationships/notesMaster" Target="/ppt/notesMasters/notesMaster1.xml" Id="Rdfce2c71d655472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3a86e2cdd3d4eec" /><Relationship Type="http://schemas.openxmlformats.org/officeDocument/2006/relationships/notesMaster" Target="/ppt/notesMasters/notesMaster1.xml" Id="R24feab0e6add4a3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bca5b87cfd84c7b" /><Relationship Type="http://schemas.openxmlformats.org/officeDocument/2006/relationships/notesMaster" Target="/ppt/notesMasters/notesMaster1.xml" Id="Rff0db2d98e6445a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49a9270e155497c" /><Relationship Type="http://schemas.openxmlformats.org/officeDocument/2006/relationships/notesMaster" Target="/ppt/notesMasters/notesMaster1.xml" Id="Ra0eb3781f41e4511"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data and explaining changes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Cleaning data and explaining changes.</a:t>
            </a:r>
          </a:p>
          <a:p>
            <a:r>
              <a:t/>
            </a:r>
          </a:p>
          <a:p>
            <a:r>
              <a:t>LECTURER CUE</a:t>
            </a:r>
          </a:p>
          <a:p>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distinguish repeated equipment from duplicate records and explain why an outlier is not automatically deleted.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Raw data: The original supplied records. Keep these unchanged so another person can check your decisions.</a:t>
            </a:r>
          </a:p>
          <a:p>
            <a:r>
              <a:t>Missing value: A value that was not recorded, represented here by None in Python records. Missing does not automatically mean zero.</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POINT TO THE DEFINITION</a:t>
            </a:r>
          </a:p>
          <a:p>
            <a:r>
              <a:t>Record and equipment ID: A record ID identifies an observation. An equipment ID identifies the source and may repeat legitimately. Remove repeated observations only under the stated rule.</a:t>
            </a:r>
          </a:p>
          <a:p>
            <a:r>
              <a:t>Median and imputation: The median is the middle sorted value, or the mean of the two middle values. Imputation fills a missing value using an explicit rule and introduces uncertainty.</a:t>
            </a:r>
          </a:p>
          <a:p>
            <a:r>
              <a:t/>
            </a:r>
          </a:p>
          <a:p>
            <a:r>
              <a:t>NEXT</a:t>
            </a:r>
          </a:p>
          <a:p>
            <a:r>
              <a:t>An unusual value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unusual value needs a reason</a:t>
            </a:r>
          </a:p>
          <a:p>
            <a:r>
              <a:t/>
            </a:r>
          </a:p>
          <a:p>
            <a:r>
              <a:t>CONNECT</a:t>
            </a:r>
          </a:p>
          <a:p>
            <a:r>
              <a:t>Build on the preceding slide: Words we will use.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Mean, median and unusual readings.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 median and unusual readings</a:t>
            </a:r>
          </a:p>
          <a:p>
            <a:r>
              <a:t/>
            </a:r>
          </a:p>
          <a:p>
            <a:r>
              <a:t>CONNECT</a:t>
            </a:r>
          </a:p>
          <a:p>
            <a:r>
              <a:t>Build on the preceding slide: An unusual value needs a reason.</a:t>
            </a:r>
          </a:p>
          <a:p>
            <a:r>
              <a:t/>
            </a:r>
          </a:p>
          <a:p>
            <a:r>
              <a:t>LECTURER CUE</a:t>
            </a:r>
          </a:p>
          <a:p>
            <a:r>
              <a:t>The mean uses every value. The median is the middle sorted value. A large value needs context.</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Filling a gap adds an estimate.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Filling a gap adds an estimate</a:t>
            </a:r>
          </a:p>
          <a:p>
            <a:r>
              <a:t/>
            </a:r>
          </a:p>
          <a:p>
            <a:r>
              <a:t>CONNECT</a:t>
            </a:r>
          </a:p>
          <a:p>
            <a:r>
              <a:t>Build on the preceding slide: Mean, median and unusual readings.</a:t>
            </a:r>
          </a:p>
          <a:p>
            <a:r>
              <a:t/>
            </a:r>
          </a:p>
          <a:p>
            <a:r>
              <a:t>LECTURER CUE</a:t>
            </a:r>
          </a:p>
          <a:p>
            <a:r>
              <a:t>Use the example below to sort four valid readings. The median is (22 + 24) / 2 = 23. Filling a blank with 23 is a stated teaching rule, not a recovered measurement.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Filling a gap adds an estimate.</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import loads a library. from selects a tool from it.</a:t>
            </a:r>
          </a:p>
          <a:p>
            <a:r>
              <a:t>for takes the next item. The indented block repeats.</a:t>
            </a:r>
          </a:p>
          <a:p>
            <a:r>
              <a:t>if tests a condition. The chosen indented block runs.</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a:r>
              <a:t/>
            </a:r>
          </a:p>
          <a:p>
            <a:r>
              <a:t>Complete practice code:</a:t>
            </a:r>
          </a:p>
          <a:p>
            <a:r>
              <a:t>from statistics import median</a:t>
            </a:r>
          </a:p>
          <a:p>
            <a:r>
              <a:t>raw = [20, None, 22, 24, 80]</a:t>
            </a:r>
          </a:p>
          <a:p>
            <a:r>
              <a:t>known = []</a:t>
            </a:r>
          </a:p>
          <a:p>
            <a:r>
              <a:t>for value in raw:</a:t>
            </a:r>
          </a:p>
          <a:p>
            <a:r>
              <a:t>    if value is not None:</a:t>
            </a:r>
          </a:p>
          <a:p>
            <a:r>
              <a:t>        known.append(value)</a:t>
            </a:r>
          </a:p>
          <a:p>
            <a:r>
              <a:t>fill = median(known)</a:t>
            </a:r>
          </a:p>
          <a:p>
            <a:r>
              <a:t>cleaned = []</a:t>
            </a:r>
          </a:p>
          <a:p>
            <a:r>
              <a:t>for value in raw:</a:t>
            </a:r>
          </a:p>
          <a:p>
            <a:r>
              <a:t>    if value is None:</a:t>
            </a:r>
          </a:p>
          <a:p>
            <a:r>
              <a:t>        cleaned.append(fill)</a:t>
            </a:r>
          </a:p>
          <a:p>
            <a:r>
              <a:t>    else:</a:t>
            </a:r>
          </a:p>
          <a:p>
            <a:r>
              <a:t>        cleaned.append(value)</a:t>
            </a:r>
          </a:p>
          <a:p>
            <a:r>
              <a:t>print(fill)</a:t>
            </a:r>
          </a:p>
          <a:p>
            <a:r>
              <a:t>print(raw)</a:t>
            </a:r>
          </a:p>
          <a:p>
            <a:r>
              <a:t>print(cleaned)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Copy a record and remember an ID.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 a record and remember an ID</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dict(row): For our flat records, dict(row) makes a separate dictionary with the same fields. Changing a number in the copy leaves the original record unchanged.</a:t>
            </a:r>
          </a:p>
          <a:p>
            <a:r>
              <a:t>set, in, add and continue: set() starts an empty collection of unique items. in checks membership; add remembers an item. continue skips the rest of the current loop pass.</a:t>
            </a:r>
          </a:p>
          <a:p>
            <a:r>
              <a:t/>
            </a:r>
          </a:p>
          <a:p>
            <a:r>
              <a:t>NEXT</a:t>
            </a:r>
          </a:p>
          <a:p>
            <a:r>
              <a:t>A working copy preserves the original.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working copy preserves the original</a:t>
            </a:r>
          </a:p>
          <a:p>
            <a:r>
              <a:t/>
            </a:r>
          </a:p>
          <a:p>
            <a:r>
              <a:t>CONNECT</a:t>
            </a:r>
          </a:p>
          <a:p>
            <a:r>
              <a:t>Build on the preceding slide: Copy a record and remember an ID.</a:t>
            </a:r>
          </a:p>
          <a:p>
            <a:r>
              <a:t/>
            </a:r>
          </a:p>
          <a:p>
            <a:r>
              <a:t>LECTURER CUE</a:t>
            </a:r>
          </a:p>
          <a:p>
            <a:r>
              <a:t>Ask students to describe what they see before introducing terminology. Generated conceptual teaching illustration. The working-copy rule is a toy activity, not the exact assessed cleaning policy. Source: figs/experiential/ASSET_SOURCES.md.</a:t>
            </a:r>
          </a:p>
          <a:p>
            <a:r>
              <a:t/>
            </a:r>
          </a:p>
          <a:p>
            <a:r>
              <a:t>NEXT</a:t>
            </a:r>
          </a:p>
          <a:p>
            <a:r>
              <a:t>Copies and duplicate checks.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Copies and duplicate checks</a:t>
            </a:r>
          </a:p>
          <a:p>
            <a:r>
              <a:t/>
            </a:r>
          </a:p>
          <a:p>
            <a:r>
              <a:t>CONNECT</a:t>
            </a:r>
          </a:p>
          <a:p>
            <a:r>
              <a:t>Build on the preceding slide: A working copy preserves the original.</a:t>
            </a:r>
          </a:p>
          <a:p>
            <a:r>
              <a:t/>
            </a:r>
          </a:p>
          <a:p>
            <a:r>
              <a:t>LECTURER CUE</a:t>
            </a:r>
          </a:p>
          <a:p>
            <a:r>
              <a:t>Read each symbol before running. Ask everyone to predict. Expected output: 4 then True. The example has only scalar fields. A shallow copy does not independently copy nested lists.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WALK THROUGH THIS CODE</a:t>
            </a:r>
          </a:p>
          <a:p>
            <a:r>
              <a:t>print displays a value below the cell.</a:t>
            </a:r>
          </a:p>
          <a:p>
            <a:r>
              <a:t>Square brackets create a list or select an item.</a:t>
            </a:r>
          </a:p>
          <a:p>
            <a:r>
              <a:t>Braces hold dictionary key: value pairs here.</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a:t>
            </a:r>
          </a:p>
          <a:p>
            <a:r>
              <a:t/>
            </a:r>
          </a:p>
          <a:p>
            <a:r>
              <a:t>CONNECT</a:t>
            </a:r>
          </a:p>
          <a:p>
            <a:r>
              <a:t>Build on the preceding slide: Copies and duplicate checks.</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Following a cleaning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cleaning loop</a:t>
            </a:r>
          </a:p>
          <a:p>
            <a:r>
              <a:t/>
            </a:r>
          </a:p>
          <a:p>
            <a:r>
              <a:t>CONNECT</a:t>
            </a:r>
          </a:p>
          <a:p>
            <a:r>
              <a:t>Build on the preceding slide: Copying records and recognising repeats.</a:t>
            </a:r>
          </a:p>
          <a:p>
            <a:r>
              <a:t/>
            </a:r>
          </a:p>
          <a:p>
            <a:r>
              <a:t>LECTURER CUE</a:t>
            </a:r>
          </a:p>
          <a:p>
            <a:r>
              <a:t>Read one row at a time and use a changed value. This is a syntax reference for the worked examples.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Copying records and recognising repeats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(1/2)</a:t>
            </a:r>
          </a:p>
          <a:p>
            <a:r>
              <a:t/>
            </a:r>
          </a:p>
          <a:p>
            <a:r>
              <a:t>CONNECT</a:t>
            </a:r>
          </a:p>
          <a:p>
            <a:r>
              <a:t>Build on the preceding slide: Following a cleaning loop.</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Square brackets create a list or select an item.</a:t>
            </a:r>
          </a:p>
          <a:p>
            <a:r>
              <a:t>Braces hold dictionary key: value pairs here.</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Copying records and recognising repeats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Copying records and recognising repeats in Python (2/2)</a:t>
            </a:r>
          </a:p>
          <a:p>
            <a:r>
              <a:t/>
            </a:r>
          </a:p>
          <a:p>
            <a:r>
              <a:t>CONNECT</a:t>
            </a:r>
          </a:p>
          <a:p>
            <a:r>
              <a:t>Build on the preceding slide: Copying records and recognising repeats in Python (1/2).</a:t>
            </a:r>
          </a:p>
          <a:p>
            <a:r>
              <a:t/>
            </a:r>
          </a:p>
          <a:p>
            <a:r>
              <a:t>LECTURER CUE</a:t>
            </a:r>
          </a:p>
          <a:p>
            <a:r>
              <a:t>set() creates a collection of already-seen identifiers. in checks membership. continue skips the rest of that iteration. dict(row) copies a record so later edits do not change the original. Different record IDs from the same equipment remain legitimate observations.</a:t>
            </a:r>
          </a:p>
          <a:p>
            <a:r>
              <a:t/>
            </a:r>
          </a:p>
          <a:p>
            <a:r>
              <a:t>Complete practice code:</a:t>
            </a:r>
          </a:p>
          <a:p>
            <a:r>
              <a:t>raw_records = [{"id": 1, "equipment": "A", "value": 10},</a:t>
            </a:r>
          </a:p>
          <a:p>
            <a:r>
              <a:t>               {"id": 1, "equipment": "A", "value": 10},</a:t>
            </a:r>
          </a:p>
          <a:p>
            <a:r>
              <a:t>               {"id": 2, "equipment": "A", "value": 12}]</a:t>
            </a:r>
          </a:p>
          <a:p>
            <a:r>
              <a:t>seen = set()</a:t>
            </a:r>
          </a:p>
          <a:p>
            <a:r>
              <a:t>kept = []</a:t>
            </a:r>
          </a:p>
          <a:p>
            <a:r>
              <a:t>for row in raw_records:</a:t>
            </a:r>
          </a:p>
          <a:p>
            <a:r>
              <a:t>    if row["id"] in seen:</a:t>
            </a:r>
          </a:p>
          <a:p>
            <a:r>
              <a:t>        continue</a:t>
            </a:r>
          </a:p>
          <a:p>
            <a:r>
              <a:t>    seen.add(row["id"])</a:t>
            </a:r>
          </a:p>
          <a:p>
            <a:r>
              <a:t>    kept.append(dict(row))</a:t>
            </a:r>
          </a:p>
          <a:p>
            <a:r>
              <a:t>print(len(raw_records), len(kept))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for takes the next item. The indented block repeats.</a:t>
            </a:r>
          </a:p>
          <a:p>
            <a:r>
              <a:t>if tests a condition. The chosen indented block runs.</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returned as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a:t>
            </a:r>
          </a:p>
          <a:p>
            <a:r>
              <a:t/>
            </a:r>
          </a:p>
          <a:p>
            <a:r>
              <a:t>CONNECT</a:t>
            </a:r>
          </a:p>
          <a:p>
            <a:r>
              <a:t>Build on the preceding slide: Copying records and recognising repeats in Python (2/2).</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NEXT</a:t>
            </a:r>
          </a:p>
          <a:p>
            <a:r>
              <a:t>Summaries returned as a dictionary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returned as a dictionary in Python</a:t>
            </a:r>
          </a:p>
          <a:p>
            <a:r>
              <a:t/>
            </a:r>
          </a:p>
          <a:p>
            <a:r>
              <a:t>CONNECT</a:t>
            </a:r>
          </a:p>
          <a:p>
            <a:r>
              <a:t>Build on the preceding slide: Summaries returned as a dictionary.</a:t>
            </a:r>
          </a:p>
          <a:p>
            <a:r>
              <a:t/>
            </a:r>
          </a:p>
          <a:p>
            <a:r>
              <a:t>LECTURER CUE</a:t>
            </a:r>
          </a:p>
          <a:p>
            <a:r>
              <a:t>This example expects a nonempty list. It calculates a count and mean, then returns a dictionary with named outputs. Use the exact keys specified by the issued task when adapting this pattern.</a:t>
            </a:r>
          </a:p>
          <a:p>
            <a:r>
              <a:t/>
            </a:r>
          </a:p>
          <a:p>
            <a:r>
              <a:t>Complete practice code:</a:t>
            </a:r>
          </a:p>
          <a:p>
            <a:r>
              <a:t>def describe(values):</a:t>
            </a:r>
          </a:p>
          <a:p>
            <a:r>
              <a:t>    count = len(values)</a:t>
            </a:r>
          </a:p>
          <a:p>
            <a:r>
              <a:t>    mean = sum(values) / count</a:t>
            </a:r>
          </a:p>
          <a:p>
            <a:r>
              <a:t>    return {"count": count, "mean": mean}</a:t>
            </a:r>
          </a:p>
          <a:p>
            <a:r>
              <a:t/>
            </a:r>
          </a:p>
          <a:p>
            <a:r>
              <a:t>print(describe([10, 12]))</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Reading a blank field.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a:t>
            </a:r>
          </a:p>
          <a:p>
            <a:r>
              <a:t/>
            </a:r>
          </a:p>
          <a:p>
            <a:r>
              <a:t>CONNECT</a:t>
            </a:r>
          </a:p>
          <a:p>
            <a:r>
              <a:t>Build on the preceding slide: Summaries returned as a dictionary in Python.</a:t>
            </a:r>
          </a:p>
          <a:p>
            <a:r>
              <a:t/>
            </a:r>
          </a:p>
          <a:p>
            <a:r>
              <a:t>LECTURER CUE</a:t>
            </a:r>
          </a:p>
          <a:p>
            <a:r>
              <a:t>CSV values start as text. The if/else below stores None for a blank. Otherwise float converts the text into a number.</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Reading a blank field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blank field in Python</a:t>
            </a:r>
          </a:p>
          <a:p>
            <a:r>
              <a:t/>
            </a:r>
          </a:p>
          <a:p>
            <a:r>
              <a:t>CONNECT</a:t>
            </a:r>
          </a:p>
          <a:p>
            <a:r>
              <a:t>Build on the preceding slide: Reading a blank field.</a:t>
            </a:r>
          </a:p>
          <a:p>
            <a:r>
              <a:t/>
            </a:r>
          </a:p>
          <a:p>
            <a:r>
              <a:t>LECTURER CUE</a:t>
            </a:r>
          </a:p>
          <a:p>
            <a:r>
              <a:t>CSV values start as text. The if/else below stores None for a blank. Otherwise float converts the text into a number.</a:t>
            </a:r>
          </a:p>
          <a:p>
            <a:r>
              <a:t/>
            </a:r>
          </a:p>
          <a:p>
            <a:r>
              <a:t>Complete practice code:</a:t>
            </a:r>
          </a:p>
          <a:p>
            <a:r>
              <a:t>text_values = ["20", "", "24"]</a:t>
            </a:r>
          </a:p>
          <a:p>
            <a:r>
              <a:t>parsed = []</a:t>
            </a:r>
          </a:p>
          <a:p>
            <a:r>
              <a:t>for text in text_values:</a:t>
            </a:r>
          </a:p>
          <a:p>
            <a:r>
              <a:t>    if text == "":</a:t>
            </a:r>
          </a:p>
          <a:p>
            <a:r>
              <a:t>        parsed.append(None)</a:t>
            </a:r>
          </a:p>
          <a:p>
            <a:r>
              <a:t>    else:</a:t>
            </a:r>
          </a:p>
          <a:p>
            <a:r>
              <a:t>        parsed.append(float(text))</a:t>
            </a:r>
          </a:p>
          <a:p>
            <a:r>
              <a:t>print(parsed)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a:t>
            </a:r>
          </a:p>
          <a:p>
            <a:r>
              <a:t/>
            </a:r>
          </a:p>
          <a:p>
            <a:r>
              <a:t>CONNECT</a:t>
            </a:r>
          </a:p>
          <a:p>
            <a:r>
              <a:t>Build on the preceding slide: Reading a blank field in Python.</a:t>
            </a:r>
          </a:p>
          <a:p>
            <a:r>
              <a:t/>
            </a:r>
          </a:p>
          <a:p>
            <a:r>
              <a:t>POINT TO THE DEFINITION</a:t>
            </a:r>
          </a:p>
          <a:p>
            <a:r>
              <a:t>Audit: A count and explanation of what changed, why it changed and how many records remain.</a:t>
            </a:r>
          </a:p>
          <a:p>
            <a:r>
              <a:t/>
            </a:r>
          </a:p>
          <a:p>
            <a:r>
              <a:t>NEXT</a:t>
            </a:r>
          </a:p>
          <a:p>
            <a:r>
              <a:t>Every cleaning change needs a record.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Every cleaning change needs a record</a:t>
            </a:r>
          </a:p>
          <a:p>
            <a:r>
              <a:t/>
            </a:r>
          </a:p>
          <a:p>
            <a:r>
              <a:t>CONNECT</a:t>
            </a:r>
          </a:p>
          <a:p>
            <a:r>
              <a:t>Build on the preceding slide: Audit.</a:t>
            </a:r>
          </a:p>
          <a:p>
            <a:r>
              <a:t/>
            </a:r>
          </a:p>
          <a:p>
            <a:r>
              <a:t>LECTURER CUE</a:t>
            </a:r>
          </a:p>
          <a:p>
            <a:r>
              <a:t>Model a defect register: observation, evidence, decision, affected count, limitation. Work one repeated record and one missing value together.</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 are the cleaning audit.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cleaning audit</a:t>
            </a:r>
          </a:p>
          <a:p>
            <a:r>
              <a:t/>
            </a:r>
          </a:p>
          <a:p>
            <a:r>
              <a:t>CONNECT</a:t>
            </a:r>
          </a:p>
          <a:p>
            <a:r>
              <a:t>Build on the preceding slide: Every cleaning change needs a record.</a:t>
            </a:r>
          </a:p>
          <a:p>
            <a:r>
              <a:t/>
            </a:r>
          </a:p>
          <a:p>
            <a:r>
              <a:t>LECTURER CUE</a:t>
            </a:r>
          </a:p>
          <a:p>
            <a:r>
              <a:t>Do this before revealing the discussion slide. One learner moves or writes the items, the other checks. Swap roles. Every student explains one step. Expected: The working records are A:20, B:22, C:24. One duplicate was removed and one blank was filled. 22 is an estimate, not a recovered measurement.</a:t>
            </a:r>
          </a:p>
          <a:p>
            <a:r>
              <a:t>Wait for an individual prediction before inviting pair discussion. Give a first-step hint if needed.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cleaning audit.</a:t>
            </a:r>
          </a:p>
          <a:p>
            <a:r>
              <a:t/>
            </a:r>
          </a:p>
          <a:p>
            <a:r>
              <a:t>LECTURER CUE</a:t>
            </a:r>
          </a:p>
          <a:p>
            <a:r>
              <a:t>Ask which step produced this answer. Return to the concrete action if a learner cannot explain it. This is practice feedback, never a quiz key.</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Chart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Chart axes</a:t>
            </a:r>
          </a:p>
          <a:p>
            <a:r>
              <a:t/>
            </a:r>
          </a:p>
          <a:p>
            <a:r>
              <a:t>CONNECT</a:t>
            </a:r>
          </a:p>
          <a:p>
            <a:r>
              <a:t>Build on the preceding slide: What the activity shows.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Chart axes: A chart maps values to positions. Read the horizontal variable, vertical variable and their units before interpreting a pattern.</a:t>
            </a:r>
          </a:p>
          <a:p>
            <a:r>
              <a:t/>
            </a:r>
          </a:p>
          <a:p>
            <a:r>
              <a:t>NEXT</a:t>
            </a:r>
          </a:p>
          <a:p>
            <a:r>
              <a:t>A scatter plot pairs two measurements.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scatter plot pairs two measurements</a:t>
            </a:r>
          </a:p>
          <a:p>
            <a:r>
              <a:t/>
            </a:r>
          </a:p>
          <a:p>
            <a:r>
              <a:t>CONNECT</a:t>
            </a:r>
          </a:p>
          <a:p>
            <a:r>
              <a:t>Build on the preceding slide: Chart axes.</a:t>
            </a:r>
          </a:p>
          <a:p>
            <a:r>
              <a:t/>
            </a:r>
          </a:p>
          <a:p>
            <a:r>
              <a:t>LECTURER CUE</a:t>
            </a:r>
          </a:p>
          <a:p>
            <a:r>
              <a:t>Draw a scatter plot from four pairs on the board. A pattern can motivate investigation without proving that one variable causes the other.</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Choose a chart after naming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Choose a chart after naming the question</a:t>
            </a:r>
          </a:p>
          <a:p>
            <a:r>
              <a:t/>
            </a:r>
          </a:p>
          <a:p>
            <a:r>
              <a:t>CONNECT</a:t>
            </a:r>
          </a:p>
          <a:p>
            <a:r>
              <a:t>Build on the preceding slide: A scatter plot pairs two measurements.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POINT TO THE DEFINITION</a:t>
            </a:r>
          </a:p>
          <a:p>
            <a:r>
              <a:t>Scatter and bar: A scatter plot places one point for each paired measurement. A bar chart compares values across named groups. Label both axes and their units.</a:t>
            </a:r>
          </a:p>
          <a:p>
            <a:r>
              <a:t>Histogram and bins: A histogram counts observations in numerical intervals called bins. The horizontal axis is the measurement; the vertical axis is a count. Bin edges affect its appearance.</a:t>
            </a:r>
          </a:p>
          <a:p>
            <a:r>
              <a:t/>
            </a:r>
          </a:p>
          <a:p>
            <a:r>
              <a:t>NEXT</a:t>
            </a:r>
          </a:p>
          <a:p>
            <a:r>
              <a:t>Choosing a chart for the question.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 chart for the question</a:t>
            </a:r>
          </a:p>
          <a:p>
            <a:r>
              <a:t/>
            </a:r>
          </a:p>
          <a:p>
            <a:r>
              <a:t>CONNECT</a:t>
            </a:r>
          </a:p>
          <a:p>
            <a:r>
              <a:t>Build on the preceding slide: Choose a chart after naming the question.</a:t>
            </a:r>
          </a:p>
          <a:p>
            <a:r>
              <a:t/>
            </a:r>
          </a:p>
          <a:p>
            <a:r>
              <a:t>LECTURER CUE</a:t>
            </a:r>
          </a:p>
          <a:p>
            <a:r>
              <a:t>Name the question answered by each chart. Correlation does not establish causation. A bar chart usually needs a zero baseline.</a:t>
            </a:r>
          </a:p>
          <a:p>
            <a:r>
              <a:t>Source: existing course illustration figs/chart_chooser.png. These are illustrative examples, not this cohort’s assessed results.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a:t>
            </a:r>
          </a:p>
          <a:p>
            <a:r>
              <a:t/>
            </a:r>
          </a:p>
          <a:p>
            <a:r>
              <a:t>CONNECT</a:t>
            </a:r>
          </a:p>
          <a:p>
            <a:r>
              <a:t>Build on the preceding slide: Choosing a chart for the question.</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A chart with labelled axes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chart with labelled axes in Python</a:t>
            </a:r>
          </a:p>
          <a:p>
            <a:r>
              <a:t/>
            </a:r>
          </a:p>
          <a:p>
            <a:r>
              <a:t>CONNECT</a:t>
            </a:r>
          </a:p>
          <a:p>
            <a:r>
              <a:t>Build on the preceding slide: A chart with labelled axes.</a:t>
            </a:r>
          </a:p>
          <a:p>
            <a:r>
              <a:t/>
            </a:r>
          </a:p>
          <a:p>
            <a:r>
              <a:t>LECTURER CUE</a:t>
            </a:r>
          </a:p>
          <a:p>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a:r>
              <a:t/>
            </a:r>
          </a:p>
          <a:p>
            <a:r>
              <a:t>Complete practice code:</a:t>
            </a:r>
          </a:p>
          <a:p>
            <a:r>
              <a:t>import matplotlib.pyplot as plt</a:t>
            </a:r>
          </a:p>
          <a:p>
            <a:r>
              <a:t>inputs = [1, 2, 3, 4]</a:t>
            </a:r>
          </a:p>
          <a:p>
            <a:r>
              <a:t>readings = [12, 14, 13, 18]</a:t>
            </a:r>
          </a:p>
          <a:p>
            <a:r>
              <a:t>fig, ax = plt.subplots()</a:t>
            </a:r>
          </a:p>
          <a:p>
            <a:r>
              <a:t>ax.scatter(inputs, readings)</a:t>
            </a:r>
          </a:p>
          <a:p>
            <a:r>
              <a:t>ax.set_xlabel("Input (teaching units)")</a:t>
            </a:r>
          </a:p>
          <a:p>
            <a:r>
              <a:t>ax.set_ylabel("Reading (teaching units)")</a:t>
            </a:r>
          </a:p>
          <a:p>
            <a:r>
              <a:t>ax.set_title("Four invented observations")</a:t>
            </a:r>
          </a:p>
          <a:p>
            <a:r>
              <a:t>plt.show()</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a:t>
            </a:r>
          </a:p>
          <a:p>
            <a:r>
              <a:t/>
            </a:r>
          </a:p>
          <a:p>
            <a:r>
              <a:t>CONNECT</a:t>
            </a:r>
          </a:p>
          <a:p>
            <a:r>
              <a:t>Build on the preceding slide: A chart with labelled axes in Python.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Comparing groups and a distribution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(1/2)</a:t>
            </a:r>
          </a:p>
          <a:p>
            <a:r>
              <a:t/>
            </a:r>
          </a:p>
          <a:p>
            <a:r>
              <a:t>CONNECT</a:t>
            </a:r>
          </a:p>
          <a:p>
            <a:r>
              <a:t>Build on the preceding slide: Comparing groups and a distribution.</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Comparing groups and a distribution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Comparing groups and a distribution in Python (2/2)</a:t>
            </a:r>
          </a:p>
          <a:p>
            <a:r>
              <a:t/>
            </a:r>
          </a:p>
          <a:p>
            <a:r>
              <a:t>CONNECT</a:t>
            </a:r>
          </a:p>
          <a:p>
            <a:r>
              <a:t>Build on the preceding slide: Comparing groups and a distribution in Python (1/2).</a:t>
            </a:r>
          </a:p>
          <a:p>
            <a:r>
              <a:t/>
            </a:r>
          </a:p>
          <a:p>
            <a:r>
              <a:t>LECTURER CUE</a:t>
            </a:r>
          </a:p>
          <a:p>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a:r>
              <a:t/>
            </a:r>
          </a:p>
          <a:p>
            <a:r>
              <a:t>Complete practice code:</a:t>
            </a:r>
          </a:p>
          <a:p>
            <a:r>
              <a:t>bar_fig, bar_ax = plt.subplots()</a:t>
            </a:r>
          </a:p>
          <a:p>
            <a:r>
              <a:t>bar_ax.bar(["A", "B"], [13, 16])</a:t>
            </a:r>
          </a:p>
          <a:p>
            <a:r>
              <a:t>bar_ax.set_xlabel("Group")</a:t>
            </a:r>
          </a:p>
          <a:p>
            <a:r>
              <a:t>bar_ax.set_ylabel("Mean reading (teaching units)")</a:t>
            </a:r>
          </a:p>
          <a:p>
            <a:r>
              <a:t>bar_ax.set_title("Two invented group means")</a:t>
            </a:r>
          </a:p>
          <a:p>
            <a:r>
              <a:t>hist_fig, hist_ax = plt.subplots()</a:t>
            </a:r>
          </a:p>
          <a:p>
            <a:r>
              <a:t>hist_ax.hist(readings, bins=2)</a:t>
            </a:r>
          </a:p>
          <a:p>
            <a:r>
              <a:t>hist_ax.set_xlabel("Reading (teaching units)")</a:t>
            </a:r>
          </a:p>
          <a:p>
            <a:r>
              <a:t>hist_ax.set_ylabel("Count of observations")</a:t>
            </a:r>
          </a:p>
          <a:p>
            <a:r>
              <a:t>hist_ax.set_title("Distribution of four observations")</a:t>
            </a:r>
          </a:p>
          <a:p>
            <a:r>
              <a:t>plt.show()</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WALK THROUGH THIS CODE</a:t>
            </a:r>
          </a:p>
          <a:p>
            <a:r>
              <a:t>Read the inputs and identify the operation.</a:t>
            </a:r>
          </a:p>
          <a:p>
            <a:r>
              <a:t>Predict the result before running this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Comparing groups and a distribution in Python (2/2).</a:t>
            </a:r>
          </a:p>
          <a:p>
            <a:r>
              <a:t/>
            </a:r>
          </a:p>
          <a:p>
            <a:r>
              <a:t>LECTURER CUE</a:t>
            </a:r>
          </a:p>
          <a:p>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DISCUSSION KEY FOR THIS SLIDE</a:t>
            </a:r>
          </a:p>
          <a:p>
            <a:r>
              <a:t>DISCUSS THE REASONING</a:t>
            </a:r>
          </a:p>
          <a:p>
            <a:r>
              <a:t>Practice discussion</a:t>
            </a:r>
          </a:p>
          <a:p>
            <a:r>
              <a:t>An unusual value alone does not prove an error. The task did not authorize deleting 80. With 26 replacing 24, the middle known values are 22 and 26, so the new fill is 24. The raw list still contains None.</a:t>
            </a:r>
          </a:p>
          <a:p>
            <a:r>
              <a:t>Which step produced this result? What changes if one input changes?</a:t>
            </a:r>
          </a:p>
          <a:p>
            <a:r>
              <a:t>CML3112   Week 6   38</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compact loop is optional.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compact loop is optional</a:t>
            </a:r>
          </a:p>
          <a:p>
            <a:r>
              <a:t/>
            </a:r>
          </a:p>
          <a:p>
            <a:r>
              <a:t>CONNECT</a:t>
            </a:r>
          </a:p>
          <a:p>
            <a:r>
              <a:t>Build on the preceding slide: Practice discussion.</a:t>
            </a:r>
          </a:p>
          <a:p>
            <a:r>
              <a:t/>
            </a:r>
          </a:p>
          <a:p>
            <a:r>
              <a:t>LECTURER CUE</a:t>
            </a:r>
          </a:p>
          <a:p>
            <a:r>
              <a:t>Read each symbol before running. Ask everyone to predict. Expected output: [4, 8, 12] twice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WALK THROUGH THIS CODE</a:t>
            </a:r>
          </a:p>
          <a:p>
            <a:r>
              <a:t>for takes the next item. The indented block repeats.</a:t>
            </a:r>
          </a:p>
          <a:p>
            <a:r>
              <a:t>print displays a value below the cell.</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A compact loop is optional.</a:t>
            </a:r>
          </a:p>
          <a:p>
            <a:r>
              <a:t/>
            </a:r>
          </a:p>
          <a:p>
            <a:r>
              <a:t>LECTURER CUE</a:t>
            </a:r>
          </a:p>
          <a:p>
            <a:r>
              <a:t>Linked by the official StatQuest video index. Full audiovisual preview and excerpt timing still required; do not make viewing compulsory.</a:t>
            </a:r>
          </a:p>
          <a:p>
            <a:r>
              <a:t>After viewing: Explain why an unusual temperature needs investigation before deletion.</a:t>
            </a:r>
          </a:p>
          <a:p>
            <a:r>
              <a:t>Preview before class and stop after the selected short excerpt. If playback fails, teach the worked example. Video is optional. Source: https://www.youtube.com/watch?v=fHLhBnmwUM0</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choices and charts.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Cleaning choices and charts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choices and charts continued</a:t>
            </a:r>
          </a:p>
          <a:p>
            <a:r>
              <a:t/>
            </a:r>
          </a:p>
          <a:p>
            <a:r>
              <a:t>CONNECT</a:t>
            </a:r>
          </a:p>
          <a:p>
            <a:r>
              <a:t>Build on the preceding slide: Cleaning choices and charts.</a:t>
            </a:r>
          </a:p>
          <a:p>
            <a:r>
              <a:t/>
            </a:r>
          </a:p>
          <a:p>
            <a:r>
              <a:t>LECTURER CUE</a:t>
            </a:r>
          </a:p>
          <a:p>
            <a:r>
              <a:t>Teach these concepts before the weekly quiz. Use changed numbers for practice. This slide supplies concepts, not the quiz key.</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Cleaning choices and charts continued.</a:t>
            </a:r>
          </a:p>
          <a:p>
            <a:r>
              <a:t/>
            </a:r>
          </a:p>
          <a:p>
            <a:r>
              <a:t>LECTURER CUE</a:t>
            </a:r>
          </a:p>
          <a:p>
            <a:r>
              <a:t>Investigate building cooling load. Target units: kW.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clean_records(records).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clean_records(records)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IUEA_Teaching_Plan/assessment_banks/W06/CML3112/A/TASKS.md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summarize_records(clean_records).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summarize_records(clean_records)</a:t>
            </a:r>
          </a:p>
          <a:p>
            <a:r>
              <a:t/>
            </a:r>
          </a:p>
          <a:p>
            <a:r>
              <a:t>CONNECT</a:t>
            </a:r>
          </a:p>
          <a:p>
            <a:r>
              <a:t>Build on the preceding slide: clean_records(records).</a:t>
            </a:r>
          </a:p>
          <a:p>
            <a:r>
              <a:t/>
            </a:r>
          </a:p>
          <a:p>
            <a:r>
              <a:t>LECTURER CUE</a:t>
            </a:r>
          </a:p>
          <a:p>
            <a:r>
              <a:t>Public task contract. Explain input and output types before independent work. Source: IUEA_Teaching_Plan/assessment_banks/W06/CML3112/A/TASKS.md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audit_cleaning(raw_records, cleaned_records).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audit_cleaning(raw_records, cleaned_records)</a:t>
            </a:r>
          </a:p>
          <a:p>
            <a:r>
              <a:t/>
            </a:r>
          </a:p>
          <a:p>
            <a:r>
              <a:t>CONNECT</a:t>
            </a:r>
          </a:p>
          <a:p>
            <a:r>
              <a:t>Build on the preceding slide: summarize_records(clean_records).</a:t>
            </a:r>
          </a:p>
          <a:p>
            <a:r>
              <a:t/>
            </a:r>
          </a:p>
          <a:p>
            <a:r>
              <a:t>LECTURER CUE</a:t>
            </a:r>
          </a:p>
          <a:p>
            <a:r>
              <a:t>Public task contract. Explain input and output types before independent work. Source: IUEA_Teaching_Plan/assessment_banks/W06/CML3112/A/TASKS.md</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audit_cleaning(raw_records, cleaned_records).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Cleaning and quality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Cleaning and quality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Cleaning and quality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6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6 quiz</a:t>
            </a:r>
          </a:p>
          <a:p>
            <a:r>
              <a:t/>
            </a:r>
          </a:p>
          <a:p>
            <a:r>
              <a:t>CONNECT</a:t>
            </a:r>
          </a:p>
          <a:p>
            <a:r>
              <a:t>Build on the preceding slide: Project preparation.</a:t>
            </a:r>
          </a:p>
          <a:p>
            <a:r>
              <a:t/>
            </a:r>
          </a:p>
          <a:p>
            <a:r>
              <a:t>LECTURER CUE</a:t>
            </a:r>
          </a:p>
          <a:p>
            <a:r>
              <a:t>Activate the matching open_W6_CML3112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6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72792b7fff48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2bc07b69db4cbe" /><Relationship Type="http://schemas.openxmlformats.org/officeDocument/2006/relationships/slideLayout" Target="/ppt/slideLayouts/slideLayout1.xml" Id="Re4ad84ccaa54429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ad84ccaa54429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a2f22b57c0f44e0" /><Relationship Type="http://schemas.openxmlformats.org/officeDocument/2006/relationships/image" Target="/ppt/media/image.png" Id="R9e0cec470cd34e44" /><Relationship Type="http://schemas.openxmlformats.org/officeDocument/2006/relationships/notesSlide" Target="/ppt/notesSlides/notesSlide1.xml" Id="R2dabd329003b4a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5317aa268464a7c" /><Relationship Type="http://schemas.openxmlformats.org/officeDocument/2006/relationships/notesSlide" Target="/ppt/notesSlides/notesSlide2.xml" Id="R807f8427fa5d4c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9ecd9eed6f44051" /><Relationship Type="http://schemas.openxmlformats.org/officeDocument/2006/relationships/notesSlide" Target="/ppt/notesSlides/notesSlide3.xml" Id="R5e1e148e06294f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9a449e3ece4385" /><Relationship Type="http://schemas.openxmlformats.org/officeDocument/2006/relationships/notesSlide" Target="/ppt/notesSlides/notesSlide4.xml" Id="R11d3ea7028d145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54c2aef27d45d1" /><Relationship Type="http://schemas.openxmlformats.org/officeDocument/2006/relationships/notesSlide" Target="/ppt/notesSlides/notesSlide5.xml" Id="R1bc9681d8af545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7c617523454b16" /><Relationship Type="http://schemas.openxmlformats.org/officeDocument/2006/relationships/notesSlide" Target="/ppt/notesSlides/notesSlide6.xml" Id="R731968d4722041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b4e4e4dc707434a" /><Relationship Type="http://schemas.openxmlformats.org/officeDocument/2006/relationships/notesSlide" Target="/ppt/notesSlides/notesSlide7.xml" Id="Rb103239b65c147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64173fb88d4b16" /><Relationship Type="http://schemas.openxmlformats.org/officeDocument/2006/relationships/notesSlide" Target="/ppt/notesSlides/notesSlide8.xml" Id="R22376475c8be44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700e78016c24b7c" /><Relationship Type="http://schemas.openxmlformats.org/officeDocument/2006/relationships/notesSlide" Target="/ppt/notesSlides/notesSlide9.xml" Id="R99f5a88c841d4b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4bc27b04dd74636" /><Relationship Type="http://schemas.openxmlformats.org/officeDocument/2006/relationships/notesSlide" Target="/ppt/notesSlides/notesSlide10.xml" Id="Rb227d8d219d649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b1cea75e9b94c20" /><Relationship Type="http://schemas.openxmlformats.org/officeDocument/2006/relationships/notesSlide" Target="/ppt/notesSlides/notesSlide11.xml" Id="R973941e6790e44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aff894d573f47c1" /><Relationship Type="http://schemas.openxmlformats.org/officeDocument/2006/relationships/notesSlide" Target="/ppt/notesSlides/notesSlide12.xml" Id="R2c681b5efcfa4b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f65ce8ae24f63" /><Relationship Type="http://schemas.openxmlformats.org/officeDocument/2006/relationships/notesSlide" Target="/ppt/notesSlides/notesSlide13.xml" Id="R142748fe7a5542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d79b24ed3584109" /><Relationship Type="http://schemas.openxmlformats.org/officeDocument/2006/relationships/image" Target="/ppt/media/image2.png" Id="Raba94d7b0a494f87" /><Relationship Type="http://schemas.openxmlformats.org/officeDocument/2006/relationships/notesSlide" Target="/ppt/notesSlides/notesSlide14.xml" Id="R5fb43fc8b4bb408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be2ec0f93e44861" /><Relationship Type="http://schemas.openxmlformats.org/officeDocument/2006/relationships/notesSlide" Target="/ppt/notesSlides/notesSlide15.xml" Id="R09d23e1b951c47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07d3c8c6eb44c6d" /><Relationship Type="http://schemas.openxmlformats.org/officeDocument/2006/relationships/notesSlide" Target="/ppt/notesSlides/notesSlide16.xml" Id="R88e82791fc85428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63717eb31214764" /><Relationship Type="http://schemas.openxmlformats.org/officeDocument/2006/relationships/notesSlide" Target="/ppt/notesSlides/notesSlide17.xml" Id="R8fd89caac63f47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4f2848b4f094d35" /><Relationship Type="http://schemas.openxmlformats.org/officeDocument/2006/relationships/notesSlide" Target="/ppt/notesSlides/notesSlide18.xml" Id="R16f71d47b8874cb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fbc79425a4e41d9" /><Relationship Type="http://schemas.openxmlformats.org/officeDocument/2006/relationships/notesSlide" Target="/ppt/notesSlides/notesSlide19.xml" Id="Rdb77ce6257a6461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e5fe5ad97534c63" /><Relationship Type="http://schemas.openxmlformats.org/officeDocument/2006/relationships/notesSlide" Target="/ppt/notesSlides/notesSlide20.xml" Id="R10da77b37b114e7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0f09d4a129045cd" /><Relationship Type="http://schemas.openxmlformats.org/officeDocument/2006/relationships/notesSlide" Target="/ppt/notesSlides/notesSlide21.xml" Id="R56fa08ad960f434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b6f73ac0f464e13" /><Relationship Type="http://schemas.openxmlformats.org/officeDocument/2006/relationships/notesSlide" Target="/ppt/notesSlides/notesSlide22.xml" Id="Re364fa38118641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33bf4e3eebc4ae1" /><Relationship Type="http://schemas.openxmlformats.org/officeDocument/2006/relationships/notesSlide" Target="/ppt/notesSlides/notesSlide23.xml" Id="Rb92c7fa4a72844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e00946a2d944de0" /><Relationship Type="http://schemas.openxmlformats.org/officeDocument/2006/relationships/notesSlide" Target="/ppt/notesSlides/notesSlide24.xml" Id="R12c2ba5ea323450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70aa11ef5444dd1" /><Relationship Type="http://schemas.openxmlformats.org/officeDocument/2006/relationships/notesSlide" Target="/ppt/notesSlides/notesSlide25.xml" Id="Re47578a49ed644b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5afcd86185247b5" /><Relationship Type="http://schemas.openxmlformats.org/officeDocument/2006/relationships/notesSlide" Target="/ppt/notesSlides/notesSlide26.xml" Id="Ra9470c2e515449e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516b37160254cda" /><Relationship Type="http://schemas.openxmlformats.org/officeDocument/2006/relationships/notesSlide" Target="/ppt/notesSlides/notesSlide27.xml" Id="R484df300671f4c0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512702a20a2411e" /><Relationship Type="http://schemas.openxmlformats.org/officeDocument/2006/relationships/notesSlide" Target="/ppt/notesSlides/notesSlide28.xml" Id="R77ce455cca70419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ae89f89fb1f4534" /><Relationship Type="http://schemas.openxmlformats.org/officeDocument/2006/relationships/notesSlide" Target="/ppt/notesSlides/notesSlide29.xml" Id="R1ecba33361784ba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a1ce8624dab419e" /><Relationship Type="http://schemas.openxmlformats.org/officeDocument/2006/relationships/notesSlide" Target="/ppt/notesSlides/notesSlide30.xml" Id="R93df86b0d18c42e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501d802c0ea4c7d" /><Relationship Type="http://schemas.openxmlformats.org/officeDocument/2006/relationships/image" Target="/ppt/media/image3.png" Id="R123c33f9116943ae" /><Relationship Type="http://schemas.openxmlformats.org/officeDocument/2006/relationships/notesSlide" Target="/ppt/notesSlides/notesSlide31.xml" Id="R237e60d50867443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e3915e1e80f43c2" /><Relationship Type="http://schemas.openxmlformats.org/officeDocument/2006/relationships/notesSlide" Target="/ppt/notesSlides/notesSlide32.xml" Id="Rf1dbf0ac9926472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283bb35962f4f62" /><Relationship Type="http://schemas.openxmlformats.org/officeDocument/2006/relationships/notesSlide" Target="/ppt/notesSlides/notesSlide33.xml" Id="Rc3aa6e82c3b94a1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3afecaf7dcb41b7" /><Relationship Type="http://schemas.openxmlformats.org/officeDocument/2006/relationships/notesSlide" Target="/ppt/notesSlides/notesSlide34.xml" Id="R670c98fa39e0492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a0bd834a32f4e58" /><Relationship Type="http://schemas.openxmlformats.org/officeDocument/2006/relationships/notesSlide" Target="/ppt/notesSlides/notesSlide35.xml" Id="Rba8ae478434545b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bef5e64532d48ee" /><Relationship Type="http://schemas.openxmlformats.org/officeDocument/2006/relationships/notesSlide" Target="/ppt/notesSlides/notesSlide36.xml" Id="R8ef86083f6f8499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5be47724cdd455a" /><Relationship Type="http://schemas.openxmlformats.org/officeDocument/2006/relationships/notesSlide" Target="/ppt/notesSlides/notesSlide37.xml" Id="R12aec968378742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4313661f85c47d7" /><Relationship Type="http://schemas.openxmlformats.org/officeDocument/2006/relationships/notesSlide" Target="/ppt/notesSlides/notesSlide38.xml" Id="Rd6a3c0b5e229426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a23a9b00dca46bf" /><Relationship Type="http://schemas.openxmlformats.org/officeDocument/2006/relationships/notesSlide" Target="/ppt/notesSlides/notesSlide39.xml" Id="R236cb62b9995459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b6078ca0b5846ff" /><Relationship Type="http://schemas.openxmlformats.org/officeDocument/2006/relationships/hyperlink" Target="https://www.youtube.com/watch?v=fHLhBnmwUM0" TargetMode="External" Id="Rfc012b2f6c0d4b0a" /><Relationship Type="http://schemas.openxmlformats.org/officeDocument/2006/relationships/notesSlide" Target="/ppt/notesSlides/notesSlide40.xml" Id="R6ed5d7d9b5ae4b1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caa1aa959f44680" /><Relationship Type="http://schemas.openxmlformats.org/officeDocument/2006/relationships/notesSlide" Target="/ppt/notesSlides/notesSlide41.xml" Id="Rbc001b41e5b846b2"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4197301a01842c1" /><Relationship Type="http://schemas.openxmlformats.org/officeDocument/2006/relationships/notesSlide" Target="/ppt/notesSlides/notesSlide42.xml" Id="R6eedc96c3cab405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fbbb7b3a53042f1" /><Relationship Type="http://schemas.openxmlformats.org/officeDocument/2006/relationships/notesSlide" Target="/ppt/notesSlides/notesSlide43.xml" Id="R57d4724f423f421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599ab9611dd4d11" /><Relationship Type="http://schemas.openxmlformats.org/officeDocument/2006/relationships/notesSlide" Target="/ppt/notesSlides/notesSlide44.xml" Id="R37e6a90feb024d2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3628a2c0e9942f6" /><Relationship Type="http://schemas.openxmlformats.org/officeDocument/2006/relationships/notesSlide" Target="/ppt/notesSlides/notesSlide45.xml" Id="R0004edddd776486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34e0388c421144c7" /><Relationship Type="http://schemas.openxmlformats.org/officeDocument/2006/relationships/notesSlide" Target="/ppt/notesSlides/notesSlide46.xml" Id="R948f8bd4e440408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317b88aa0184f0d" /><Relationship Type="http://schemas.openxmlformats.org/officeDocument/2006/relationships/notesSlide" Target="/ppt/notesSlides/notesSlide47.xml" Id="R51d0bfebfce54e5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63b45e8f9a77412d" /><Relationship Type="http://schemas.openxmlformats.org/officeDocument/2006/relationships/notesSlide" Target="/ppt/notesSlides/notesSlide48.xml" Id="R7803a552305d4c4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deee9227fea4cfc" /><Relationship Type="http://schemas.openxmlformats.org/officeDocument/2006/relationships/notesSlide" Target="/ppt/notesSlides/notesSlide49.xml" Id="R96cd1c78d65842b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23157d41bb74a65" /><Relationship Type="http://schemas.openxmlformats.org/officeDocument/2006/relationships/notesSlide" Target="/ppt/notesSlides/notesSlide50.xml" Id="R760f76c99167412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b241a9a8c4464786" /><Relationship Type="http://schemas.openxmlformats.org/officeDocument/2006/relationships/hyperlink" Target="https://docs.google.com/forms/d/e/1FAIpQLScHyVpTnSxgMVMvsImyTtkME2QAGZmMg55dBKy2VvQ_0d7fxQ/viewform" TargetMode="External" Id="R3188272919e24c6a" /><Relationship Type="http://schemas.openxmlformats.org/officeDocument/2006/relationships/notesSlide" Target="/ppt/notesSlides/notesSlide51.xml" Id="R2f0eccd59f1443d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7eee8c62b3c14985" /><Relationship Type="http://schemas.openxmlformats.org/officeDocument/2006/relationships/notesSlide" Target="/ppt/notesSlides/notesSlide52.xml" Id="Raac762daaccc475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5f0ceec3a704253" /><Relationship Type="http://schemas.openxmlformats.org/officeDocument/2006/relationships/image" Target="/ppt/media/image4.png" Id="R3c37515a0df240a8" /><Relationship Type="http://schemas.openxmlformats.org/officeDocument/2006/relationships/hyperlink" Target="https://forms.gle/i4xkY7g2jn8Q7HXt8" TargetMode="External" Id="Rb29782f812924d2d" /><Relationship Type="http://schemas.openxmlformats.org/officeDocument/2006/relationships/notesSlide" Target="/ppt/notesSlides/notesSlide53.xml" Id="Rd53515d5fb5446d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2d644a8da2d44a4" /><Relationship Type="http://schemas.openxmlformats.org/officeDocument/2006/relationships/notesSlide" Target="/ppt/notesSlides/notesSlide54.xml" Id="R69be6f62d57a44d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e0cec470cd34e44"/>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89CAAAA-E13F-4E4C-B3C9-E6E47D467DA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49FA72-583B-4A1E-9CA3-7C482CFA1F1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6</a:t>
            </a:r>
          </a:p>
        </p:txBody>
      </p:sp>
      <p:sp>
        <p:nvSpPr>
          <p:cNvPr id="4" name="">
            <a:extLst xmlns:a="http://schemas.openxmlformats.org/drawingml/2006/main">
              <a:ext uri="{FF2B5EF4-FFF2-40B4-BE49-F238E27FC236}">
                <a16:creationId xmlns:a16="http://schemas.microsoft.com/office/drawing/2014/main" id="{0FFA5858-1A37-47B8-B926-34D6C19F628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1A9AB2D6-E699-4544-AC28-C584C15E370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0312452E-11A8-451D-92B4-92BA3E493DD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4368188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BD9736-9DAE-4A55-9F7C-895586AFD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82E54C-B36F-439F-AA21-3268F19C2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8D01414-3630-4029-8CB3-7F3A6693E4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C8475F1-0BDB-4549-B552-0DC45ADB7DB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8E50CC-6AF0-4ACD-9D3C-DC752A0D481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5BC14C0-5B39-4623-A6E5-5B090E53189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41C9AA28-744C-4399-941A-FBDB74DFB38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08A516A-137E-4682-B794-DC3E05B1D7D8}"/>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D242EDFB-DDA1-4937-8D4E-1727FD8F21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a:t>
            </a:r>
          </a:p>
        </p:txBody>
      </p:sp>
    </p:spTree>
    <p:extLst>
      <p:ext uri="{BB962C8B-B14F-4D97-AF65-F5344CB8AC3E}">
        <p14:creationId xmlns:p14="http://schemas.microsoft.com/office/powerpoint/2010/main" val="1096355112"/>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FAFBD9-6A9B-4511-950F-1E5395F416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15B47C0-72D4-48F5-8100-AFF1800381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6C26E103-9C8F-49C0-A41A-EEF4FEB2E60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E9AFA75F-519D-440C-8ABC-32500EA51D0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Select a column and filter rows. Explain why a sum and a mean answer different questions.</a:t>
            </a:r>
          </a:p>
        </p:txBody>
      </p:sp>
      <p:sp>
        <p:nvSpPr>
          <p:cNvPr id="5" name="">
            <a:extLst xmlns:a="http://schemas.openxmlformats.org/drawingml/2006/main">
              <a:ext uri="{FF2B5EF4-FFF2-40B4-BE49-F238E27FC236}">
                <a16:creationId xmlns:a16="http://schemas.microsoft.com/office/drawing/2014/main" id="{EE27398F-4267-4B31-9682-2E9864C0E55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DD38B73-7F2E-4FF6-A323-7073F2574E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3</a:t>
            </a:r>
          </a:p>
        </p:txBody>
      </p:sp>
    </p:spTree>
    <p:extLst>
      <p:ext uri="{BB962C8B-B14F-4D97-AF65-F5344CB8AC3E}">
        <p14:creationId xmlns:p14="http://schemas.microsoft.com/office/powerpoint/2010/main" val="1392192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4C2994-9521-4C00-954D-FECD56E02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DD2025-188D-460B-BF30-0711FA1D2C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6C780C6F-26B6-43E7-B94E-8654EE4D48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603EE48C-6761-43E1-AC8B-5E2B49B73D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A2C354-C46D-4A21-B643-DA7D1FA6D1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5C9A473E-3118-4D3B-A251-04E7F3622F6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C1438F-C1C2-43ED-A253-487335C895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D1DC4747-3265-4338-A09D-39AE938F021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F40E4C-079D-42FC-9272-BE7E55A5534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939C82F2-37FC-4BA9-A766-1056B2FE93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a:t>
            </a:r>
          </a:p>
        </p:txBody>
      </p:sp>
    </p:spTree>
    <p:extLst>
      <p:ext uri="{BB962C8B-B14F-4D97-AF65-F5344CB8AC3E}">
        <p14:creationId xmlns:p14="http://schemas.microsoft.com/office/powerpoint/2010/main" val="19067208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1EA2E9-E127-4DEA-91C6-D919BB3BA3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4F5038-4906-4FA8-BBCA-EF4A30DA9D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FAA4201-08A8-4BDC-AC02-0978523B43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D6B7AF7-7AF7-41D4-8F7B-1AE7BAF3D0C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A9D78E-1B1B-45CA-96FB-2CE22560D0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949F1DE0-D613-48D9-8948-906A5F9F299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1CF99E2A-ED82-4CCA-90CF-B6047423F65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F50C32F-1DD0-4C30-A6A8-435F4165086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FC20C84C-903D-4775-95FD-5365FCF8E3B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D332B249-323C-41FA-9164-9D17836AEA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a:t>
            </a:r>
          </a:p>
        </p:txBody>
      </p:sp>
    </p:spTree>
    <p:extLst>
      <p:ext uri="{BB962C8B-B14F-4D97-AF65-F5344CB8AC3E}">
        <p14:creationId xmlns:p14="http://schemas.microsoft.com/office/powerpoint/2010/main" val="404518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1798290-DD30-49FE-B6B7-F50E76660D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0D3F99-5D6E-48A9-B67F-9D4720A284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8668309-9316-45F0-BAB6-D00C0FA762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8B35247-BD19-4B21-8B9C-41D921A447C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FF6640-F90C-4A70-9067-BEBAD5B82A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6DDB4758-F491-4A24-BE5A-DEBC032F698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F142D4EC-CBE1-46B1-9797-72EA03D649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FA4C75-B1D3-45AC-97E9-536DAC32A9E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D014DE3F-BB07-400E-A1B7-8DA8F074779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8FEBCD18-45F6-4272-8772-FED8CB49F3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6</a:t>
            </a:r>
          </a:p>
        </p:txBody>
      </p:sp>
    </p:spTree>
    <p:extLst>
      <p:ext uri="{BB962C8B-B14F-4D97-AF65-F5344CB8AC3E}">
        <p14:creationId xmlns:p14="http://schemas.microsoft.com/office/powerpoint/2010/main" val="14928740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A7C60B-FCEF-4AF6-B7EF-D1B0A3707D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32ECCE-CEEA-42A4-9FBA-F38FFCF6CE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BD027-292E-424C-A53F-847F3F3476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09C4509B-F753-4E87-8DAC-CAEA939CD5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B354F2-8B7C-4F08-90A0-2A0DE204052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9D9B9662-CE75-4968-9340-B7FB32C7DAE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839C12-C859-4DF4-BCB8-6912101C9B2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F6DFB28E-E089-4DB7-90B6-9DE1AC84BB3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137D8F-DCF1-4612-AE9A-DED6A932994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C4AA45EA-1674-40D7-9570-142D16B079C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EFDBCD-6708-4D4A-9212-8384EE6BA45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0CDF3141-C1D4-4C3B-A935-C18285129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7</a:t>
            </a:r>
          </a:p>
        </p:txBody>
      </p:sp>
    </p:spTree>
    <p:extLst>
      <p:ext uri="{BB962C8B-B14F-4D97-AF65-F5344CB8AC3E}">
        <p14:creationId xmlns:p14="http://schemas.microsoft.com/office/powerpoint/2010/main" val="18202681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E1EE80-B689-42A4-B94E-EFFC950EF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981CDB-F599-4E27-AC86-4CA94BF3A0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3438A97-2445-42D5-914F-0A4309A2F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6AFE294-E19D-4415-B56B-83F940DDEF01}"/>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8F7CB5E7-6AF2-4E0E-9E41-9365AE09CA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8</a:t>
            </a:r>
          </a:p>
        </p:txBody>
      </p:sp>
    </p:spTree>
    <p:extLst>
      <p:ext uri="{BB962C8B-B14F-4D97-AF65-F5344CB8AC3E}">
        <p14:creationId xmlns:p14="http://schemas.microsoft.com/office/powerpoint/2010/main" val="166169182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DDF124-BA5A-4615-99A9-39CC468E68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36107C-2333-4546-BDF2-C924A4FA50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5E898D5-49BE-4C80-9DF8-CB106B4E2A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B67EB550-7FDE-4C5B-8B29-AEF116B2C7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A61CE78-E007-4456-B5E9-0CB71DD0289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94F7A7A3-274B-4E71-A1B0-097D23C8B2A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C9ADFA-7E9A-4A06-8CA3-8A3C9441A62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49C37634-A80E-4EF7-B458-82605C22203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3FF3BD-1A01-4F5F-87F9-E0428365D3F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D243A7CB-7C9A-42F1-8195-834B6C403CD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82D59F-6D32-4118-BEDB-BC382C1CE17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7EAEBC9B-F03F-4A7E-987F-77FAD1F5AD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9</a:t>
            </a:r>
          </a:p>
        </p:txBody>
      </p:sp>
    </p:spTree>
    <p:extLst>
      <p:ext uri="{BB962C8B-B14F-4D97-AF65-F5344CB8AC3E}">
        <p14:creationId xmlns:p14="http://schemas.microsoft.com/office/powerpoint/2010/main" val="18312593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E1BCC0-9447-49CD-A986-66CCED9B80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34A635-4C63-4CB5-916B-8408F82776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B6319D-7270-4553-8821-B0F1B2069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8A1AAC43-1F5A-44C4-88FA-AE59BFCB5FB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534A8E-D8B8-4F3E-9503-BD8E7DA3459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7F0EA615-7D27-40C7-BF5A-D765908F8D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035228-4D31-4546-A41C-8684BD066FB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FFA5F559-3551-427D-8E62-16F1CD278D5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F908E860-1D9C-4C09-8C49-6EBCE7E5AA8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949AE77A-63C3-400D-9E5D-3A6E77B402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8F25A674-6C55-46D0-9B78-27DECD736F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10</a:t>
            </a:r>
          </a:p>
        </p:txBody>
      </p:sp>
    </p:spTree>
    <p:extLst>
      <p:ext uri="{BB962C8B-B14F-4D97-AF65-F5344CB8AC3E}">
        <p14:creationId xmlns:p14="http://schemas.microsoft.com/office/powerpoint/2010/main" val="235474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EFF75DE-6F0E-4ABF-A0A1-478D016994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8A4C29-6A67-4CC7-8D04-0BAA67BA8B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32E723-A641-4222-8306-F96DFBB236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12B4342D-40C9-4C15-9A4A-E456A1FE9D2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D8EC9C-BE9A-40A4-B696-72A90D89DF7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638E231C-5687-4846-9583-40D05FB6548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41A06D-65A9-43C7-9BD5-DC51F305FC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A3926813-9904-411B-9E3F-CD9C66DBBB5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100B9C8-8548-442C-988B-9A7F0EE75F0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1B60CCA-8DB9-4BB8-A0B6-323E7E6E3A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68399C20-C60A-4E8B-A220-5A0385D68E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11</a:t>
            </a:r>
          </a:p>
        </p:txBody>
      </p:sp>
    </p:spTree>
    <p:extLst>
      <p:ext uri="{BB962C8B-B14F-4D97-AF65-F5344CB8AC3E}">
        <p14:creationId xmlns:p14="http://schemas.microsoft.com/office/powerpoint/2010/main" val="12167565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978C69D-F8E5-409E-9F5B-237ABAF2E4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DEAD91-CBED-45E3-BC99-D813D448A3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514D8BFA-A06F-4877-B896-78DFBE07FB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3F925FE1-AC0E-477E-9753-0006C4460C0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27AA5E-F409-423E-8BD4-8161B7310091}"/>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E32701DA-0050-47D3-8667-6CB40AD02748}"/>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5A8D309-F34D-4913-9CEC-97EA5B875F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12</a:t>
            </a:r>
          </a:p>
        </p:txBody>
      </p:sp>
    </p:spTree>
    <p:extLst>
      <p:ext uri="{BB962C8B-B14F-4D97-AF65-F5344CB8AC3E}">
        <p14:creationId xmlns:p14="http://schemas.microsoft.com/office/powerpoint/2010/main" val="18795126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E3E75E-FD11-474C-AD98-89EED0E516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086306-CC71-43D6-8E60-2C940BF5CF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3C054D9-7CC0-48A9-9C7F-5E02F1A5BF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A5608557-AE08-4C6E-A576-56260BBE959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DE45E0-DE7A-4EE2-93C0-95C4D6FB632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E8C491EB-5EB1-4511-A0D2-41853A5B73D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A3099C2A-70CD-4BCC-8C5B-9AD4CB5455C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412BBDE-3740-4C11-919B-DB766776557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96332D72-B426-407B-82E0-13DAAF3DB20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B77F8429-FA4F-4E87-8BDB-5C6FF78C5C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13</a:t>
            </a:r>
          </a:p>
        </p:txBody>
      </p:sp>
    </p:spTree>
    <p:extLst>
      <p:ext uri="{BB962C8B-B14F-4D97-AF65-F5344CB8AC3E}">
        <p14:creationId xmlns:p14="http://schemas.microsoft.com/office/powerpoint/2010/main" val="22215127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C51FE0-C66F-4DDD-A081-A7DE1A10B66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408941-58E8-4B7D-A8BB-082E739F969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ba94d7b0a494f8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5F36B0D-15C0-43C5-94B5-C46D3C2DB5A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D2A8C6-F567-4DDD-8E05-56A42515249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Point to the estimated value and the removed repeat.</a:t>
            </a:r>
          </a:p>
        </p:txBody>
      </p:sp>
      <p:sp>
        <p:nvSpPr>
          <p:cNvPr id="6" name="">
            <a:extLst xmlns:a="http://schemas.openxmlformats.org/drawingml/2006/main">
              <a:ext uri="{FF2B5EF4-FFF2-40B4-BE49-F238E27FC236}">
                <a16:creationId xmlns:a16="http://schemas.microsoft.com/office/drawing/2014/main" id="{EDAE0E0A-42C0-41DF-9EFD-E520B3F70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14</a:t>
            </a:r>
          </a:p>
        </p:txBody>
      </p:sp>
    </p:spTree>
    <p:extLst>
      <p:ext uri="{BB962C8B-B14F-4D97-AF65-F5344CB8AC3E}">
        <p14:creationId xmlns:p14="http://schemas.microsoft.com/office/powerpoint/2010/main" val="7528467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1A2AF6-C626-4CAB-8D65-62EB02C6D6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1D1917-A545-4319-8972-E8E1857DA3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B8FE27-D13D-4087-9366-3D775E52A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BC99BD94-9582-4866-B793-3003AB6BB82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AF398E-E822-4835-8E8B-F1AC8993406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403F50E7-233D-4F6C-80F2-34A063812A5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240B3E7-12D3-4080-918B-F35791AFAEA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CD35EBF-4EC4-4CAE-8E48-679DC4B570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3AA1150-6BCF-471E-AB9E-5702FE9AFD8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126C5429-6DF8-417E-A97B-2804926045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FCEA01B9-4D44-4F8B-94A9-9D8C6A1168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15</a:t>
            </a:r>
          </a:p>
        </p:txBody>
      </p:sp>
    </p:spTree>
    <p:extLst>
      <p:ext uri="{BB962C8B-B14F-4D97-AF65-F5344CB8AC3E}">
        <p14:creationId xmlns:p14="http://schemas.microsoft.com/office/powerpoint/2010/main" val="5361440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E6B133-B454-4B9F-B47A-E98B2A0901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E30966-43AA-424F-81F4-370ED3EA3C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A4BF44-4A7B-4E84-9316-24CE284FB3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Copying records and recognising repeats</a:t>
            </a:r>
          </a:p>
        </p:txBody>
      </p:sp>
      <p:sp>
        <p:nvSpPr>
          <p:cNvPr id="4" name="">
            <a:extLst xmlns:a="http://schemas.openxmlformats.org/drawingml/2006/main">
              <a:ext uri="{FF2B5EF4-FFF2-40B4-BE49-F238E27FC236}">
                <a16:creationId xmlns:a16="http://schemas.microsoft.com/office/drawing/2014/main" id="{BFD33962-8A4D-41C7-90C6-0233C0D7834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A6A0B9-B94A-4AE7-8BD4-E4C2EA40CD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F10A42-39CF-4319-ADAC-C55A73D93BC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set() creates a collection of already-seen identifiers. in checks membership. continue skips the rest of that iteration. dict(row) copies a record so later edits do not change the original.</a:t>
            </a:r>
          </a:p>
        </p:txBody>
      </p:sp>
      <p:sp>
        <p:nvSpPr>
          <p:cNvPr id="7" name="">
            <a:extLst xmlns:a="http://schemas.openxmlformats.org/drawingml/2006/main">
              <a:ext uri="{FF2B5EF4-FFF2-40B4-BE49-F238E27FC236}">
                <a16:creationId xmlns:a16="http://schemas.microsoft.com/office/drawing/2014/main" id="{853A139C-F15F-4E4C-8D25-E61220CEDA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Different record IDs from the same equipment remain legitimate observations.</a:t>
            </a:r>
          </a:p>
        </p:txBody>
      </p:sp>
      <p:sp>
        <p:nvSpPr>
          <p:cNvPr id="8" name="">
            <a:extLst xmlns:a="http://schemas.openxmlformats.org/drawingml/2006/main">
              <a:ext uri="{FF2B5EF4-FFF2-40B4-BE49-F238E27FC236}">
                <a16:creationId xmlns:a16="http://schemas.microsoft.com/office/drawing/2014/main" id="{9F469CEB-CEE0-421F-B977-619882FA51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16</a:t>
            </a:r>
          </a:p>
        </p:txBody>
      </p:sp>
    </p:spTree>
    <p:extLst>
      <p:ext uri="{BB962C8B-B14F-4D97-AF65-F5344CB8AC3E}">
        <p14:creationId xmlns:p14="http://schemas.microsoft.com/office/powerpoint/2010/main" val="19804279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0F9DED-E9F9-4BB1-A612-DB9D5BB47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F2D703-617A-479A-AECE-BFEABF01FF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5C2E907-AA45-40C1-8BA6-A4B9E12DF7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668F2E-A8B8-4366-BE10-30A390CA9EF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DD42718C-0521-42FE-9971-C6BCA37110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17</a:t>
            </a:r>
          </a:p>
        </p:txBody>
      </p:sp>
    </p:spTree>
    <p:extLst>
      <p:ext uri="{BB962C8B-B14F-4D97-AF65-F5344CB8AC3E}">
        <p14:creationId xmlns:p14="http://schemas.microsoft.com/office/powerpoint/2010/main" val="104403982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9F887FF-784F-4EFC-A02F-A0D8C11749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5698D8-D69C-49F1-8107-3FE0843CD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73295DD-88F8-4A37-9057-5D0D1E4145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FA6B31B8-3015-46B8-8BA2-83F54E1613C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E695D4-875B-441F-9248-BEA3AF5F04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625A3839-EFF5-4535-B9D0-1EE461A4258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3DF68F97-F27C-4D15-BB52-391AAD55CB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AFC998C6-D5DC-446C-BB3E-C3D83997DB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18</a:t>
            </a:r>
          </a:p>
        </p:txBody>
      </p:sp>
    </p:spTree>
    <p:extLst>
      <p:ext uri="{BB962C8B-B14F-4D97-AF65-F5344CB8AC3E}">
        <p14:creationId xmlns:p14="http://schemas.microsoft.com/office/powerpoint/2010/main" val="83561419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536BFC6-4D11-44B4-AB86-FBD299CCE5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9511DF-327B-476C-BFBF-5DE6A1C393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03903-231A-4898-81A0-8D7C24E0EF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79F5F92B-4C25-45FB-831D-A49E5E339CE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49906A-8199-4F64-B1F2-06F5A4E35B4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49C058C4-D55D-4DBA-8135-5AD42236F83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C7A1FB1-9500-4B1E-A64A-1657739F265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802790A-06D4-42E3-9EA4-267091EF29D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091B8FA9-DDA1-41BA-A1E1-B2F99C4B06D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5925E63B-993B-44AF-A1D2-1C847E741A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BD517FBC-FF1C-418E-AC33-9E7AA65130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19</a:t>
            </a:r>
          </a:p>
        </p:txBody>
      </p:sp>
    </p:spTree>
    <p:extLst>
      <p:ext uri="{BB962C8B-B14F-4D97-AF65-F5344CB8AC3E}">
        <p14:creationId xmlns:p14="http://schemas.microsoft.com/office/powerpoint/2010/main" val="19459965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BAC94F-1CD8-4732-9E4C-A55B7B66C1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86770A-F051-4BC2-9CF0-C4B376A786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734653-3E20-4F4B-A8B4-480DDA378A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52DC21BD-1F61-4394-B475-CD4981F058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FC9240-F385-41E0-9C24-87D3F86552E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8208938C-49F6-420A-AABC-E0A5650160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0FB5C3-BA1D-4E97-B427-AF42053A65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6B4841A0-90A8-4BE7-A6E8-17EF9833DC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66CF78-4BA9-4009-9A82-032D847A57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92EE473A-C2F3-456B-9C23-66B5673FDD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20</a:t>
            </a:r>
          </a:p>
        </p:txBody>
      </p:sp>
    </p:spTree>
    <p:extLst>
      <p:ext uri="{BB962C8B-B14F-4D97-AF65-F5344CB8AC3E}">
        <p14:creationId xmlns:p14="http://schemas.microsoft.com/office/powerpoint/2010/main" val="511475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F3D3655-07B5-442D-9C70-A9A473A94C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B9EB6C-C8B8-4D26-A994-FF9ACD1389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4FAA821-37BD-40F9-A3AC-28447EC413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0F338FFA-7129-4507-850F-788AE26DD3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E5F538-C41B-4CDF-BC58-01753D9CB8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8081B7CA-5C7E-4CC4-A408-0CA5DAEED2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441984E-D888-4B56-806E-6D8F20D7BA0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1222C13-7DD6-49C0-8BB1-AB3237190EB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18B1EE9-89E4-4C5D-912F-A3F067BB7FE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A3E98C7E-D4B4-4927-9818-A58B921D3B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9C89A003-3DBC-4DE6-8FA7-9BEED9B957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21</a:t>
            </a:r>
          </a:p>
        </p:txBody>
      </p:sp>
    </p:spTree>
    <p:extLst>
      <p:ext uri="{BB962C8B-B14F-4D97-AF65-F5344CB8AC3E}">
        <p14:creationId xmlns:p14="http://schemas.microsoft.com/office/powerpoint/2010/main" val="129479154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0B3F435-B94F-4B88-9699-466F176779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48DE17-0F13-4510-9A87-88BF539388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EB5CA0-1191-4E38-9F64-5535B73B81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05497517-4FF6-4E1C-9467-DD8744B1D7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D817DD-52D5-4089-B4A7-74717C3D12E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84939902-184A-4EA8-9D9F-EAE7033B069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D4A701-CAEE-4A9D-9D51-8B42564933C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2F325540-B7B4-4BF5-BD4B-D89A839539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C998BD-4BAB-4957-8A17-3940810EB5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AF98F600-6292-461D-9DBC-0666601AFF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22</a:t>
            </a:r>
          </a:p>
        </p:txBody>
      </p:sp>
    </p:spTree>
    <p:extLst>
      <p:ext uri="{BB962C8B-B14F-4D97-AF65-F5344CB8AC3E}">
        <p14:creationId xmlns:p14="http://schemas.microsoft.com/office/powerpoint/2010/main" val="4056079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8DB34D-9A70-4CF8-A25A-6CE5B4970F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08BC43-DF79-4FBB-97E7-E179A0D7B6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F87DF7B-54B4-4AB4-B2D9-7CC3D78D11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A488586E-67AD-47B3-A538-7A49268A1B6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F9F344-5FA8-416A-BCE1-64DA9BCA600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C3E8B049-1CC5-4564-A3D2-8320FC092DE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E23C407-529E-4AA6-B736-E5E0A58C971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E79F108-3907-4AC1-A0EA-875B35928F8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E8792D7A-D09C-4129-99A9-E43FC3EBE9A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A7DFD4EF-B320-4E3E-B4D7-2CEC4275AF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1D92D62D-F247-4991-B8F2-1EE562FED6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23</a:t>
            </a:r>
          </a:p>
        </p:txBody>
      </p:sp>
    </p:spTree>
    <p:extLst>
      <p:ext uri="{BB962C8B-B14F-4D97-AF65-F5344CB8AC3E}">
        <p14:creationId xmlns:p14="http://schemas.microsoft.com/office/powerpoint/2010/main" val="210206166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57B4C8-316D-4D56-BFC4-BA618469C8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67FE4D-04B7-4C55-A2BA-16EA0F3272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0DC4F1F-BE2E-4726-864C-F3BDE5B662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9CFFB7C5-D9B5-4872-8709-AB48B3C84F9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4755C6-8A16-4ED6-AA77-6540926A0ECF}"/>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A8081BBB-BCB9-434A-AD07-61ACA713847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C7463A2D-B48E-48BD-BC0B-08B830F9E4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24</a:t>
            </a:r>
          </a:p>
        </p:txBody>
      </p:sp>
    </p:spTree>
    <p:extLst>
      <p:ext uri="{BB962C8B-B14F-4D97-AF65-F5344CB8AC3E}">
        <p14:creationId xmlns:p14="http://schemas.microsoft.com/office/powerpoint/2010/main" val="10041583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C1FA5F-5D92-4861-90E3-D4091D5751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79C9BC-8FEA-4DBF-B950-901B35BCF9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1A4A90-4B44-4520-8B4B-9DAC056539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8ED723D4-8681-47D5-9B17-F9F058448A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D3013A-689C-43EA-8ACB-21B0861BD3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7AEB78A3-2669-4EA3-82CF-7CEF0E4EF6D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4F8290-BDB1-4599-A0D1-FD49F3C6B8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AC31D558-C945-40AC-9EF1-368E99C4975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35C3D5-8F3A-4579-B48D-BE2C39B434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E6BB8102-3092-4AC3-B5FB-E0B61E73A2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25</a:t>
            </a:r>
          </a:p>
        </p:txBody>
      </p:sp>
    </p:spTree>
    <p:extLst>
      <p:ext uri="{BB962C8B-B14F-4D97-AF65-F5344CB8AC3E}">
        <p14:creationId xmlns:p14="http://schemas.microsoft.com/office/powerpoint/2010/main" val="126778959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4D4A1B6-C056-4DFD-B656-00F6CB3774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F18417-E356-42D4-A19F-349F65AF7B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48E98A2B-58F5-4E06-A4D5-9E80E44B59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cleaning audit</a:t>
            </a:r>
          </a:p>
        </p:txBody>
      </p:sp>
      <p:sp>
        <p:nvSpPr>
          <p:cNvPr id="4" name="">
            <a:extLst xmlns:a="http://schemas.openxmlformats.org/drawingml/2006/main">
              <a:ext uri="{FF2B5EF4-FFF2-40B4-BE49-F238E27FC236}">
                <a16:creationId xmlns:a16="http://schemas.microsoft.com/office/drawing/2014/main" id="{796553A2-A7E1-4815-9408-68DBE3E0D680}"/>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09CABE-5BE7-40D4-B8DE-292D6F1CED4F}"/>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four records: A:20, B:blank, C:24, C:24.</a:t>
            </a:r>
          </a:p>
        </p:txBody>
      </p:sp>
      <p:sp>
        <p:nvSpPr>
          <p:cNvPr id="6" name="">
            <a:extLst xmlns:a="http://schemas.openxmlformats.org/drawingml/2006/main">
              <a:ext uri="{FF2B5EF4-FFF2-40B4-BE49-F238E27FC236}">
                <a16:creationId xmlns:a16="http://schemas.microsoft.com/office/drawing/2014/main" id="{9E7421E7-C3DC-474C-9C22-57C1914DCA2E}"/>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D61CA8-DAA8-4572-BA1F-7B54944C42A3}"/>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In the copy, retain one C and fill the blank with the median of 20 and 24.</a:t>
            </a:r>
          </a:p>
        </p:txBody>
      </p:sp>
      <p:sp>
        <p:nvSpPr>
          <p:cNvPr id="8" name="">
            <a:extLst xmlns:a="http://schemas.openxmlformats.org/drawingml/2006/main">
              <a:ext uri="{FF2B5EF4-FFF2-40B4-BE49-F238E27FC236}">
                <a16:creationId xmlns:a16="http://schemas.microsoft.com/office/drawing/2014/main" id="{57BB174A-0225-48F4-9537-A9BECB2091CB}"/>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AA7129-45F2-4BDA-A52B-0FFCF55FEA85}"/>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what changed and which value was estimated.</a:t>
            </a:r>
          </a:p>
        </p:txBody>
      </p:sp>
      <p:sp>
        <p:nvSpPr>
          <p:cNvPr id="10" name="">
            <a:extLst xmlns:a="http://schemas.openxmlformats.org/drawingml/2006/main">
              <a:ext uri="{FF2B5EF4-FFF2-40B4-BE49-F238E27FC236}">
                <a16:creationId xmlns:a16="http://schemas.microsoft.com/office/drawing/2014/main" id="{5FF2E230-F888-481A-BE82-95475F4F47C1}"/>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C1837F2-3F21-49EB-AD0F-804AD23A4D0F}"/>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16FDEF0E-7956-4AEB-9F7F-100FFB3C92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26</a:t>
            </a:r>
          </a:p>
        </p:txBody>
      </p:sp>
    </p:spTree>
    <p:extLst>
      <p:ext uri="{BB962C8B-B14F-4D97-AF65-F5344CB8AC3E}">
        <p14:creationId xmlns:p14="http://schemas.microsoft.com/office/powerpoint/2010/main" val="20402598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C94270-0410-40C5-9784-CCCA897BF2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4CC488-1E55-4CC4-B2D6-6CA617ABFA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A41B561-9822-44D7-9801-558D9713E6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86C28C0D-1858-424D-B1D3-D2543DBF238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EE2BD50-29F3-4C3D-A79B-FB4A7856095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The working records are A:20, B:22, C:24. One duplicate was removed and one blank was filled. 22 is an estimate, not a recovered measurement.</a:t>
            </a:r>
          </a:p>
        </p:txBody>
      </p:sp>
      <p:sp>
        <p:nvSpPr>
          <p:cNvPr id="6" name="">
            <a:extLst xmlns:a="http://schemas.openxmlformats.org/drawingml/2006/main">
              <a:ext uri="{FF2B5EF4-FFF2-40B4-BE49-F238E27FC236}">
                <a16:creationId xmlns:a16="http://schemas.microsoft.com/office/drawing/2014/main" id="{DA4DBD5C-BF32-4079-939F-D3B695E581CB}"/>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47CB27D-1C7C-474E-9E89-5EAF4621AA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27</a:t>
            </a:r>
          </a:p>
        </p:txBody>
      </p:sp>
    </p:spTree>
    <p:extLst>
      <p:ext uri="{BB962C8B-B14F-4D97-AF65-F5344CB8AC3E}">
        <p14:creationId xmlns:p14="http://schemas.microsoft.com/office/powerpoint/2010/main" val="55257475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829459-C63F-4F6C-94FE-82635D7B0C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D1EBEF-91F9-4308-A6E4-34704785A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C4FA6E9-79ED-4019-9A44-3AE8F8001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52F4A28D-236E-4E1B-B230-50C6AD1E0CA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FFB88B-5A25-4890-B266-A37DF1CE5B7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48A50B19-A908-4E6B-B97C-F3C3AD36A1D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79629EE6-1091-407B-9A59-82F752F965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28</a:t>
            </a:r>
          </a:p>
        </p:txBody>
      </p:sp>
    </p:spTree>
    <p:extLst>
      <p:ext uri="{BB962C8B-B14F-4D97-AF65-F5344CB8AC3E}">
        <p14:creationId xmlns:p14="http://schemas.microsoft.com/office/powerpoint/2010/main" val="6417797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0215BF-9D12-4558-BABF-F2FE779A81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4FFABC-B428-4259-9AEE-4E9748F235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BBED38-CE3C-405A-A0A8-7F82AD3121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EFD2AEC2-53EF-40CD-87CE-59C56290BE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A1C1C4-444E-4C36-AB67-748A1DD4059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6ABAB0D5-E017-4036-9381-EB55467CA0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C2E90-1A76-4142-86AF-850053123E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F588ACD9-1382-472E-A64A-FE3A73982EC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607795-1602-493B-8C9D-430AC02B094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1B960F6E-20CE-470E-906F-C220EDAF91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29</a:t>
            </a:r>
          </a:p>
        </p:txBody>
      </p:sp>
    </p:spTree>
    <p:extLst>
      <p:ext uri="{BB962C8B-B14F-4D97-AF65-F5344CB8AC3E}">
        <p14:creationId xmlns:p14="http://schemas.microsoft.com/office/powerpoint/2010/main" val="78784084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74E1D5-3859-4DDA-8BA3-D7F2A556C9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FFFBE7-B2AC-4350-A739-8AD9E74C42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5D01774-BC8E-4CC1-AE3B-DBE9427BC4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97523176-0818-4A5E-825E-0B839D51085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7F6F11-2A27-49DA-A841-56558048F27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37ACF050-507D-45D1-9B95-1257D2C8EF2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7C6F5704-1759-4320-AC80-0F88EAA0783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C03255-F10D-4725-87AE-373D2EE22F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AC4CC95F-7488-47C9-BB75-9953917DA92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D2DDF26C-2E3E-4A07-9349-15DF6EA27C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30</a:t>
            </a:r>
          </a:p>
        </p:txBody>
      </p:sp>
    </p:spTree>
    <p:extLst>
      <p:ext uri="{BB962C8B-B14F-4D97-AF65-F5344CB8AC3E}">
        <p14:creationId xmlns:p14="http://schemas.microsoft.com/office/powerpoint/2010/main" val="57391342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F0251B-74DF-417C-A1CF-95942A34098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E0023C-97B7-4E63-882C-86554EDE7D2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123c33f9116943ae"/>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4BA635-E77E-4614-A26C-D4FF1374746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F13E99-BC02-4368-8179-BA0853FE51E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axis names and units before interpreting a pattern.</a:t>
            </a:r>
          </a:p>
        </p:txBody>
      </p:sp>
      <p:sp>
        <p:nvSpPr>
          <p:cNvPr id="6" name="">
            <a:extLst xmlns:a="http://schemas.openxmlformats.org/drawingml/2006/main">
              <a:ext uri="{FF2B5EF4-FFF2-40B4-BE49-F238E27FC236}">
                <a16:creationId xmlns:a16="http://schemas.microsoft.com/office/drawing/2014/main" id="{18B70F8B-39A1-4560-9097-3FFFEEDAF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31</a:t>
            </a:r>
          </a:p>
        </p:txBody>
      </p:sp>
    </p:spTree>
    <p:extLst>
      <p:ext uri="{BB962C8B-B14F-4D97-AF65-F5344CB8AC3E}">
        <p14:creationId xmlns:p14="http://schemas.microsoft.com/office/powerpoint/2010/main" val="8693016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FC0849-7764-46A8-ABEA-E0A83DB3B6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86754F-48B8-456B-9D21-43B64E39C3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5904A2-2AE5-45F1-86D0-51A46B204E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4274C02A-F3EA-4C97-8B3D-1AEFB7D97B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5AF427-5D91-4ADF-B43B-8C4AC7CB432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draws charts. subplots creates a Figure, the whole page, and Axes, the plotting area. scatter pairs each input with its corresponding reading.</a:t>
            </a:r>
          </a:p>
        </p:txBody>
      </p:sp>
      <p:sp>
        <p:nvSpPr>
          <p:cNvPr id="6" name="">
            <a:extLst xmlns:a="http://schemas.openxmlformats.org/drawingml/2006/main">
              <a:ext uri="{FF2B5EF4-FFF2-40B4-BE49-F238E27FC236}">
                <a16:creationId xmlns:a16="http://schemas.microsoft.com/office/drawing/2014/main" id="{9936C7BA-C6D2-4C47-AFDD-094F7EB9E50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33E6E7-897C-42D8-9B08-F770565A3CF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is the input and the vertical axis is the reading.</a:t>
            </a:r>
          </a:p>
        </p:txBody>
      </p:sp>
      <p:sp>
        <p:nvSpPr>
          <p:cNvPr id="8" name="">
            <a:extLst xmlns:a="http://schemas.openxmlformats.org/drawingml/2006/main">
              <a:ext uri="{FF2B5EF4-FFF2-40B4-BE49-F238E27FC236}">
                <a16:creationId xmlns:a16="http://schemas.microsoft.com/office/drawing/2014/main" id="{15F5C239-2049-42D6-A13B-6C22D50ED45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403A73-20F9-4E47-811C-7FFCE06C8E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alone does not prove causation.</a:t>
            </a:r>
          </a:p>
        </p:txBody>
      </p:sp>
      <p:sp>
        <p:nvSpPr>
          <p:cNvPr id="10" name="">
            <a:extLst xmlns:a="http://schemas.openxmlformats.org/drawingml/2006/main">
              <a:ext uri="{FF2B5EF4-FFF2-40B4-BE49-F238E27FC236}">
                <a16:creationId xmlns:a16="http://schemas.microsoft.com/office/drawing/2014/main" id="{9CA65BEC-E2CE-4374-B32C-61EF66F651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018053-2228-4375-B476-2FE8330B1ED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return Figure objects as the brief specifies.</a:t>
            </a:r>
          </a:p>
        </p:txBody>
      </p:sp>
      <p:sp>
        <p:nvSpPr>
          <p:cNvPr id="12" name="">
            <a:extLst xmlns:a="http://schemas.openxmlformats.org/drawingml/2006/main">
              <a:ext uri="{FF2B5EF4-FFF2-40B4-BE49-F238E27FC236}">
                <a16:creationId xmlns:a16="http://schemas.microsoft.com/office/drawing/2014/main" id="{C625EB3E-1DB9-4274-9959-BA6EB3BA17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32</a:t>
            </a:r>
          </a:p>
        </p:txBody>
      </p:sp>
    </p:spTree>
    <p:extLst>
      <p:ext uri="{BB962C8B-B14F-4D97-AF65-F5344CB8AC3E}">
        <p14:creationId xmlns:p14="http://schemas.microsoft.com/office/powerpoint/2010/main" val="157901174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965C636-565F-44DE-A335-57ABBDEBDE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BCDB19-DE4D-4EAB-9216-C305A94391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CDF4BA-4D2A-4660-8C1D-D97DA32C10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C455B3F3-58E6-4880-976F-2AE5DE36AE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DE4366-7C6F-410A-8CA0-357746AC7DF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0F0A06D-C131-454B-9713-0B5AD88DA7E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0D7A6CD-7633-4518-BD5E-A254048F654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2A90A060-5FCA-4EAA-B710-8CFF9B49616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E6439E72-D98A-4821-9E90-1C3FB7E9796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FEF97B7-07A5-41E1-973D-2D46D7D3136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8365E141-2CE9-459B-A1DA-2FE137B155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33</a:t>
            </a:r>
          </a:p>
        </p:txBody>
      </p:sp>
    </p:spTree>
    <p:extLst>
      <p:ext uri="{BB962C8B-B14F-4D97-AF65-F5344CB8AC3E}">
        <p14:creationId xmlns:p14="http://schemas.microsoft.com/office/powerpoint/2010/main" val="8423525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32BA1F-363E-46D3-A6FD-BB35857AA6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9D3FEC-3EC0-4863-964A-0D4F15FF3B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26787FD-1603-439C-8FA7-1A890769BA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95448610-1733-4DF0-8197-BA26888D67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D3DD5C-74D4-46B2-8AC8-31FD009DD3F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3DB6FCAE-9E08-41D7-AFC7-EB93D7FF332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B96820-D739-40BB-83A3-16BA751CAF6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85FB6A81-C2C2-4284-B19B-92F9B7DC71D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7A34EE-0B1A-4842-9B2A-8B58F9DA6E8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510A5FA4-7C15-4CA2-8C08-D10A4ABD40A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8D8F9B-73AB-4627-933E-C2081D2C7E7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58932EB8-4ADB-41C9-BE9F-FD0744BD44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34</a:t>
            </a:r>
          </a:p>
        </p:txBody>
      </p:sp>
    </p:spTree>
    <p:extLst>
      <p:ext uri="{BB962C8B-B14F-4D97-AF65-F5344CB8AC3E}">
        <p14:creationId xmlns:p14="http://schemas.microsoft.com/office/powerpoint/2010/main" val="16612457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5E2D9F-7269-439D-8131-567C5FF68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2968FF-2CBD-4F76-91ED-4B76885EB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EDAB81-A690-4792-9727-AABF14DC41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6E2D23FE-3268-4AE8-9DAB-A7F1BC25D54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C2E427-B9FC-404B-9D97-F1B9B3DA3F1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B1CB5454-0DEA-4292-B1C8-0E370A3570B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EC3E70D1-30AF-49EC-B8B0-32D6CBB0BBB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1CE2A122-BCC9-43E5-A70F-CA62F38EE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35</a:t>
            </a:r>
          </a:p>
        </p:txBody>
      </p:sp>
    </p:spTree>
    <p:extLst>
      <p:ext uri="{BB962C8B-B14F-4D97-AF65-F5344CB8AC3E}">
        <p14:creationId xmlns:p14="http://schemas.microsoft.com/office/powerpoint/2010/main" val="64735895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CD562A-C271-4220-9D57-5F0DDAF0D5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A8AF86-889A-4DD3-94B1-40DAE7709A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C8D986A-F7D0-4B33-A1F4-95E4528BB0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C6BE5B8F-0B78-4A28-BC10-BAE14748F84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C28038-3635-4AFE-BBB6-3F9B4345F9D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3AB26340-D31B-4C60-8534-284644FCEF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3D009826-9884-4419-B4CC-79AD21A5B4F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A1E08B25-294C-4E9D-AA50-15DE16950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36</a:t>
            </a:r>
          </a:p>
        </p:txBody>
      </p:sp>
    </p:spTree>
    <p:extLst>
      <p:ext uri="{BB962C8B-B14F-4D97-AF65-F5344CB8AC3E}">
        <p14:creationId xmlns:p14="http://schemas.microsoft.com/office/powerpoint/2010/main" val="885070562"/>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E23A7E-935C-4781-BD9F-481E347EC3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6B20F6BC-7BEE-45BA-9357-0D193C6C83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D217D6AA-8F76-442C-A403-5AE318F58D2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091BD481-0CA3-4198-A36D-50DF4202B41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80 was retained. Replace 24 with 26, predict the new fill value, and check that cleaning still leaves raw unchanged.</a:t>
            </a:r>
          </a:p>
        </p:txBody>
      </p:sp>
      <p:sp>
        <p:nvSpPr>
          <p:cNvPr id="5" name="">
            <a:extLst xmlns:a="http://schemas.openxmlformats.org/drawingml/2006/main">
              <a:ext uri="{FF2B5EF4-FFF2-40B4-BE49-F238E27FC236}">
                <a16:creationId xmlns:a16="http://schemas.microsoft.com/office/drawing/2014/main" id="{A3B33E98-683C-4932-AD07-FF809A9C68A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6C74EC5-9A51-42FF-A74E-23991FBC36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37</a:t>
            </a:r>
          </a:p>
        </p:txBody>
      </p:sp>
    </p:spTree>
    <p:extLst>
      <p:ext uri="{BB962C8B-B14F-4D97-AF65-F5344CB8AC3E}">
        <p14:creationId xmlns:p14="http://schemas.microsoft.com/office/powerpoint/2010/main" val="193986681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65A605-C9A7-4094-A923-1940E51E8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0BB43F-1E8B-499C-89F9-9B60B9DA5D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D5E5D4A-1525-4E98-B11A-35B56A6A73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B4756541-9C55-46CA-AD1E-1B01FD45A60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13F109-95A1-41C0-876B-30FE3B3D69A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An unusual value alone does not prove an error. The task did not authorize deleting 80. With 26 replacing 24, the middle known values are 22 and 26, so the new fill is 24. The raw list still contains None.</a:t>
            </a:r>
          </a:p>
        </p:txBody>
      </p:sp>
      <p:sp>
        <p:nvSpPr>
          <p:cNvPr id="6" name="">
            <a:extLst xmlns:a="http://schemas.openxmlformats.org/drawingml/2006/main">
              <a:ext uri="{FF2B5EF4-FFF2-40B4-BE49-F238E27FC236}">
                <a16:creationId xmlns:a16="http://schemas.microsoft.com/office/drawing/2014/main" id="{3A263091-0FB4-427E-B39E-6C04F3C6278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B98F822-7308-4C14-B4FD-2CD5104C4D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38</a:t>
            </a:r>
          </a:p>
        </p:txBody>
      </p:sp>
    </p:spTree>
    <p:extLst>
      <p:ext uri="{BB962C8B-B14F-4D97-AF65-F5344CB8AC3E}">
        <p14:creationId xmlns:p14="http://schemas.microsoft.com/office/powerpoint/2010/main" val="200994211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F447F83-C5F8-471A-8190-7E304C3CD0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CDD08F-DD3C-45AD-9559-DFDD5204D7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A15AB5-F0D7-4DD5-A022-E7C94B0E0B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01221796-FDF4-4EAB-BFEE-284E7B57CD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151ABA-C845-4EB2-A2A8-6967A3E8247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312BB555-CC6C-400C-A555-9C007BE86CF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5875987-92E9-4718-AF05-0719ED5D108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F65AB7A-37B4-4756-B827-E510F41DE6F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99E699C2-B25E-4284-A06A-6050DB50CC8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2778B5AD-3241-4676-A2F4-C712B88E735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47103CB6-FBA1-4D86-926D-A5BA5E50AD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39</a:t>
            </a:r>
          </a:p>
        </p:txBody>
      </p:sp>
    </p:spTree>
    <p:extLst>
      <p:ext uri="{BB962C8B-B14F-4D97-AF65-F5344CB8AC3E}">
        <p14:creationId xmlns:p14="http://schemas.microsoft.com/office/powerpoint/2010/main" val="202584447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5AEA5BF-3650-470A-8072-436536AE0C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CB430D-1EBA-4EA0-8DAF-3E5D7BA580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5ECFFD-C82E-444B-A9C8-963B6AB0A5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90291507-16AA-4913-BA20-6838144AB1A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35D9AA-55FF-47AF-91F0-DE44C6EE8578}"/>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6" name="">
            <a:extLst xmlns:a="http://schemas.openxmlformats.org/drawingml/2006/main">
              <a:ext uri="{FF2B5EF4-FFF2-40B4-BE49-F238E27FC236}">
                <a16:creationId xmlns:a16="http://schemas.microsoft.com/office/drawing/2014/main" id="{75A50C6A-7070-40FD-8ECC-DB07B67B33A4}"/>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00FD71-96A4-4246-83A1-A6ECA0FEE3F3}"/>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67E28108-ED3D-48C1-9CB6-7C358F89EF22}"/>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8FB8F8-F4D2-4D1F-BBDD-B9EEB90989CC}"/>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0" name="">
            <a:extLst xmlns:a="http://schemas.openxmlformats.org/drawingml/2006/main">
              <a:ext uri="{FF2B5EF4-FFF2-40B4-BE49-F238E27FC236}">
                <a16:creationId xmlns:a16="http://schemas.microsoft.com/office/drawing/2014/main" id="{D8BEF1B7-3F7B-4D18-A34E-5375DBE0BB0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F16442-D9EB-40A1-AE3E-40B2CFA8EA5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c012b2f6c0d4b0a"/>
              </a:rPr>
              <a:t>Open explainer video</a:t>
            </a:r>
          </a:p>
        </p:txBody>
      </p:sp>
      <p:sp>
        <p:nvSpPr>
          <p:cNvPr id="12" name="">
            <a:extLst xmlns:a="http://schemas.openxmlformats.org/drawingml/2006/main">
              <a:ext uri="{FF2B5EF4-FFF2-40B4-BE49-F238E27FC236}">
                <a16:creationId xmlns:a16="http://schemas.microsoft.com/office/drawing/2014/main" id="{0A9843A0-C281-48AD-9C71-2D2E2812402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3" name="">
            <a:extLst xmlns:a="http://schemas.openxmlformats.org/drawingml/2006/main">
              <a:ext uri="{FF2B5EF4-FFF2-40B4-BE49-F238E27FC236}">
                <a16:creationId xmlns:a16="http://schemas.microsoft.com/office/drawing/2014/main" id="{2C312694-2B9B-43D6-AC7B-3FA5BC97D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40</a:t>
            </a:r>
          </a:p>
        </p:txBody>
      </p:sp>
    </p:spTree>
    <p:extLst>
      <p:ext uri="{BB962C8B-B14F-4D97-AF65-F5344CB8AC3E}">
        <p14:creationId xmlns:p14="http://schemas.microsoft.com/office/powerpoint/2010/main" val="1312535464"/>
      </p:ext>
    </p:extLst>
  </p:cSld>
</p:sld>
</file>

<file path=ppt/slides/slide4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A54287-D0E9-4205-8836-11CBA0902D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44B3C56-D271-461B-966A-010CD2EC6A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061ADA02-C6CC-44A9-8D57-BF1375EF7CE6}"/>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9FBC96E-308B-48D5-90DF-768073B31C8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an unusual temperature needs investigation before deletion.</a:t>
            </a:r>
          </a:p>
        </p:txBody>
      </p:sp>
      <p:sp>
        <p:nvSpPr>
          <p:cNvPr id="5" name="">
            <a:extLst xmlns:a="http://schemas.openxmlformats.org/drawingml/2006/main">
              <a:ext uri="{FF2B5EF4-FFF2-40B4-BE49-F238E27FC236}">
                <a16:creationId xmlns:a16="http://schemas.microsoft.com/office/drawing/2014/main" id="{0FD0D805-4F30-43E0-9DC0-3657FD60BF3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6B8417A-6D33-4F00-9295-610403CB49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41</a:t>
            </a:r>
          </a:p>
        </p:txBody>
      </p:sp>
    </p:spTree>
    <p:extLst>
      <p:ext uri="{BB962C8B-B14F-4D97-AF65-F5344CB8AC3E}">
        <p14:creationId xmlns:p14="http://schemas.microsoft.com/office/powerpoint/2010/main" val="77907082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2104D5-796C-4416-9A3E-32415DA5AE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8501E8-0896-4DA4-85CE-4A4B99286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89B437E-EF8A-4EB6-B819-31698EBACA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8950920-8D83-47F8-B08E-570775D511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4C6E0F-8FAD-4BB3-B3D6-DEFB6D59BA1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9AF94F83-1C1E-446F-A793-E947EE38D7A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C4C7FA4-0DA8-49DC-8128-3E4E0EF2729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75E88C91-40A9-4950-814E-EC94DFCB926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4EA175-5EEF-4DC0-BD31-E8FB037DAA0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40D82324-99F4-4D7A-B666-33B51184F19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C9E8C21-F559-40A0-AFD4-EC2A64003B7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ECE5AED1-A94D-46BD-924E-22B5040C7F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42</a:t>
            </a:r>
          </a:p>
        </p:txBody>
      </p:sp>
    </p:spTree>
    <p:extLst>
      <p:ext uri="{BB962C8B-B14F-4D97-AF65-F5344CB8AC3E}">
        <p14:creationId xmlns:p14="http://schemas.microsoft.com/office/powerpoint/2010/main" val="57435942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FD444E7-73F1-430F-BCB6-B22934B8A5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EDB96C-4223-4917-ABE2-275333ED4F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B3564C-C26F-4AE1-8508-80D48CF543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973FBF38-7018-4432-A4A3-5853EF35C9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975148-C672-49DD-B109-E43AD272316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3E31CA32-8767-41BE-8EEE-49168E474C4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53467B-11D9-477F-BBFC-0D19D7A4BCF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82271CB1-F78B-4374-9997-449FB3C9FA9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A4EF05-D3FE-4410-9D4F-A3355531A45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A35E6F03-00BF-4E73-B126-BA0B042B5C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43</a:t>
            </a:r>
          </a:p>
        </p:txBody>
      </p:sp>
    </p:spTree>
    <p:extLst>
      <p:ext uri="{BB962C8B-B14F-4D97-AF65-F5344CB8AC3E}">
        <p14:creationId xmlns:p14="http://schemas.microsoft.com/office/powerpoint/2010/main" val="165901871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D039E9-8158-49EE-9EF3-C8E2D5B2D3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B779D6-4810-4B75-BC23-A14EB5D17D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0DE3D1-7E31-4A77-B62E-C197857F12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36B5A004-F2F6-4AF2-8FA8-6DD03D8997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F3DE5B-8DBA-4D87-970B-46C3EFDEB2B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CD023D37-DA7C-4CB5-B449-E2F4FA82D37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4FFA09-EAC7-4FD0-8D1C-866BA4F5C24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93F4513C-3A84-4F36-9ED3-96100F79482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ABA51C1-CD8A-42DC-903C-4851408F03A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C68D939E-B7A2-48B8-8E1D-4620E09500B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F1693E1-23E5-40AC-A14E-3F6D3005F2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4B55E6C6-618D-44BE-89C6-C19BE24B86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44</a:t>
            </a:r>
          </a:p>
        </p:txBody>
      </p:sp>
    </p:spTree>
    <p:extLst>
      <p:ext uri="{BB962C8B-B14F-4D97-AF65-F5344CB8AC3E}">
        <p14:creationId xmlns:p14="http://schemas.microsoft.com/office/powerpoint/2010/main" val="20525041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0FCE13-6615-42C1-8DA4-AE2638F3DC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906B9B-194F-4191-9375-CBE5272A51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198D8F-A21F-4C7D-9B72-80141F60CD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BFE09D00-15F1-4755-9F8F-16E8CA3D8F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CF7131-29B7-4F61-AE3F-10D37C8B2A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9DA5DA-7E97-4D2A-A12D-4C02693C2A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21EBA122-0CE1-471B-A9D5-EBE98397156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F980E42E-C978-4FC4-B29B-B6DA5698BA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45</a:t>
            </a:r>
          </a:p>
        </p:txBody>
      </p:sp>
    </p:spTree>
    <p:extLst>
      <p:ext uri="{BB962C8B-B14F-4D97-AF65-F5344CB8AC3E}">
        <p14:creationId xmlns:p14="http://schemas.microsoft.com/office/powerpoint/2010/main" val="195068488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59ED49-5EAA-4F9B-A815-EB8CC6CBFB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095748-1370-47A4-AB38-359D85A4BF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CDE127D-8C84-4455-AEFB-312D301371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0E67F28E-D72B-47F1-A5AD-503E4C8EBBE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4BE49D-79F2-4747-89A1-B6AC4B5C77B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73E21851-D85E-461F-AF82-54079D743A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2E73F0-55C5-4EF9-9454-29B5E4B42A5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1688819-2338-46E4-9966-0FCADB0E586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7C7292-4C05-4F11-BF6B-1F083422625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9A69A854-4DA6-4818-AB71-52E4C546C29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0EFFD27-BB49-4EA7-8D6C-BC43586AB4E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3EF6CFF2-6298-4908-8E1E-81476741E3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46</a:t>
            </a:r>
          </a:p>
        </p:txBody>
      </p:sp>
    </p:spTree>
    <p:extLst>
      <p:ext uri="{BB962C8B-B14F-4D97-AF65-F5344CB8AC3E}">
        <p14:creationId xmlns:p14="http://schemas.microsoft.com/office/powerpoint/2010/main" val="24126924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A968CC-2F0C-40D4-97D4-D95DA44850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0D19E4-888E-4C95-8D0E-2BCFD8425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E0B5FC6-95CC-44BC-AF0B-4A3A195BDE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839B9C03-2EE3-4F06-B53F-2C019564581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CCE673-6E18-4604-B4D6-A952833DB0E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56294A69-A24B-46B1-AA7C-61842776116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3C1DD6-EBC9-4839-81DD-EEA9EF5F867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F42692C-001D-4D81-994C-FDA39EE8A9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47</a:t>
            </a:r>
          </a:p>
        </p:txBody>
      </p:sp>
    </p:spTree>
    <p:extLst>
      <p:ext uri="{BB962C8B-B14F-4D97-AF65-F5344CB8AC3E}">
        <p14:creationId xmlns:p14="http://schemas.microsoft.com/office/powerpoint/2010/main" val="185363664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EA35A7-3CE6-405D-98C7-641452F576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910D10-6D30-4795-9A07-FEF4907EAB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A71C642-802F-45A7-B98D-2C5829F6D7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26B60D43-76CF-4B82-AF39-290C68A9632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3C9A04-2AB2-4502-82B7-81D07218990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378F2B8E-21E2-4C23-922A-8B16555B68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D1BF6E-372F-410F-8870-93D8E491EE1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415665-D82E-4BB8-B0D1-3ED5C6BE4E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48</a:t>
            </a:r>
          </a:p>
        </p:txBody>
      </p:sp>
    </p:spTree>
    <p:extLst>
      <p:ext uri="{BB962C8B-B14F-4D97-AF65-F5344CB8AC3E}">
        <p14:creationId xmlns:p14="http://schemas.microsoft.com/office/powerpoint/2010/main" val="204118763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AE27B0-81F4-4314-844C-CB8C677049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D1D16C-E967-48B8-913D-A50B32DB9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A7A2374-0C21-4884-B8AD-CC7085896C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A173D406-49A9-4DF9-A612-46A524EC94F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17B4CA-F3F6-4E65-B883-B0BA8036131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F71479E2-F25C-4186-B215-9171847192E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B9FA7E0-FF9E-4CA1-B773-6C64E3BF9B6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E44E495-6EDF-4EC7-AF4E-11D0AA3D0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49</a:t>
            </a:r>
          </a:p>
        </p:txBody>
      </p:sp>
    </p:spTree>
    <p:extLst>
      <p:ext uri="{BB962C8B-B14F-4D97-AF65-F5344CB8AC3E}">
        <p14:creationId xmlns:p14="http://schemas.microsoft.com/office/powerpoint/2010/main" val="3734922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FE7F4DE-A459-42F5-BD86-0A2B89014F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CC56F6-C48F-4D67-B8C9-32414EDCA6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48F6D8-29A2-4D9D-B98C-44DB5C4E35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3894FBB4-F12E-4E33-94A8-9F695AAE5C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311F9A-7922-4F58-9CE0-43589C26359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AF18A37B-9B66-410F-ABA5-65D786889D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7BA559-0270-4312-834D-F0025952C45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2F69EB2-DC07-4BD7-8C8E-09993B486C8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3CF0B6-59EA-41DF-8323-82D3A1995B8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6A88C82B-99B4-4776-AE3C-21D46B94BFE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25F9DFE-B6C6-4ADF-B3D8-EAA76F252C9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C57A1CD-FB87-4616-8762-87E89B1C6A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50</a:t>
            </a:r>
          </a:p>
        </p:txBody>
      </p:sp>
    </p:spTree>
    <p:extLst>
      <p:ext uri="{BB962C8B-B14F-4D97-AF65-F5344CB8AC3E}">
        <p14:creationId xmlns:p14="http://schemas.microsoft.com/office/powerpoint/2010/main" val="19999811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E93559-582B-4D90-90CB-D1C9840E9E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9594A5-6087-4A73-83D0-B885F1146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E9AAB33-6869-4E09-97C7-A066FFDA1C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B6C43E82-E7D8-49C1-968E-6BF37349F22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78F5C9-3294-4FC1-BA30-C87140D870E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Oct 2026, 11:00 Kampala</a:t>
            </a:r>
          </a:p>
        </p:txBody>
      </p:sp>
      <p:sp>
        <p:nvSpPr>
          <p:cNvPr id="6" name="">
            <a:extLst xmlns:a="http://schemas.openxmlformats.org/drawingml/2006/main">
              <a:ext uri="{FF2B5EF4-FFF2-40B4-BE49-F238E27FC236}">
                <a16:creationId xmlns:a16="http://schemas.microsoft.com/office/drawing/2014/main" id="{B9E60BEB-EC46-43BD-91A9-31748177F32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7BB5FB-0336-4EE4-B260-9EC243A5C1A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Oct 2026, 11:00 Kampala</a:t>
            </a:r>
          </a:p>
        </p:txBody>
      </p:sp>
      <p:sp>
        <p:nvSpPr>
          <p:cNvPr id="8" name="">
            <a:extLst xmlns:a="http://schemas.openxmlformats.org/drawingml/2006/main">
              <a:ext uri="{FF2B5EF4-FFF2-40B4-BE49-F238E27FC236}">
                <a16:creationId xmlns:a16="http://schemas.microsoft.com/office/drawing/2014/main" id="{7324ADE0-5B13-4D8A-934C-3D14F58AF99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C8674B-DB5E-43F1-A2DD-24B5D5171A3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528CE9E-AE4A-48A1-B2DB-0FE353B278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08C4B0-EC4F-42DD-81A1-9F1347E4F05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77BDD21-7403-4F2C-B811-B7DCE77162E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DDB4A2-152E-415B-8D2E-603F86564C3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188272919e24c6a"/>
              </a:rPr>
              <a:t>Open W06 assignment form</a:t>
            </a:r>
          </a:p>
        </p:txBody>
      </p:sp>
      <p:sp>
        <p:nvSpPr>
          <p:cNvPr id="14" name="">
            <a:extLst xmlns:a="http://schemas.openxmlformats.org/drawingml/2006/main">
              <a:ext uri="{FF2B5EF4-FFF2-40B4-BE49-F238E27FC236}">
                <a16:creationId xmlns:a16="http://schemas.microsoft.com/office/drawing/2014/main" id="{2250155C-A84F-496B-A0C6-A1300FB3820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https://docs.google.com/forms/d/e/1FAIpQLScHyVpTnSxgMVMvsImyTtkME2QAGZmMg55dBKy2VvQ_0d7fxQ/viewform</a:t>
            </a:r>
          </a:p>
        </p:txBody>
      </p:sp>
      <p:sp>
        <p:nvSpPr>
          <p:cNvPr id="15" name="">
            <a:extLst xmlns:a="http://schemas.openxmlformats.org/drawingml/2006/main">
              <a:ext uri="{FF2B5EF4-FFF2-40B4-BE49-F238E27FC236}">
                <a16:creationId xmlns:a16="http://schemas.microsoft.com/office/drawing/2014/main" id="{1268A932-7B9E-45DD-8083-77AA07BB13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51</a:t>
            </a:r>
          </a:p>
        </p:txBody>
      </p:sp>
    </p:spTree>
    <p:extLst>
      <p:ext uri="{BB962C8B-B14F-4D97-AF65-F5344CB8AC3E}">
        <p14:creationId xmlns:p14="http://schemas.microsoft.com/office/powerpoint/2010/main" val="1690856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BA3DC0-DC70-451A-A5CF-63CB94FF72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2B05C8-2879-45E4-8211-DBB7340004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541F66-2ED8-4CD4-AE19-DA84B483CA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DBF43FAA-8F4A-4CEA-9D74-5419237AF1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62032A-AA38-4E62-9628-B001B8B3215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DAEC135B-BC65-48E4-B6F2-5F4BD6B0065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EC496E-3A61-4249-9374-8BBA951F280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7FEC48D1-03F0-445F-A74F-7C66292F6B4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400DF1-1D14-494C-B22C-18F5DBE0ECA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29D2EF0-9F34-45CA-BC67-ECB9902702A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366550-5DBF-4548-965D-1B263113A70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1AFD8C20-D76D-42EC-BBA1-093FD9A921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52</a:t>
            </a:r>
          </a:p>
        </p:txBody>
      </p:sp>
    </p:spTree>
    <p:extLst>
      <p:ext uri="{BB962C8B-B14F-4D97-AF65-F5344CB8AC3E}">
        <p14:creationId xmlns:p14="http://schemas.microsoft.com/office/powerpoint/2010/main" val="4531575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8883663-47DE-432F-BD94-405A6F8E66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C34D5E-8992-4C4D-A549-63613C44A3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FD88484-2474-46D2-8370-02FCEDF1C4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84F668CA-CFE1-4B5E-9E67-3B4AA0F9BE0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7BFA9F-AD8B-46EA-A98F-BB819B36ACC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3449F73-CB0C-4E09-B1AD-44968ECEEC4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E3A57D-7887-4005-9DEA-033ECD150867}"/>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A24B29D-3DC2-4719-89E7-F9B28E92520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71344-76CC-442D-9783-73BAEE9C0FA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26C1C59-B32B-4005-BFEA-4AADB384B61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5906821-74E9-487E-ACCD-0D969E30C7A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c37515a0df240a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B00F22C2-0D39-417D-9282-B012A1A025F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EFF8E2C3-7275-44F5-AB8C-6A2267C94C0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8ADDADD-45FE-4CDA-AEE5-BCF2DB7568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29782f812924d2d"/>
              </a:rPr>
              <a:t>Open this week’s quiz</a:t>
            </a:r>
          </a:p>
        </p:txBody>
      </p:sp>
      <p:sp>
        <p:nvSpPr>
          <p:cNvPr id="16" name="">
            <a:extLst xmlns:a="http://schemas.openxmlformats.org/drawingml/2006/main">
              <a:ext uri="{FF2B5EF4-FFF2-40B4-BE49-F238E27FC236}">
                <a16:creationId xmlns:a16="http://schemas.microsoft.com/office/drawing/2014/main" id="{B8B67245-C29B-4F1F-93DD-73E4C56C924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https://forms.gle/i4xkY7g2jn8Q7HXt8</a:t>
            </a:r>
          </a:p>
        </p:txBody>
      </p:sp>
      <p:sp>
        <p:nvSpPr>
          <p:cNvPr id="17" name="">
            <a:extLst xmlns:a="http://schemas.openxmlformats.org/drawingml/2006/main">
              <a:ext uri="{FF2B5EF4-FFF2-40B4-BE49-F238E27FC236}">
                <a16:creationId xmlns:a16="http://schemas.microsoft.com/office/drawing/2014/main" id="{8D1722F9-3099-4C5F-AC52-D384D93541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53</a:t>
            </a:r>
          </a:p>
        </p:txBody>
      </p:sp>
    </p:spTree>
    <p:extLst>
      <p:ext uri="{BB962C8B-B14F-4D97-AF65-F5344CB8AC3E}">
        <p14:creationId xmlns:p14="http://schemas.microsoft.com/office/powerpoint/2010/main" val="1778374640"/>
      </p:ext>
    </p:extLst>
  </p:cSld>
</p:sld>
</file>

<file path=ppt/slides/slide5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8A7CC8-298A-4A7D-B2DA-F3DD463C09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A7BCD9D-D83A-4E9B-A006-67D3B5F5AC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675262E3-0EAD-4FA9-9785-202F5C4A1CB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E4D31FF-38F1-4108-B1A2-A5DBF161792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CD26217-5784-4117-ADE6-9DAF639782A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8238964B-D066-4548-9B64-09434AD385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6   54</a:t>
            </a:r>
          </a:p>
        </p:txBody>
      </p:sp>
    </p:spTree>
    <p:extLst>
      <p:ext uri="{BB962C8B-B14F-4D97-AF65-F5344CB8AC3E}">
        <p14:creationId xmlns:p14="http://schemas.microsoft.com/office/powerpoint/2010/main" val="17316933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2026-09-16T11:08:29.2890000Z</dcterms:created>
  <dcterms:modified xsi:type="dcterms:W3CDTF">2026-09-16T11:08:29.2890000Z</dcterms:modified>
</coreProperties>
</file>