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a2a23f8f5c4d9a" /><Relationship Type="http://schemas.openxmlformats.org/officeDocument/2006/relationships/extended-properties" Target="/docProps/app.xml" Id="R8f1a4061e5e64817" /><Relationship Type="http://schemas.openxmlformats.org/officeDocument/2006/relationships/officeDocument" Target="/ppt/presentation.xml" Id="Rfd36a9db85204ab3" /></Relationships>
</file>

<file path=ppt/presentation.xml><?xml version="1.0" encoding="utf-8"?>
<p:presentation xmlns:p="http://schemas.openxmlformats.org/presentationml/2006/main">
  <p:sldMasterIdLst>
    <p:sldMasterId xmlns:r="http://schemas.openxmlformats.org/officeDocument/2006/relationships" id="2147483648" r:id="Rdddcc932aa854887"/>
  </p:sldMasterIdLst>
  <p:notesMasterIdLst>
    <p:notesMasterId xmlns:r="http://schemas.openxmlformats.org/officeDocument/2006/relationships" r:id="R864ed8517f8c4511"/>
  </p:notesMasterIdLst>
  <p:sldIdLst>
    <p:sldId xmlns:r="http://schemas.openxmlformats.org/officeDocument/2006/relationships" id="256" r:id="Rcb4f4cf4ede148b3"/>
    <p:sldId xmlns:r="http://schemas.openxmlformats.org/officeDocument/2006/relationships" id="257" r:id="Rddc70a26ca674ac5"/>
    <p:sldId xmlns:r="http://schemas.openxmlformats.org/officeDocument/2006/relationships" id="258" r:id="R0f7dcddc5c1043cd"/>
    <p:sldId xmlns:r="http://schemas.openxmlformats.org/officeDocument/2006/relationships" id="259" r:id="Ra607a57cc26e4b7b"/>
    <p:sldId xmlns:r="http://schemas.openxmlformats.org/officeDocument/2006/relationships" id="260" r:id="R2e4a82d8b56449c8"/>
    <p:sldId xmlns:r="http://schemas.openxmlformats.org/officeDocument/2006/relationships" id="261" r:id="Rcdd32e18b3c14804"/>
    <p:sldId xmlns:r="http://schemas.openxmlformats.org/officeDocument/2006/relationships" id="262" r:id="R721db68c506348e5"/>
    <p:sldId xmlns:r="http://schemas.openxmlformats.org/officeDocument/2006/relationships" id="263" r:id="R312e8b850fdb4c85"/>
    <p:sldId xmlns:r="http://schemas.openxmlformats.org/officeDocument/2006/relationships" id="264" r:id="R687562ab115641b4"/>
    <p:sldId xmlns:r="http://schemas.openxmlformats.org/officeDocument/2006/relationships" id="265" r:id="R425bd9363ad64627"/>
    <p:sldId xmlns:r="http://schemas.openxmlformats.org/officeDocument/2006/relationships" id="266" r:id="Rb2b162ebc6ab4f95"/>
    <p:sldId xmlns:r="http://schemas.openxmlformats.org/officeDocument/2006/relationships" id="267" r:id="R1d83da9a116e4e42"/>
    <p:sldId xmlns:r="http://schemas.openxmlformats.org/officeDocument/2006/relationships" id="268" r:id="Re4e81deb3c644b91"/>
    <p:sldId xmlns:r="http://schemas.openxmlformats.org/officeDocument/2006/relationships" id="269" r:id="R3b0d513158774462"/>
    <p:sldId xmlns:r="http://schemas.openxmlformats.org/officeDocument/2006/relationships" id="270" r:id="R955edd2747294506"/>
    <p:sldId xmlns:r="http://schemas.openxmlformats.org/officeDocument/2006/relationships" id="271" r:id="R05e29512c0d243ef"/>
    <p:sldId xmlns:r="http://schemas.openxmlformats.org/officeDocument/2006/relationships" id="272" r:id="R7b86e2d01fca43e9"/>
    <p:sldId xmlns:r="http://schemas.openxmlformats.org/officeDocument/2006/relationships" id="273" r:id="R84eff3431ae14258"/>
    <p:sldId xmlns:r="http://schemas.openxmlformats.org/officeDocument/2006/relationships" id="274" r:id="R28da922e762e4c17"/>
    <p:sldId xmlns:r="http://schemas.openxmlformats.org/officeDocument/2006/relationships" id="275" r:id="Rbbc6a58d8be547cd"/>
    <p:sldId xmlns:r="http://schemas.openxmlformats.org/officeDocument/2006/relationships" id="276" r:id="R927423e3ce2c47fc"/>
    <p:sldId xmlns:r="http://schemas.openxmlformats.org/officeDocument/2006/relationships" id="277" r:id="R0d1a9d1428624859"/>
    <p:sldId xmlns:r="http://schemas.openxmlformats.org/officeDocument/2006/relationships" id="278" r:id="R5051cb4f4e094a82"/>
    <p:sldId xmlns:r="http://schemas.openxmlformats.org/officeDocument/2006/relationships" id="279" r:id="R5e5b09a30acf4916"/>
    <p:sldId xmlns:r="http://schemas.openxmlformats.org/officeDocument/2006/relationships" id="280" r:id="R2395ad60924642f5"/>
    <p:sldId xmlns:r="http://schemas.openxmlformats.org/officeDocument/2006/relationships" id="281" r:id="Rfc39d18a6b4746b7"/>
    <p:sldId xmlns:r="http://schemas.openxmlformats.org/officeDocument/2006/relationships" id="282" r:id="Rf3bfb5b8cd594729"/>
    <p:sldId xmlns:r="http://schemas.openxmlformats.org/officeDocument/2006/relationships" id="283" r:id="Re0625fd83040478d"/>
    <p:sldId xmlns:r="http://schemas.openxmlformats.org/officeDocument/2006/relationships" id="284" r:id="R25a303a7f0dc41fa"/>
    <p:sldId xmlns:r="http://schemas.openxmlformats.org/officeDocument/2006/relationships" id="285" r:id="Rd17e8db343bc449b"/>
    <p:sldId xmlns:r="http://schemas.openxmlformats.org/officeDocument/2006/relationships" id="286" r:id="Rf513b9b7ef584522"/>
    <p:sldId xmlns:r="http://schemas.openxmlformats.org/officeDocument/2006/relationships" id="287" r:id="R57b9c52061924e51"/>
    <p:sldId xmlns:r="http://schemas.openxmlformats.org/officeDocument/2006/relationships" id="288" r:id="R07f6841e39554d25"/>
    <p:sldId xmlns:r="http://schemas.openxmlformats.org/officeDocument/2006/relationships" id="289" r:id="R23feb8f68fde4cce"/>
    <p:sldId xmlns:r="http://schemas.openxmlformats.org/officeDocument/2006/relationships" id="290" r:id="R4cb3d7f5d4994ca5"/>
    <p:sldId xmlns:r="http://schemas.openxmlformats.org/officeDocument/2006/relationships" id="291" r:id="R70e3363da09b4585"/>
    <p:sldId xmlns:r="http://schemas.openxmlformats.org/officeDocument/2006/relationships" id="292" r:id="R0ad45bf1381c41ef"/>
    <p:sldId xmlns:r="http://schemas.openxmlformats.org/officeDocument/2006/relationships" id="293" r:id="Rd2ae2ce5ab6249a9"/>
    <p:sldId xmlns:r="http://schemas.openxmlformats.org/officeDocument/2006/relationships" id="294" r:id="Rdd2d92a6d5094ea2"/>
    <p:sldId xmlns:r="http://schemas.openxmlformats.org/officeDocument/2006/relationships" id="295" r:id="Rf9f81029bf464b2b"/>
    <p:sldId xmlns:r="http://schemas.openxmlformats.org/officeDocument/2006/relationships" id="296" r:id="R4aab2b9942cc4f9f"/>
    <p:sldId xmlns:r="http://schemas.openxmlformats.org/officeDocument/2006/relationships" id="297" r:id="R60546208ba2c4fa9"/>
    <p:sldId xmlns:r="http://schemas.openxmlformats.org/officeDocument/2006/relationships" id="298" r:id="R38516641c20c41ee"/>
    <p:sldId xmlns:r="http://schemas.openxmlformats.org/officeDocument/2006/relationships" id="299" r:id="Rd7b2556e70664568"/>
    <p:sldId xmlns:r="http://schemas.openxmlformats.org/officeDocument/2006/relationships" id="300" r:id="R8b3f46ba94864d5d"/>
    <p:sldId xmlns:r="http://schemas.openxmlformats.org/officeDocument/2006/relationships" id="301" r:id="Rbead7e37aa874781"/>
    <p:sldId xmlns:r="http://schemas.openxmlformats.org/officeDocument/2006/relationships" id="302" r:id="R94cf323139d84149"/>
    <p:sldId xmlns:r="http://schemas.openxmlformats.org/officeDocument/2006/relationships" id="303" r:id="Re20f9adf1ec14648"/>
    <p:sldId xmlns:r="http://schemas.openxmlformats.org/officeDocument/2006/relationships" id="304" r:id="R9e9e4b8d755148e9"/>
    <p:sldId xmlns:r="http://schemas.openxmlformats.org/officeDocument/2006/relationships" id="305" r:id="Rf5373aeee3744653"/>
    <p:sldId xmlns:r="http://schemas.openxmlformats.org/officeDocument/2006/relationships" id="306" r:id="R148fca5e290446ef"/>
    <p:sldId xmlns:r="http://schemas.openxmlformats.org/officeDocument/2006/relationships" id="307" r:id="R40dceb093257411b"/>
    <p:sldId xmlns:r="http://schemas.openxmlformats.org/officeDocument/2006/relationships" id="308" r:id="R9c598fc2f0f846f8"/>
    <p:sldId xmlns:r="http://schemas.openxmlformats.org/officeDocument/2006/relationships" id="309" r:id="R15ea437b58ee46ca"/>
    <p:sldId xmlns:r="http://schemas.openxmlformats.org/officeDocument/2006/relationships" id="310" r:id="R6f935320eeea4c59"/>
    <p:sldId xmlns:r="http://schemas.openxmlformats.org/officeDocument/2006/relationships" id="311" r:id="R7092c8dd9c644d1a"/>
    <p:sldId xmlns:r="http://schemas.openxmlformats.org/officeDocument/2006/relationships" id="312" r:id="R780c4a3060a84945"/>
    <p:sldId xmlns:r="http://schemas.openxmlformats.org/officeDocument/2006/relationships" id="313" r:id="R3dcd8db36d6748f8"/>
    <p:sldId xmlns:r="http://schemas.openxmlformats.org/officeDocument/2006/relationships" id="314" r:id="R5e0364250fad471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9e833a5e354727" /><Relationship Type="http://schemas.openxmlformats.org/officeDocument/2006/relationships/slideMaster" Target="/ppt/slideMasters/slideMaster1.xml" Id="Rdddcc932aa854887" /><Relationship Type="http://schemas.openxmlformats.org/officeDocument/2006/relationships/notesMaster" Target="/ppt/notesMasters/notesMaster1.xml" Id="R864ed8517f8c4511" /><Relationship Type="http://schemas.openxmlformats.org/officeDocument/2006/relationships/presProps" Target="/ppt/presProps.xml" Id="Rf0144a70d88c4722" /><Relationship Type="http://schemas.openxmlformats.org/officeDocument/2006/relationships/tableStyles" Target="/ppt/tableStyles.xml" Id="R9e9806711e8e40cf" /><Relationship Type="http://schemas.openxmlformats.org/officeDocument/2006/relationships/slide" Target="/ppt/slides/slide1.xml" Id="Rcb4f4cf4ede148b3" /><Relationship Type="http://schemas.openxmlformats.org/officeDocument/2006/relationships/slide" Target="/ppt/slides/slide2.xml" Id="Rddc70a26ca674ac5" /><Relationship Type="http://schemas.openxmlformats.org/officeDocument/2006/relationships/slide" Target="/ppt/slides/slide3.xml" Id="R0f7dcddc5c1043cd" /><Relationship Type="http://schemas.openxmlformats.org/officeDocument/2006/relationships/slide" Target="/ppt/slides/slide4.xml" Id="Ra607a57cc26e4b7b" /><Relationship Type="http://schemas.openxmlformats.org/officeDocument/2006/relationships/slide" Target="/ppt/slides/slide5.xml" Id="R2e4a82d8b56449c8" /><Relationship Type="http://schemas.openxmlformats.org/officeDocument/2006/relationships/slide" Target="/ppt/slides/slide6.xml" Id="Rcdd32e18b3c14804" /><Relationship Type="http://schemas.openxmlformats.org/officeDocument/2006/relationships/slide" Target="/ppt/slides/slide7.xml" Id="R721db68c506348e5" /><Relationship Type="http://schemas.openxmlformats.org/officeDocument/2006/relationships/slide" Target="/ppt/slides/slide8.xml" Id="R312e8b850fdb4c85" /><Relationship Type="http://schemas.openxmlformats.org/officeDocument/2006/relationships/slide" Target="/ppt/slides/slide9.xml" Id="R687562ab115641b4" /><Relationship Type="http://schemas.openxmlformats.org/officeDocument/2006/relationships/slide" Target="/ppt/slides/slide10.xml" Id="R425bd9363ad64627" /><Relationship Type="http://schemas.openxmlformats.org/officeDocument/2006/relationships/slide" Target="/ppt/slides/slide11.xml" Id="Rb2b162ebc6ab4f95" /><Relationship Type="http://schemas.openxmlformats.org/officeDocument/2006/relationships/slide" Target="/ppt/slides/slide12.xml" Id="R1d83da9a116e4e42" /><Relationship Type="http://schemas.openxmlformats.org/officeDocument/2006/relationships/slide" Target="/ppt/slides/slide13.xml" Id="Re4e81deb3c644b91" /><Relationship Type="http://schemas.openxmlformats.org/officeDocument/2006/relationships/slide" Target="/ppt/slides/slide14.xml" Id="R3b0d513158774462" /><Relationship Type="http://schemas.openxmlformats.org/officeDocument/2006/relationships/slide" Target="/ppt/slides/slide15.xml" Id="R955edd2747294506" /><Relationship Type="http://schemas.openxmlformats.org/officeDocument/2006/relationships/slide" Target="/ppt/slides/slide16.xml" Id="R05e29512c0d243ef" /><Relationship Type="http://schemas.openxmlformats.org/officeDocument/2006/relationships/slide" Target="/ppt/slides/slide17.xml" Id="R7b86e2d01fca43e9" /><Relationship Type="http://schemas.openxmlformats.org/officeDocument/2006/relationships/slide" Target="/ppt/slides/slide18.xml" Id="R84eff3431ae14258" /><Relationship Type="http://schemas.openxmlformats.org/officeDocument/2006/relationships/slide" Target="/ppt/slides/slide19.xml" Id="R28da922e762e4c17" /><Relationship Type="http://schemas.openxmlformats.org/officeDocument/2006/relationships/slide" Target="/ppt/slides/slide20.xml" Id="Rbbc6a58d8be547cd" /><Relationship Type="http://schemas.openxmlformats.org/officeDocument/2006/relationships/slide" Target="/ppt/slides/slide21.xml" Id="R927423e3ce2c47fc" /><Relationship Type="http://schemas.openxmlformats.org/officeDocument/2006/relationships/slide" Target="/ppt/slides/slide22.xml" Id="R0d1a9d1428624859" /><Relationship Type="http://schemas.openxmlformats.org/officeDocument/2006/relationships/slide" Target="/ppt/slides/slide23.xml" Id="R5051cb4f4e094a82" /><Relationship Type="http://schemas.openxmlformats.org/officeDocument/2006/relationships/slide" Target="/ppt/slides/slide24.xml" Id="R5e5b09a30acf4916" /><Relationship Type="http://schemas.openxmlformats.org/officeDocument/2006/relationships/slide" Target="/ppt/slides/slide25.xml" Id="R2395ad60924642f5" /><Relationship Type="http://schemas.openxmlformats.org/officeDocument/2006/relationships/slide" Target="/ppt/slides/slide26.xml" Id="Rfc39d18a6b4746b7" /><Relationship Type="http://schemas.openxmlformats.org/officeDocument/2006/relationships/slide" Target="/ppt/slides/slide27.xml" Id="Rf3bfb5b8cd594729" /><Relationship Type="http://schemas.openxmlformats.org/officeDocument/2006/relationships/slide" Target="/ppt/slides/slide28.xml" Id="Re0625fd83040478d" /><Relationship Type="http://schemas.openxmlformats.org/officeDocument/2006/relationships/slide" Target="/ppt/slides/slide29.xml" Id="R25a303a7f0dc41fa" /><Relationship Type="http://schemas.openxmlformats.org/officeDocument/2006/relationships/slide" Target="/ppt/slides/slide30.xml" Id="Rd17e8db343bc449b" /><Relationship Type="http://schemas.openxmlformats.org/officeDocument/2006/relationships/slide" Target="/ppt/slides/slide31.xml" Id="Rf513b9b7ef584522" /><Relationship Type="http://schemas.openxmlformats.org/officeDocument/2006/relationships/slide" Target="/ppt/slides/slide32.xml" Id="R57b9c52061924e51" /><Relationship Type="http://schemas.openxmlformats.org/officeDocument/2006/relationships/slide" Target="/ppt/slides/slide33.xml" Id="R07f6841e39554d25" /><Relationship Type="http://schemas.openxmlformats.org/officeDocument/2006/relationships/slide" Target="/ppt/slides/slide34.xml" Id="R23feb8f68fde4cce" /><Relationship Type="http://schemas.openxmlformats.org/officeDocument/2006/relationships/slide" Target="/ppt/slides/slide35.xml" Id="R4cb3d7f5d4994ca5" /><Relationship Type="http://schemas.openxmlformats.org/officeDocument/2006/relationships/slide" Target="/ppt/slides/slide36.xml" Id="R70e3363da09b4585" /><Relationship Type="http://schemas.openxmlformats.org/officeDocument/2006/relationships/slide" Target="/ppt/slides/slide37.xml" Id="R0ad45bf1381c41ef" /><Relationship Type="http://schemas.openxmlformats.org/officeDocument/2006/relationships/slide" Target="/ppt/slides/slide38.xml" Id="Rd2ae2ce5ab6249a9" /><Relationship Type="http://schemas.openxmlformats.org/officeDocument/2006/relationships/slide" Target="/ppt/slides/slide39.xml" Id="Rdd2d92a6d5094ea2" /><Relationship Type="http://schemas.openxmlformats.org/officeDocument/2006/relationships/slide" Target="/ppt/slides/slide40.xml" Id="Rf9f81029bf464b2b" /><Relationship Type="http://schemas.openxmlformats.org/officeDocument/2006/relationships/slide" Target="/ppt/slides/slide41.xml" Id="R4aab2b9942cc4f9f" /><Relationship Type="http://schemas.openxmlformats.org/officeDocument/2006/relationships/slide" Target="/ppt/slides/slide42.xml" Id="R60546208ba2c4fa9" /><Relationship Type="http://schemas.openxmlformats.org/officeDocument/2006/relationships/slide" Target="/ppt/slides/slide43.xml" Id="R38516641c20c41ee" /><Relationship Type="http://schemas.openxmlformats.org/officeDocument/2006/relationships/slide" Target="/ppt/slides/slide44.xml" Id="Rd7b2556e70664568" /><Relationship Type="http://schemas.openxmlformats.org/officeDocument/2006/relationships/slide" Target="/ppt/slides/slide45.xml" Id="R8b3f46ba94864d5d" /><Relationship Type="http://schemas.openxmlformats.org/officeDocument/2006/relationships/slide" Target="/ppt/slides/slide46.xml" Id="Rbead7e37aa874781" /><Relationship Type="http://schemas.openxmlformats.org/officeDocument/2006/relationships/slide" Target="/ppt/slides/slide47.xml" Id="R94cf323139d84149" /><Relationship Type="http://schemas.openxmlformats.org/officeDocument/2006/relationships/slide" Target="/ppt/slides/slide48.xml" Id="Re20f9adf1ec14648" /><Relationship Type="http://schemas.openxmlformats.org/officeDocument/2006/relationships/slide" Target="/ppt/slides/slide49.xml" Id="R9e9e4b8d755148e9" /><Relationship Type="http://schemas.openxmlformats.org/officeDocument/2006/relationships/slide" Target="/ppt/slides/slide50.xml" Id="Rf5373aeee3744653" /><Relationship Type="http://schemas.openxmlformats.org/officeDocument/2006/relationships/slide" Target="/ppt/slides/slide51.xml" Id="R148fca5e290446ef" /><Relationship Type="http://schemas.openxmlformats.org/officeDocument/2006/relationships/slide" Target="/ppt/slides/slide52.xml" Id="R40dceb093257411b" /><Relationship Type="http://schemas.openxmlformats.org/officeDocument/2006/relationships/slide" Target="/ppt/slides/slide53.xml" Id="R9c598fc2f0f846f8" /><Relationship Type="http://schemas.openxmlformats.org/officeDocument/2006/relationships/slide" Target="/ppt/slides/slide54.xml" Id="R15ea437b58ee46ca" /><Relationship Type="http://schemas.openxmlformats.org/officeDocument/2006/relationships/slide" Target="/ppt/slides/slide55.xml" Id="R6f935320eeea4c59" /><Relationship Type="http://schemas.openxmlformats.org/officeDocument/2006/relationships/slide" Target="/ppt/slides/slide56.xml" Id="R7092c8dd9c644d1a" /><Relationship Type="http://schemas.openxmlformats.org/officeDocument/2006/relationships/slide" Target="/ppt/slides/slide57.xml" Id="R780c4a3060a84945" /><Relationship Type="http://schemas.openxmlformats.org/officeDocument/2006/relationships/slide" Target="/ppt/slides/slide58.xml" Id="R3dcd8db36d6748f8" /><Relationship Type="http://schemas.openxmlformats.org/officeDocument/2006/relationships/slide" Target="/ppt/slides/slide59.xml" Id="R5e0364250fad47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076eb19da743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489f77cc3741e0" /><Relationship Type="http://schemas.openxmlformats.org/officeDocument/2006/relationships/notesMaster" Target="/ppt/notesMasters/notesMaster1.xml" Id="R37e077b25a384f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c4d712e6184edb" /><Relationship Type="http://schemas.openxmlformats.org/officeDocument/2006/relationships/notesMaster" Target="/ppt/notesMasters/notesMaster1.xml" Id="R3313b7135d9b4d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2dd167b3254c25" /><Relationship Type="http://schemas.openxmlformats.org/officeDocument/2006/relationships/notesMaster" Target="/ppt/notesMasters/notesMaster1.xml" Id="R57f575a716544fa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d3206e3d5e467a" /><Relationship Type="http://schemas.openxmlformats.org/officeDocument/2006/relationships/notesMaster" Target="/ppt/notesMasters/notesMaster1.xml" Id="Rbe7841a0eefc4b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3d3ac2e7094767" /><Relationship Type="http://schemas.openxmlformats.org/officeDocument/2006/relationships/notesMaster" Target="/ppt/notesMasters/notesMaster1.xml" Id="Reaed6de7399a4c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170a3cef4049dc" /><Relationship Type="http://schemas.openxmlformats.org/officeDocument/2006/relationships/notesMaster" Target="/ppt/notesMasters/notesMaster1.xml" Id="R3db8559003df44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4c2330f87346b3" /><Relationship Type="http://schemas.openxmlformats.org/officeDocument/2006/relationships/notesMaster" Target="/ppt/notesMasters/notesMaster1.xml" Id="R0f578238211a47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a552d57f5db84ae6" /><Relationship Type="http://schemas.openxmlformats.org/officeDocument/2006/relationships/notesMaster" Target="/ppt/notesMasters/notesMaster1.xml" Id="R9e4ad862f3b4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7ec62479b84fac" /><Relationship Type="http://schemas.openxmlformats.org/officeDocument/2006/relationships/notesMaster" Target="/ppt/notesMasters/notesMaster1.xml" Id="Rae2bf0bbeabc4d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6736593c404624" /><Relationship Type="http://schemas.openxmlformats.org/officeDocument/2006/relationships/notesMaster" Target="/ppt/notesMasters/notesMaster1.xml" Id="Re3c7afff2e974f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0d13d7c939649d7" /><Relationship Type="http://schemas.openxmlformats.org/officeDocument/2006/relationships/notesMaster" Target="/ppt/notesMasters/notesMaster1.xml" Id="R23dc15c7b2a14bb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ccfc9f76264981" /><Relationship Type="http://schemas.openxmlformats.org/officeDocument/2006/relationships/notesMaster" Target="/ppt/notesMasters/notesMaster1.xml" Id="R14a68f1c45124de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65b21f33464656" /><Relationship Type="http://schemas.openxmlformats.org/officeDocument/2006/relationships/notesMaster" Target="/ppt/notesMasters/notesMaster1.xml" Id="Rf99faf47e19d463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1c0523691974292" /><Relationship Type="http://schemas.openxmlformats.org/officeDocument/2006/relationships/notesMaster" Target="/ppt/notesMasters/notesMaster1.xml" Id="R25bedd84c75441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f3abf15929483f" /><Relationship Type="http://schemas.openxmlformats.org/officeDocument/2006/relationships/notesMaster" Target="/ppt/notesMasters/notesMaster1.xml" Id="R6bf549445ec944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16a34b726ba4733" /><Relationship Type="http://schemas.openxmlformats.org/officeDocument/2006/relationships/notesMaster" Target="/ppt/notesMasters/notesMaster1.xml" Id="R01fb4cebffdf405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7ff7fa7edde49d7" /><Relationship Type="http://schemas.openxmlformats.org/officeDocument/2006/relationships/notesMaster" Target="/ppt/notesMasters/notesMaster1.xml" Id="R670ce55644a943c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b3d58b2635340ba" /><Relationship Type="http://schemas.openxmlformats.org/officeDocument/2006/relationships/notesMaster" Target="/ppt/notesMasters/notesMaster1.xml" Id="R154835b45d83492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e38aa372eaa4372" /><Relationship Type="http://schemas.openxmlformats.org/officeDocument/2006/relationships/notesMaster" Target="/ppt/notesMasters/notesMaster1.xml" Id="R381f44831e27434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dc183cbc93f4fe7" /><Relationship Type="http://schemas.openxmlformats.org/officeDocument/2006/relationships/notesMaster" Target="/ppt/notesMasters/notesMaster1.xml" Id="R49662e20c8f14f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9c47283e2bf41f3" /><Relationship Type="http://schemas.openxmlformats.org/officeDocument/2006/relationships/notesMaster" Target="/ppt/notesMasters/notesMaster1.xml" Id="R5d48eb7f518d4cd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6c513d83cde4f34" /><Relationship Type="http://schemas.openxmlformats.org/officeDocument/2006/relationships/notesMaster" Target="/ppt/notesMasters/notesMaster1.xml" Id="R9331416c106842f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5441f9a642d4101" /><Relationship Type="http://schemas.openxmlformats.org/officeDocument/2006/relationships/notesMaster" Target="/ppt/notesMasters/notesMaster1.xml" Id="Ra65b87286a784a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1c9154d5c74f74" /><Relationship Type="http://schemas.openxmlformats.org/officeDocument/2006/relationships/notesMaster" Target="/ppt/notesMasters/notesMaster1.xml" Id="Rdf8c612c645a43b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0f7f0b1825845af" /><Relationship Type="http://schemas.openxmlformats.org/officeDocument/2006/relationships/notesMaster" Target="/ppt/notesMasters/notesMaster1.xml" Id="R6a973666838c4d2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b73ce2e34d422d" /><Relationship Type="http://schemas.openxmlformats.org/officeDocument/2006/relationships/notesMaster" Target="/ppt/notesMasters/notesMaster1.xml" Id="R8ba79370ebc7496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e6cd3db40474746" /><Relationship Type="http://schemas.openxmlformats.org/officeDocument/2006/relationships/notesMaster" Target="/ppt/notesMasters/notesMaster1.xml" Id="Rb8f4935b48e943d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9c643c119404d4a" /><Relationship Type="http://schemas.openxmlformats.org/officeDocument/2006/relationships/notesMaster" Target="/ppt/notesMasters/notesMaster1.xml" Id="Re33d6d71c1504d0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4754a1076704ecc" /><Relationship Type="http://schemas.openxmlformats.org/officeDocument/2006/relationships/notesMaster" Target="/ppt/notesMasters/notesMaster1.xml" Id="Rde78a0f2f20944c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26089f4bd684674" /><Relationship Type="http://schemas.openxmlformats.org/officeDocument/2006/relationships/notesMaster" Target="/ppt/notesMasters/notesMaster1.xml" Id="R2185920d80554d7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eef7688b48a4359" /><Relationship Type="http://schemas.openxmlformats.org/officeDocument/2006/relationships/notesMaster" Target="/ppt/notesMasters/notesMaster1.xml" Id="R8ba85d682e664e6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aee6957534e4391" /><Relationship Type="http://schemas.openxmlformats.org/officeDocument/2006/relationships/notesMaster" Target="/ppt/notesMasters/notesMaster1.xml" Id="R61874c696dbb4e8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d87c04563af4b19" /><Relationship Type="http://schemas.openxmlformats.org/officeDocument/2006/relationships/notesMaster" Target="/ppt/notesMasters/notesMaster1.xml" Id="Rbf4c8d96871747e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d096e4412f9479f" /><Relationship Type="http://schemas.openxmlformats.org/officeDocument/2006/relationships/notesMaster" Target="/ppt/notesMasters/notesMaster1.xml" Id="R4967a6210a35492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ccbf9f0cd544f19" /><Relationship Type="http://schemas.openxmlformats.org/officeDocument/2006/relationships/notesMaster" Target="/ppt/notesMasters/notesMaster1.xml" Id="R4c59ffdc76f84dc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f634eb12da74cc7" /><Relationship Type="http://schemas.openxmlformats.org/officeDocument/2006/relationships/notesMaster" Target="/ppt/notesMasters/notesMaster1.xml" Id="Rdda9483b530f466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362fc7168ba4a86" /><Relationship Type="http://schemas.openxmlformats.org/officeDocument/2006/relationships/notesMaster" Target="/ppt/notesMasters/notesMaster1.xml" Id="Rfac50154b779444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befefb5bab04d64" /><Relationship Type="http://schemas.openxmlformats.org/officeDocument/2006/relationships/notesMaster" Target="/ppt/notesMasters/notesMaster1.xml" Id="R7621ede56fd8405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b8b869f4f1e42c9" /><Relationship Type="http://schemas.openxmlformats.org/officeDocument/2006/relationships/notesMaster" Target="/ppt/notesMasters/notesMaster1.xml" Id="Racb3e6ba14d240a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f9f1574384144c4" /><Relationship Type="http://schemas.openxmlformats.org/officeDocument/2006/relationships/notesMaster" Target="/ppt/notesMasters/notesMaster1.xml" Id="R83cd9f779022419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a0da07d80024865" /><Relationship Type="http://schemas.openxmlformats.org/officeDocument/2006/relationships/notesMaster" Target="/ppt/notesMasters/notesMaster1.xml" Id="Rd1e96290fda543c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56736b736ae49d9" /><Relationship Type="http://schemas.openxmlformats.org/officeDocument/2006/relationships/notesMaster" Target="/ppt/notesMasters/notesMaster1.xml" Id="R11e9dfc68dc34bd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0950212a8444fa5" /><Relationship Type="http://schemas.openxmlformats.org/officeDocument/2006/relationships/notesMaster" Target="/ppt/notesMasters/notesMaster1.xml" Id="Rab5730b1a13a43e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14e033019e547e9" /><Relationship Type="http://schemas.openxmlformats.org/officeDocument/2006/relationships/notesMaster" Target="/ppt/notesMasters/notesMaster1.xml" Id="R154d859dacf2412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35c845288424021" /><Relationship Type="http://schemas.openxmlformats.org/officeDocument/2006/relationships/notesMaster" Target="/ppt/notesMasters/notesMaster1.xml" Id="Rbc186162c5cd408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5ef71dc4b294092" /><Relationship Type="http://schemas.openxmlformats.org/officeDocument/2006/relationships/notesMaster" Target="/ppt/notesMasters/notesMaster1.xml" Id="R110d9a3f011c449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04daed8278640b2" /><Relationship Type="http://schemas.openxmlformats.org/officeDocument/2006/relationships/notesMaster" Target="/ppt/notesMasters/notesMaster1.xml" Id="Rc63d79152e974ba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2382e11fd8e4616" /><Relationship Type="http://schemas.openxmlformats.org/officeDocument/2006/relationships/notesMaster" Target="/ppt/notesMasters/notesMaster1.xml" Id="Radd4d69a528b4c0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62dd1f5f954455e" /><Relationship Type="http://schemas.openxmlformats.org/officeDocument/2006/relationships/notesMaster" Target="/ppt/notesMasters/notesMaster1.xml" Id="R6036f8d867e64d4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6487c3e923946f9" /><Relationship Type="http://schemas.openxmlformats.org/officeDocument/2006/relationships/notesMaster" Target="/ppt/notesMasters/notesMaster1.xml" Id="Rc184893986794c0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4ad3294b7a64e98" /><Relationship Type="http://schemas.openxmlformats.org/officeDocument/2006/relationships/notesMaster" Target="/ppt/notesMasters/notesMaster1.xml" Id="Rc72b2f136dfe482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dfbd21fb6ed4eb2" /><Relationship Type="http://schemas.openxmlformats.org/officeDocument/2006/relationships/notesMaster" Target="/ppt/notesMasters/notesMaster1.xml" Id="R65655f98b6d34ed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ba6383054294732" /><Relationship Type="http://schemas.openxmlformats.org/officeDocument/2006/relationships/notesMaster" Target="/ppt/notesMasters/notesMaster1.xml" Id="Ree60b4fb13d84bb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e8971afe75449f5" /><Relationship Type="http://schemas.openxmlformats.org/officeDocument/2006/relationships/notesMaster" Target="/ppt/notesMasters/notesMaster1.xml" Id="Rfeab162ebd3746f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901e1c45fee4f3d" /><Relationship Type="http://schemas.openxmlformats.org/officeDocument/2006/relationships/notesMaster" Target="/ppt/notesMasters/notesMaster1.xml" Id="R692bb3b1bee9447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584d697a6754323" /><Relationship Type="http://schemas.openxmlformats.org/officeDocument/2006/relationships/notesMaster" Target="/ppt/notesMasters/notesMaster1.xml" Id="R0315461753e44c7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63dc306e91946a8" /><Relationship Type="http://schemas.openxmlformats.org/officeDocument/2006/relationships/notesMaster" Target="/ppt/notesMasters/notesMaster1.xml" Id="R2ba22f196f65421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c36f25d85a94a8f" /><Relationship Type="http://schemas.openxmlformats.org/officeDocument/2006/relationships/notesMaster" Target="/ppt/notesMasters/notesMaster1.xml" Id="R4ece4a7cce6e470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e4dc6e64a4b4675" /><Relationship Type="http://schemas.openxmlformats.org/officeDocument/2006/relationships/notesMaster" Target="/ppt/notesMasters/notesMaster1.xml" Id="Rca6f7aa43ac249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calculations and reusable functions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Python calculations and reusable functions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Python calculations and reusable functions. Explain why this example is needed before running it.</a:t>
            </a:r>
          </a:p>
          <a:p xmlns:a="http://schemas.openxmlformats.org/drawingml/2006/main">
            <a:r>
              <a:t/>
            </a:r>
          </a:p>
          <a:p xmlns:a="http://schemas.openxmlformats.org/drawingml/2006/main">
            <a:r>
              <a:t>EXPLAIN</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Python calculations and reusable functions.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Recall and a first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Run print(2 + 3). Which part is the instruction, and which part is the output?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engineering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Recall and a first attempt. Explain why this example is needed before running it.</a:t>
            </a:r>
          </a:p>
          <a:p xmlns:a="http://schemas.openxmlformats.org/drawingml/2006/main">
            <a:r>
              <a:t/>
            </a:r>
          </a:p>
          <a:p xmlns:a="http://schemas.openxmlformats.org/drawingml/2006/main">
            <a:r>
              <a:t>EXPLAIN</a:t>
            </a:r>
          </a:p>
          <a:p xmlns:a="http://schemas.openxmlformats.org/drawingml/2006/main">
            <a:r>
              <a:t>A team records device temperature to investigate cooling.</a:t>
            </a:r>
          </a:p>
          <a:p xmlns:a="http://schemas.openxmlformats.org/drawingml/2006/main">
            <a:r>
              <a:t/>
            </a:r>
          </a:p>
          <a:p xmlns:a="http://schemas.openxmlformats.org/drawingml/2006/main">
            <a:r>
              <a:t>Use a communications cabinet, an electrical enclosure or a robot controller as the physical example.</a:t>
            </a:r>
          </a:p>
          <a:p xmlns:a="http://schemas.openxmlformats.org/drawingml/2006/main">
            <a:r>
              <a:t/>
            </a:r>
          </a:p>
          <a:p xmlns:a="http://schemas.openxmlformats.org/drawingml/2006/main">
            <a:r>
              <a:t>No specialist hardware knowledge is assumed.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Start with numbers and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Start with numbers and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Build on The engineering context. Explain why this example is needed before running it.</a:t>
            </a:r>
          </a:p>
          <a:p xmlns:a="http://schemas.openxmlformats.org/drawingml/2006/main">
            <a:r>
              <a:t/>
            </a:r>
          </a:p>
          <a:p xmlns:a="http://schemas.openxmlformats.org/drawingml/2006/main">
            <a:r>
              <a:t>EXPLAIN</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POINT TO THE DEFINITION</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Words we will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Start with numbers and values. Explain why this example is needed before running it.</a:t>
            </a:r>
          </a:p>
          <a:p xmlns:a="http://schemas.openxmlformats.org/drawingml/2006/main">
            <a:r>
              <a:t/>
            </a:r>
          </a:p>
          <a:p xmlns:a="http://schemas.openxmlformats.org/drawingml/2006/main">
            <a:r>
              <a:t>EXPLAIN</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Start with numbers and values.</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POINT TO THE DEFINITION</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NEXT</a:t>
            </a:r>
          </a:p>
          <a:p xmlns:a="http://schemas.openxmlformats.org/drawingml/2006/main">
            <a:r>
              <a:t>A variable refers to its current value.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variable refers to its current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Build on Words we will use. Explain why this example is needed before running it.</a:t>
            </a:r>
          </a:p>
          <a:p xmlns:a="http://schemas.openxmlformats.org/drawingml/2006/main">
            <a:r>
              <a:t/>
            </a:r>
          </a:p>
          <a:p xmlns:a="http://schemas.openxmlformats.org/drawingml/2006/main">
            <a:r>
              <a:t>EXPLAIN</a:t>
            </a:r>
          </a:p>
          <a:p xmlns:a="http://schemas.openxmlformats.org/drawingml/2006/main">
            <a:r>
              <a:t>After reassignment, thickness refers to 0.20.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This box is a simplified model of a name referring to a value. Other names could still refer to an earlier object.</a:t>
            </a:r>
          </a:p>
          <a:p xmlns:a="http://schemas.openxmlformats.org/drawingml/2006/main">
            <a:r>
              <a:t>Source: existing course illustration figs/variable_box.png.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NEXT</a:t>
            </a:r>
          </a:p>
          <a:p xmlns:a="http://schemas.openxmlformats.org/drawingml/2006/main">
            <a:r>
              <a:t>Python values have types.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Python values have types.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Build on A variable refers to its current value. Explain why this example is needed before running it.</a:t>
            </a:r>
          </a:p>
          <a:p xmlns:a="http://schemas.openxmlformats.org/drawingml/2006/main">
            <a:r>
              <a:t/>
            </a:r>
          </a:p>
          <a:p xmlns:a="http://schemas.openxmlformats.org/drawingml/2006/main">
            <a:r>
              <a:t>EXPLAIN</a:t>
            </a:r>
          </a:p>
          <a:p xmlns:a="http://schemas.openxmlformats.org/drawingml/2006/main">
            <a:r>
              <a:t>3.5 + 2 gives 5.5. "3.5" + "2" joins text into "3.52".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Build on the preceding slide: A variable refers to its current value.</a:t>
            </a:r>
          </a:p>
          <a:p xmlns:a="http://schemas.openxmlformats.org/drawingml/2006/main">
            <a:r>
              <a:t/>
            </a:r>
          </a:p>
          <a:p xmlns:a="http://schemas.openxmlformats.org/drawingml/2006/main">
            <a:r>
              <a:t>LECTURER CUE</a:t>
            </a:r>
          </a:p>
          <a:p xmlns:a="http://schemas.openxmlformats.org/drawingml/2006/main">
            <a:r>
              <a:t>3.5 + 2 gives 5.5. "3.5" + "2" joins text into "3.52".</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Operator.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Build on Python values have types. Explain why this example is needed before running it.</a:t>
            </a:r>
          </a:p>
          <a:p xmlns:a="http://schemas.openxmlformats.org/drawingml/2006/main">
            <a:r>
              <a:t/>
            </a:r>
          </a:p>
          <a:p xmlns:a="http://schemas.openxmlformats.org/drawingml/2006/main">
            <a:r>
              <a:t>EXPLAIN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Build on the preceding slide: Python values have types.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POINT TO THE DEFINITION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NEXT</a:t>
            </a:r>
          </a:p>
          <a:p xmlns:a="http://schemas.openxmlformats.org/drawingml/2006/main">
            <a:r>
              <a:t>Read a function call before using 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a function call before using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Build on Operator. Explain why this example is needed before running it.</a:t>
            </a:r>
          </a:p>
          <a:p xmlns:a="http://schemas.openxmlformats.org/drawingml/2006/main">
            <a:r>
              <a:t/>
            </a:r>
          </a:p>
          <a:p xmlns:a="http://schemas.openxmlformats.org/drawingml/2006/main">
            <a:r>
              <a:t>EXPLAIN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Build on the preceding slide: Operator.</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NEXT</a:t>
            </a:r>
          </a:p>
          <a:p xmlns:a="http://schemas.openxmlformats.org/drawingml/2006/main">
            <a:r>
              <a:t>Reading Python symbols.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Python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Build on Read a function call before using it. Explain why this example is needed before running it.</a:t>
            </a:r>
          </a:p>
          <a:p xmlns:a="http://schemas.openxmlformats.org/drawingml/2006/main">
            <a:r>
              <a:t/>
            </a:r>
          </a:p>
          <a:p xmlns:a="http://schemas.openxmlformats.org/drawingml/2006/main">
            <a:r>
              <a:t>EXPLAIN</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Build on the preceding slide: Read a function call before using it.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Names, conversion and comments.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Names, conversion and comments.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Build on Reading Python symbols. Explain why this example is needed before running it.</a:t>
            </a:r>
          </a:p>
          <a:p xmlns:a="http://schemas.openxmlformats.org/drawingml/2006/main">
            <a:r>
              <a:t/>
            </a:r>
          </a:p>
          <a:p xmlns:a="http://schemas.openxmlformats.org/drawingml/2006/main">
            <a:r>
              <a:t>EXPLAIN</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Build on the preceding slide: Reading Python symbols.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7.0 then &lt;class 'float'&gt;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float converts numeric text into a decimal number.</a:t>
            </a:r>
          </a:p>
          <a:p xmlns:a="http://schemas.openxmlformats.org/drawingml/2006/main">
            <a:r>
              <a:t>type reports the kind of value: for example, float.</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Arithmetic that needs care.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3 continuation.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continuation</a:t>
            </a:r>
          </a:p>
          <a:p xmlns:a="http://schemas.openxmlformats.org/drawingml/2006/main">
            <a:r>
              <a:t/>
            </a:r>
          </a:p>
          <a:p xmlns:a="http://schemas.openxmlformats.org/drawingml/2006/main">
            <a:r>
              <a:t>CONNECT</a:t>
            </a:r>
          </a:p>
          <a:p xmlns:a="http://schemas.openxmlformats.org/drawingml/2006/main">
            <a:r>
              <a:t>Build on Names, conversion and comments. Explain why this example is needed before running it.</a:t>
            </a:r>
          </a:p>
          <a:p xmlns:a="http://schemas.openxmlformats.org/drawingml/2006/main">
            <a:r>
              <a:t/>
            </a:r>
          </a:p>
          <a:p xmlns:a="http://schemas.openxmlformats.org/drawingml/2006/main">
            <a:r>
              <a:t>EXPLAIN</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LECTURER DETAIL</a:t>
            </a:r>
          </a:p>
          <a:p xmlns:a="http://schemas.openxmlformats.org/drawingml/2006/main">
            <a:r>
              <a:t>For CML3112 resume here after teaching original slides 1–12. Briefly show the output from the previous example: 7.0 and &lt;class 'float'&gt;. No need to reteach all twelve slides.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Arithmetic that needs care.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Build on Week 3 continuation. Explain why this example is needed before running it.</a:t>
            </a:r>
          </a:p>
          <a:p xmlns:a="http://schemas.openxmlformats.org/drawingml/2006/main">
            <a:r>
              <a:t/>
            </a:r>
          </a:p>
          <a:p xmlns:a="http://schemas.openxmlformats.org/drawingml/2006/main">
            <a:r>
              <a:t>EXPLAIN</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Build on the preceding slide: Names, conversion and comments.</a:t>
            </a:r>
          </a:p>
          <a:p xmlns:a="http://schemas.openxmlformats.org/drawingml/2006/main">
            <a:r>
              <a:t/>
            </a:r>
          </a:p>
          <a:p xmlns:a="http://schemas.openxmlformats.org/drawingml/2006/main">
            <a:r>
              <a:t>LECTURER CUE</a:t>
            </a:r>
          </a:p>
          <a:p xmlns:a="http://schemas.openxmlformats.org/drawingml/2006/main">
            <a:r>
              <a:t>Floor division rounds down. Use parentheses to state the intended calculation. Keep units in variable names.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Read the quantities in your programme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quantities in your programme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Build on Arithmetic that needs care. Explain why this example is needed before running it.</a:t>
            </a:r>
          </a:p>
          <a:p xmlns:a="http://schemas.openxmlformats.org/drawingml/2006/main">
            <a:r>
              <a:t/>
            </a:r>
          </a:p>
          <a:p xmlns:a="http://schemas.openxmlformats.org/drawingml/2006/main">
            <a:r>
              <a:t>EXPLAIN</a:t>
            </a:r>
          </a:p>
          <a:p xmlns:a="http://schemas.openxmlformats.org/drawingml/2006/main">
            <a:r>
              <a:t>Voltage and current: Voltage describes electrical potential difference in volts (V). Current is the rate of charge flow in amperes (A). This example uses direct current (DC).</a:t>
            </a:r>
          </a:p>
          <a:p xmlns:a="http://schemas.openxmlformats.org/drawingml/2006/main">
            <a:r>
              <a:t>Power: Power is energy transferred each second, measured in watts (W). For this DC example, power = voltage × current. Resistive heating later uses current squared × resistance.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Build on the preceding slide: Arithmetic that needs care.</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POINT TO THE DEFINITION</a:t>
            </a:r>
          </a:p>
          <a:p xmlns:a="http://schemas.openxmlformats.org/drawingml/2006/main">
            <a:r>
              <a:t>Voltage and current: Voltage describes electrical potential difference in volts (V). Current is the rate of charge flow in amperes (A). This example uses direct current (DC).</a:t>
            </a:r>
          </a:p>
          <a:p xmlns:a="http://schemas.openxmlformats.org/drawingml/2006/main">
            <a:r>
              <a:t>Power: Power is energy transferred each second, measured in watts (W). For this DC example, power = voltage × current. Resistive heating later uses current squared × resistance.</a:t>
            </a:r>
          </a:p>
          <a:p xmlns:a="http://schemas.openxmlformats.org/drawingml/2006/main">
            <a:r>
              <a:t/>
            </a:r>
          </a:p>
          <a:p xmlns:a="http://schemas.openxmlformats.org/drawingml/2006/main">
            <a:r>
              <a:t>NEXT</a:t>
            </a:r>
          </a:p>
          <a:p xmlns:a="http://schemas.openxmlformats.org/drawingml/2006/main">
            <a:r>
              <a:t>A calculation for your programme.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calculation for your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Build on Read the quantities in your programme example. Explain why this example is needed before running it.</a:t>
            </a:r>
          </a:p>
          <a:p xmlns:a="http://schemas.openxmlformats.org/drawingml/2006/main">
            <a:r>
              <a:t/>
            </a:r>
          </a:p>
          <a:p xmlns:a="http://schemas.openxmlformats.org/drawingml/2006/main">
            <a:r>
              <a:t>EXPLAIN</a:t>
            </a:r>
          </a:p>
          <a:p xmlns:a="http://schemas.openxmlformats.org/drawingml/2006/main">
            <a:r>
              <a:t>A DC test circuit has 12 volts and 2 amperes.</a:t>
            </a:r>
          </a:p>
          <a:p xmlns:a="http://schemas.openxmlformats.org/drawingml/2006/main">
            <a:r>
              <a:t/>
            </a:r>
          </a:p>
          <a:p xmlns:a="http://schemas.openxmlformats.org/drawingml/2006/main">
            <a:r>
              <a:t>Power = voltage × current = 24 watts.</a:t>
            </a:r>
          </a:p>
          <a:p xmlns:a="http://schemas.openxmlformats.org/drawingml/2006/main">
            <a:r>
              <a:t/>
            </a:r>
          </a:p>
          <a:p xmlns:a="http://schemas.openxmlformats.org/drawingml/2006/main">
            <a:r>
              <a:t>This example assumes DC; AC real power needs additional information.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Build on the preceding slide: Read the quantities in your programme example.</a:t>
            </a:r>
          </a:p>
          <a:p xmlns:a="http://schemas.openxmlformats.org/drawingml/2006/main">
            <a:r>
              <a:t/>
            </a:r>
          </a:p>
          <a:p xmlns:a="http://schemas.openxmlformats.org/drawingml/2006/main">
            <a:r>
              <a:t>LECTURER CUE</a:t>
            </a:r>
          </a:p>
          <a:p xmlns:a="http://schemas.openxmlformats.org/drawingml/2006/main">
            <a:r>
              <a:t>A DC test circuit has 12 volts and 2 amperes. Power = voltage × current = 24 watts. This example assumes DC; AC real power needs additional information.</a:t>
            </a:r>
          </a:p>
          <a:p xmlns:a="http://schemas.openxmlformats.org/drawingml/2006/main">
            <a:r>
              <a:t/>
            </a:r>
          </a:p>
          <a:p xmlns:a="http://schemas.openxmlformats.org/drawingml/2006/main">
            <a:r>
              <a:t>NEXT</a:t>
            </a:r>
          </a:p>
          <a:p xmlns:a="http://schemas.openxmlformats.org/drawingml/2006/main">
            <a:r>
              <a:t>The calculation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calculation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Build on A calculation for your programme.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Build on the preceding slide: A calculation for your programme.</a:t>
            </a:r>
          </a:p>
          <a:p xmlns:a="http://schemas.openxmlformats.org/drawingml/2006/main">
            <a:r>
              <a:t/>
            </a:r>
          </a:p>
          <a:p xmlns:a="http://schemas.openxmlformats.org/drawingml/2006/main">
            <a:r>
              <a:t>LECTURER CUE</a:t>
            </a:r>
          </a:p>
          <a:p xmlns:a="http://schemas.openxmlformats.org/drawingml/2006/main">
            <a:r>
              <a:t>Read each name and unit. = assigns the number, * multiplies and / divides. print displays the result. A DC test circuit has 12 volts and 2 amperes. Power = voltage × current = 24 watts. This example assumes DC; AC real power needs additional information.</a:t>
            </a:r>
          </a:p>
          <a:p xmlns:a="http://schemas.openxmlformats.org/drawingml/2006/main">
            <a:r>
              <a:t/>
            </a:r>
          </a:p>
          <a:p xmlns:a="http://schemas.openxmlformats.org/drawingml/2006/main">
            <a:r>
              <a:t>Complete practice code:</a:t>
            </a:r>
          </a:p>
          <a:p xmlns:a="http://schemas.openxmlformats.org/drawingml/2006/main">
            <a:r>
              <a:t>voltage_v = 12</a:t>
            </a:r>
          </a:p>
          <a:p xmlns:a="http://schemas.openxmlformats.org/drawingml/2006/main">
            <a:r>
              <a:t>current_a = 2</a:t>
            </a:r>
          </a:p>
          <a:p xmlns:a="http://schemas.openxmlformats.org/drawingml/2006/main">
            <a:r>
              <a:t>power_w = voltage_v * current_a</a:t>
            </a:r>
          </a:p>
          <a:p xmlns:a="http://schemas.openxmlformats.org/drawingml/2006/main">
            <a:r>
              <a:t>print(power_w)</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change to predict.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an error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Build on The calculation in Python. Explain why this example is needed before running it.</a:t>
            </a:r>
          </a:p>
          <a:p xmlns:a="http://schemas.openxmlformats.org/drawingml/2006/main">
            <a:r>
              <a:t/>
            </a:r>
          </a:p>
          <a:p xmlns:a="http://schemas.openxmlformats.org/drawingml/2006/main">
            <a:r>
              <a:t>EXPLAIN</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Build on the preceding slide: The practice result.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Condition.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Condition</a:t>
            </a:r>
          </a:p>
          <a:p xmlns:a="http://schemas.openxmlformats.org/drawingml/2006/main">
            <a:r>
              <a:t/>
            </a:r>
          </a:p>
          <a:p xmlns:a="http://schemas.openxmlformats.org/drawingml/2006/main">
            <a:r>
              <a:t>CONNECT</a:t>
            </a:r>
          </a:p>
          <a:p xmlns:a="http://schemas.openxmlformats.org/drawingml/2006/main">
            <a:r>
              <a:t>Build on Reading an error message. Explain why this example is needed before running it.</a:t>
            </a:r>
          </a:p>
          <a:p xmlns:a="http://schemas.openxmlformats.org/drawingml/2006/main">
            <a:r>
              <a:t/>
            </a:r>
          </a:p>
          <a:p xmlns:a="http://schemas.openxmlformats.org/drawingml/2006/main">
            <a:r>
              <a:t>EXPLAIN</a:t>
            </a:r>
          </a:p>
          <a:p xmlns:a="http://schemas.openxmlformats.org/drawingml/2006/main">
            <a:r>
              <a:t>Condition: A True/False question. == compares equality; = assigns. if selects a branch; else handles the other case. A colon starts an indented block.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Condition</a:t>
            </a:r>
          </a:p>
          <a:p xmlns:a="http://schemas.openxmlformats.org/drawingml/2006/main">
            <a:r>
              <a:t/>
            </a:r>
          </a:p>
          <a:p xmlns:a="http://schemas.openxmlformats.org/drawingml/2006/main">
            <a:r>
              <a:t>CONNECT</a:t>
            </a:r>
          </a:p>
          <a:p xmlns:a="http://schemas.openxmlformats.org/drawingml/2006/main">
            <a:r>
              <a:t>Build on the preceding slide: Reading an error message.</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Condition: A True/False question. == compares equality; = assigns. if selects a branch; else handles the other case. A colon starts an indented block.</a:t>
            </a:r>
          </a:p>
          <a:p xmlns:a="http://schemas.openxmlformats.org/drawingml/2006/main">
            <a:r>
              <a:t/>
            </a:r>
          </a:p>
          <a:p xmlns:a="http://schemas.openxmlformats.org/drawingml/2006/main">
            <a:r>
              <a:t>NEXT</a:t>
            </a:r>
          </a:p>
          <a:p xmlns:a="http://schemas.openxmlformats.org/drawingml/2006/main">
            <a:r>
              <a:t>Comparison and logic.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Comparison and logic.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Comparison and logic</a:t>
            </a:r>
          </a:p>
          <a:p xmlns:a="http://schemas.openxmlformats.org/drawingml/2006/main">
            <a:r>
              <a:t/>
            </a:r>
          </a:p>
          <a:p xmlns:a="http://schemas.openxmlformats.org/drawingml/2006/main">
            <a:r>
              <a:t>CONNECT</a:t>
            </a:r>
          </a:p>
          <a:p xmlns:a="http://schemas.openxmlformats.org/drawingml/2006/main">
            <a:r>
              <a:t>Build on Condition. Explain why this example is needed before running it.</a:t>
            </a:r>
          </a:p>
          <a:p xmlns:a="http://schemas.openxmlformats.org/drawingml/2006/main">
            <a:r>
              <a:t/>
            </a:r>
          </a:p>
          <a:p xmlns:a="http://schemas.openxmlformats.org/drawingml/2006/main">
            <a:r>
              <a:t>EXPLAIN</a:t>
            </a:r>
          </a:p>
          <a:p xmlns:a="http://schemas.openxmlformats.org/drawingml/2006/main">
            <a:r>
              <a:t>&gt; means greater than; &lt; means less than; &lt;= means at most. = assigns, while == compares. True and False are Boolean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Comparison and logic</a:t>
            </a:r>
          </a:p>
          <a:p xmlns:a="http://schemas.openxmlformats.org/drawingml/2006/main">
            <a:r>
              <a:t/>
            </a:r>
          </a:p>
          <a:p xmlns:a="http://schemas.openxmlformats.org/drawingml/2006/main">
            <a:r>
              <a:t>CONNECT</a:t>
            </a:r>
          </a:p>
          <a:p xmlns:a="http://schemas.openxmlformats.org/drawingml/2006/main">
            <a:r>
              <a:t>Build on the preceding slide: Condition.</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decision needs a colon and indentation.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decision needs a colon and indentation.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Build on Comparison and logic. Explain why this example is needed before running it.</a:t>
            </a:r>
          </a:p>
          <a:p xmlns:a="http://schemas.openxmlformats.org/drawingml/2006/main">
            <a:r>
              <a:t/>
            </a:r>
          </a:p>
          <a:p xmlns:a="http://schemas.openxmlformats.org/drawingml/2006/main">
            <a:r>
              <a:t>EXPLAIN</a:t>
            </a:r>
          </a:p>
          <a:p xmlns:a="http://schemas.openxmlformats.org/drawingml/2006/main">
            <a:r>
              <a:t>&gt;= compares values. Only the chosen indented block runs.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Build on the preceding slide: Comparison and logic.</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below 30. Change 28 to 30 and predict warm. This is a toy threshold, not an engineering limit.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More than two branches.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More than two branches</a:t>
            </a:r>
          </a:p>
          <a:p xmlns:a="http://schemas.openxmlformats.org/drawingml/2006/main">
            <a:r>
              <a:t/>
            </a:r>
          </a:p>
          <a:p xmlns:a="http://schemas.openxmlformats.org/drawingml/2006/main">
            <a:r>
              <a:t>CONNECT</a:t>
            </a:r>
          </a:p>
          <a:p xmlns:a="http://schemas.openxmlformats.org/drawingml/2006/main">
            <a:r>
              <a:t>Build on A decision needs a colon and indentation. Explain why this example is needed before running it.</a:t>
            </a:r>
          </a:p>
          <a:p xmlns:a="http://schemas.openxmlformats.org/drawingml/2006/main">
            <a:r>
              <a:t/>
            </a:r>
          </a:p>
          <a:p xmlns:a="http://schemas.openxmlformats.org/drawingml/2006/main">
            <a:r>
              <a:t>EXPLAIN</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Units branches and error messages continued</a:t>
            </a:r>
          </a:p>
          <a:p xmlns:a="http://schemas.openxmlformats.org/drawingml/2006/main">
            <a:r>
              <a:t/>
            </a:r>
          </a:p>
          <a:p xmlns:a="http://schemas.openxmlformats.org/drawingml/2006/main">
            <a:r>
              <a:t>CONNECT</a:t>
            </a:r>
          </a:p>
          <a:p xmlns:a="http://schemas.openxmlformats.org/drawingml/2006/main">
            <a:r>
              <a:t>Build on the preceding slide: Units branches and error messages.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Units branches and error messages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Tracing an if elif else chain.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an if elif else chain</a:t>
            </a:r>
          </a:p>
          <a:p xmlns:a="http://schemas.openxmlformats.org/drawingml/2006/main">
            <a:r>
              <a:t/>
            </a:r>
          </a:p>
          <a:p xmlns:a="http://schemas.openxmlformats.org/drawingml/2006/main">
            <a:r>
              <a:t>CONNECT</a:t>
            </a:r>
          </a:p>
          <a:p xmlns:a="http://schemas.openxmlformats.org/drawingml/2006/main">
            <a:r>
              <a:t>Build on More than two branches. Explain why this example is needed before running it.</a:t>
            </a:r>
          </a:p>
          <a:p xmlns:a="http://schemas.openxmlformats.org/drawingml/2006/main">
            <a:r>
              <a:t/>
            </a:r>
          </a:p>
          <a:p xmlns:a="http://schemas.openxmlformats.org/drawingml/2006/main">
            <a:r>
              <a:t>EXPLAIN</a:t>
            </a:r>
          </a:p>
          <a:p xmlns:a="http://schemas.openxmlformats.org/drawingml/2006/main">
            <a:r>
              <a:t>Output: medium. The first condition is false; the second is true.</a:t>
            </a:r>
          </a:p>
          <a:p xmlns:a="http://schemas.openxmlformats.org/drawingml/2006/main">
            <a:r>
              <a:t/>
            </a:r>
          </a:p>
          <a:p xmlns:a="http://schemas.openxmlformats.org/drawingml/2006/main">
            <a:r>
              <a:t>LECTURER DETAIL</a:t>
            </a:r>
          </a:p>
          <a:p xmlns:a="http://schemas.openxmlformats.org/drawingml/2006/main">
            <a:r>
              <a:t>Output: medium. The first condition is false; the second is true.</a:t>
            </a:r>
          </a:p>
          <a:p xmlns:a="http://schemas.openxmlformats.org/drawingml/2006/main">
            <a:r>
              <a:t/>
            </a:r>
          </a:p>
          <a:p xmlns:a="http://schemas.openxmlformats.org/drawingml/2006/main">
            <a:r>
              <a:t>level = 7</a:t>
            </a:r>
          </a:p>
          <a:p xmlns:a="http://schemas.openxmlformats.org/drawingml/2006/main">
            <a:r>
              <a:t>if level &gt;= 10:</a:t>
            </a:r>
          </a:p>
          <a:p xmlns:a="http://schemas.openxmlformats.org/drawingml/2006/main">
            <a:r>
              <a:t>    print("high")</a:t>
            </a:r>
          </a:p>
          <a:p xmlns:a="http://schemas.openxmlformats.org/drawingml/2006/main">
            <a:r>
              <a:t>elif level &gt;= 5:</a:t>
            </a:r>
          </a:p>
          <a:p xmlns:a="http://schemas.openxmlformats.org/drawingml/2006/main">
            <a:r>
              <a:t>    print("medium")</a:t>
            </a:r>
          </a:p>
          <a:p xmlns:a="http://schemas.openxmlformats.org/drawingml/2006/main">
            <a:r>
              <a:t>else:</a:t>
            </a:r>
          </a:p>
          <a:p xmlns:a="http://schemas.openxmlformats.org/drawingml/2006/main">
            <a:r>
              <a:t>    print("low")</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Build on Tracing an if elif else chain. Explain why this example is needed before running it.</a:t>
            </a:r>
          </a:p>
          <a:p xmlns:a="http://schemas.openxmlformats.org/drawingml/2006/main">
            <a:r>
              <a:t/>
            </a:r>
          </a:p>
          <a:p xmlns:a="http://schemas.openxmlformats.org/drawingml/2006/main">
            <a:r>
              <a:t>EXPLAIN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Build on the preceding slide: A decision needs a colon and indentation.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NEXT</a:t>
            </a:r>
          </a:p>
          <a:p xmlns:a="http://schemas.openxmlformats.org/drawingml/2006/main">
            <a:r>
              <a:t>Indentation and return.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Indentation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Build on Function. Explain why this example is needed before running it.</a:t>
            </a:r>
          </a:p>
          <a:p xmlns:a="http://schemas.openxmlformats.org/drawingml/2006/main">
            <a:r>
              <a:t/>
            </a:r>
          </a:p>
          <a:p xmlns:a="http://schemas.openxmlformats.org/drawingml/2006/main">
            <a:r>
              <a:t>EXPLAIN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Build on the preceding slide: Function.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NEXT</a:t>
            </a:r>
          </a:p>
          <a:p xmlns:a="http://schemas.openxmlformats.org/drawingml/2006/main">
            <a:r>
              <a:t>A function definition and a 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function definition and a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Build on Indentation and return. Explain why this example is needed before running it.</a:t>
            </a:r>
          </a:p>
          <a:p xmlns:a="http://schemas.openxmlformats.org/drawingml/2006/main">
            <a:r>
              <a:t/>
            </a:r>
          </a:p>
          <a:p xmlns:a="http://schemas.openxmlformats.org/drawingml/2006/main">
            <a:r>
              <a:t>EXPLAIN</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Build on the preceding slide: Indentation and return.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A calculation has inputs and an answer.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Inputs, instructions and a returned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Build on A function definition and a call.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Build on the preceding slide: A reusable calculation.</a:t>
            </a:r>
          </a:p>
          <a:p xmlns:a="http://schemas.openxmlformats.org/drawingml/2006/main">
            <a:r>
              <a:t/>
            </a:r>
          </a:p>
          <a:p xmlns:a="http://schemas.openxmlformats.org/drawingml/2006/main">
            <a:r>
              <a:t>LECTURER CUE</a:t>
            </a:r>
          </a:p>
          <a:p xmlns:a="http://schemas.openxmlformats.org/drawingml/2006/main">
            <a:r>
              <a:t>Read def, the name, parameters, colon, indentation, return and call. Definition creates the function. Its body waits for a call. Distinguish print, which displays, from return, which passes a value back.</a:t>
            </a:r>
          </a:p>
          <a:p xmlns:a="http://schemas.openxmlformats.org/drawingml/2006/main">
            <a:r>
              <a:t>Source: existing course illustration figs/function_anatomy.png.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Following a function 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Defining and calling double_value.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Defining and calling double_value</a:t>
            </a:r>
          </a:p>
          <a:p xmlns:a="http://schemas.openxmlformats.org/drawingml/2006/main">
            <a:r>
              <a:t/>
            </a:r>
          </a:p>
          <a:p xmlns:a="http://schemas.openxmlformats.org/drawingml/2006/main">
            <a:r>
              <a:t>CONNECT</a:t>
            </a:r>
          </a:p>
          <a:p xmlns:a="http://schemas.openxmlformats.org/drawingml/2006/main">
            <a:r>
              <a:t>Build on Inputs, instructions and a returned result. Explain why this example is needed before running it.</a:t>
            </a:r>
          </a:p>
          <a:p xmlns:a="http://schemas.openxmlformats.org/drawingml/2006/main">
            <a:r>
              <a:t/>
            </a:r>
          </a:p>
          <a:p xmlns:a="http://schemas.openxmlformats.org/drawingml/2006/main">
            <a:r>
              <a:t>EXPLAIN</a:t>
            </a:r>
          </a:p>
          <a:p xmlns:a="http://schemas.openxmlformats.org/drawingml/2006/main">
            <a:r>
              <a:t>Output: 8. Calling passes 4 to x; return sends 8 back; print displays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Following a function call.</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Positional and named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Build on Defining and calling double_value. Explain why this example is needed before running it.</a:t>
            </a:r>
          </a:p>
          <a:p xmlns:a="http://schemas.openxmlformats.org/drawingml/2006/main">
            <a:r>
              <a:t/>
            </a:r>
          </a:p>
          <a:p xmlns:a="http://schemas.openxmlformats.org/drawingml/2006/main">
            <a:r>
              <a:t>EXPLAIN</a:t>
            </a:r>
          </a:p>
          <a:p xmlns:a="http://schemas.openxmlformats.org/drawingml/2006/main">
            <a:r>
              <a:t>Both calls supply the same inputs. return makes the result reusable.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6 then 6</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input check before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input check before division</a:t>
            </a:r>
          </a:p>
          <a:p xmlns:a="http://schemas.openxmlformats.org/drawingml/2006/main">
            <a:r>
              <a:t/>
            </a:r>
          </a:p>
          <a:p xmlns:a="http://schemas.openxmlformats.org/drawingml/2006/main">
            <a:r>
              <a:t>CONNECT</a:t>
            </a:r>
          </a:p>
          <a:p xmlns:a="http://schemas.openxmlformats.org/drawingml/2006/main">
            <a:r>
              <a:t>Build on Positional and named inputs. Explain why this example is needed before running it.</a:t>
            </a:r>
          </a:p>
          <a:p xmlns:a="http://schemas.openxmlformats.org/drawingml/2006/main">
            <a:r>
              <a:t/>
            </a:r>
          </a:p>
          <a:p xmlns:a="http://schemas.openxmlformats.org/drawingml/2006/main">
            <a:r>
              <a:t>EXPLAIN</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function with a zero-input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with a zero-input check</a:t>
            </a:r>
          </a:p>
          <a:p xmlns:a="http://schemas.openxmlformats.org/drawingml/2006/main">
            <a:r>
              <a:t/>
            </a:r>
          </a:p>
          <a:p xmlns:a="http://schemas.openxmlformats.org/drawingml/2006/main">
            <a:r>
              <a:t>CONNECT</a:t>
            </a:r>
          </a:p>
          <a:p xmlns:a="http://schemas.openxmlformats.org/drawingml/2006/main">
            <a:r>
              <a:t>Build on An input check before division. Explain why this example is needed before running it.</a:t>
            </a:r>
          </a:p>
          <a:p xmlns:a="http://schemas.openxmlformats.org/drawingml/2006/main">
            <a:r>
              <a:t/>
            </a:r>
          </a:p>
          <a:p xmlns:a="http://schemas.openxmlformats.org/drawingml/2006/main">
            <a:r>
              <a:t>EXPLAIN</a:t>
            </a:r>
          </a:p>
          <a:p xmlns:a="http://schemas.openxmlformats.org/drawingml/2006/main">
            <a:r>
              <a:t>Output: 4.0. safe_share(12, 0) returns None before any division.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Positional and named inputs.</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branch with a clear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Build on A function with a zero-input check. Explain why this example is needed before running it.</a:t>
            </a:r>
          </a:p>
          <a:p xmlns:a="http://schemas.openxmlformats.org/drawingml/2006/main">
            <a:r>
              <a:t/>
            </a:r>
          </a:p>
          <a:p xmlns:a="http://schemas.openxmlformats.org/drawingml/2006/main">
            <a:r>
              <a:t>EXPLAIN</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A branch with a clear boundary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branch with a clear boundary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Build on A branch with a clear boundary.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Build on the preceding slide: A branch with a clear boundary.</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Complete practice code:</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Selecting a largest error without loops.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value and a collection of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value and a collection of values</a:t>
            </a:r>
          </a:p>
          <a:p xmlns:a="http://schemas.openxmlformats.org/drawingml/2006/main">
            <a:r>
              <a:t/>
            </a:r>
          </a:p>
          <a:p xmlns:a="http://schemas.openxmlformats.org/drawingml/2006/main">
            <a:r>
              <a:t>CONNECT</a:t>
            </a:r>
          </a:p>
          <a:p xmlns:a="http://schemas.openxmlformats.org/drawingml/2006/main">
            <a:r>
              <a:t>Build on A branch with a clear boundary in Python. Explain why this example is needed before running it.</a:t>
            </a:r>
          </a:p>
          <a:p xmlns:a="http://schemas.openxmlformats.org/drawingml/2006/main">
            <a:r>
              <a:t/>
            </a:r>
          </a:p>
          <a:p xmlns:a="http://schemas.openxmlformats.org/drawingml/2006/main">
            <a:r>
              <a:t>EXPLAIN</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Lists dictionaries tuples and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dictionaries tuples and sets</a:t>
            </a:r>
          </a:p>
          <a:p xmlns:a="http://schemas.openxmlformats.org/drawingml/2006/main">
            <a:r>
              <a:t/>
            </a:r>
          </a:p>
          <a:p xmlns:a="http://schemas.openxmlformats.org/drawingml/2006/main">
            <a:r>
              <a:t>CONNECT</a:t>
            </a:r>
          </a:p>
          <a:p xmlns:a="http://schemas.openxmlformats.org/drawingml/2006/main">
            <a:r>
              <a:t>Build on One value and a collection of values. Explain why this example is needed before running it.</a:t>
            </a:r>
          </a:p>
          <a:p xmlns:a="http://schemas.openxmlformats.org/drawingml/2006/main">
            <a:r>
              <a:t/>
            </a:r>
          </a:p>
          <a:p xmlns:a="http://schemas.openxmlformats.org/drawingml/2006/main">
            <a:r>
              <a:t>EXPLAIN</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LECTURER DETAIL</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stores values in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values in positions</a:t>
            </a:r>
          </a:p>
          <a:p xmlns:a="http://schemas.openxmlformats.org/drawingml/2006/main">
            <a:r>
              <a:t/>
            </a:r>
          </a:p>
          <a:p xmlns:a="http://schemas.openxmlformats.org/drawingml/2006/main">
            <a:r>
              <a:t>CONNECT</a:t>
            </a:r>
          </a:p>
          <a:p xmlns:a="http://schemas.openxmlformats.org/drawingml/2006/main">
            <a:r>
              <a:t>Build on Lists dictionaries tuples and sets. Explain why this example is needed before running it.</a:t>
            </a:r>
          </a:p>
          <a:p xmlns:a="http://schemas.openxmlformats.org/drawingml/2006/main">
            <a:r>
              <a:t/>
            </a:r>
          </a:p>
          <a:p xmlns:a="http://schemas.openxmlformats.org/drawingml/2006/main">
            <a:r>
              <a:t>EXPLAIN</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Creating and reading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reading a list</a:t>
            </a:r>
          </a:p>
          <a:p xmlns:a="http://schemas.openxmlformats.org/drawingml/2006/main">
            <a:r>
              <a:t/>
            </a:r>
          </a:p>
          <a:p xmlns:a="http://schemas.openxmlformats.org/drawingml/2006/main">
            <a:r>
              <a:t>CONNECT</a:t>
            </a:r>
          </a:p>
          <a:p xmlns:a="http://schemas.openxmlformats.org/drawingml/2006/main">
            <a:r>
              <a:t>Build on A list stores values in positions. Explain why this example is needed before running it.</a:t>
            </a:r>
          </a:p>
          <a:p xmlns:a="http://schemas.openxmlformats.org/drawingml/2006/main">
            <a:r>
              <a:t/>
            </a:r>
          </a:p>
          <a:p xmlns:a="http://schemas.openxmlformats.org/drawingml/2006/main">
            <a:r>
              <a:t>EXPLAIN</a:t>
            </a:r>
          </a:p>
          <a:p xmlns:a="http://schemas.openxmlformats.org/drawingml/2006/main">
            <a:r>
              <a:t>Output: [98, 105, 92], then 98, then 3.</a:t>
            </a:r>
          </a:p>
          <a:p xmlns:a="http://schemas.openxmlformats.org/drawingml/2006/main">
            <a:r>
              <a:t/>
            </a:r>
          </a:p>
          <a:p xmlns:a="http://schemas.openxmlformats.org/drawingml/2006/main">
            <a:r>
              <a:t>LECTURER DETAIL</a:t>
            </a:r>
          </a:p>
          <a:p xmlns:a="http://schemas.openxmlformats.org/drawingml/2006/main">
            <a:r>
              <a:t>Output: [98, 105, 92], then 98, then 3.</a:t>
            </a:r>
          </a:p>
          <a:p xmlns:a="http://schemas.openxmlformats.org/drawingml/2006/main">
            <a:r>
              <a:t/>
            </a:r>
          </a:p>
          <a:p xmlns:a="http://schemas.openxmlformats.org/drawingml/2006/main">
            <a:r>
              <a:t>readings = [98, 105, 92]</a:t>
            </a:r>
          </a:p>
          <a:p xmlns:a="http://schemas.openxmlformats.org/drawingml/2006/main">
            <a:r>
              <a:t>print(readings)</a:t>
            </a:r>
          </a:p>
          <a:p xmlns:a="http://schemas.openxmlformats.org/drawingml/2006/main">
            <a:r>
              <a:t>print(readings[0])</a:t>
            </a:r>
          </a:p>
          <a:p xmlns:a="http://schemas.openxmlformats.org/drawingml/2006/main">
            <a:r>
              <a:t>print(len(readings))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Choosing the right collection.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the right collection</a:t>
            </a:r>
          </a:p>
          <a:p xmlns:a="http://schemas.openxmlformats.org/drawingml/2006/main">
            <a:r>
              <a:t/>
            </a:r>
          </a:p>
          <a:p xmlns:a="http://schemas.openxmlformats.org/drawingml/2006/main">
            <a:r>
              <a:t>CONNECT</a:t>
            </a:r>
          </a:p>
          <a:p xmlns:a="http://schemas.openxmlformats.org/drawingml/2006/main">
            <a:r>
              <a:t>Build on Creating and reading a list. Explain why this example is needed before running it.</a:t>
            </a:r>
          </a:p>
          <a:p xmlns:a="http://schemas.openxmlformats.org/drawingml/2006/main">
            <a:r>
              <a:t/>
            </a:r>
          </a:p>
          <a:p xmlns:a="http://schemas.openxmlformats.org/drawingml/2006/main">
            <a:r>
              <a:t>EXPLAIN</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method belongs to a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method belongs to a value</a:t>
            </a:r>
          </a:p>
          <a:p xmlns:a="http://schemas.openxmlformats.org/drawingml/2006/main">
            <a:r>
              <a:t/>
            </a:r>
          </a:p>
          <a:p xmlns:a="http://schemas.openxmlformats.org/drawingml/2006/main">
            <a:r>
              <a:t>CONNECT</a:t>
            </a:r>
          </a:p>
          <a:p xmlns:a="http://schemas.openxmlformats.org/drawingml/2006/main">
            <a:r>
              <a:t>Build on Choosing the right collection. Explain why this example is needed before running it.</a:t>
            </a:r>
          </a:p>
          <a:p xmlns:a="http://schemas.openxmlformats.org/drawingml/2006/main">
            <a:r>
              <a:t/>
            </a:r>
          </a:p>
          <a:p xmlns:a="http://schemas.openxmlformats.org/drawingml/2006/main">
            <a:r>
              <a:t>EXPLAIN</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Selecting a largest error without loops.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Build on A method belongs to a value. Explain why this example is needed before running it.</a:t>
            </a:r>
          </a:p>
          <a:p xmlns:a="http://schemas.openxmlformats.org/drawingml/2006/main">
            <a:r>
              <a:t/>
            </a:r>
          </a:p>
          <a:p xmlns:a="http://schemas.openxmlformats.org/drawingml/2006/main">
            <a:r>
              <a:t>EXPLAIN</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Build on the preceding slide: A branch with a clear boundary in Python.</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NEXT</a:t>
            </a:r>
          </a:p>
          <a:p xmlns:a="http://schemas.openxmlformats.org/drawingml/2006/main">
            <a:r>
              <a:t>Reading a short list.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Selecting a largest error without loops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Build on Selecting a largest error without loops.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Build on the preceding slide: Reading a short list.</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Complete practice code:</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Keep the reading beside its signed error.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 the reading beside its signed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Build on Selecting a largest error without loops in Python. Explain why this example is needed before running it.</a:t>
            </a:r>
          </a:p>
          <a:p xmlns:a="http://schemas.openxmlformats.org/drawingml/2006/main">
            <a:r>
              <a:t/>
            </a:r>
          </a:p>
          <a:p xmlns:a="http://schemas.openxmlformats.org/drawingml/2006/main">
            <a:r>
              <a:t>EXPLAIN</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Build on the preceding slide: Selecting a largest error without loops in Python.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NEXT</a:t>
            </a:r>
          </a:p>
          <a:p xmlns:a="http://schemas.openxmlformats.org/drawingml/2006/main">
            <a:r>
              <a:t>Find a position, then recover the original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Find a position, then recover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Build on Keep the reading beside its signed error. Explain why this example is needed before running it.</a:t>
            </a:r>
          </a:p>
          <a:p xmlns:a="http://schemas.openxmlformats.org/drawingml/2006/main">
            <a:r>
              <a:t/>
            </a:r>
          </a:p>
          <a:p xmlns:a="http://schemas.openxmlformats.org/drawingml/2006/main">
            <a:r>
              <a:t>EXPLAIN</a:t>
            </a:r>
          </a:p>
          <a:p xmlns:a="http://schemas.openxmlformats.org/drawingml/2006/main">
            <a:r>
              <a:t>Expected: 92 -8. The largest size is 8; the signed error is -8.</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Build on the preceding slide: Keep the reading beside its signed error.</a:t>
            </a:r>
          </a:p>
          <a:p xmlns:a="http://schemas.openxmlformats.org/drawingml/2006/main">
            <a:r>
              <a:t/>
            </a:r>
          </a:p>
          <a:p xmlns:a="http://schemas.openxmlformats.org/drawingml/2006/main">
            <a:r>
              <a:t>LECTURER CUE</a:t>
            </a:r>
          </a:p>
          <a:p xmlns:a="http://schemas.openxmlformats.org/drawingml/2006/main">
            <a:r>
              <a:t>Expected: 92 -8. The largest size is 8; the signed error is -8.</a:t>
            </a:r>
          </a:p>
          <a:p xmlns:a="http://schemas.openxmlformats.org/drawingml/2006/main">
            <a:r>
              <a:t/>
            </a:r>
          </a:p>
          <a:p xmlns:a="http://schemas.openxmlformats.org/drawingml/2006/main">
            <a:r>
              <a:t>Complete practice code:</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Find a position, then recover the original values. Explain why this example is needed before running it.</a:t>
            </a:r>
          </a:p>
          <a:p xmlns:a="http://schemas.openxmlformats.org/drawingml/2006/main">
            <a:r>
              <a:t/>
            </a:r>
          </a:p>
          <a:p xmlns:a="http://schemas.openxmlformats.org/drawingml/2006/main">
            <a:r>
              <a:t>EXPLAIN</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triple_value returns x * 3. The calls give 15 and None respectively. The guard returns before division when people is zero.</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triple_value returns x * 3. The calls give 15 and None respectively. The guard returns before division when people is zero.</a:t>
            </a:r>
          </a:p>
          <a:p xmlns:a="http://schemas.openxmlformats.org/drawingml/2006/main">
            <a:r>
              <a:t>Which step produced this result? What changes if one input changes?</a:t>
            </a:r>
          </a:p>
          <a:p xmlns:a="http://schemas.openxmlformats.org/drawingml/2006/main">
            <a:r>
              <a:t>CML3111   Week 3   46</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quantities before the formulas.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Quantities and units.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programme formula.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Build on Read the quantities before the formulas. Explain why this example is needed before running it.</a:t>
            </a:r>
          </a:p>
          <a:p xmlns:a="http://schemas.openxmlformats.org/drawingml/2006/main">
            <a:r>
              <a:t/>
            </a:r>
          </a:p>
          <a:p xmlns:a="http://schemas.openxmlformats.org/drawingml/2006/main">
            <a:r>
              <a:t>EXPLAIN</a:t>
            </a:r>
          </a:p>
          <a:p xmlns:a="http://schemas.openxmlformats.org/drawingml/2006/main">
            <a:r>
              <a:t>Resistive power loss (W) = current (A) squared × resistance (ohms). In Python, current ** 2 means current multiplied by itself.</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Build on the preceding slide: Quantities and units.</a:t>
            </a:r>
          </a:p>
          <a:p xmlns:a="http://schemas.openxmlformats.org/drawingml/2006/main">
            <a:r>
              <a:t/>
            </a:r>
          </a:p>
          <a:p xmlns:a="http://schemas.openxmlformats.org/drawingml/2006/main">
            <a:r>
              <a:t>DELIVER THIS SLIDE</a:t>
            </a:r>
          </a:p>
          <a:p xmlns:a="http://schemas.openxmlformats.org/drawingml/2006/main">
            <a:r>
              <a:t>Read the stated purpose, then point to the named example or action on the slide. Ask learners to describe what they will do before moving on. For a break slide, announce the return time; for a section divider, name the next concrete task.</a:t>
            </a:r>
          </a:p>
          <a:p xmlns:a="http://schemas.openxmlformats.org/drawingml/2006/main">
            <a:r>
              <a:t/>
            </a:r>
          </a:p>
          <a:p xmlns:a="http://schemas.openxmlformats.org/drawingml/2006/main">
            <a:r>
              <a:t>NEXT</a:t>
            </a:r>
          </a:p>
          <a:p xmlns:a="http://schemas.openxmlformats.org/drawingml/2006/main">
            <a:r>
              <a:t>Short explainer and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Your programme formula. Explain why this example is needed before running it.</a:t>
            </a:r>
          </a:p>
          <a:p xmlns:a="http://schemas.openxmlformats.org/drawingml/2006/main">
            <a:r>
              <a:t/>
            </a:r>
          </a:p>
          <a:p xmlns:a="http://schemas.openxmlformats.org/drawingml/2006/main">
            <a:r>
              <a:t>EXPLAIN</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Units branches and error messages.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Unit conversions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Unit conversions for the assignment</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Units branches and error messages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Units branches and error messages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Unit conversions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Units branches and error messages continued.</a:t>
            </a:r>
          </a:p>
          <a:p xmlns:a="http://schemas.openxmlformats.org/drawingml/2006/main">
            <a:r>
              <a:t/>
            </a:r>
          </a:p>
          <a:p xmlns:a="http://schemas.openxmlformats.org/drawingml/2006/main">
            <a:r>
              <a:t>LECTURER CUE</a:t>
            </a:r>
          </a:p>
          <a:p xmlns:a="http://schemas.openxmlformats.org/drawingml/2006/main">
            <a:r>
              <a:t># W03: variables and functions</a:t>
            </a:r>
          </a:p>
          <a:p xmlns:a="http://schemas.openxmlformats.org/drawingml/2006/main">
            <a:r>
              <a:t>CML3111. Complete each named output. Save as STUDENT_ID_W03.ipynb.</a:t>
            </a:r>
          </a:p>
          <a:p xmlns:a="http://schemas.openxmlformats.org/drawingml/2006/main">
            <a:r>
              <a:t>## q1: 3 marks</a:t>
            </a:r>
          </a:p>
          <a:p xmlns:a="http://schemas.openxmlformats.org/drawingml/2006/main">
            <a:r>
              <a:t>A 40 kg motor sits on a bench. Set weight_n to its weight in newtons, taking g = 9.81.</a:t>
            </a:r>
          </a:p>
          <a:p xmlns:a="http://schemas.openxmlformats.org/drawingml/2006/main">
            <a:r>
              <a:t>## q2: 4 marks</a:t>
            </a:r>
          </a:p>
          <a:p xmlns:a="http://schemas.openxmlformats.org/drawingml/2006/main">
            <a:r>
              <a:t>Write percent_error(measured, expected) returning the signed percent error.</a:t>
            </a:r>
          </a:p>
          <a:p xmlns:a="http://schemas.openxmlformats.org/drawingml/2006/main">
            <a:r>
              <a:t>## q3: 3 marks</a:t>
            </a:r>
          </a:p>
          <a:p xmlns:a="http://schemas.openxmlformats.org/drawingml/2006/main">
            <a:r>
              <a:t>Write power_loss(current, resistance) returning the power lost in watts (I squared R).</a:t>
            </a:r>
          </a:p>
          <a:p xmlns:a="http://schemas.openxmlformats.org/drawingml/2006/main">
            <a:r>
              <a:t>## q4: 5 marks</a:t>
            </a:r>
          </a:p>
          <a:p xmlns:a="http://schemas.openxmlformats.org/drawingml/2006/main">
            <a:r>
              <a:t>Write efficiency(out_w, in_w) returning the percentage, and returning None when in_w is zero or negative.</a:t>
            </a:r>
          </a:p>
          <a:p xmlns:a="http://schemas.openxmlformats.org/drawingml/2006/main">
            <a:r>
              <a:t>## q5: 5 marks</a:t>
            </a:r>
          </a:p>
          <a:p xmlns:a="http://schemas.openxmlformats.org/drawingml/2006/main">
            <a:r>
              <a:t>READINGS is given in the notebook. Using your own percent_error against a nominal of 100, set worst_reading to the reading with the largest error by size, and worst_error to that reading's signed percent error.</a:t>
            </a:r>
          </a:p>
          <a:p xmlns:a="http://schemas.openxmlformats.org/drawingml/2006/main">
            <a:r>
              <a:t>You may compare these six readings directly; a loop is not required this week.</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q1: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q2: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q2: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Build on q1: 3 marks. Explain why this example is needed before running it.</a:t>
            </a:r>
          </a:p>
          <a:p xmlns:a="http://schemas.openxmlformats.org/drawingml/2006/main">
            <a:r>
              <a:t/>
            </a:r>
          </a:p>
          <a:p xmlns:a="http://schemas.openxmlformats.org/drawingml/2006/main">
            <a:r>
              <a:t>EXPLAIN</a:t>
            </a:r>
          </a:p>
          <a:p xmlns:a="http://schemas.openxmlformats.org/drawingml/2006/main">
            <a:r>
              <a:t>Write percent_error(measured, expected) returning the signed percent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Build on the preceding slide: q1: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NEXT</a:t>
            </a:r>
          </a:p>
          <a:p xmlns:a="http://schemas.openxmlformats.org/drawingml/2006/main">
            <a:r>
              <a:t>q3: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q3: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Build on q2: 4 marks. Explain why this example is needed before running it.</a:t>
            </a:r>
          </a:p>
          <a:p xmlns:a="http://schemas.openxmlformats.org/drawingml/2006/main">
            <a:r>
              <a:t/>
            </a:r>
          </a:p>
          <a:p xmlns:a="http://schemas.openxmlformats.org/drawingml/2006/main">
            <a:r>
              <a:t>EXPLAIN</a:t>
            </a:r>
          </a:p>
          <a:p xmlns:a="http://schemas.openxmlformats.org/drawingml/2006/main">
            <a:r>
              <a:t>Write power_loss(current, resistance) returning the power lost in watts (I squared 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Build on the preceding slide: q2: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q4: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q4: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Build on q3: 3 marks. Explain why this example is needed before running it.</a:t>
            </a:r>
          </a:p>
          <a:p xmlns:a="http://schemas.openxmlformats.org/drawingml/2006/main">
            <a:r>
              <a:t/>
            </a:r>
          </a:p>
          <a:p xmlns:a="http://schemas.openxmlformats.org/drawingml/2006/main">
            <a:r>
              <a:t>EXPLAIN</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Build on the preceding slide: q3: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q5: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q5: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Build on q4: 5 marks. Explain why this example is needed before running it.</a:t>
            </a:r>
          </a:p>
          <a:p xmlns:a="http://schemas.openxmlformats.org/drawingml/2006/main">
            <a:r>
              <a:t/>
            </a:r>
          </a:p>
          <a:p xmlns:a="http://schemas.openxmlformats.org/drawingml/2006/main">
            <a:r>
              <a:t>EXPLAIN</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Build on the preceding slide: q4: 5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NEXT</a:t>
            </a:r>
          </a:p>
          <a:p xmlns:a="http://schemas.openxmlformats.org/drawingml/2006/main">
            <a:r>
              <a:t>Engineering functions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functions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Build on q5: 5 marks. Explain why this example is needed before running it.</a:t>
            </a:r>
          </a:p>
          <a:p xmlns:a="http://schemas.openxmlformats.org/drawingml/2006/main">
            <a:r>
              <a:t/>
            </a:r>
          </a:p>
          <a:p xmlns:a="http://schemas.openxmlformats.org/drawingml/2006/main">
            <a:r>
              <a:t>EXPLAIN</a:t>
            </a:r>
          </a:p>
          <a:p xmlns:a="http://schemas.openxmlformats.org/drawingml/2006/main">
            <a:r>
              <a:t>Opens: 25 Sep 2026, 11:00 Kampala</a:t>
            </a:r>
          </a:p>
          <a:p xmlns:a="http://schemas.openxmlformats.org/drawingml/2006/main">
            <a:r>
              <a:t/>
            </a:r>
          </a:p>
          <a:p xmlns:a="http://schemas.openxmlformats.org/drawingml/2006/main">
            <a:r>
              <a:t>Deadline: 02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Build on the preceding slide: q5: 5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3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Build on Engineering functions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Build on the preceding slide: Engineering functions submission.</a:t>
            </a:r>
          </a:p>
          <a:p xmlns:a="http://schemas.openxmlformats.org/drawingml/2006/main">
            <a:r>
              <a:t/>
            </a:r>
          </a:p>
          <a:p xmlns:a="http://schemas.openxmlformats.org/drawingml/2006/main">
            <a:r>
              <a:t>LECTURER CUE</a:t>
            </a:r>
          </a:p>
          <a:p xmlns:a="http://schemas.openxmlformats.org/drawingml/2006/main">
            <a:r>
              <a:t>Activate the matching open_W3_CML3111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3 quiz.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3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Your programme formula.</a:t>
            </a:r>
          </a:p>
          <a:p xmlns:a="http://schemas.openxmlformats.org/drawingml/2006/main">
            <a:r>
              <a:t/>
            </a:r>
          </a:p>
          <a:p xmlns:a="http://schemas.openxmlformats.org/drawingml/2006/main">
            <a:r>
              <a:t>LECTURER CUE</a:t>
            </a:r>
          </a:p>
          <a:p xmlns:a="http://schemas.openxmlformats.org/drawingml/2006/main">
            <a:r>
              <a:t>Title/channel and subject confirmed from the original YouTube listing. Exact excerpt content has not been fully watched; keep the local worked example as the fallback.</a:t>
            </a:r>
          </a:p>
          <a:p xmlns:a="http://schemas.openxmlformats.org/drawingml/2006/main">
            <a:r>
              <a:t>After viewing: Calculate 7 / 2 and 7 // 2 in Colab and explain the difference.</a:t>
            </a:r>
          </a:p>
          <a:p xmlns:a="http://schemas.openxmlformats.org/drawingml/2006/main">
            <a:r>
              <a:t>Preview before class and stop after the selected short excerpt. If playback fails, teach the worked example. Video is optional. Source: https://www.youtube.com/watch?v=khKv-8q7YmY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ef7071a5aa42b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b52c575fd148d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835183a45944c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5216315bcf478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b01ef6dd0043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6f036231aa40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B6DB2B6-6DF3-4EEA-BF30-893169E60FC6}"/>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0CA421D-4F85-491A-9E5F-142C508830D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ADFB2A0-7A05-4DA2-B455-4E90970806E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A6E8C2D-C1F4-44D2-974A-DB837919AAC0}"/>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7D018BFF-2803-4931-91DD-BDAEAA6EFA4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ACB236C-FD74-41EF-8DE3-285854D8ABD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CBD2C8-A011-412D-B9F6-340B02E193B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3EE2D52-C8CE-4BF0-B800-0E3836607AD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72C5461-03C8-43F9-BBF6-6B6A5EDE5D6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701CC26-F71F-42B5-9EC3-CD83A419AC5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167E470-5DB9-499E-9E55-4995B667A32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F1F7F9C2-4490-4698-ADB0-D09F2D9D1AB0}"/>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42FF31D-4E01-4268-B1C9-3B1AE7C4F4E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019A261-6E6C-47EF-A19B-B56E743C361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E9F3A68-3B62-4BD1-AB55-FDBF0E22F4E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2edce75a7e4bff" /><Relationship Type="http://schemas.openxmlformats.org/officeDocument/2006/relationships/slideLayout" Target="/ppt/slideLayouts/slideLayout1.xml" Id="R4d1f8d8070c84b1a" /><Relationship Type="http://schemas.openxmlformats.org/officeDocument/2006/relationships/slideLayout" Target="/ppt/slideLayouts/slideLayout2.xml" Id="R60f2e2b739014184" /><Relationship Type="http://schemas.openxmlformats.org/officeDocument/2006/relationships/slideLayout" Target="/ppt/slideLayouts/slideLayout3.xml" Id="Re951645db5414204" /><Relationship Type="http://schemas.openxmlformats.org/officeDocument/2006/relationships/slideLayout" Target="/ppt/slideLayouts/slideLayout4.xml" Id="Rd9a907a734f94633" /><Relationship Type="http://schemas.openxmlformats.org/officeDocument/2006/relationships/slideLayout" Target="/ppt/slideLayouts/slideLayout5.xml" Id="Rafbb38a5023a4ac2" /><Relationship Type="http://schemas.openxmlformats.org/officeDocument/2006/relationships/slideLayout" Target="/ppt/slideLayouts/slideLayout6.xml" Id="R3f9d7cd4eefc4b3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1f8d8070c84b1a"/>
    <p:sldLayoutId xmlns:r="http://schemas.openxmlformats.org/officeDocument/2006/relationships" id="2147483650" r:id="R60f2e2b739014184"/>
    <p:sldLayoutId xmlns:r="http://schemas.openxmlformats.org/officeDocument/2006/relationships" id="2147483651" r:id="Re951645db5414204"/>
    <p:sldLayoutId xmlns:r="http://schemas.openxmlformats.org/officeDocument/2006/relationships" id="2147483652" r:id="Rd9a907a734f94633"/>
    <p:sldLayoutId xmlns:r="http://schemas.openxmlformats.org/officeDocument/2006/relationships" id="2147483653" r:id="Rafbb38a5023a4ac2"/>
    <p:sldLayoutId xmlns:r="http://schemas.openxmlformats.org/officeDocument/2006/relationships" id="2147483654" r:id="R3f9d7cd4eefc4b3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143e9b80dd40e3" /><Relationship Type="http://schemas.openxmlformats.org/officeDocument/2006/relationships/image" Target="/ppt/media/image.png" Id="R6f82b450afea418a" /><Relationship Type="http://schemas.openxmlformats.org/officeDocument/2006/relationships/notesSlide" Target="/ppt/notesSlides/notesSlide1.xml" Id="R5e39363be88a4b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84e49884dfc4572" /><Relationship Type="http://schemas.openxmlformats.org/officeDocument/2006/relationships/notesSlide" Target="/ppt/notesSlides/notesSlide2.xml" Id="Rbda0c356564e40a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946cb9fcbc4fcb" /><Relationship Type="http://schemas.openxmlformats.org/officeDocument/2006/relationships/notesSlide" Target="/ppt/notesSlides/notesSlide3.xml" Id="R61110542a83948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9c99069f6754a9c" /><Relationship Type="http://schemas.openxmlformats.org/officeDocument/2006/relationships/notesSlide" Target="/ppt/notesSlides/notesSlide4.xml" Id="Rb3a11143afaa47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aa1cf72bb84479a" /><Relationship Type="http://schemas.openxmlformats.org/officeDocument/2006/relationships/notesSlide" Target="/ppt/notesSlides/notesSlide5.xml" Id="R0a6c255fa375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4b19ec8d1b4ac8" /><Relationship Type="http://schemas.openxmlformats.org/officeDocument/2006/relationships/notesSlide" Target="/ppt/notesSlides/notesSlide6.xml" Id="R38fe57d4a10e44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8ea64e05e9a411c" /><Relationship Type="http://schemas.openxmlformats.org/officeDocument/2006/relationships/image" Target="/ppt/media/image2.png" Id="R127d715e173e4122" /><Relationship Type="http://schemas.openxmlformats.org/officeDocument/2006/relationships/notesSlide" Target="/ppt/notesSlides/notesSlide7.xml" Id="Rb23ed3390e1c49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13622ac19ab4698" /><Relationship Type="http://schemas.openxmlformats.org/officeDocument/2006/relationships/notesSlide" Target="/ppt/notesSlides/notesSlide8.xml" Id="Rf8cd9a7d3eda4e1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1dd3ade1e224349" /><Relationship Type="http://schemas.openxmlformats.org/officeDocument/2006/relationships/notesSlide" Target="/ppt/notesSlides/notesSlide9.xml" Id="R09a6d4270a424d2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bb7827fdbe14f3c" /><Relationship Type="http://schemas.openxmlformats.org/officeDocument/2006/relationships/notesSlide" Target="/ppt/notesSlides/notesSlide10.xml" Id="R3c60f78508e4490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f88b2bb54fd4d31" /><Relationship Type="http://schemas.openxmlformats.org/officeDocument/2006/relationships/notesSlide" Target="/ppt/notesSlides/notesSlide11.xml" Id="R79c156f621dc49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aeae3d6734818" /><Relationship Type="http://schemas.openxmlformats.org/officeDocument/2006/relationships/notesSlide" Target="/ppt/notesSlides/notesSlide12.xml" Id="R79ac2892c5434e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7038a8a5ea942fd" /><Relationship Type="http://schemas.openxmlformats.org/officeDocument/2006/relationships/notesSlide" Target="/ppt/notesSlides/notesSlide13.xml" Id="R2a1305eb8ef94f7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ee5b116f1e44cff" /><Relationship Type="http://schemas.openxmlformats.org/officeDocument/2006/relationships/notesSlide" Target="/ppt/notesSlides/notesSlide14.xml" Id="R79130fc8ecc441e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b4ecc798a3340a9" /><Relationship Type="http://schemas.openxmlformats.org/officeDocument/2006/relationships/notesSlide" Target="/ppt/notesSlides/notesSlide15.xml" Id="R051b33715d6449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ebe10fb1d134598" /><Relationship Type="http://schemas.openxmlformats.org/officeDocument/2006/relationships/notesSlide" Target="/ppt/notesSlides/notesSlide16.xml" Id="Rf06742cadfe64d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f5737dbd4a841be" /><Relationship Type="http://schemas.openxmlformats.org/officeDocument/2006/relationships/notesSlide" Target="/ppt/notesSlides/notesSlide17.xml" Id="R427ecda8bb894f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81c77ef1ab74e60" /><Relationship Type="http://schemas.openxmlformats.org/officeDocument/2006/relationships/notesSlide" Target="/ppt/notesSlides/notesSlide18.xml" Id="R2afa280004d14e3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027e4698bf44985" /><Relationship Type="http://schemas.openxmlformats.org/officeDocument/2006/relationships/notesSlide" Target="/ppt/notesSlides/notesSlide19.xml" Id="Ra14a2f9b74cf4a4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af7f4e3f1814cdc" /><Relationship Type="http://schemas.openxmlformats.org/officeDocument/2006/relationships/notesSlide" Target="/ppt/notesSlides/notesSlide20.xml" Id="R4d14a78f5ec6427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d51a252f81d4e73" /><Relationship Type="http://schemas.openxmlformats.org/officeDocument/2006/relationships/notesSlide" Target="/ppt/notesSlides/notesSlide21.xml" Id="R5284a01a78b0475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83c98e07e424233" /><Relationship Type="http://schemas.openxmlformats.org/officeDocument/2006/relationships/notesSlide" Target="/ppt/notesSlides/notesSlide22.xml" Id="R034bd5b7aa5d4ea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ac2dc1fe9774c90" /><Relationship Type="http://schemas.openxmlformats.org/officeDocument/2006/relationships/notesSlide" Target="/ppt/notesSlides/notesSlide23.xml" Id="R92f296d437064f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b2e963bf2ae455d" /><Relationship Type="http://schemas.openxmlformats.org/officeDocument/2006/relationships/notesSlide" Target="/ppt/notesSlides/notesSlide24.xml" Id="R58e65be18ed9462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82d3e938f2743ed" /><Relationship Type="http://schemas.openxmlformats.org/officeDocument/2006/relationships/notesSlide" Target="/ppt/notesSlides/notesSlide25.xml" Id="R8bca4ecca5eb4ef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bdc06c3cd9f42d2" /><Relationship Type="http://schemas.openxmlformats.org/officeDocument/2006/relationships/notesSlide" Target="/ppt/notesSlides/notesSlide26.xml" Id="Raf7421fcb5774b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8027ff419fe4efa" /><Relationship Type="http://schemas.openxmlformats.org/officeDocument/2006/relationships/image" Target="/ppt/media/image3.png" Id="R646d1ac7132a4e0f" /><Relationship Type="http://schemas.openxmlformats.org/officeDocument/2006/relationships/notesSlide" Target="/ppt/notesSlides/notesSlide27.xml" Id="R3f6fa1633a964da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9ff81ba71d84d4d" /><Relationship Type="http://schemas.openxmlformats.org/officeDocument/2006/relationships/notesSlide" Target="/ppt/notesSlides/notesSlide28.xml" Id="R0f0a821b24f84eb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8657653635547b7" /><Relationship Type="http://schemas.openxmlformats.org/officeDocument/2006/relationships/notesSlide" Target="/ppt/notesSlides/notesSlide29.xml" Id="R653cd1d25081469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3da85d663514604" /><Relationship Type="http://schemas.openxmlformats.org/officeDocument/2006/relationships/notesSlide" Target="/ppt/notesSlides/notesSlide30.xml" Id="R2a6f2808dae842b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c8d44e894ad4b8f" /><Relationship Type="http://schemas.openxmlformats.org/officeDocument/2006/relationships/notesSlide" Target="/ppt/notesSlides/notesSlide31.xml" Id="R7c5c033436f34af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6ccb1dcd5a14e70" /><Relationship Type="http://schemas.openxmlformats.org/officeDocument/2006/relationships/notesSlide" Target="/ppt/notesSlides/notesSlide32.xml" Id="R42fc4bc79359492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43406a1826444a2" /><Relationship Type="http://schemas.openxmlformats.org/officeDocument/2006/relationships/notesSlide" Target="/ppt/notesSlides/notesSlide33.xml" Id="Rd6889558b1484eb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482341fcb9142e3" /><Relationship Type="http://schemas.openxmlformats.org/officeDocument/2006/relationships/notesSlide" Target="/ppt/notesSlides/notesSlide34.xml" Id="R416703de29ec404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bbfc89abc814a8c" /><Relationship Type="http://schemas.openxmlformats.org/officeDocument/2006/relationships/notesSlide" Target="/ppt/notesSlides/notesSlide35.xml" Id="Rfd6117e27d1b451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2967615ff4a46d9" /><Relationship Type="http://schemas.openxmlformats.org/officeDocument/2006/relationships/notesSlide" Target="/ppt/notesSlides/notesSlide36.xml" Id="Rf3fbc52e6ce34e2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3f8681a67ea4ad3" /><Relationship Type="http://schemas.openxmlformats.org/officeDocument/2006/relationships/notesSlide" Target="/ppt/notesSlides/notesSlide37.xml" Id="Rc827fb10803541d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39c6808c4644f7e" /><Relationship Type="http://schemas.openxmlformats.org/officeDocument/2006/relationships/notesSlide" Target="/ppt/notesSlides/notesSlide38.xml" Id="R1516235eaae645a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2fa044943304973" /><Relationship Type="http://schemas.openxmlformats.org/officeDocument/2006/relationships/notesSlide" Target="/ppt/notesSlides/notesSlide39.xml" Id="R2f27a2f08baf4c6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2249edde1af4ede" /><Relationship Type="http://schemas.openxmlformats.org/officeDocument/2006/relationships/notesSlide" Target="/ppt/notesSlides/notesSlide40.xml" Id="R090c307bdb1848c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ac9ad28644945f0" /><Relationship Type="http://schemas.openxmlformats.org/officeDocument/2006/relationships/notesSlide" Target="/ppt/notesSlides/notesSlide41.xml" Id="R63591563e58e4f7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337dcc723f64d88" /><Relationship Type="http://schemas.openxmlformats.org/officeDocument/2006/relationships/notesSlide" Target="/ppt/notesSlides/notesSlide42.xml" Id="R06ef32b357594f1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93f1143d9a04584" /><Relationship Type="http://schemas.openxmlformats.org/officeDocument/2006/relationships/notesSlide" Target="/ppt/notesSlides/notesSlide43.xml" Id="R18cca522e1a44f1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69142a5b9344ca4" /><Relationship Type="http://schemas.openxmlformats.org/officeDocument/2006/relationships/notesSlide" Target="/ppt/notesSlides/notesSlide44.xml" Id="R50584af2a4fd45b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a99f6d6be744f69" /><Relationship Type="http://schemas.openxmlformats.org/officeDocument/2006/relationships/notesSlide" Target="/ppt/notesSlides/notesSlide45.xml" Id="R44b16b735b0745f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afcb068440147bf" /><Relationship Type="http://schemas.openxmlformats.org/officeDocument/2006/relationships/notesSlide" Target="/ppt/notesSlides/notesSlide46.xml" Id="Re552dd3940af48d1"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9bc868d2d8c4446" /><Relationship Type="http://schemas.openxmlformats.org/officeDocument/2006/relationships/notesSlide" Target="/ppt/notesSlides/notesSlide47.xml" Id="R20a96a5c3ab146a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bc51590b73f844dc" /><Relationship Type="http://schemas.openxmlformats.org/officeDocument/2006/relationships/notesSlide" Target="/ppt/notesSlides/notesSlide48.xml" Id="R198881d1b7b949d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04ce4343abc409a" /><Relationship Type="http://schemas.openxmlformats.org/officeDocument/2006/relationships/notesSlide" Target="/ppt/notesSlides/notesSlide49.xml" Id="R6c55769b63a64a2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ee8554961a141d5" /><Relationship Type="http://schemas.openxmlformats.org/officeDocument/2006/relationships/notesSlide" Target="/ppt/notesSlides/notesSlide50.xml" Id="R1a2c2e70d3c0486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b07e9a874fc4a5c" /><Relationship Type="http://schemas.openxmlformats.org/officeDocument/2006/relationships/notesSlide" Target="/ppt/notesSlides/notesSlide51.xml" Id="Rba4d3e2b8d34423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cbc3d4d71ddb4e39" /><Relationship Type="http://schemas.openxmlformats.org/officeDocument/2006/relationships/notesSlide" Target="/ppt/notesSlides/notesSlide52.xml" Id="R5945e40aa2df4e0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ce1a6e4430d4357" /><Relationship Type="http://schemas.openxmlformats.org/officeDocument/2006/relationships/notesSlide" Target="/ppt/notesSlides/notesSlide53.xml" Id="R20dca24c214440e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9c21931b2da14964" /><Relationship Type="http://schemas.openxmlformats.org/officeDocument/2006/relationships/notesSlide" Target="/ppt/notesSlides/notesSlide54.xml" Id="R9213624d7109496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af183ca1ac440f9" /><Relationship Type="http://schemas.openxmlformats.org/officeDocument/2006/relationships/notesSlide" Target="/ppt/notesSlides/notesSlide55.xml" Id="Ra90128c63c3241a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89c4248311e4a42" /><Relationship Type="http://schemas.openxmlformats.org/officeDocument/2006/relationships/hyperlink" Target="https://docs.google.com/forms/d/e/1FAIpQLSfKemYzDIRelE0iDCo_KsJvzw0jyw--Fy8lyJHvm-XpNoEQkQ/viewform" TargetMode="External" Id="R9d145912ee8747c3" /><Relationship Type="http://schemas.openxmlformats.org/officeDocument/2006/relationships/notesSlide" Target="/ppt/notesSlides/notesSlide56.xml" Id="R3d90666593b5445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cd1f4a895e44e14" /><Relationship Type="http://schemas.openxmlformats.org/officeDocument/2006/relationships/image" Target="/ppt/media/image4.png" Id="R2f12dc24047e4ba6" /><Relationship Type="http://schemas.openxmlformats.org/officeDocument/2006/relationships/hyperlink" Target="https://forms.gle/vyTpTEpJUaAbAFbM9" TargetMode="External" Id="R2706958881334ff9" /><Relationship Type="http://schemas.openxmlformats.org/officeDocument/2006/relationships/notesSlide" Target="/ppt/notesSlides/notesSlide57.xml" Id="Rb2e586829dbe4cd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901758397044048" /><Relationship Type="http://schemas.openxmlformats.org/officeDocument/2006/relationships/notesSlide" Target="/ppt/notesSlides/notesSlide58.xml" Id="R9e995309d8934f9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d4e373533af4520" /><Relationship Type="http://schemas.openxmlformats.org/officeDocument/2006/relationships/hyperlink" Target="https://www.youtube.com/watch?v=khKv-8q7YmY" TargetMode="External" Id="Re45b25026a554835" /><Relationship Type="http://schemas.openxmlformats.org/officeDocument/2006/relationships/notesSlide" Target="/ppt/notesSlides/notesSlide59.xml" Id="R5b04c54510b54c2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f82b450afea418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3469BAF-CE16-4C63-A498-176F1643DA3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8EE5C8B-545C-4531-A592-31EB7C7EA7F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3</a:t>
            </a:r>
          </a:p>
        </p:txBody>
      </p:sp>
      <p:sp>
        <p:nvSpPr>
          <p:cNvPr id="4" name="">
            <a:extLst xmlns:a="http://schemas.openxmlformats.org/drawingml/2006/main">
              <a:ext uri="{FF2B5EF4-FFF2-40B4-BE49-F238E27FC236}">
                <a16:creationId xmlns:a16="http://schemas.microsoft.com/office/drawing/2014/main" id="{05693728-789C-4C39-9079-617CDEE31F7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90A1093F-3220-4E0F-94A1-7914D4DE170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AFC2DFB8-6BA3-4929-BA58-C0921A0D2D9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359851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9197BB-FA44-47AB-9119-FA54456AF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C97EFD-0DD7-47A4-AA90-11DCD38841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142E344-6900-4007-B50E-8273B7F3C3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7F1DB10-7841-4028-B683-3023FB28132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F0FD6E-69A4-4F11-93C0-3F7FCF1DC51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5237AE6-A7B2-4C09-8E48-F23AEF45448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6EAEA670-407D-486C-8771-EBF9EB0B246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79D355F-1B9E-4AAF-A746-67C2AB1F063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182A273A-7C98-463E-A3E1-B0CC9CF0D7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a:t>
            </a:r>
          </a:p>
        </p:txBody>
      </p:sp>
    </p:spTree>
    <p:extLst>
      <p:ext uri="{BB962C8B-B14F-4D97-AF65-F5344CB8AC3E}">
        <p14:creationId xmlns:p14="http://schemas.microsoft.com/office/powerpoint/2010/main" val="279976982"/>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637E5A-6CB6-4ED3-A79F-79999F9283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469557E-42EE-47BC-A32A-EFB124ADD9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627B881C-7C43-4664-8341-713503C230F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15985C3-5C9B-43A3-9EFB-FAA20A344F0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Run print(2 + 3). Which part is the instruction, and which part is the output?</a:t>
            </a:r>
          </a:p>
        </p:txBody>
      </p:sp>
      <p:sp>
        <p:nvSpPr>
          <p:cNvPr id="5" name="">
            <a:extLst xmlns:a="http://schemas.openxmlformats.org/drawingml/2006/main">
              <a:ext uri="{FF2B5EF4-FFF2-40B4-BE49-F238E27FC236}">
                <a16:creationId xmlns:a16="http://schemas.microsoft.com/office/drawing/2014/main" id="{3869D628-210E-4FA3-9AB9-EB61312D19F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6CB23B92-1E40-43AF-94A2-4F3B08AB6F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3</a:t>
            </a:r>
          </a:p>
        </p:txBody>
      </p:sp>
    </p:spTree>
    <p:extLst>
      <p:ext uri="{BB962C8B-B14F-4D97-AF65-F5344CB8AC3E}">
        <p14:creationId xmlns:p14="http://schemas.microsoft.com/office/powerpoint/2010/main" val="58923376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9741B0-A8AE-4EA1-844D-4F7E9E4844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276A7D-A03A-47A0-9D4C-2948DA74DF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ECD4407-5190-4C34-BD3E-35B6EC3E37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73BB960F-B8CF-4D42-8166-6FC5A3D3CC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E93364-EFF3-40C9-A416-35B06C289A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CA18E51B-C87D-43E1-955E-C7D6BEA39B0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90631F-B529-4858-8811-3A02070E90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D3872993-A64A-4A3D-AB46-AAD4BDF73F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059BF3-3F46-44F9-935D-624812C245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F46E653F-F609-4262-AE17-5C2CDD5F7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a:t>
            </a:r>
          </a:p>
        </p:txBody>
      </p:sp>
    </p:spTree>
    <p:extLst>
      <p:ext uri="{BB962C8B-B14F-4D97-AF65-F5344CB8AC3E}">
        <p14:creationId xmlns:p14="http://schemas.microsoft.com/office/powerpoint/2010/main" val="43250926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AE2562-1F79-417E-9C37-DA77118739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44E235-6C0D-498F-B699-E74A35BD8F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111CC6E-AAA4-420D-989E-984CD7C1EB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305514A0-D5B8-4D25-BC40-1B87D1694FE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1670CF-85E2-4766-84C5-E95CC6901B0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BAD4E590-592C-480D-B5D8-F511F6AD093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1EDB5C69-3E8A-4BA3-873B-4257A44F7D1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B3108A1-C1B7-4848-93F1-EA953C5E7A0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17F19EA1-0A4A-40D9-BB86-67B9D82E1BB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CB496515-29D1-4DBF-8215-49A638928B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a:t>
            </a:r>
          </a:p>
        </p:txBody>
      </p:sp>
    </p:spTree>
    <p:extLst>
      <p:ext uri="{BB962C8B-B14F-4D97-AF65-F5344CB8AC3E}">
        <p14:creationId xmlns:p14="http://schemas.microsoft.com/office/powerpoint/2010/main" val="9467904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164EEB-740A-4873-9C58-F7953DED17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0CF86B-6A13-4379-8ECF-F75B837F17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08A82B7-22A6-40BB-91BB-89EA688E53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C6F9E973-FE27-49F9-B02A-15D735B0A5F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7FAEFE-8045-456F-A789-521ACF61971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9446248B-DAE8-4909-83B5-0C2B5032459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F5B07697-8824-4219-8B7E-E9114161B2C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DCA6D6A-E251-40AC-BCB9-3F43FAEE866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7001E12D-1DD2-49DF-8190-342DF82C35C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922D2605-A021-4BD9-A4CF-55B409C33A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a:t>
            </a:r>
          </a:p>
        </p:txBody>
      </p:sp>
    </p:spTree>
    <p:extLst>
      <p:ext uri="{BB962C8B-B14F-4D97-AF65-F5344CB8AC3E}">
        <p14:creationId xmlns:p14="http://schemas.microsoft.com/office/powerpoint/2010/main" val="14360923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038A69-CD1C-4CAB-82D7-2AECC60A7DA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1EA7A3-0BA2-4769-A9D3-8CCFD7E31EF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27d715e173e4122"/>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B57C553-5BD6-4A6F-81F5-1F1A6D99365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BF4A8D-BD89-4633-A5F4-EC6EB09292F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EB81B3E0-F441-40B8-B3A6-1843F75A82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a:t>
            </a:r>
          </a:p>
        </p:txBody>
      </p:sp>
    </p:spTree>
    <p:extLst>
      <p:ext uri="{BB962C8B-B14F-4D97-AF65-F5344CB8AC3E}">
        <p14:creationId xmlns:p14="http://schemas.microsoft.com/office/powerpoint/2010/main" val="21326738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B8A5E0-5044-4C56-A531-E8B0BC9444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779815-CCF0-4A0A-98A3-B57CE1839F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59A48A1-48D4-403F-B1F8-2502F0DE87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ECC5F3B-81A3-46CA-907F-8E97C7DCBBA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8403D6E9-20E9-408A-9204-A880B8EA32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a:t>
            </a:r>
          </a:p>
        </p:txBody>
      </p:sp>
    </p:spTree>
    <p:extLst>
      <p:ext uri="{BB962C8B-B14F-4D97-AF65-F5344CB8AC3E}">
        <p14:creationId xmlns:p14="http://schemas.microsoft.com/office/powerpoint/2010/main" val="7603735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CB9C13E-4122-4067-8C8D-1236D0ACE8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5F42C5-EF92-49D4-998A-A67DE7FC25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E053F4E-28F3-4796-B9A5-394CE51D9B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19E2AD9D-9E4C-4411-802C-334AD7926A2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C03450-7832-4909-BBDA-FE2A791F6D5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805DDF69-7208-4930-8C1A-D1CA463622C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76E7C664-70D5-4492-97E9-A7891ED7C9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9</a:t>
            </a:r>
          </a:p>
        </p:txBody>
      </p:sp>
    </p:spTree>
    <p:extLst>
      <p:ext uri="{BB962C8B-B14F-4D97-AF65-F5344CB8AC3E}">
        <p14:creationId xmlns:p14="http://schemas.microsoft.com/office/powerpoint/2010/main" val="208634735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95FA2C-D520-4B6F-8ECF-263192C2ED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244F69-4781-4C00-B4A4-CB04745339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874E7EB-B965-4FEC-B76D-A836D72AB2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7808D640-3B9C-41B9-8243-9E4CD40182B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0DA5B6-D440-4341-B17C-5BBFF5294F9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D37B7878-ED80-4FAB-824E-1CDE5C3919C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192CF361-14B8-43EA-90BD-EB77DFDFCAE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3A1F152-1D6C-4440-A008-05787F09E55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ABD0908B-2EFD-4760-B397-DC2FE472547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5DD6E770-B233-46CB-9328-2D66B3C6B9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10</a:t>
            </a:r>
          </a:p>
        </p:txBody>
      </p:sp>
    </p:spTree>
    <p:extLst>
      <p:ext uri="{BB962C8B-B14F-4D97-AF65-F5344CB8AC3E}">
        <p14:creationId xmlns:p14="http://schemas.microsoft.com/office/powerpoint/2010/main" val="198834695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E6C3C0-FAA3-4F54-B384-7B73D2CC4D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468F32-1177-4120-BA1F-D7E0E37F6D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E086B91-B243-452C-88B4-19CB840E2D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F36B89B4-803C-4309-A962-B592F09E30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DCDC5B-C3B6-495D-91B2-C15FC4062D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B778561D-FF22-4F59-A3C2-03E9D75C097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11EE65-D193-41B2-BAF5-85BEF43E6F7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B4A11E63-07AF-439A-BC7C-CAA99B3E186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AF3E27-7A5C-47E7-9867-87C3CFF5645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9972C414-851D-4AD4-9BAB-BFC69A39482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1B53B9-C146-4BDE-A7A7-2115653C785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7C3D9DBA-864B-4477-92CA-C01DB20CB9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11</a:t>
            </a:r>
          </a:p>
        </p:txBody>
      </p:sp>
    </p:spTree>
    <p:extLst>
      <p:ext uri="{BB962C8B-B14F-4D97-AF65-F5344CB8AC3E}">
        <p14:creationId xmlns:p14="http://schemas.microsoft.com/office/powerpoint/2010/main" val="127605236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BDD9E15-0725-4F8B-BD68-99245A35EC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C5B3BE-E6DF-485E-86D7-010E3F6204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DAF9B29-E1C4-4E0F-A8A7-847886F696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082121D3-B80F-4C49-9E5C-92D6ED24B1D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68522B-11B0-40B1-AC44-5042C987AAB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D2442DC8-0678-4DF7-8AD2-63A08C2CC16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9F32DA-191D-449C-9B5E-1CDE3E53CAE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8E58A70B-0B0B-494C-8E27-4AE2F953178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EE20A62F-54E4-40C5-BCAF-53F3077516E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BF1B1A0C-99D3-4ED7-A60B-51DF0A40C42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12C31DDB-FDD6-4B07-94DB-0987261F70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12</a:t>
            </a:r>
          </a:p>
        </p:txBody>
      </p:sp>
    </p:spTree>
    <p:extLst>
      <p:ext uri="{BB962C8B-B14F-4D97-AF65-F5344CB8AC3E}">
        <p14:creationId xmlns:p14="http://schemas.microsoft.com/office/powerpoint/2010/main" val="11778060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3C1D10-C312-41FC-9767-1F26A7336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4DEC67-053C-4409-B037-AF310A8E1E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150ACA-9FD4-49E7-B666-3460CBF679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644F045A-E8C9-4DE2-8736-61450DF1DE8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F20C75-63EE-4C89-858F-FEC84606FDD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063C04-9686-4F51-9BBB-3AECFCCC7A8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9D32CECE-8C4D-4AEF-ACD5-1843F505FB8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61D577AC-5670-4535-80DE-13EA9D37A6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13</a:t>
            </a:r>
          </a:p>
        </p:txBody>
      </p:sp>
    </p:spTree>
    <p:extLst>
      <p:ext uri="{BB962C8B-B14F-4D97-AF65-F5344CB8AC3E}">
        <p14:creationId xmlns:p14="http://schemas.microsoft.com/office/powerpoint/2010/main" val="98233725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B32D4F-5CD4-4C2E-A2FC-DA0499D304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3417BC-4805-4695-A4A5-89FC88147E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22A421-E63D-49D6-A14F-499A6A4A4B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EE45CFA9-CC70-42E5-87F2-0D6EA80E9C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06AC35-6579-4F7C-BFB5-3423D0E02A7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403DAE4A-61B7-44D0-8CA7-EE9BEFC9443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DF73A4-0FC6-4683-9B8F-B69AC22C18D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40B3EC76-CFA0-46DA-8FC9-5688B2A4110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D5B503-22C7-4D8B-AD09-787033F3F82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CD4B1163-4567-444E-A818-213B624ED2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14</a:t>
            </a:r>
          </a:p>
        </p:txBody>
      </p:sp>
    </p:spTree>
    <p:extLst>
      <p:ext uri="{BB962C8B-B14F-4D97-AF65-F5344CB8AC3E}">
        <p14:creationId xmlns:p14="http://schemas.microsoft.com/office/powerpoint/2010/main" val="3588460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5CA9E2-6B4D-46FA-A214-976740119D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39EF8B-142D-409D-84A1-AEDB850F4C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D6592BC-BB44-41F9-97B7-24CB7821C5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2361BDA6-5194-495E-9451-760485DC65A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EF30DB-3706-4FF3-B809-5C76A6812CC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Voltage and current</a:t>
            </a:r>
          </a:p>
        </p:txBody>
      </p:sp>
      <p:sp>
        <p:nvSpPr>
          <p:cNvPr id="6" name="">
            <a:extLst xmlns:a="http://schemas.openxmlformats.org/drawingml/2006/main">
              <a:ext uri="{FF2B5EF4-FFF2-40B4-BE49-F238E27FC236}">
                <a16:creationId xmlns:a16="http://schemas.microsoft.com/office/drawing/2014/main" id="{4DA53872-AB40-423F-9AD6-407B1C4E1D1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Voltage describes electrical potential difference in volts (V). Current is the rate of charge flow in amperes (A). This example uses direct current (DC).</a:t>
            </a:r>
          </a:p>
        </p:txBody>
      </p:sp>
      <p:sp>
        <p:nvSpPr>
          <p:cNvPr id="7" name="">
            <a:extLst xmlns:a="http://schemas.openxmlformats.org/drawingml/2006/main">
              <a:ext uri="{FF2B5EF4-FFF2-40B4-BE49-F238E27FC236}">
                <a16:creationId xmlns:a16="http://schemas.microsoft.com/office/drawing/2014/main" id="{922AF124-CB4F-4AB2-8FC9-F181971CBCF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E286251-6AF1-4AFD-8FDF-DCEA49C2C40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Power</a:t>
            </a:r>
          </a:p>
        </p:txBody>
      </p:sp>
      <p:sp>
        <p:nvSpPr>
          <p:cNvPr id="9" name="">
            <a:extLst xmlns:a="http://schemas.openxmlformats.org/drawingml/2006/main">
              <a:ext uri="{FF2B5EF4-FFF2-40B4-BE49-F238E27FC236}">
                <a16:creationId xmlns:a16="http://schemas.microsoft.com/office/drawing/2014/main" id="{3D9CA6A8-D3F5-4C9F-B32D-4146C8E9BFD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Power is energy transferred each second, measured in watts (W). For this DC example, power = voltage × current. Resistive heating later uses current squared × resistance.</a:t>
            </a:r>
          </a:p>
        </p:txBody>
      </p:sp>
      <p:sp>
        <p:nvSpPr>
          <p:cNvPr id="10" name="">
            <a:extLst xmlns:a="http://schemas.openxmlformats.org/drawingml/2006/main">
              <a:ext uri="{FF2B5EF4-FFF2-40B4-BE49-F238E27FC236}">
                <a16:creationId xmlns:a16="http://schemas.microsoft.com/office/drawing/2014/main" id="{844F422B-AB99-4D4E-9DAD-B4B433A595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15</a:t>
            </a:r>
          </a:p>
        </p:txBody>
      </p:sp>
    </p:spTree>
    <p:extLst>
      <p:ext uri="{BB962C8B-B14F-4D97-AF65-F5344CB8AC3E}">
        <p14:creationId xmlns:p14="http://schemas.microsoft.com/office/powerpoint/2010/main" val="10456863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01492A-31AD-480B-8628-F9D2E105AC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2E96EE-CADE-4BAB-A4CE-8EB5F6E09F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E07E939-8AA2-4A78-8E16-3917F1BE4E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6A18519D-020E-4A7E-BB66-6F4EDAAF12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0E268C-8956-484C-A6A9-A18B991B045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DC test circuit has 12 volts and 2 amperes.</a:t>
            </a:r>
          </a:p>
        </p:txBody>
      </p:sp>
      <p:sp>
        <p:nvSpPr>
          <p:cNvPr id="6" name="">
            <a:extLst xmlns:a="http://schemas.openxmlformats.org/drawingml/2006/main">
              <a:ext uri="{FF2B5EF4-FFF2-40B4-BE49-F238E27FC236}">
                <a16:creationId xmlns:a16="http://schemas.microsoft.com/office/drawing/2014/main" id="{16CFE4CC-31A2-468F-A200-8FF75B1202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D19CAE-B240-4EF0-9876-EF9923E095D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 voltage × current = 24 watts.</a:t>
            </a:r>
          </a:p>
        </p:txBody>
      </p:sp>
      <p:sp>
        <p:nvSpPr>
          <p:cNvPr id="8" name="">
            <a:extLst xmlns:a="http://schemas.openxmlformats.org/drawingml/2006/main">
              <a:ext uri="{FF2B5EF4-FFF2-40B4-BE49-F238E27FC236}">
                <a16:creationId xmlns:a16="http://schemas.microsoft.com/office/drawing/2014/main" id="{E82F797D-52E7-451D-812F-2D7B79C294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168384-129E-4B8D-8FC4-7126727E81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assumes DC; AC real power needs additional information.</a:t>
            </a:r>
          </a:p>
        </p:txBody>
      </p:sp>
      <p:sp>
        <p:nvSpPr>
          <p:cNvPr id="10" name="">
            <a:extLst xmlns:a="http://schemas.openxmlformats.org/drawingml/2006/main">
              <a:ext uri="{FF2B5EF4-FFF2-40B4-BE49-F238E27FC236}">
                <a16:creationId xmlns:a16="http://schemas.microsoft.com/office/drawing/2014/main" id="{5CBA89C8-C69B-445B-814A-2DC9AEC5C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16</a:t>
            </a:r>
          </a:p>
        </p:txBody>
      </p:sp>
    </p:spTree>
    <p:extLst>
      <p:ext uri="{BB962C8B-B14F-4D97-AF65-F5344CB8AC3E}">
        <p14:creationId xmlns:p14="http://schemas.microsoft.com/office/powerpoint/2010/main" val="202736235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3AA276-0386-42F3-848B-619CD161DF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91EB96-0767-4CBF-B082-C3437FB455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666661F-4191-468B-9E1E-C6BFFA0476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2A9631B2-D4A0-49EC-96A4-E51B22379A3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E6C619-C34F-42AF-818E-2E819F5ACF7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voltage_v =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current_a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power_w = voltage_v * current_a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print(power_w)</a:t>
            </a:r>
          </a:p>
        </p:txBody>
      </p:sp>
      <p:sp>
        <p:nvSpPr>
          <p:cNvPr id="6" name="">
            <a:extLst xmlns:a="http://schemas.openxmlformats.org/drawingml/2006/main">
              <a:ext uri="{FF2B5EF4-FFF2-40B4-BE49-F238E27FC236}">
                <a16:creationId xmlns:a16="http://schemas.microsoft.com/office/drawing/2014/main" id="{36D50206-1915-4120-8FCD-4CDEB40F2D8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67D50C4-30BF-41CC-A5A9-06B0DB9A13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73A6A88-FDEC-4B49-B2C0-20CB1822B7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9DDF6DB0-08E4-4C2A-9457-37C8DDA00D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34B80FDA-C95D-40CB-81CA-2D72EAE877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17</a:t>
            </a:r>
          </a:p>
        </p:txBody>
      </p:sp>
    </p:spTree>
    <p:extLst>
      <p:ext uri="{BB962C8B-B14F-4D97-AF65-F5344CB8AC3E}">
        <p14:creationId xmlns:p14="http://schemas.microsoft.com/office/powerpoint/2010/main" val="24758694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3E1E86-EB0B-49C1-8F56-9BAEF2D719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0A4C0B-1426-4B78-B249-B1C6B90254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7032879-97DF-4DA6-B59E-AA3379BEFE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D17813F-5C6C-485C-97DB-BB4FF8925CC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1E287AA5-5127-45AF-B78C-03B857D620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18</a:t>
            </a:r>
          </a:p>
        </p:txBody>
      </p:sp>
    </p:spTree>
    <p:extLst>
      <p:ext uri="{BB962C8B-B14F-4D97-AF65-F5344CB8AC3E}">
        <p14:creationId xmlns:p14="http://schemas.microsoft.com/office/powerpoint/2010/main" val="9391340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C2EB00D-09B6-40E4-B9CF-31F92EAF86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30EC27-D1A3-4CD7-BAFC-65966EDCDE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2E14518-4FCC-4E77-AA59-FE78A434AF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Condition</a:t>
            </a:r>
          </a:p>
        </p:txBody>
      </p:sp>
      <p:sp>
        <p:nvSpPr>
          <p:cNvPr id="4" name="">
            <a:extLst xmlns:a="http://schemas.openxmlformats.org/drawingml/2006/main">
              <a:ext uri="{FF2B5EF4-FFF2-40B4-BE49-F238E27FC236}">
                <a16:creationId xmlns:a16="http://schemas.microsoft.com/office/drawing/2014/main" id="{EDFA610A-6F34-45B1-A2FA-46D1ADBBE75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F58F8D-1FE1-4106-A4E2-0D5660DFFBB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Condition</a:t>
            </a:r>
          </a:p>
        </p:txBody>
      </p:sp>
      <p:sp>
        <p:nvSpPr>
          <p:cNvPr id="6" name="">
            <a:extLst xmlns:a="http://schemas.openxmlformats.org/drawingml/2006/main">
              <a:ext uri="{FF2B5EF4-FFF2-40B4-BE49-F238E27FC236}">
                <a16:creationId xmlns:a16="http://schemas.microsoft.com/office/drawing/2014/main" id="{73134B3E-B8EC-4821-8400-BA662EA0D6A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True/False question. == compares equality; = assigns. if selects a branch; else handles the other case. A colon starts an indented block.</a:t>
            </a:r>
          </a:p>
        </p:txBody>
      </p:sp>
      <p:sp>
        <p:nvSpPr>
          <p:cNvPr id="7" name="">
            <a:extLst xmlns:a="http://schemas.openxmlformats.org/drawingml/2006/main">
              <a:ext uri="{FF2B5EF4-FFF2-40B4-BE49-F238E27FC236}">
                <a16:creationId xmlns:a16="http://schemas.microsoft.com/office/drawing/2014/main" id="{9727F4A8-AF5B-41BB-93BA-413DAE43DE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19</a:t>
            </a:r>
          </a:p>
        </p:txBody>
      </p:sp>
    </p:spTree>
    <p:extLst>
      <p:ext uri="{BB962C8B-B14F-4D97-AF65-F5344CB8AC3E}">
        <p14:creationId xmlns:p14="http://schemas.microsoft.com/office/powerpoint/2010/main" val="3384878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54F81D-1C1F-44E0-9083-6FAF4184B5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B62849-2791-49F3-96F8-22A07F73E1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A47CA4B-3A4A-4CDC-8837-C230186324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Comparison and logic</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result</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Are values equal?</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values different?</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is True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At least the limit?</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and</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both conditions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and False is False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or</a:t>
                      </a:r>
                    </a:p>
                  </a:txBody>
                  <a:tcPr marL="91440" marR="91440" marT="45720" marB="45720">
                    <a:solidFill>
                      <a:srgbClr val="EEF3F6"/>
                    </a:solidFill>
                  </a:tcPr>
                </a:tc>
                <a:tc>
                  <a:txBody>
                    <a:bodyPr/>
                    <a:lstStyle/>
                    <a:p>
                      <a:r>
                        <a:rPr sz="2025" b="0">
                          <a:solidFill>
                            <a:srgbClr val="1C3144"/>
                          </a:solidFill>
                          <a:latin typeface="Calibri"/>
                          <a:ea typeface="Calibri"/>
                          <a:cs typeface="Calibri"/>
                        </a:rPr>
                        <a:t>Is either condition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 or False is True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C3F19DF-F9EA-4E0A-BA03-04EFA8212ED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&gt; means greater than; &lt; means less than; &lt;= means at most. = assigns, while == compares. True and False are Boolean values.</a:t>
            </a:r>
          </a:p>
        </p:txBody>
      </p:sp>
      <p:sp>
        <p:nvSpPr>
          <p:cNvPr id="6" name="">
            <a:extLst xmlns:a="http://schemas.openxmlformats.org/drawingml/2006/main">
              <a:ext uri="{FF2B5EF4-FFF2-40B4-BE49-F238E27FC236}">
                <a16:creationId xmlns:a16="http://schemas.microsoft.com/office/drawing/2014/main" id="{5329A576-F4EF-4054-B6E4-2D4F011C90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20</a:t>
            </a:r>
          </a:p>
        </p:txBody>
      </p:sp>
    </p:spTree>
    <p:extLst>
      <p:ext uri="{BB962C8B-B14F-4D97-AF65-F5344CB8AC3E}">
        <p14:creationId xmlns:p14="http://schemas.microsoft.com/office/powerpoint/2010/main" val="3415455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8AA62B2-4A25-405B-A471-3E9577322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0AD699-3C81-49CE-B6DE-182537E265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95D7B6-0A37-44C5-94C9-A877DA5C28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CF5CA43E-D38A-48D9-B036-FB418A3FDBC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88D257-59C8-4CC2-835D-24212BC3F8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CB70245E-7F03-46DD-8772-B34D475B23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432DB4E-F915-412B-B576-A8851B6DBB5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28DA8FEE-6E9A-4340-88A3-0ACE6F283AE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832CF0CE-25FB-4975-A9C6-641F7140DB2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8BF5745-A128-4380-9537-F1C68DAD6F7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499CC346-91D7-4C5B-8456-B2FB8C9465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21</a:t>
            </a:r>
          </a:p>
        </p:txBody>
      </p:sp>
    </p:spTree>
    <p:extLst>
      <p:ext uri="{BB962C8B-B14F-4D97-AF65-F5344CB8AC3E}">
        <p14:creationId xmlns:p14="http://schemas.microsoft.com/office/powerpoint/2010/main" val="174078151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C22F2D-D39B-4D37-BD2D-3EFCEA3FDB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1E5DE3-5755-4F51-BB24-ADEC56A5D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130C8F-5DBC-42F6-A796-74F3DD0138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2DE410E7-5938-42AA-AE5D-F13F25E4443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4CCBA-2C45-4401-AFD3-A45F47177FE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06B927-D564-4ECD-ACAA-91B25B1CED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933222CB-8147-488A-9F3F-33F3AF03E63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7ED284A8-1EF9-4FB7-BA2E-B63867FFBE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22</a:t>
            </a:r>
          </a:p>
        </p:txBody>
      </p:sp>
    </p:spTree>
    <p:extLst>
      <p:ext uri="{BB962C8B-B14F-4D97-AF65-F5344CB8AC3E}">
        <p14:creationId xmlns:p14="http://schemas.microsoft.com/office/powerpoint/2010/main" val="13778732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7D0993C-1E1C-430A-BB8B-C83D1E42C4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B4E032-732E-4D0B-B053-4197DFA0C5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5094536-DBB4-44B0-AC63-EEA9CA6D87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38193CB6-F08C-43A6-9872-11AAD9B0C36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E7916C-E04A-4CD6-82F0-ADFBFD0635D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64A05E18-DF98-496C-9538-732809E0682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DB012E9-6D22-4D24-9D0E-A4BE77969E1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59105EB3-594B-4F5D-B372-419702BEB48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108A84FE-29B9-40DB-85CD-80C4852A5C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23</a:t>
            </a:r>
          </a:p>
        </p:txBody>
      </p:sp>
    </p:spTree>
    <p:extLst>
      <p:ext uri="{BB962C8B-B14F-4D97-AF65-F5344CB8AC3E}">
        <p14:creationId xmlns:p14="http://schemas.microsoft.com/office/powerpoint/2010/main" val="37365792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98DD32-612B-4055-BD65-E9DE8EBE51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10C8C-F6F5-440D-9450-D8CAC56D57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FDF2A12-4B55-49D9-A36E-B8C937F440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9852D8E1-8A94-4177-8AAA-D70E43876F8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4E85F4-FDA5-4914-843B-A1D9384FDE4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CE93D139-08C0-435F-8266-BD9BB6D7364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CF8D082B-6552-4ADE-A62B-31BD88DD08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24</a:t>
            </a:r>
          </a:p>
        </p:txBody>
      </p:sp>
    </p:spTree>
    <p:extLst>
      <p:ext uri="{BB962C8B-B14F-4D97-AF65-F5344CB8AC3E}">
        <p14:creationId xmlns:p14="http://schemas.microsoft.com/office/powerpoint/2010/main" val="56350330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94CA62-D38A-4D79-A694-C1FCEF784A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9389A8-1645-43CE-8447-902E6C13CD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117E94A-6D4F-4658-AAFC-F6984DF5F4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AA0456D4-78CC-4E6A-9BD2-D6735A3C7C6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1456B7-776B-4433-A28D-77BC5B7F175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0E066D68-7660-498A-905E-5E97403E523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2E464115-F4CE-4430-9191-155A8D00DB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25</a:t>
            </a:r>
          </a:p>
        </p:txBody>
      </p:sp>
    </p:spTree>
    <p:extLst>
      <p:ext uri="{BB962C8B-B14F-4D97-AF65-F5344CB8AC3E}">
        <p14:creationId xmlns:p14="http://schemas.microsoft.com/office/powerpoint/2010/main" val="11043192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013882-27E2-4360-A274-3415AF9597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320D76-0163-4A04-95AA-69AAD7D8CE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C65E1E-6BC5-4B4F-99DD-1047C584DC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FD59E499-49F9-4E8B-8BE0-97BBEEF990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466156-A046-41AE-9CC9-153DAAE879C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896367BB-71CE-4474-B4C6-EC3AB3B1EA5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5D4838-6DD1-45AA-A295-733506ABD18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56F19639-33D9-4534-A90D-37F2BED8B64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9FA5FC-4E11-47FD-9BB4-0DEA43129B3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4FF6FBF3-A724-44AD-98C5-4358808DB37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68E38B-C5B2-45DC-AA29-6791061254F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9B0491D7-7E39-4B7F-AF37-981A063ACE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26</a:t>
            </a:r>
          </a:p>
        </p:txBody>
      </p:sp>
    </p:spTree>
    <p:extLst>
      <p:ext uri="{BB962C8B-B14F-4D97-AF65-F5344CB8AC3E}">
        <p14:creationId xmlns:p14="http://schemas.microsoft.com/office/powerpoint/2010/main" val="118641953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C365E1-FEB0-456F-AC6D-9D9DC87C71B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9B6B90-4A67-43D1-9208-3C6D1C0260E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46d1ac7132a4e0f"/>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AC0BE9E-CCDC-4955-8E88-F38010C3ECF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1D26F4-7D91-4586-A1A3-11EAF76D1CE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1E3C0014-BB69-4FB4-A13D-97DD5EF5A1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27</a:t>
            </a:r>
          </a:p>
        </p:txBody>
      </p:sp>
    </p:spTree>
    <p:extLst>
      <p:ext uri="{BB962C8B-B14F-4D97-AF65-F5344CB8AC3E}">
        <p14:creationId xmlns:p14="http://schemas.microsoft.com/office/powerpoint/2010/main" val="19043970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CF6997-3357-4B21-A183-179E830758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3C4780-2A8F-4E47-8159-9D113D64A9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1988FB-C33E-4F15-9034-762E81212C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9E5493FE-B830-4BAD-9660-493AF173A8B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E9800E-B9B1-4267-9EC6-CD65D6756FA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FBE6F62E-81D0-43A1-B384-048FDF48C31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4BE618-C1CF-4527-BF78-D43B4F6AF38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BFBB574-CB00-4C4B-9194-75F28D3C22A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10055972-D8D1-4AEE-91DF-046F649749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A607F1BB-8872-4D90-8482-396CFBB285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28</a:t>
            </a:r>
          </a:p>
        </p:txBody>
      </p:sp>
    </p:spTree>
    <p:extLst>
      <p:ext uri="{BB962C8B-B14F-4D97-AF65-F5344CB8AC3E}">
        <p14:creationId xmlns:p14="http://schemas.microsoft.com/office/powerpoint/2010/main" val="76145120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82D77F4-1CBF-4F27-AEF4-DBCD38191D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71CC97-4E89-4ACC-B3B4-639D1D02BB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EE8D8E-53CF-497E-86A1-F5252A922B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2D889F94-49D7-4806-81A9-BE0B18D4B23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7C6D4D-4027-4CAC-8F70-DDFD52E65C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EB3080ED-9BEE-4AF7-A6C0-E690EB152C1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CE35963-7A33-4689-9784-F411E82E39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5D3B9D5-EEC5-477B-9EA7-88EA2AACD70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01BDA0A-1898-4F22-8C4A-C6E7616318A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71D9EA23-EA67-4C07-9502-E4B778564E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69711316-5817-42AC-B2A0-DF78184225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29</a:t>
            </a:r>
          </a:p>
        </p:txBody>
      </p:sp>
    </p:spTree>
    <p:extLst>
      <p:ext uri="{BB962C8B-B14F-4D97-AF65-F5344CB8AC3E}">
        <p14:creationId xmlns:p14="http://schemas.microsoft.com/office/powerpoint/2010/main" val="62238208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9B1C1F-E794-4CBD-9D82-F6C5A407D4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631E16-0B6C-4A63-8EB7-E8BD601E91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18BD20-3FD1-45E7-963A-C423B7C680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C95099B8-1CD0-4374-93E5-07CC69BCAD6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C55DF0-6CD6-4A78-B241-E5370041AD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DC93D1-A37C-490E-957E-7181380FD4A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C8A48EE9-6FCE-42D5-8AEC-D6F7DA3290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BDCF4767-2864-4F23-A01C-D3B38BB350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30</a:t>
            </a:r>
          </a:p>
        </p:txBody>
      </p:sp>
    </p:spTree>
    <p:extLst>
      <p:ext uri="{BB962C8B-B14F-4D97-AF65-F5344CB8AC3E}">
        <p14:creationId xmlns:p14="http://schemas.microsoft.com/office/powerpoint/2010/main" val="12462211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5E17723-A205-4B3B-A139-D14C592F2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2FFDC3-3343-44FD-BD35-4D95868D51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6CCD25-2C8E-4210-8D22-6DD7E3AF92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FB0A4C0C-899B-4B2E-8C41-A7731029DC0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EF5108-FFDC-403C-A0D6-9125B8FEDB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F704EBD3-8BCB-4232-94EF-30300A9A2D4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78DB123-B10E-40BC-8F7C-262B05A980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57558C03-5543-401B-B39E-0B086C87FA7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2FB78C29-C660-4516-A9DF-CC18C7BD709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D773FB6B-7545-4556-A6AF-9AF87DDB1F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2BBFEB34-5650-42DD-A25B-C29AD10394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31</a:t>
            </a:r>
          </a:p>
        </p:txBody>
      </p:sp>
    </p:spTree>
    <p:extLst>
      <p:ext uri="{BB962C8B-B14F-4D97-AF65-F5344CB8AC3E}">
        <p14:creationId xmlns:p14="http://schemas.microsoft.com/office/powerpoint/2010/main" val="3103993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B76001-1BCF-461A-A802-D9B73C395C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C64BA2-C224-48F2-B679-FB6B3DBABF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88E049-0350-45DB-9501-97A6489D9C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4EBCB64B-7EC5-46F8-85F0-BD1BF27974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27AF04-6CF0-4CCD-82B5-2DF8B4B64EB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AE940A03-2723-4A68-905F-10D547A0A5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0CBF58-0F13-4C24-97B1-5D6B9F708C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1360EAE2-E4D3-4523-8589-679687CD013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1873A1-D070-42CF-84E3-22617452A82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C9AA1CF7-30CE-4231-9F12-F1EBA292A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32</a:t>
            </a:r>
          </a:p>
        </p:txBody>
      </p:sp>
    </p:spTree>
    <p:extLst>
      <p:ext uri="{BB962C8B-B14F-4D97-AF65-F5344CB8AC3E}">
        <p14:creationId xmlns:p14="http://schemas.microsoft.com/office/powerpoint/2010/main" val="58084183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63DBCA-618B-435C-B8FA-5A845126B0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2EA7BC-1B5A-44C4-97FF-14E5BAAB6B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515C88D-4798-4A60-9FBE-3D22BD6E55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9DA3C1CC-A88A-4297-ADAC-AFA17313403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8D6285-47A1-48BE-9596-B17B2B3365E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EEEE4B4B-8D70-4282-92D3-1940F91392F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56EB8CE-8258-4F8D-91BB-6F60E2C4AE2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3A292A02-B1F7-4275-B8D8-C102B497EC1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B487FD5E-8205-4080-B9C4-34B0205DF65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89025410-C0C5-4D1C-8887-D4A589FFC04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D7E107C-390C-4881-9C03-2F86E29B71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33</a:t>
            </a:r>
          </a:p>
        </p:txBody>
      </p:sp>
    </p:spTree>
    <p:extLst>
      <p:ext uri="{BB962C8B-B14F-4D97-AF65-F5344CB8AC3E}">
        <p14:creationId xmlns:p14="http://schemas.microsoft.com/office/powerpoint/2010/main" val="182408056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2A4645-A180-42A5-A787-08BEBEDD47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9C9ED3-63F8-4E7F-BFAD-08DE7BF13E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990141-5184-4ADF-B876-5F644B5730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42F0D527-81D0-4A44-9D21-7D166CEAA9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5BAD38-986C-4C89-9C36-F7901D9168F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F8381A-099B-44DB-A739-46EF9EF5460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B4EACE88-18D7-429C-A76C-306632B7C3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09A9E4D7-C2B5-402E-8BC9-C589AB32EE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34</a:t>
            </a:r>
          </a:p>
        </p:txBody>
      </p:sp>
    </p:spTree>
    <p:extLst>
      <p:ext uri="{BB962C8B-B14F-4D97-AF65-F5344CB8AC3E}">
        <p14:creationId xmlns:p14="http://schemas.microsoft.com/office/powerpoint/2010/main" val="125495245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7FC798-E401-480B-9BC4-239103987E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521986-FA70-46F0-8488-FBCFE840D1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6FC0B96-A028-44C6-B13A-78E7BE96A4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B1D8A34-F64D-4681-9BE7-ACA4617947B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E6B871AE-F4C1-4961-B27C-281B04858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35</a:t>
            </a:r>
          </a:p>
        </p:txBody>
      </p:sp>
    </p:spTree>
    <p:extLst>
      <p:ext uri="{BB962C8B-B14F-4D97-AF65-F5344CB8AC3E}">
        <p14:creationId xmlns:p14="http://schemas.microsoft.com/office/powerpoint/2010/main" val="96807123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4DB74E-8911-445C-B4ED-E3D6574733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424566-B409-4310-80F9-8B03E57021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2AD862-7387-415D-8EA3-3836ECFD23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9B699BE1-0D0F-4143-8E99-A010509198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BA5FAD-B5B6-4A15-BAC5-B0DA2E2DE3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EC015ED9-D1B0-4827-A3AB-5EE582CF1DC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98FD16-62EA-4475-94CD-380478CF930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9820AD2A-06BE-4585-834D-A090D84E352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4FDABF-A7E9-4353-9633-5F6DDA3D5DF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DC543C2D-1D75-461D-BCF5-0546A6041B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36</a:t>
            </a:r>
          </a:p>
        </p:txBody>
      </p:sp>
    </p:spTree>
    <p:extLst>
      <p:ext uri="{BB962C8B-B14F-4D97-AF65-F5344CB8AC3E}">
        <p14:creationId xmlns:p14="http://schemas.microsoft.com/office/powerpoint/2010/main" val="173734301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B71256-5778-49E3-B9E2-82B2D2E65F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79A8D1-C072-4085-AC2E-9B6EA81EA0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495140-9A25-4E59-AC33-21F187C3B6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76E78DF0-6326-457D-A83F-A4C463731A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7FCBC2-B87B-4520-A250-EF9EA35A75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31DA56C5-7FA9-4C40-B12B-BBD46160EC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DD5F89A-165F-46FD-84DE-49A1B7FC898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E052BE48-986C-4EFD-ABED-E07D504C332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0B95073B-982C-4D9B-9F6C-0EF74440E16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47A5D33C-0364-4519-919D-9C41E653F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37</a:t>
            </a:r>
          </a:p>
        </p:txBody>
      </p:sp>
    </p:spTree>
    <p:extLst>
      <p:ext uri="{BB962C8B-B14F-4D97-AF65-F5344CB8AC3E}">
        <p14:creationId xmlns:p14="http://schemas.microsoft.com/office/powerpoint/2010/main" val="117928836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642BC6-0C3A-4C44-88F2-B0F911B1DA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FD8D5C-28E1-45B0-96F9-3F7703A153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C1D114-C8A9-43F2-BEB0-9143A5DA97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68D17494-BB46-41A7-9686-2DBEC98EA4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210927-CE84-4466-9F6D-0AEC008B4CC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69FC999A-DB00-4EF3-BDAE-AB22474BB84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2727EE-BDF4-48DD-BD76-EC8FEC5939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56BCFE37-7D50-4035-BDBA-63C07ED940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592CAE-269D-493C-9147-025FECCA5D5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8EB7BE50-21E0-45FF-B984-0EE4692DF8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38</a:t>
            </a:r>
          </a:p>
        </p:txBody>
      </p:sp>
    </p:spTree>
    <p:extLst>
      <p:ext uri="{BB962C8B-B14F-4D97-AF65-F5344CB8AC3E}">
        <p14:creationId xmlns:p14="http://schemas.microsoft.com/office/powerpoint/2010/main" val="118594836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D688B1-6CCB-4826-B87F-20FBAF8D8C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21CEC1-3459-4E85-B9C4-D1E25D82B0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70839FB-DCFF-48E1-A55F-0F197F8226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8B8A70AF-D207-4511-9B00-EBFCFCBF97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0F2306-EE65-4DEB-A502-850A7D41A9A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3C515968-89D2-4450-A954-6D1D8841098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0B151E-B240-4C32-AFB0-9DA5C2E8E3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F441CA7A-39FB-4125-85F2-BCF4FC19628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7BC763-6B68-4FF0-BD70-C564D2F6C7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84FFF5BD-9DAA-46D8-8F23-D25C30A30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39</a:t>
            </a:r>
          </a:p>
        </p:txBody>
      </p:sp>
    </p:spTree>
    <p:extLst>
      <p:ext uri="{BB962C8B-B14F-4D97-AF65-F5344CB8AC3E}">
        <p14:creationId xmlns:p14="http://schemas.microsoft.com/office/powerpoint/2010/main" val="95326321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72D19B-B34C-42BA-AF9A-3B9BF33D96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DD635A-8A26-4CA0-B7F5-248143DE0F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56F3CC-FDC6-42AE-A038-E2B21DD2C7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C6D44E48-7985-48C6-B9D1-C33B3FECA4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FC5867-7071-4C15-BD36-35F2DCC4B9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FE32CA1A-8994-4C76-9728-610967F2A8B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F9C66D-4B7E-4191-85F8-69D9152377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50E9254C-A6DD-4D06-A684-38C8FC19CA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45603D-811B-465A-8C93-D8C440900E2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48CB03A3-90D2-4735-9F17-3B61AF1B55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40</a:t>
            </a:r>
          </a:p>
        </p:txBody>
      </p:sp>
    </p:spTree>
    <p:extLst>
      <p:ext uri="{BB962C8B-B14F-4D97-AF65-F5344CB8AC3E}">
        <p14:creationId xmlns:p14="http://schemas.microsoft.com/office/powerpoint/2010/main" val="28517014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B7B730-E957-48E6-93AA-6C625C39E7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9243BC-10FF-4AF8-A345-93E922D613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5BD39C-9059-463F-B678-36BAA7750D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31E12154-8893-44C7-BC95-133C18A854B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727330-34C7-4290-9784-3EA5F66B6CA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5CD29D69-B296-4981-84C8-09452602A56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28802E20-5C90-4D83-AFAE-8F04311B07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C255F5CB-580C-4ABA-A057-25DB309F22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41</a:t>
            </a:r>
          </a:p>
        </p:txBody>
      </p:sp>
    </p:spTree>
    <p:extLst>
      <p:ext uri="{BB962C8B-B14F-4D97-AF65-F5344CB8AC3E}">
        <p14:creationId xmlns:p14="http://schemas.microsoft.com/office/powerpoint/2010/main" val="189721208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2E065F-994B-4279-87A2-41F6B95B39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0F589F-47CB-4CE2-9229-178302A0CA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1FE9AF-64A6-4E05-9121-60B60DBACC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67509778-D2E0-4C1E-928E-3646F349A59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A63D0-87F9-4358-9076-76F74A3F8EB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4EEC2B8-EF92-4BA9-8742-8CFF021C61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C8513F79-E53C-4835-9545-9B4F937B6E6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6D5571E3-8958-422A-A433-67213A1127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42</a:t>
            </a:r>
          </a:p>
        </p:txBody>
      </p:sp>
    </p:spTree>
    <p:extLst>
      <p:ext uri="{BB962C8B-B14F-4D97-AF65-F5344CB8AC3E}">
        <p14:creationId xmlns:p14="http://schemas.microsoft.com/office/powerpoint/2010/main" val="115335277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3343AA-C8D6-4415-9A45-F7724AA788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6831B6-E1DD-4E77-9DB0-BB56FB9033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88F538-7B1F-48FD-85E1-FCC1764059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EBF4B418-1FD5-4583-8CC6-D2CA57A34C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55224D-099F-4BB2-B356-79CB579CD9B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C18CE748-6178-4874-8686-9AAF88E7F3B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07E73ECB-FA74-4CD7-8C03-75D2A1FDE1B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D59D1EE8-3421-4453-886D-CF9F65106C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43</a:t>
            </a:r>
          </a:p>
        </p:txBody>
      </p:sp>
    </p:spTree>
    <p:extLst>
      <p:ext uri="{BB962C8B-B14F-4D97-AF65-F5344CB8AC3E}">
        <p14:creationId xmlns:p14="http://schemas.microsoft.com/office/powerpoint/2010/main" val="23752843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668C9D-738A-49E1-9342-41CCB43CE2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256649-FF98-4A94-807F-7583FA35AF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882CAF-2E0F-47B2-A560-BE9A16C2B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204A17C-BFA8-430B-9CF6-187617A9735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3107B1-D853-4264-B986-B5A5ACACBCD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EA8129-3DF3-4813-AAE3-BA3A9AF5C61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CFDD343F-A7E3-4F64-90C8-F3B517ABE10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FB6CB3F2-EFBB-4328-9833-C341346ED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44</a:t>
            </a:r>
          </a:p>
        </p:txBody>
      </p:sp>
    </p:spTree>
    <p:extLst>
      <p:ext uri="{BB962C8B-B14F-4D97-AF65-F5344CB8AC3E}">
        <p14:creationId xmlns:p14="http://schemas.microsoft.com/office/powerpoint/2010/main" val="121331789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A5B019-EED4-44BC-8AE5-A4DBA7984A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55F2C4-9A9E-453E-A64C-886003542A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A78403-82A1-41E1-A232-8542FEDE5F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20E5F9A9-1873-4A1A-9B74-A452F5A65F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F16360-14AB-4151-939F-05FD25260F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92F67352-4E5B-4BD7-8DC3-230A59C1736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9C9680-C733-419C-B28D-90A4E77C81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427434CC-D9F4-4F70-8B43-8D05845A437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0F5F2D-E392-4ADF-B4DB-3FC0309EC3B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96D8B416-A66F-48B9-A371-A1D8DEE444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45</a:t>
            </a:r>
          </a:p>
        </p:txBody>
      </p:sp>
    </p:spTree>
    <p:extLst>
      <p:ext uri="{BB962C8B-B14F-4D97-AF65-F5344CB8AC3E}">
        <p14:creationId xmlns:p14="http://schemas.microsoft.com/office/powerpoint/2010/main" val="130985934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39FE21-9A17-433F-873B-B16F902EBC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D4CC42-2ECA-4049-BF82-93E4F44391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93EEDC-35D7-4FFF-8780-04F615EFBA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6A560205-6EE1-4116-89DE-05279AD972D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F61DB9-217B-4F5E-876F-41727D06426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Resistive power loss (W) = current (A) squared × resistance (ohms).</a:t>
            </a:r>
          </a:p>
        </p:txBody>
      </p:sp>
      <p:sp>
        <p:nvSpPr>
          <p:cNvPr id="6" name="">
            <a:extLst xmlns:a="http://schemas.openxmlformats.org/drawingml/2006/main">
              <a:ext uri="{FF2B5EF4-FFF2-40B4-BE49-F238E27FC236}">
                <a16:creationId xmlns:a16="http://schemas.microsoft.com/office/drawing/2014/main" id="{F1DC5AFA-B2CB-42B5-9417-9326EF3398E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current ** 2 means current multiplied by itself.</a:t>
            </a:r>
          </a:p>
        </p:txBody>
      </p:sp>
      <p:sp>
        <p:nvSpPr>
          <p:cNvPr id="7" name="">
            <a:extLst xmlns:a="http://schemas.openxmlformats.org/drawingml/2006/main">
              <a:ext uri="{FF2B5EF4-FFF2-40B4-BE49-F238E27FC236}">
                <a16:creationId xmlns:a16="http://schemas.microsoft.com/office/drawing/2014/main" id="{F84713CE-D41C-4D51-A6B8-990CABC59E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46</a:t>
            </a:r>
          </a:p>
        </p:txBody>
      </p:sp>
    </p:spTree>
    <p:extLst>
      <p:ext uri="{BB962C8B-B14F-4D97-AF65-F5344CB8AC3E}">
        <p14:creationId xmlns:p14="http://schemas.microsoft.com/office/powerpoint/2010/main" val="1078478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29E216-1797-482F-BC83-120EA132BC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AB7296-2713-482C-9E4F-CB933FD63E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55FE705-59A1-47B6-8E07-68FE2A7132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3D8B123-AFD1-4F73-83E3-A30D2223D2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A4505A-14C4-4D6C-B450-5FE9822DC73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B37725F2-5266-4AF4-A974-F527E637BA2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3CEB3F-3BC4-45B5-9A70-EE5B2AB5F1E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EB790B62-6373-4892-A4A6-6A575C53E4F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5AB9A0-39DB-4DD2-B950-95F17851FF9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19C2CC0D-5FFC-4302-82C6-A41291FFAD2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E9C2EF-C99C-4650-9832-4BE7D12F64C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D070950-A359-417C-BF4D-FEAAC7476D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47</a:t>
            </a:r>
          </a:p>
        </p:txBody>
      </p:sp>
    </p:spTree>
    <p:extLst>
      <p:ext uri="{BB962C8B-B14F-4D97-AF65-F5344CB8AC3E}">
        <p14:creationId xmlns:p14="http://schemas.microsoft.com/office/powerpoint/2010/main" val="51849616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FE4A13-D066-4CFC-9685-6C1795B03D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E4C324-70A9-4470-951B-CE69689877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7716C6E-BBBC-42AA-A377-77A16C5258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75F84E20-B68F-4D1C-959B-94642E1359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D4D38D-EA2B-4732-9C73-19DE06D9B63F}"/>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0168CD8D-B61A-4FEB-8DEF-113C838938A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B8C074-361E-4F8B-9B7C-09409D215C0E}"/>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37E1E0AD-D317-4581-9CC0-DCED40EB57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48</a:t>
            </a:r>
          </a:p>
        </p:txBody>
      </p:sp>
    </p:spTree>
    <p:extLst>
      <p:ext uri="{BB962C8B-B14F-4D97-AF65-F5344CB8AC3E}">
        <p14:creationId xmlns:p14="http://schemas.microsoft.com/office/powerpoint/2010/main" val="76049853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49F261-27CF-4D67-B3EA-246C0307DE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87ACE2-8BA5-4410-91C7-1DA3D516E6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F9E966-127D-417A-AD47-4B48DAF633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BB8CEB46-67FE-4F12-8E1D-E2A4BD59D0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565DC0-4073-43FC-B43B-A1752B60828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BA4EECAD-EEDA-4B3A-8560-B81E27C90C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3C2059-5829-42A3-BB0F-532326F65A9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0D16C688-4AA6-407D-967C-EB124D5098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9450FF-3A3E-44AE-972F-256346C6FE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0DCCE647-9A60-4F71-B701-33D0116B78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49</a:t>
            </a:r>
          </a:p>
        </p:txBody>
      </p:sp>
    </p:spTree>
    <p:extLst>
      <p:ext uri="{BB962C8B-B14F-4D97-AF65-F5344CB8AC3E}">
        <p14:creationId xmlns:p14="http://schemas.microsoft.com/office/powerpoint/2010/main" val="76939986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524464-C5E0-46A1-8767-636BBC0D5E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1C6486-C77E-47CD-A4DE-A29EAC94C9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FF42BA7-5BE6-47F8-8862-A2010B4782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A0E42090-544A-466B-8AFE-AC1BFB12F5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48AED9-8080-431B-A266-1E59266C25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1C7347E3-B40B-4C41-AA20-7784E340200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0F32A7-E784-48C1-ACD4-A8D30C9CD0E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E49EAA64-B26D-4994-92A2-63E9F68BD37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921942-3B9E-40C0-BE21-768B2988038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5A856AE2-4680-44FF-8091-9B06695EF2A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AAEEFC-CF5A-475F-9AE1-5D71C173F34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5214DD08-836D-49FF-B561-0DFD2E304B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50</a:t>
            </a:r>
          </a:p>
        </p:txBody>
      </p:sp>
    </p:spTree>
    <p:extLst>
      <p:ext uri="{BB962C8B-B14F-4D97-AF65-F5344CB8AC3E}">
        <p14:creationId xmlns:p14="http://schemas.microsoft.com/office/powerpoint/2010/main" val="51649977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605F96-0777-4B81-A657-A00DA41904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6FD6DF-CC2B-47A9-BFCE-4A31C78919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CF6B104-29E9-4E4C-9FC8-431307737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A346BACB-35E3-44DA-A55C-3240A9BA6CE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D4D4DA-1FD7-4CC3-AD2C-131DD5F8102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73398279-9C55-4F60-B4CA-317284B0027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B1E3E2-CED3-438E-85D9-16DFB08CD42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266B712-8846-470C-AB23-13B21E9D3C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51</a:t>
            </a:r>
          </a:p>
        </p:txBody>
      </p:sp>
    </p:spTree>
    <p:extLst>
      <p:ext uri="{BB962C8B-B14F-4D97-AF65-F5344CB8AC3E}">
        <p14:creationId xmlns:p14="http://schemas.microsoft.com/office/powerpoint/2010/main" val="123606782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CF897D-C472-474B-A8B0-E335EA0389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158A52-7E36-49EC-BC2C-8F83FC73A6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F51A06A-9BAF-4F04-B42A-00D84FD269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38FFA7AC-30E5-4E8D-A083-D0ACF653C02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F50048-C289-49E2-8C51-9D0A0F46539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E4C9C1E3-09C3-4380-8899-BC9D623F889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51D3EA5-4D9E-4267-83DA-84BEC1DEE5F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9AEA915-A8D4-4FCF-8224-2B59F2966D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52</a:t>
            </a:r>
          </a:p>
        </p:txBody>
      </p:sp>
    </p:spTree>
    <p:extLst>
      <p:ext uri="{BB962C8B-B14F-4D97-AF65-F5344CB8AC3E}">
        <p14:creationId xmlns:p14="http://schemas.microsoft.com/office/powerpoint/2010/main" val="95896086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9CE1F3-1BB7-45C5-A5B8-5A8AC5C009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B95E4A-B188-48BC-9B4B-A68ED4A5E0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EAA9CDF-A485-42A2-A773-B26BDD2787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457967D3-4F59-4282-9747-75DE48E7823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03F2B3-4D3C-46DE-8765-64B0E9EC3D1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power_loss(current, resistance) returning the power lost in watts (I squared R).</a:t>
            </a:r>
          </a:p>
        </p:txBody>
      </p:sp>
      <p:sp>
        <p:nvSpPr>
          <p:cNvPr id="6" name="">
            <a:extLst xmlns:a="http://schemas.openxmlformats.org/drawingml/2006/main">
              <a:ext uri="{FF2B5EF4-FFF2-40B4-BE49-F238E27FC236}">
                <a16:creationId xmlns:a16="http://schemas.microsoft.com/office/drawing/2014/main" id="{CFB7B84C-520B-4114-9C61-CDEC255B7DE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158B67B-0484-42CD-8C5B-0EADC347B68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FF03D73-8403-49A7-A4EF-AFC80B6D38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53</a:t>
            </a:r>
          </a:p>
        </p:txBody>
      </p:sp>
    </p:spTree>
    <p:extLst>
      <p:ext uri="{BB962C8B-B14F-4D97-AF65-F5344CB8AC3E}">
        <p14:creationId xmlns:p14="http://schemas.microsoft.com/office/powerpoint/2010/main" val="150252552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A60705-A6E0-4BEE-B92B-6C855B6FF9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F5016A-0330-4F08-9605-2285F4818F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0FFA30E-B016-4290-A5AD-FC042D593A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14598844-D639-451E-8779-CA5BF85682A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719612-182A-4738-B830-F89C85DA05C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81A5C69E-D938-4DCA-A667-6B41E3DA070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0CCE8D7-F15E-4ABC-BDEF-ECA5EA2F4E9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F45D790-58EC-4C3F-9BB3-D6B90707BB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54</a:t>
            </a:r>
          </a:p>
        </p:txBody>
      </p:sp>
    </p:spTree>
    <p:extLst>
      <p:ext uri="{BB962C8B-B14F-4D97-AF65-F5344CB8AC3E}">
        <p14:creationId xmlns:p14="http://schemas.microsoft.com/office/powerpoint/2010/main" val="102547346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23FB9FD-E486-4A49-AAE0-C0F357C6D0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365080-01D5-4BC0-9C5E-80BA7E75A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9B0B963-D7A2-4370-B070-4B0E6F7531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D0C5B430-66A4-484A-A0C2-DBB109A679C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AEE5C1-07EE-4902-ADAC-7EBBDB5378F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9A9A87C3-AAA7-41B4-B148-F2A76FCD7B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67F9317-DBF4-4826-BDCD-F8E712FE224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77D4CE1-2996-4B79-996B-89B1FF828B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55</a:t>
            </a:r>
          </a:p>
        </p:txBody>
      </p:sp>
    </p:spTree>
    <p:extLst>
      <p:ext uri="{BB962C8B-B14F-4D97-AF65-F5344CB8AC3E}">
        <p14:creationId xmlns:p14="http://schemas.microsoft.com/office/powerpoint/2010/main" val="189263952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E764527-C262-4ABA-A579-47F0A7AFB2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396FA4-EAF7-4360-9E1E-82D86A7CFB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D9485A7-D1FA-4B54-878B-ABE3C00E5B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E0C9AC46-A59B-4E93-9020-AF04FA99648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3394C4-2CEF-4738-BA5D-64D6EFC2EB9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11:00 Kampala</a:t>
            </a:r>
          </a:p>
        </p:txBody>
      </p:sp>
      <p:sp>
        <p:nvSpPr>
          <p:cNvPr id="6" name="">
            <a:extLst xmlns:a="http://schemas.openxmlformats.org/drawingml/2006/main">
              <a:ext uri="{FF2B5EF4-FFF2-40B4-BE49-F238E27FC236}">
                <a16:creationId xmlns:a16="http://schemas.microsoft.com/office/drawing/2014/main" id="{175C6513-3F5C-492B-ABC3-958C81E1AE7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BBBD73-6CA8-40BB-900F-26F4783979C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11:00 Kampala</a:t>
            </a:r>
          </a:p>
        </p:txBody>
      </p:sp>
      <p:sp>
        <p:nvSpPr>
          <p:cNvPr id="8" name="">
            <a:extLst xmlns:a="http://schemas.openxmlformats.org/drawingml/2006/main">
              <a:ext uri="{FF2B5EF4-FFF2-40B4-BE49-F238E27FC236}">
                <a16:creationId xmlns:a16="http://schemas.microsoft.com/office/drawing/2014/main" id="{0AB2A0B9-C626-4090-A9DF-23930CD38B2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8C1A5F-8898-4539-8A33-C833C6550A9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A28AF04-31A1-473F-9FB0-FFAD1F111E2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48913DF-0A91-434F-88E0-392989CA691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5DF3115-6C40-44E7-9B05-B970E0BE8D9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3288A1-92BD-43E1-AD8A-839070FA22B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d145912ee8747c3"/>
              </a:rPr>
              <a:t>Open W03 assignment form</a:t>
            </a:r>
          </a:p>
        </p:txBody>
      </p:sp>
      <p:sp>
        <p:nvSpPr>
          <p:cNvPr id="14" name="">
            <a:extLst xmlns:a="http://schemas.openxmlformats.org/drawingml/2006/main">
              <a:ext uri="{FF2B5EF4-FFF2-40B4-BE49-F238E27FC236}">
                <a16:creationId xmlns:a16="http://schemas.microsoft.com/office/drawing/2014/main" id="{61CA4AC3-0271-4904-96D6-B1B0C935823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https://docs.google.com/forms/d/e/1FAIpQLSfKemYzDIRelE0iDCo_KsJvzw0jyw--Fy8lyJHvm-XpNoEQkQ/viewform</a:t>
            </a:r>
          </a:p>
        </p:txBody>
      </p:sp>
      <p:sp>
        <p:nvSpPr>
          <p:cNvPr id="15" name="">
            <a:extLst xmlns:a="http://schemas.openxmlformats.org/drawingml/2006/main">
              <a:ext uri="{FF2B5EF4-FFF2-40B4-BE49-F238E27FC236}">
                <a16:creationId xmlns:a16="http://schemas.microsoft.com/office/drawing/2014/main" id="{03CBC8F9-58C1-4E82-91B5-FC542E0A6C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56</a:t>
            </a:r>
          </a:p>
        </p:txBody>
      </p:sp>
    </p:spTree>
    <p:extLst>
      <p:ext uri="{BB962C8B-B14F-4D97-AF65-F5344CB8AC3E}">
        <p14:creationId xmlns:p14="http://schemas.microsoft.com/office/powerpoint/2010/main" val="126989057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CC4BBAF-8DCB-4096-94A0-2AB7B4FFF3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E68A3F-53CF-444C-BD84-E234880AA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4CE0277-019B-4FAF-B158-AEB87FF9F5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CFFF4F61-0077-4BCC-910F-180D2CCBCF4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E1B778-63C5-495E-BC66-7C9683AA2E8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DBD0259-7946-4244-AC66-4166B4D3A59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A42FFA-2EDC-4085-B89A-2D0A81C0D5B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536C996-31EF-4E11-98EA-ABE609D43F0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743262-7295-43D3-9DDA-CE91B1AA2CC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6559637-3164-499B-851D-8235B2D9258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BF73289-6C37-4273-9EF7-84AFB33CA7D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f12dc24047e4ba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0FFCC94-D691-4AD9-830F-674D8E6E929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DC6FBE1-FBA7-4019-A79F-D6976739BD2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32A1F6-9719-4C9F-B043-AC5B6CF38C9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706958881334ff9"/>
              </a:rPr>
              <a:t>Open this week’s quiz</a:t>
            </a:r>
          </a:p>
        </p:txBody>
      </p:sp>
      <p:sp>
        <p:nvSpPr>
          <p:cNvPr id="16" name="">
            <a:extLst xmlns:a="http://schemas.openxmlformats.org/drawingml/2006/main">
              <a:ext uri="{FF2B5EF4-FFF2-40B4-BE49-F238E27FC236}">
                <a16:creationId xmlns:a16="http://schemas.microsoft.com/office/drawing/2014/main" id="{1F586B7F-C627-466B-906C-51D653F862D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https://forms.gle/vyTpTEpJUaAbAFbM9</a:t>
            </a:r>
          </a:p>
        </p:txBody>
      </p:sp>
      <p:sp>
        <p:nvSpPr>
          <p:cNvPr id="17" name="">
            <a:extLst xmlns:a="http://schemas.openxmlformats.org/drawingml/2006/main">
              <a:ext uri="{FF2B5EF4-FFF2-40B4-BE49-F238E27FC236}">
                <a16:creationId xmlns:a16="http://schemas.microsoft.com/office/drawing/2014/main" id="{806ECB25-9F06-424E-A068-B400A20A7C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57</a:t>
            </a:r>
          </a:p>
        </p:txBody>
      </p:sp>
    </p:spTree>
    <p:extLst>
      <p:ext uri="{BB962C8B-B14F-4D97-AF65-F5344CB8AC3E}">
        <p14:creationId xmlns:p14="http://schemas.microsoft.com/office/powerpoint/2010/main" val="1134817265"/>
      </p:ext>
    </p:extLst>
  </p:cSld>
</p:sld>
</file>

<file path=ppt/slides/slide5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A31476-D0E2-4C98-B52D-E54F6175F1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76B1B32-DEFE-44E7-8120-07A01A255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9FE63A7-A430-4103-A26C-E3FC7D021B2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054A8D2-A2A3-4944-8F2A-0B3F5A5A3DB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E1B1A37-E6CD-4DC0-996E-A95D443C968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924A7AAA-9DBB-4AA0-8DCB-2E397D56E3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58</a:t>
            </a:r>
          </a:p>
        </p:txBody>
      </p:sp>
    </p:spTree>
    <p:extLst>
      <p:ext uri="{BB962C8B-B14F-4D97-AF65-F5344CB8AC3E}">
        <p14:creationId xmlns:p14="http://schemas.microsoft.com/office/powerpoint/2010/main" val="26074267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B4165A1-B926-41A1-936F-301570A55D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135B6C-2BBB-4A43-9B30-8BB0D4ECC2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516566CA-E5DA-44A8-9CFC-C19365A6B9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86AD05D-8382-4D31-9EEC-F0F23AFB57D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28A72F-FEB7-4A99-946A-80A7C402E52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296DF46-611E-41B6-B504-F7444A7E761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8369BD-EBB5-4BBA-B621-B69DC8C3911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9BF68342-41B0-4BB4-B3B9-7F677A4A8C8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42A950-43D8-41D8-8A76-BC03ECC4229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A9DEEC75-37EB-484F-B31A-848530E8D3C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43F694-60DD-4D89-8D4C-1D70120D44A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1B8A51A2-DA38-4327-AB2D-454649281FD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94B724D-21FD-4600-9D40-B5AD1405689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45b25026a554835"/>
              </a:rPr>
              <a:t>Open explainer video</a:t>
            </a:r>
          </a:p>
        </p:txBody>
      </p:sp>
      <p:sp>
        <p:nvSpPr>
          <p:cNvPr id="14" name="">
            <a:extLst xmlns:a="http://schemas.openxmlformats.org/drawingml/2006/main">
              <a:ext uri="{FF2B5EF4-FFF2-40B4-BE49-F238E27FC236}">
                <a16:creationId xmlns:a16="http://schemas.microsoft.com/office/drawing/2014/main" id="{5E569132-4EE5-4D30-A270-ECC085DE555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F1FDD4A1-7AAE-4022-B58F-E2CB9B7043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59</a:t>
            </a:r>
          </a:p>
        </p:txBody>
      </p:sp>
    </p:spTree>
    <p:extLst>
      <p:ext uri="{BB962C8B-B14F-4D97-AF65-F5344CB8AC3E}">
        <p14:creationId xmlns:p14="http://schemas.microsoft.com/office/powerpoint/2010/main" val="6968019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2026-09-28T21:14:23.0620000Z</dcterms:created>
  <dcterms:modified xsi:type="dcterms:W3CDTF">2026-09-28T21:14:23.0620000Z</dcterms:modified>
</coreProperties>
</file>