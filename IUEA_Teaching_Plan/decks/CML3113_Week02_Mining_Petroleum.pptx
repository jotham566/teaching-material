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01b672665f24a48" Type="http://schemas.openxmlformats.org/officeDocument/2006/relationships/officeDocument" Target="ppt/presentation.xml"/><Relationship Id="Ra89632f0564f44d9" Type="http://schemas.openxmlformats.org/package/2006/relationships/metadata/core-properties" Target="docProps/core.xml"/><Relationship Id="Re36a7c94332f42c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00ee9861c814bae"/>
  </p:sldMasterIdLst>
  <p:notesMasterIdLst>
    <p:notesMasterId xmlns:r="http://schemas.openxmlformats.org/officeDocument/2006/relationships" r:id="R205e7484163d4cd3"/>
  </p:notesMasterIdLst>
  <p:sldIdLst>
    <p:sldId xmlns:r="http://schemas.openxmlformats.org/officeDocument/2006/relationships" id="256" r:id="Re3746ea79b7d4dd0"/>
    <p:sldId xmlns:r="http://schemas.openxmlformats.org/officeDocument/2006/relationships" id="257" r:id="Rd6ddaf2db3744c4c"/>
    <p:sldId xmlns:r="http://schemas.openxmlformats.org/officeDocument/2006/relationships" id="258" r:id="Rac7a8050a0a34306"/>
    <p:sldId xmlns:r="http://schemas.openxmlformats.org/officeDocument/2006/relationships" id="259" r:id="R30c43ab08a7547db"/>
    <p:sldId xmlns:r="http://schemas.openxmlformats.org/officeDocument/2006/relationships" id="260" r:id="R0b2748ccdb144244"/>
    <p:sldId xmlns:r="http://schemas.openxmlformats.org/officeDocument/2006/relationships" id="261" r:id="R7ca1dcbbe63c4777"/>
    <p:sldId xmlns:r="http://schemas.openxmlformats.org/officeDocument/2006/relationships" id="262" r:id="R2af8b20bbfc44374"/>
    <p:sldId xmlns:r="http://schemas.openxmlformats.org/officeDocument/2006/relationships" id="263" r:id="Rec5ab6a7d24a43a1"/>
    <p:sldId xmlns:r="http://schemas.openxmlformats.org/officeDocument/2006/relationships" id="264" r:id="R31b6fafedc6147ac"/>
    <p:sldId xmlns:r="http://schemas.openxmlformats.org/officeDocument/2006/relationships" id="265" r:id="R4c07ee122da947b2"/>
    <p:sldId xmlns:r="http://schemas.openxmlformats.org/officeDocument/2006/relationships" id="266" r:id="Rb018dc4d27134c59"/>
    <p:sldId xmlns:r="http://schemas.openxmlformats.org/officeDocument/2006/relationships" id="267" r:id="R4aa15dc277c5417a"/>
    <p:sldId xmlns:r="http://schemas.openxmlformats.org/officeDocument/2006/relationships" id="268" r:id="Rb1fcbe6d55a0436f"/>
    <p:sldId xmlns:r="http://schemas.openxmlformats.org/officeDocument/2006/relationships" id="269" r:id="Rba724e7294864e8d"/>
    <p:sldId xmlns:r="http://schemas.openxmlformats.org/officeDocument/2006/relationships" id="270" r:id="Rec3f11b772004361"/>
    <p:sldId xmlns:r="http://schemas.openxmlformats.org/officeDocument/2006/relationships" id="271" r:id="R937d28629b0645c9"/>
    <p:sldId xmlns:r="http://schemas.openxmlformats.org/officeDocument/2006/relationships" id="272" r:id="R42664b8c47ad45a6"/>
    <p:sldId xmlns:r="http://schemas.openxmlformats.org/officeDocument/2006/relationships" id="273" r:id="R31bda98ea45040c6"/>
    <p:sldId xmlns:r="http://schemas.openxmlformats.org/officeDocument/2006/relationships" id="274" r:id="R756803caaff14f13"/>
    <p:sldId xmlns:r="http://schemas.openxmlformats.org/officeDocument/2006/relationships" id="275" r:id="R1ba6960db00943bd"/>
    <p:sldId xmlns:r="http://schemas.openxmlformats.org/officeDocument/2006/relationships" id="276" r:id="R6ff0d66af9d34f98"/>
    <p:sldId xmlns:r="http://schemas.openxmlformats.org/officeDocument/2006/relationships" id="277" r:id="R6b3ee017ba00485b"/>
    <p:sldId xmlns:r="http://schemas.openxmlformats.org/officeDocument/2006/relationships" id="278" r:id="Rf4228bd90d234916"/>
    <p:sldId xmlns:r="http://schemas.openxmlformats.org/officeDocument/2006/relationships" id="279" r:id="Rcfc3f921c3164309"/>
    <p:sldId xmlns:r="http://schemas.openxmlformats.org/officeDocument/2006/relationships" id="280" r:id="Rceaed1dbd1cf40ef"/>
    <p:sldId xmlns:r="http://schemas.openxmlformats.org/officeDocument/2006/relationships" id="281" r:id="R702275bb429a4c47"/>
    <p:sldId xmlns:r="http://schemas.openxmlformats.org/officeDocument/2006/relationships" id="282" r:id="Ra23d7bb4fc7944f4"/>
    <p:sldId xmlns:r="http://schemas.openxmlformats.org/officeDocument/2006/relationships" id="283" r:id="R2867f57eadf7447c"/>
    <p:sldId xmlns:r="http://schemas.openxmlformats.org/officeDocument/2006/relationships" id="284" r:id="R1a33e941802f4b69"/>
    <p:sldId xmlns:r="http://schemas.openxmlformats.org/officeDocument/2006/relationships" id="285" r:id="R83294166ef7c430f"/>
    <p:sldId xmlns:r="http://schemas.openxmlformats.org/officeDocument/2006/relationships" id="286" r:id="R66ba8641781148a4"/>
    <p:sldId xmlns:r="http://schemas.openxmlformats.org/officeDocument/2006/relationships" id="287" r:id="R4607923f553d4685"/>
    <p:sldId xmlns:r="http://schemas.openxmlformats.org/officeDocument/2006/relationships" id="288" r:id="R703202de77c64616"/>
    <p:sldId xmlns:r="http://schemas.openxmlformats.org/officeDocument/2006/relationships" id="289" r:id="R1fa535eda8654cbe"/>
    <p:sldId xmlns:r="http://schemas.openxmlformats.org/officeDocument/2006/relationships" id="290" r:id="Rd06498f0e8204f28"/>
    <p:sldId xmlns:r="http://schemas.openxmlformats.org/officeDocument/2006/relationships" id="291" r:id="R6452ed4d273040fe"/>
    <p:sldId xmlns:r="http://schemas.openxmlformats.org/officeDocument/2006/relationships" id="292" r:id="R322b895411924180"/>
    <p:sldId xmlns:r="http://schemas.openxmlformats.org/officeDocument/2006/relationships" id="293" r:id="Rb23782d42c9b4540"/>
    <p:sldId xmlns:r="http://schemas.openxmlformats.org/officeDocument/2006/relationships" id="294" r:id="R6fb6231671f146d4"/>
    <p:sldId xmlns:r="http://schemas.openxmlformats.org/officeDocument/2006/relationships" id="295" r:id="R38e299b015b04191"/>
    <p:sldId xmlns:r="http://schemas.openxmlformats.org/officeDocument/2006/relationships" id="296" r:id="Ra1f9b5b320434d4c"/>
    <p:sldId xmlns:r="http://schemas.openxmlformats.org/officeDocument/2006/relationships" id="297" r:id="R306be42bd27a4cef"/>
    <p:sldId xmlns:r="http://schemas.openxmlformats.org/officeDocument/2006/relationships" id="298" r:id="Rec73865a1df54bce"/>
    <p:sldId xmlns:r="http://schemas.openxmlformats.org/officeDocument/2006/relationships" id="299" r:id="R29502a675444462c"/>
    <p:sldId xmlns:r="http://schemas.openxmlformats.org/officeDocument/2006/relationships" id="300" r:id="R84132dd7236745f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b2748ccdb144244" Type="http://schemas.openxmlformats.org/officeDocument/2006/relationships/slide" Target="slides/slide5.xml"/><Relationship Id="R1a33e941802f4b69" Type="http://schemas.openxmlformats.org/officeDocument/2006/relationships/slide" Target="slides/slide29.xml"/><Relationship Id="R1ba6960db00943bd" Type="http://schemas.openxmlformats.org/officeDocument/2006/relationships/slide" Target="slides/slide20.xml"/><Relationship Id="R1fa535eda8654cbe" Type="http://schemas.openxmlformats.org/officeDocument/2006/relationships/slide" Target="slides/slide34.xml"/><Relationship Id="R205e7484163d4cd3" Type="http://schemas.openxmlformats.org/officeDocument/2006/relationships/notesMaster" Target="notesMasters/notesMaster1.xml"/><Relationship Id="R2867f57eadf7447c" Type="http://schemas.openxmlformats.org/officeDocument/2006/relationships/slide" Target="slides/slide28.xml"/><Relationship Id="R29502a675444462c" Type="http://schemas.openxmlformats.org/officeDocument/2006/relationships/slide" Target="slides/slide44.xml"/><Relationship Id="R2af8b20bbfc44374" Type="http://schemas.openxmlformats.org/officeDocument/2006/relationships/slide" Target="slides/slide7.xml"/><Relationship Id="R306be42bd27a4cef" Type="http://schemas.openxmlformats.org/officeDocument/2006/relationships/slide" Target="slides/slide42.xml"/><Relationship Id="R30c43ab08a7547db" Type="http://schemas.openxmlformats.org/officeDocument/2006/relationships/slide" Target="slides/slide4.xml"/><Relationship Id="R31b6fafedc6147ac" Type="http://schemas.openxmlformats.org/officeDocument/2006/relationships/slide" Target="slides/slide9.xml"/><Relationship Id="R31bda98ea45040c6" Type="http://schemas.openxmlformats.org/officeDocument/2006/relationships/slide" Target="slides/slide18.xml"/><Relationship Id="R322b895411924180" Type="http://schemas.openxmlformats.org/officeDocument/2006/relationships/slide" Target="slides/slide37.xml"/><Relationship Id="R38e299b015b04191" Type="http://schemas.openxmlformats.org/officeDocument/2006/relationships/slide" Target="slides/slide40.xml"/><Relationship Id="R3a14229dffad4def" Type="http://schemas.openxmlformats.org/officeDocument/2006/relationships/tableStyles" Target="tableStyles.xml"/><Relationship Id="R42664b8c47ad45a6" Type="http://schemas.openxmlformats.org/officeDocument/2006/relationships/slide" Target="slides/slide17.xml"/><Relationship Id="R4607923f553d4685" Type="http://schemas.openxmlformats.org/officeDocument/2006/relationships/slide" Target="slides/slide32.xml"/><Relationship Id="R4aa15dc277c5417a" Type="http://schemas.openxmlformats.org/officeDocument/2006/relationships/slide" Target="slides/slide12.xml"/><Relationship Id="R4c07ee122da947b2" Type="http://schemas.openxmlformats.org/officeDocument/2006/relationships/slide" Target="slides/slide10.xml"/><Relationship Id="R5aabd81af1a14ade" Type="http://schemas.openxmlformats.org/officeDocument/2006/relationships/theme" Target="theme/theme1.xml"/><Relationship Id="R6452ed4d273040fe" Type="http://schemas.openxmlformats.org/officeDocument/2006/relationships/slide" Target="slides/slide36.xml"/><Relationship Id="R66ba8641781148a4" Type="http://schemas.openxmlformats.org/officeDocument/2006/relationships/slide" Target="slides/slide31.xml"/><Relationship Id="R6b3ee017ba00485b" Type="http://schemas.openxmlformats.org/officeDocument/2006/relationships/slide" Target="slides/slide22.xml"/><Relationship Id="R6fb6231671f146d4" Type="http://schemas.openxmlformats.org/officeDocument/2006/relationships/slide" Target="slides/slide39.xml"/><Relationship Id="R6ff0d66af9d34f98" Type="http://schemas.openxmlformats.org/officeDocument/2006/relationships/slide" Target="slides/slide21.xml"/><Relationship Id="R702275bb429a4c47" Type="http://schemas.openxmlformats.org/officeDocument/2006/relationships/slide" Target="slides/slide26.xml"/><Relationship Id="R703202de77c64616" Type="http://schemas.openxmlformats.org/officeDocument/2006/relationships/slide" Target="slides/slide33.xml"/><Relationship Id="R756803caaff14f13" Type="http://schemas.openxmlformats.org/officeDocument/2006/relationships/slide" Target="slides/slide19.xml"/><Relationship Id="R7ca1dcbbe63c4777" Type="http://schemas.openxmlformats.org/officeDocument/2006/relationships/slide" Target="slides/slide6.xml"/><Relationship Id="R83294166ef7c430f" Type="http://schemas.openxmlformats.org/officeDocument/2006/relationships/slide" Target="slides/slide30.xml"/><Relationship Id="R84132dd7236745f6" Type="http://schemas.openxmlformats.org/officeDocument/2006/relationships/slide" Target="slides/slide45.xml"/><Relationship Id="R937d28629b0645c9" Type="http://schemas.openxmlformats.org/officeDocument/2006/relationships/slide" Target="slides/slide16.xml"/><Relationship Id="Ra1f9b5b320434d4c" Type="http://schemas.openxmlformats.org/officeDocument/2006/relationships/slide" Target="slides/slide41.xml"/><Relationship Id="Ra23d7bb4fc7944f4" Type="http://schemas.openxmlformats.org/officeDocument/2006/relationships/slide" Target="slides/slide27.xml"/><Relationship Id="Rac7a8050a0a34306" Type="http://schemas.openxmlformats.org/officeDocument/2006/relationships/slide" Target="slides/slide3.xml"/><Relationship Id="Rb018dc4d27134c59" Type="http://schemas.openxmlformats.org/officeDocument/2006/relationships/slide" Target="slides/slide11.xml"/><Relationship Id="Rb1fcbe6d55a0436f" Type="http://schemas.openxmlformats.org/officeDocument/2006/relationships/slide" Target="slides/slide13.xml"/><Relationship Id="Rb23782d42c9b4540" Type="http://schemas.openxmlformats.org/officeDocument/2006/relationships/slide" Target="slides/slide38.xml"/><Relationship Id="Rba724e7294864e8d" Type="http://schemas.openxmlformats.org/officeDocument/2006/relationships/slide" Target="slides/slide14.xml"/><Relationship Id="Rceaed1dbd1cf40ef" Type="http://schemas.openxmlformats.org/officeDocument/2006/relationships/slide" Target="slides/slide25.xml"/><Relationship Id="Rcfc3f921c3164309" Type="http://schemas.openxmlformats.org/officeDocument/2006/relationships/slide" Target="slides/slide24.xml"/><Relationship Id="Rd00ee9861c814bae" Type="http://schemas.openxmlformats.org/officeDocument/2006/relationships/slideMaster" Target="slideMasters/slideMaster1.xml"/><Relationship Id="Rd06498f0e8204f28" Type="http://schemas.openxmlformats.org/officeDocument/2006/relationships/slide" Target="slides/slide35.xml"/><Relationship Id="Rd6ddaf2db3744c4c" Type="http://schemas.openxmlformats.org/officeDocument/2006/relationships/slide" Target="slides/slide2.xml"/><Relationship Id="Re01fecbbbdd34a78" Type="http://schemas.openxmlformats.org/officeDocument/2006/relationships/presProps" Target="presProps.xml"/><Relationship Id="Re3746ea79b7d4dd0" Type="http://schemas.openxmlformats.org/officeDocument/2006/relationships/slide" Target="slides/slide1.xml"/><Relationship Id="Rec3f11b772004361" Type="http://schemas.openxmlformats.org/officeDocument/2006/relationships/slide" Target="slides/slide15.xml"/><Relationship Id="Rec5ab6a7d24a43a1" Type="http://schemas.openxmlformats.org/officeDocument/2006/relationships/slide" Target="slides/slide8.xml"/><Relationship Id="Rec73865a1df54bce" Type="http://schemas.openxmlformats.org/officeDocument/2006/relationships/slide" Target="slides/slide43.xml"/><Relationship Id="Rf4228bd90d234916"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ef42b7df63304eb4"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f995e27f8ff4c6e" Type="http://schemas.openxmlformats.org/officeDocument/2006/relationships/notesMaster" Target="../notesMasters/notesMaster1.xml"/><Relationship Id="Rebd44499fbcd4b49"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f35a45b00d2400f" Type="http://schemas.openxmlformats.org/officeDocument/2006/relationships/notesMaster" Target="../notesMasters/notesMaster1.xml"/><Relationship Id="Rdfdbeadb6f7742c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09c36b500694122" Type="http://schemas.openxmlformats.org/officeDocument/2006/relationships/slide" Target="../slides/slide3.xml"/><Relationship Id="R7ff5df0a96f54433"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a00e850b394d4e97" Type="http://schemas.openxmlformats.org/officeDocument/2006/relationships/notesMaster" Target="../notesMasters/notesMaster1.xml"/><Relationship Id="Rd38dccc898c94ca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7313733d9599409f" Type="http://schemas.openxmlformats.org/officeDocument/2006/relationships/slide" Target="../slides/slide5.xml"/><Relationship Id="Rf2d29ca98488423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66ac86804f6c4752" Type="http://schemas.openxmlformats.org/officeDocument/2006/relationships/notesMaster" Target="../notesMasters/notesMaster1.xml"/><Relationship Id="Rf87509e99943483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9e0a51ba74574807" Type="http://schemas.openxmlformats.org/officeDocument/2006/relationships/notesMaster" Target="../notesMasters/notesMaster1.xml"/><Relationship Id="Re22edb4482dc4b85"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2de31963b6aa4532" Type="http://schemas.openxmlformats.org/officeDocument/2006/relationships/notesMaster" Target="../notesMasters/notesMaster1.xml"/><Relationship Id="Rdf5506575f8347bb"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e6f5870e0ea7411c" Type="http://schemas.openxmlformats.org/officeDocument/2006/relationships/notesMaster" Target="../notesMasters/notesMaster1.xml"/><Relationship Id="Rfbd8581c25d145d8"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744755ae364746" Type="http://schemas.openxmlformats.org/officeDocument/2006/relationships/slide" Target="../slides/slide10.xml"/><Relationship Id="Rda3cd3bde6ed48f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78a258862fc642b0" Type="http://schemas.openxmlformats.org/officeDocument/2006/relationships/slide" Target="../slides/slide11.xml"/><Relationship Id="Rc9aa5cab0822444d"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3dfce03065f9484e" Type="http://schemas.openxmlformats.org/officeDocument/2006/relationships/slide" Target="../slides/slide12.xml"/><Relationship Id="R9ab15ae0c029403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779018e8554a475f" Type="http://schemas.openxmlformats.org/officeDocument/2006/relationships/notesMaster" Target="../notesMasters/notesMaster1.xml"/><Relationship Id="Rcfb5ebb83d8f4247"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c842118b7b84a4c" Type="http://schemas.openxmlformats.org/officeDocument/2006/relationships/notesMaster" Target="../notesMasters/notesMaster1.xml"/><Relationship Id="Racf9f1ec9d4945e7"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9842a6b00d34b76" Type="http://schemas.openxmlformats.org/officeDocument/2006/relationships/notesMaster" Target="../notesMasters/notesMaster1.xml"/><Relationship Id="Re8e3b474b1d042cd"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229921b4016c4845" Type="http://schemas.openxmlformats.org/officeDocument/2006/relationships/notesMaster" Target="../notesMasters/notesMaster1.xml"/><Relationship Id="Rb6c3b6798d1148be"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c4f26367a9a4d67" Type="http://schemas.openxmlformats.org/officeDocument/2006/relationships/slide" Target="../slides/slide17.xml"/><Relationship Id="Reac0c57fa8e14b0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7a4c29ead7d4161" Type="http://schemas.openxmlformats.org/officeDocument/2006/relationships/slide" Target="../slides/slide18.xml"/><Relationship Id="R2d80520d04b04ac0"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e4c7bb6c9c224ba3" Type="http://schemas.openxmlformats.org/officeDocument/2006/relationships/notesMaster" Target="../notesMasters/notesMaster1.xml"/><Relationship Id="Rf90d84c994bc437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bfa0577a32948fd" Type="http://schemas.openxmlformats.org/officeDocument/2006/relationships/notesMaster" Target="../notesMasters/notesMaster1.xml"/><Relationship Id="R418812f8c2c94d2b"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1e3f1b156e74812" Type="http://schemas.openxmlformats.org/officeDocument/2006/relationships/slide" Target="../slides/slide21.xml"/><Relationship Id="R7560cb0f1652430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cfa5bf76796d4ae0" Type="http://schemas.openxmlformats.org/officeDocument/2006/relationships/notesMaster" Target="../notesMasters/notesMaster1.xml"/><Relationship Id="Rddf88fbdd047442d"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1f4084e926242b4" Type="http://schemas.openxmlformats.org/officeDocument/2006/relationships/notesMaster" Target="../notesMasters/notesMaster1.xml"/><Relationship Id="Rc38219fd45e5466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afab5c43591c4adb" Type="http://schemas.openxmlformats.org/officeDocument/2006/relationships/notesMaster" Target="../notesMasters/notesMaster1.xml"/><Relationship Id="Rc2eea58944e94c9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1c456909b1a344f5" Type="http://schemas.openxmlformats.org/officeDocument/2006/relationships/notesMaster" Target="../notesMasters/notesMaster1.xml"/><Relationship Id="Rf9000b46fdfc407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4613ed2bac84263" Type="http://schemas.openxmlformats.org/officeDocument/2006/relationships/slide" Target="../slides/slide26.xml"/><Relationship Id="Re7d076f9fab34656"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72b335c62ae14d33" Type="http://schemas.openxmlformats.org/officeDocument/2006/relationships/slide" Target="../slides/slide27.xml"/><Relationship Id="Rd1ffc762b036473f"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ee8e0a5dc53e43d8" Type="http://schemas.openxmlformats.org/officeDocument/2006/relationships/notesMaster" Target="../notesMasters/notesMaster1.xml"/><Relationship Id="Rfbdb433e47b746f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3b5dac61105c4e29" Type="http://schemas.openxmlformats.org/officeDocument/2006/relationships/slide" Target="../slides/slide29.xml"/><Relationship Id="R43a5fdcb02744975"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c0a126136e914419" Type="http://schemas.openxmlformats.org/officeDocument/2006/relationships/notesMaster" Target="../notesMasters/notesMaster1.xml"/><Relationship Id="Red41ff4e53c14ca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92e047efaca4ed2" Type="http://schemas.openxmlformats.org/officeDocument/2006/relationships/slide" Target="../slides/slide31.xml"/><Relationship Id="R9943d40807ca4b1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bcac1adc0404806" Type="http://schemas.openxmlformats.org/officeDocument/2006/relationships/slide" Target="../slides/slide32.xml"/><Relationship Id="Rf7ef8616800141c0"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6423c66de9b94448" Type="http://schemas.openxmlformats.org/officeDocument/2006/relationships/notesMaster" Target="../notesMasters/notesMaster1.xml"/><Relationship Id="Rc6215c501d2d4db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a81adc415b74c6f" Type="http://schemas.openxmlformats.org/officeDocument/2006/relationships/slide" Target="../slides/slide34.xml"/><Relationship Id="R8b66b8a3303f47f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fe2c89d621a4aeb" Type="http://schemas.openxmlformats.org/officeDocument/2006/relationships/notesMaster" Target="../notesMasters/notesMaster1.xml"/><Relationship Id="Rb920428c09604de3"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0c118f12d41425b" Type="http://schemas.openxmlformats.org/officeDocument/2006/relationships/notesMaster" Target="../notesMasters/notesMaster1.xml"/><Relationship Id="R6d2caf11acdf42a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6094a1e78d1474f" Type="http://schemas.openxmlformats.org/officeDocument/2006/relationships/notesMaster" Target="../notesMasters/notesMaster1.xml"/><Relationship Id="Rf413387affee462d"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6df3c1a04f4d45c1" Type="http://schemas.openxmlformats.org/officeDocument/2006/relationships/notesMaster" Target="../notesMasters/notesMaster1.xml"/><Relationship Id="R76139c089384432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bdb98ac70574ce8" Type="http://schemas.openxmlformats.org/officeDocument/2006/relationships/notesMaster" Target="../notesMasters/notesMaster1.xml"/><Relationship Id="Re70bff50f0d44199"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933868d7febd4711" Type="http://schemas.openxmlformats.org/officeDocument/2006/relationships/slide" Target="../slides/slide40.xml"/><Relationship Id="R94ed66b7fc7340b7"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7a0550d29e764e83" Type="http://schemas.openxmlformats.org/officeDocument/2006/relationships/slide" Target="../slides/slide41.xml"/><Relationship Id="Rae1f37da6f6d4ef0"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30522ac9e26b41ac" Type="http://schemas.openxmlformats.org/officeDocument/2006/relationships/notesMaster" Target="../notesMasters/notesMaster1.xml"/><Relationship Id="Rfaa9e807cc7e4dd3"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187982956f184352" Type="http://schemas.openxmlformats.org/officeDocument/2006/relationships/slide" Target="../slides/slide43.xml"/><Relationship Id="R5964e530037f4c6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2cc25a3705e24a9a" Type="http://schemas.openxmlformats.org/officeDocument/2006/relationships/notesMaster" Target="../notesMasters/notesMaster1.xml"/><Relationship Id="Rc8fb3ecfc73448f3"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f6aff5f24a6413e" Type="http://schemas.openxmlformats.org/officeDocument/2006/relationships/slide" Target="../slides/slide45.xml"/><Relationship Id="R97b514aec14b4aa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mining and petroleum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pump team that records temperature to investigate how the pump is operating. Mining students can picture a dewatering pump, which removes water from a mine. Petroleum students can picture a transfer pump, which moves fluid from one place to another.</a:t>
            </a:r>
          </a:p>
          <a:p xmlns:a="http://schemas.openxmlformats.org/drawingml/2006/main"/>
          <a:p xmlns:a="http://schemas.openxmlformats.org/drawingml/2006/main">
            <a:r>
              <a:t>If the temperature keeps climbing, something may be wrong with the pump. The team writes down readings over time and studies them. Our notebooks will hold readings like these.</a:t>
            </a:r>
          </a:p>
          <a:p xmlns:a="http://schemas.openxmlformats.org/drawingml/2006/main"/>
          <a:p xmlns:a="http://schemas.openxmlformats.org/drawingml/2006/main">
            <a:r>
              <a:t>These are teaching examples. Please do not treat any number we use in class as a real operating limit.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drill underscore shift underscore log dot c s v. It is a table of readings recorded during drilling shifts.</a:t>
            </a:r>
          </a:p>
          <a:p xmlns:a="http://schemas.openxmlformats.org/drawingml/2006/main"/>
          <a:p xmlns:a="http://schemas.openxmlformats.org/drawingml/2006/main">
            <a:r>
              <a:t>The reading column is called depth underscore m. The m at the end stands for metres, the unit of depth.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Check the deadline on the slide. When you open the form, enter your own Student Registration Number. The field is required and accepts any format.</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deadline on the slide.</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7a9d81c9b9f472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c2bb6340d0c4a8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fad85c08ece4e5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e07a555aacf436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3270c54261fd47e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709266ecbc64d7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0B2A01-FED7-4A47-88A2-FE289A927C2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EC7257-0F43-45BC-9F1D-D0DC9AA6A4A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0A0EE7-711B-47D6-A19C-A9CA4BDF77C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3171D5-6951-45A8-B36E-D6749085C2A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F1267F-B5A6-480E-9B0C-E2C59DE254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37B64A4-3574-443A-8CAA-A1E358A305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2E3B1E-9963-43B1-8D86-726268194D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E70385-A881-4CB9-9A00-EED47D6DEBA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C6BCA1-84CD-4637-9058-6705A15FB2D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9D9FAF-39F0-4306-96A4-46CE04C0560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e1c481d36464731" Type="http://schemas.openxmlformats.org/officeDocument/2006/relationships/slideLayout" Target="../slideLayouts/slideLayout2.xml"/><Relationship Id="R9466c7df012c4a56" Type="http://schemas.openxmlformats.org/officeDocument/2006/relationships/slideLayout" Target="../slideLayouts/slideLayout5.xml"/><Relationship Id="R9cd42655f56c48b3" Type="http://schemas.openxmlformats.org/officeDocument/2006/relationships/theme" Target="theme/theme2.xml"/><Relationship Id="Rcdfaf6d52e6c438c" Type="http://schemas.openxmlformats.org/officeDocument/2006/relationships/slideLayout" Target="../slideLayouts/slideLayout1.xml"/><Relationship Id="Rd3b7394871ef45d3" Type="http://schemas.openxmlformats.org/officeDocument/2006/relationships/slideLayout" Target="../slideLayouts/slideLayout6.xml"/><Relationship Id="Ref0e1e0aef7b4d52" Type="http://schemas.openxmlformats.org/officeDocument/2006/relationships/slideLayout" Target="../slideLayouts/slideLayout3.xml"/><Relationship Id="Rf08c10073cb24b87"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faf6d52e6c438c"/>
    <p:sldLayoutId xmlns:r="http://schemas.openxmlformats.org/officeDocument/2006/relationships" id="2147483650" r:id="R7e1c481d36464731"/>
    <p:sldLayoutId xmlns:r="http://schemas.openxmlformats.org/officeDocument/2006/relationships" id="2147483651" r:id="Ref0e1e0aef7b4d52"/>
    <p:sldLayoutId xmlns:r="http://schemas.openxmlformats.org/officeDocument/2006/relationships" id="2147483652" r:id="Rf08c10073cb24b87"/>
    <p:sldLayoutId xmlns:r="http://schemas.openxmlformats.org/officeDocument/2006/relationships" id="2147483653" r:id="R9466c7df012c4a56"/>
    <p:sldLayoutId xmlns:r="http://schemas.openxmlformats.org/officeDocument/2006/relationships" id="2147483654" r:id="Rd3b7394871ef45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8a834699b164bcf" Type="http://schemas.openxmlformats.org/officeDocument/2006/relationships/notesSlide" Target="../notesSlides/notesSlide1.xml"/><Relationship Id="R85edd1ec3ce541a6" Type="http://schemas.openxmlformats.org/officeDocument/2006/relationships/image" Target="../media/image.png"/><Relationship Id="Rb0c392b489a54d9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73b294602eb45b3" Type="http://schemas.openxmlformats.org/officeDocument/2006/relationships/slideLayout" Target="../slideLayouts/slideLayout6.xml"/><Relationship Id="R830ae4af0cac4de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20e29ea37dc463e" Type="http://schemas.openxmlformats.org/officeDocument/2006/relationships/notesSlide" Target="../notesSlides/notesSlide3.xml"/><Relationship Id="Ra3d69c852e3f4895"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188129abf71c4564" Type="http://schemas.openxmlformats.org/officeDocument/2006/relationships/notesSlide" Target="../notesSlides/notesSlide4.xml"/><Relationship Id="Rb943cad66dd947e5"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5bf41860365840c8" Type="http://schemas.openxmlformats.org/officeDocument/2006/relationships/notesSlide" Target="../notesSlides/notesSlide5.xml"/><Relationship Id="Rd32c55618008404e"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67b5b37dc9f4dac" Type="http://schemas.openxmlformats.org/officeDocument/2006/relationships/slideLayout" Target="../slideLayouts/slideLayout6.xml"/><Relationship Id="R425cdb2908334ebf" Type="http://schemas.openxmlformats.org/officeDocument/2006/relationships/image" Target="../media/image2.png"/><Relationship Id="Reb97ae74c557498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9b022d444ab488b" Type="http://schemas.openxmlformats.org/officeDocument/2006/relationships/slideLayout" Target="../slideLayouts/slideLayout6.xml"/><Relationship Id="Rfbac59464b184f3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383afc78ece34660" Type="http://schemas.openxmlformats.org/officeDocument/2006/relationships/notesSlide" Target="../notesSlides/notesSlide8.xml"/><Relationship Id="Rae95899d546f4c8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2e2add1693a4ac7" Type="http://schemas.openxmlformats.org/officeDocument/2006/relationships/notesSlide" Target="../notesSlides/notesSlide9.xml"/><Relationship Id="R4763498d27454017"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4fc1f7a90366435c" Type="http://schemas.openxmlformats.org/officeDocument/2006/relationships/slideLayout" Target="../slideLayouts/slideLayout6.xml"/><Relationship Id="Rdd5e6f0199c2417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e2ebb7659254a75" Type="http://schemas.openxmlformats.org/officeDocument/2006/relationships/slideLayout" Target="../slideLayouts/slideLayout6.xml"/><Relationship Id="Refa5810bea6349f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872d0b66c6e8476b" Type="http://schemas.openxmlformats.org/officeDocument/2006/relationships/slideLayout" Target="../slideLayouts/slideLayout6.xml"/><Relationship Id="R886c8ac8b79f40b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b939a65984b4386" Type="http://schemas.openxmlformats.org/officeDocument/2006/relationships/notesSlide" Target="../notesSlides/notesSlide13.xml"/><Relationship Id="R2fecdc7202fb423d" Type="http://schemas.openxmlformats.org/officeDocument/2006/relationships/slideLayout" Target="../slideLayouts/slideLayout6.xml"/><Relationship Id="Rcf0a9ab9945f47c4" Type="http://schemas.openxmlformats.org/officeDocument/2006/relationships/image" Target="../media/image3.png"/></Relationships>
</file>

<file path=ppt/slides/_rels/slide14.xml.rels><?xml version='1.0' encoding='UTF-8' standalone='yes'?>
<Relationships xmlns="http://schemas.openxmlformats.org/package/2006/relationships"><Relationship Id="R41bb61fcbded4ad8" Type="http://schemas.openxmlformats.org/officeDocument/2006/relationships/notesSlide" Target="../notesSlides/notesSlide14.xml"/><Relationship Id="Re87d20bfa6e046e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1c7b2683e134f8b" Type="http://schemas.openxmlformats.org/officeDocument/2006/relationships/notesSlide" Target="../notesSlides/notesSlide15.xml"/><Relationship Id="R45df69b8becc44d9"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646bf3ca62cc4187" Type="http://schemas.openxmlformats.org/officeDocument/2006/relationships/notesSlide" Target="../notesSlides/notesSlide16.xml"/><Relationship Id="R95c2f97e4f4647a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287faf4015054bb6" Type="http://schemas.openxmlformats.org/officeDocument/2006/relationships/notesSlide" Target="../notesSlides/notesSlide17.xml"/><Relationship Id="R9adf98f814fa46fc"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6f4428c930344803" Type="http://schemas.openxmlformats.org/officeDocument/2006/relationships/slideLayout" Target="../slideLayouts/slideLayout6.xml"/><Relationship Id="Re800fcfde7304f4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c0e6510425f244d6" Type="http://schemas.openxmlformats.org/officeDocument/2006/relationships/slideLayout" Target="../slideLayouts/slideLayout6.xml"/><Relationship Id="Rc63224ede7064f8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3b65fc4e955f4644" Type="http://schemas.openxmlformats.org/officeDocument/2006/relationships/notesSlide" Target="../notesSlides/notesSlide20.xml"/><Relationship Id="R8d23a69d9bc74966"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83af2e7f75441ba" Type="http://schemas.openxmlformats.org/officeDocument/2006/relationships/slideLayout" Target="../slideLayouts/slideLayout6.xml"/><Relationship Id="Rbe69bc62c2204764" Type="http://schemas.openxmlformats.org/officeDocument/2006/relationships/notesSlide" Target="../notesSlides/notesSlide21.xml"/><Relationship Id="Rc35b78427db34437" Type="http://schemas.openxmlformats.org/officeDocument/2006/relationships/image" Target="../media/image4.png"/></Relationships>
</file>

<file path=ppt/slides/_rels/slide22.xml.rels><?xml version='1.0' encoding='UTF-8' standalone='yes'?>
<Relationships xmlns="http://schemas.openxmlformats.org/package/2006/relationships"><Relationship Id="R364f9d0b27a44fc5" Type="http://schemas.openxmlformats.org/officeDocument/2006/relationships/slideLayout" Target="../slideLayouts/slideLayout6.xml"/><Relationship Id="R81241c4ca152402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eb1bf83489640cd" Type="http://schemas.openxmlformats.org/officeDocument/2006/relationships/slideLayout" Target="../slideLayouts/slideLayout6.xml"/><Relationship Id="R9a2e925dc8c24dab"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c5895ae2a2824731" Type="http://schemas.openxmlformats.org/officeDocument/2006/relationships/slideLayout" Target="../slideLayouts/slideLayout6.xml"/><Relationship Id="Rff44279ab89b4bda"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8ecafd5ad5fc4697" Type="http://schemas.openxmlformats.org/officeDocument/2006/relationships/slideLayout" Target="../slideLayouts/slideLayout6.xml"/><Relationship Id="Ra07e0792aee04d6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43088cd5b87a4fdd" Type="http://schemas.openxmlformats.org/officeDocument/2006/relationships/slideLayout" Target="../slideLayouts/slideLayout6.xml"/><Relationship Id="R5d7f1f7655c8406b"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18b15664a2d4243" Type="http://schemas.openxmlformats.org/officeDocument/2006/relationships/notesSlide" Target="../notesSlides/notesSlide27.xml"/><Relationship Id="Re0532a1dbc654943"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298691ed03d4411a" Type="http://schemas.openxmlformats.org/officeDocument/2006/relationships/slideLayout" Target="../slideLayouts/slideLayout6.xml"/><Relationship Id="R8d26704aef3246f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885bb412642e4e39" Type="http://schemas.openxmlformats.org/officeDocument/2006/relationships/notesSlide" Target="../notesSlides/notesSlide29.xml"/><Relationship Id="Re6fe11addd71441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49e383cf7dd14ed5" Type="http://schemas.openxmlformats.org/officeDocument/2006/relationships/slideLayout" Target="../slideLayouts/slideLayout6.xml"/><Relationship Id="Rc6e4d386bf394ff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2040223d832240a4" Type="http://schemas.openxmlformats.org/officeDocument/2006/relationships/slideLayout" Target="../slideLayouts/slideLayout6.xml"/><Relationship Id="R48ef2af17a3c4ccc"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3e503c6e837e43b6" Type="http://schemas.openxmlformats.org/officeDocument/2006/relationships/notesSlide" Target="../notesSlides/notesSlide32.xml"/><Relationship Id="R488d5302f4214766"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208e58c3dc374bc8" Type="http://schemas.openxmlformats.org/officeDocument/2006/relationships/notesSlide" Target="../notesSlides/notesSlide33.xml"/><Relationship Id="R22e05705647349d1" Type="http://schemas.openxmlformats.org/officeDocument/2006/relationships/hyperlink" Target="https://www.youtube.com/watch?v=v5gnvDUWqFM" TargetMode="External"/><Relationship Id="R349c9ffa210c43bd"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ddbeb61fee642b0" Type="http://schemas.openxmlformats.org/officeDocument/2006/relationships/slideLayout" Target="../slideLayouts/slideLayout6.xml"/><Relationship Id="R9d9c9bb1adb34c4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20797162993b4241" Type="http://schemas.openxmlformats.org/officeDocument/2006/relationships/slideLayout" Target="../slideLayouts/slideLayout6.xml"/><Relationship Id="R7dffb9f4564648b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1944c0d2a05a4b52" Type="http://schemas.openxmlformats.org/officeDocument/2006/relationships/slideLayout" Target="../slideLayouts/slideLayout6.xml"/><Relationship Id="Rf0e56c2b97dd45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1de987c236f545ca" Type="http://schemas.openxmlformats.org/officeDocument/2006/relationships/slideLayout" Target="../slideLayouts/slideLayout6.xml"/><Relationship Id="R215cd5396273454b"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524fc4c297a415b" Type="http://schemas.openxmlformats.org/officeDocument/2006/relationships/slideLayout" Target="../slideLayouts/slideLayout6.xml"/><Relationship Id="Rfeee5263e7c243fd"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d60acf7cfad941a8" Type="http://schemas.openxmlformats.org/officeDocument/2006/relationships/slideLayout" Target="../slideLayouts/slideLayout6.xml"/><Relationship Id="Rfe7ef17155fe474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3ade17df5fd54880" Type="http://schemas.openxmlformats.org/officeDocument/2006/relationships/hyperlink" Target="https://docs.google.com/forms/d/e/1FAIpQLSc7TlczqFeKIMIT4fVxzIp5iZqi07l4b1tGOavTzBN5-nna4A/viewform" TargetMode="External"/><Relationship Id="R7493b96b6e584a79" Type="http://schemas.openxmlformats.org/officeDocument/2006/relationships/notesSlide" Target="../notesSlides/notesSlide40.xml"/><Relationship Id="Rdc7e835bba9348a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05fbbd39d5e64d04" Type="http://schemas.openxmlformats.org/officeDocument/2006/relationships/notesSlide" Target="../notesSlides/notesSlide41.xml"/><Relationship Id="R2e841442c8b74dcc" Type="http://schemas.openxmlformats.org/officeDocument/2006/relationships/slideLayout" Target="../slideLayouts/slideLayout6.xml"/><Relationship Id="Ra8c8e82dfff54517" Type="http://schemas.openxmlformats.org/officeDocument/2006/relationships/hyperlink" Target="https://forms.gle/yMVr6wzmyFqNUESv8" TargetMode="External"/></Relationships>
</file>

<file path=ppt/slides/_rels/slide42.xml.rels><?xml version='1.0' encoding='UTF-8' standalone='yes'?>
<Relationships xmlns="http://schemas.openxmlformats.org/package/2006/relationships"><Relationship Id="R51b0432bbd284f85" Type="http://schemas.openxmlformats.org/officeDocument/2006/relationships/notesSlide" Target="../notesSlides/notesSlide42.xml"/><Relationship Id="R790ddc0be1e34cc4"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4efb28811c0a4a1d" Type="http://schemas.openxmlformats.org/officeDocument/2006/relationships/hyperlink" Target="https://docs.google.com/forms/d/e/1FAIpQLSf5sCKyFfSZ0Xxo8bU_bQCVYDZ5ESgeGf3logWsIfJ9y5PUIg/viewform" TargetMode="External"/><Relationship Id="R8a8b75d20a1044fa" Type="http://schemas.openxmlformats.org/officeDocument/2006/relationships/notesSlide" Target="../notesSlides/notesSlide43.xml"/><Relationship Id="Rc0104cb0995741ad"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68aa743b53154785" Type="http://schemas.openxmlformats.org/officeDocument/2006/relationships/slideLayout" Target="../slideLayouts/slideLayout6.xml"/><Relationship Id="R6f50cf4ed4b543bb" Type="http://schemas.openxmlformats.org/officeDocument/2006/relationships/notesSlide" Target="../notesSlides/notesSlide44.xml"/><Relationship Id="Ra0f619c534fa4c03" Type="http://schemas.openxmlformats.org/officeDocument/2006/relationships/hyperlink" Target="https://forms.gle/98nRi1kV2tLjPzZw7" TargetMode="External"/><Relationship Id="Ra7bdf11717c64a3f" Type="http://schemas.openxmlformats.org/officeDocument/2006/relationships/image" Target="../media/image5.png"/></Relationships>
</file>

<file path=ppt/slides/_rels/slide45.xml.rels><?xml version='1.0' encoding='UTF-8' standalone='yes'?>
<Relationships xmlns="http://schemas.openxmlformats.org/package/2006/relationships"><Relationship Id="R1ca4a017c7f642df" Type="http://schemas.openxmlformats.org/officeDocument/2006/relationships/slideLayout" Target="../slideLayouts/slideLayout6.xml"/><Relationship Id="Rca6d89e6789d4a1e" Type="http://schemas.openxmlformats.org/officeDocument/2006/relationships/notesSlide" Target="../notesSlides/notesSlide45.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188E901-72EE-4D1C-BE56-E7C7F33ADB72}"/>
              </a:ext>
            </a:extLst>
          </p:cNvPr>
          <p:cNvPicPr>
            <a:picLocks xmlns:a="http://schemas.openxmlformats.org/drawingml/2006/main" noChangeAspect="1"/>
          </p:cNvPicPr>
          <p:nvPr/>
        </p:nvPicPr>
        <p:blipFill>
          <a:blip xmlns:r="http://schemas.openxmlformats.org/officeDocument/2006/relationships" xmlns:a="http://schemas.openxmlformats.org/drawingml/2006/main" r:embed="R85edd1ec3ce541a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CE230F-09A5-4798-ABBC-C453BEEEF39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CF019E2-8A18-4B83-8DE9-718A1AF6866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2</a:t>
            </a:r>
          </a:p>
        </p:txBody>
      </p:sp>
      <p:sp>
        <p:nvSpPr>
          <p:cNvPr id="4" name="">
            <a:extLst xmlns:a="http://schemas.openxmlformats.org/drawingml/2006/main">
              <a:ext uri="{FF2B5EF4-FFF2-40B4-BE49-F238E27FC236}">
                <a16:creationId xmlns:a16="http://schemas.microsoft.com/office/drawing/2014/main" id="{7C608AA9-EEF7-40B1-8183-30DB12A2A4E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E2A15B51-25CE-4EC9-B76E-D42D4D679B1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B62FF9B-06C3-46AC-A70F-483767C9366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4788325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28131B-3DFD-4F05-B487-69A8BB2DAE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2DFE5F-9529-4377-A801-0AD38EF42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F91A0E1-0F03-4EA9-A518-4CF4D542F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258FE66-D29D-4BC6-B0B9-2EFDBC40262B}"/>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1DF9EA-6EC5-4C9D-B5D5-A9A1B5A1B2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E35605A-9389-4836-A5D9-9DED531E822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06C12EE6-F92E-4423-BF8A-2BF94D470F6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873CCF8-14DD-48AF-9402-7886944106A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BC439891-1A0C-480E-8514-734D2C7F17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a:t>
            </a:r>
          </a:p>
        </p:txBody>
      </p:sp>
    </p:spTree>
    <p:extLst>
      <p:ext uri="{BB962C8B-B14F-4D97-AF65-F5344CB8AC3E}">
        <p14:creationId xmlns:p14="http://schemas.microsoft.com/office/powerpoint/2010/main" val="5323146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2CF2F9-D12B-494A-B7B1-E4B9054A33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F30204-2A8C-4D05-A7D8-D56025F193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5F6ACA7-F355-4F46-ABD3-037121BD09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9A752F05-A235-4E04-A040-0140C4C61F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B56652-7428-4742-BEF7-F9B42D7B31B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22AD3B2D-6B02-43C6-BC1B-CB6DBD430A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91F0DD-B00A-40DA-96D8-808E220D47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76525259-22DF-4D9A-97B6-42F79BD4BB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B2B0D6-6F95-4EAE-8375-69C7DABF6C0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156DD6B0-92DD-424F-9E4D-360413A17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a:t>
            </a:r>
          </a:p>
        </p:txBody>
      </p:sp>
    </p:spTree>
    <p:extLst>
      <p:ext uri="{BB962C8B-B14F-4D97-AF65-F5344CB8AC3E}">
        <p14:creationId xmlns:p14="http://schemas.microsoft.com/office/powerpoint/2010/main" val="429380539"/>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B85FCB-9EA2-4F2C-A998-637B685606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986F23A-4AAD-486E-A535-17A5320AA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7F8830E-FCE9-4182-9061-75C0D08B202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2CA5AF9-5C0D-4EE8-8A50-F914975F159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0C807D51-2A16-48D6-BB6F-BC7169A24E9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C41E8044-D20F-4F4A-A1E2-B8750CFC0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a:t>
            </a:r>
          </a:p>
        </p:txBody>
      </p:sp>
    </p:spTree>
    <p:extLst>
      <p:ext uri="{BB962C8B-B14F-4D97-AF65-F5344CB8AC3E}">
        <p14:creationId xmlns:p14="http://schemas.microsoft.com/office/powerpoint/2010/main" val="20258839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31C570-7449-496D-83A7-E88CF643C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74667C-9AEA-4B44-B11B-2ECBCB0D8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C4351EA-1428-4DC2-BBA0-93B4E91F0F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0DAF3A0-8B17-460A-9FB7-623639B769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02E3A3-C10C-43DF-AF34-19768C86E4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49B60129-5726-49FC-AF68-5E295695E3D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2437F3-9465-422C-AC8F-36147FB931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50C30F3C-53C8-485D-B188-2B51F58AE5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7F7A26-7769-4675-9B41-769B1B17FC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FD8D62CE-8642-48B4-B292-5D52DF1AE0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5</a:t>
            </a:r>
          </a:p>
        </p:txBody>
      </p:sp>
    </p:spTree>
    <p:extLst>
      <p:ext uri="{BB962C8B-B14F-4D97-AF65-F5344CB8AC3E}">
        <p14:creationId xmlns:p14="http://schemas.microsoft.com/office/powerpoint/2010/main" val="14396944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F8C6DF-E0E4-4BA9-A8F7-D94B28D2644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7199772-3A77-4DDA-B91F-284018A5BA2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1A275898-6EF9-47FD-83BD-88072E4D9FF0}"/>
              </a:ext>
            </a:extLst>
          </p:cNvPr>
          <p:cNvPicPr>
            <a:picLocks xmlns:a="http://schemas.openxmlformats.org/drawingml/2006/main" noChangeAspect="1"/>
          </p:cNvPicPr>
          <p:nvPr/>
        </p:nvPicPr>
        <p:blipFill>
          <a:blip xmlns:r="http://schemas.openxmlformats.org/officeDocument/2006/relationships" xmlns:a="http://schemas.openxmlformats.org/drawingml/2006/main" r:embed="R425cdb2908334eb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C637EAE-C728-4CBF-A19E-1F46F0A1F7E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1B6E05-7B40-440A-AB24-58F47FBCC80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02D8529C-254C-461E-9357-F024B87FCF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6</a:t>
            </a:r>
          </a:p>
        </p:txBody>
      </p:sp>
    </p:spTree>
    <p:extLst>
      <p:ext uri="{BB962C8B-B14F-4D97-AF65-F5344CB8AC3E}">
        <p14:creationId xmlns:p14="http://schemas.microsoft.com/office/powerpoint/2010/main" val="3926288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870EB2-3B96-4230-A1CA-BC0C485D0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91CC2E-1099-422F-BE44-29D9DBEC27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7C015-63FD-4256-9B3C-FA267A098F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26DCF47-B5F8-4470-B313-860B5F36253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47149D-BB4E-49E3-85A2-A0EDD8EC05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7EB03F04-75E8-4CA9-9198-04F77E07F19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23B522E4-3C41-45EE-9DAD-ED20597BBE4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E50E999-10C0-47AA-9E72-1E4772667EF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555DF081-6145-41A1-A13B-B97C251E3D7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AFFEFFB3-21C2-4B7B-8834-DE38E61B40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7</a:t>
            </a:r>
          </a:p>
        </p:txBody>
      </p:sp>
    </p:spTree>
    <p:extLst>
      <p:ext uri="{BB962C8B-B14F-4D97-AF65-F5344CB8AC3E}">
        <p14:creationId xmlns:p14="http://schemas.microsoft.com/office/powerpoint/2010/main" val="10462312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B92059-8477-482B-A143-745D27BC8A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542C9B-6F32-4435-B45C-FD13579B7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6EF91C-E34C-4448-A3BD-A4AAE85DD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3FD9605D-F6F2-4828-8548-276577E4EF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FB5046-1210-4C83-9EE4-5F8BAE161B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26263989-59AA-4BCC-830F-8064E1958B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654233-43AD-4CAA-AEB9-6016566FE5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7B4CBE55-A9EB-464E-A95E-3E118E6F85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348DB6-8AB1-4926-8267-0B4020920CE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2C98B6FE-7232-4098-B9CD-260882F3D8E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75F0417-86C6-47E0-A338-D9EC3404E9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E0D44609-E846-4104-BAE4-6F6944AEE1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8</a:t>
            </a:r>
          </a:p>
        </p:txBody>
      </p:sp>
    </p:spTree>
    <p:extLst>
      <p:ext uri="{BB962C8B-B14F-4D97-AF65-F5344CB8AC3E}">
        <p14:creationId xmlns:p14="http://schemas.microsoft.com/office/powerpoint/2010/main" val="7588661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E2D21F-A806-4183-BBF8-3CF8CACE0E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C74202-52B0-498E-9C5D-E2D2ECBDBB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2D040F-92D8-4259-B067-C575492B7F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1D77E819-DA84-426D-8DC8-90E504B003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F8D9A8-A716-4204-A3F2-EDEBDC54A2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09BA1D04-B342-4853-9CA2-31727EABC7C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36079C-F9C8-4500-BA7B-DF8DF8FB98C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1D46BCA5-8DCE-488D-BA25-910667659F9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E82F96-8327-4FAB-A3FA-CF7BDA5C547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211ED61C-8679-4E92-BA01-482AC637A78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554341-90EE-45D8-A9F0-141813B73A5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F4F0C38D-4B1E-4995-ACD5-9374363D1B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9</a:t>
            </a:r>
          </a:p>
        </p:txBody>
      </p:sp>
    </p:spTree>
    <p:extLst>
      <p:ext uri="{BB962C8B-B14F-4D97-AF65-F5344CB8AC3E}">
        <p14:creationId xmlns:p14="http://schemas.microsoft.com/office/powerpoint/2010/main" val="14736928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C27BBE-163B-4940-8EE2-89E4CA666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C228BB-4EFD-4AB3-A366-33627DD4A8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E3A12F-5F44-4C5F-AB09-A52F9C619A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E8DFE351-D202-42C0-9A5C-06C82F7835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8B2CF6-FBC5-43E5-A845-8DD73D10E0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D43629D9-888E-4882-8639-BBBCB10B2A3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D4A83D-118E-4953-8B01-326162AEF8A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3C706826-6A77-43AF-B63A-D65A3BC807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C26BAF-FE8F-4084-AA43-AE0E3852FB8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E5A364A-FEE5-41D7-A478-A9DC90C6D2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10</a:t>
            </a:r>
          </a:p>
        </p:txBody>
      </p:sp>
    </p:spTree>
    <p:extLst>
      <p:ext uri="{BB962C8B-B14F-4D97-AF65-F5344CB8AC3E}">
        <p14:creationId xmlns:p14="http://schemas.microsoft.com/office/powerpoint/2010/main" val="16726700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B751CC-8028-4F05-A970-6C3A3BA650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3E29E3-B394-475F-97D7-108766978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6B8F95-18F1-40D9-BC19-3B8A0B293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4007F63-8264-4E43-9B9A-4B9D0128C28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60E275-5F42-4EEC-BC44-8F79B8ADC59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C1887AAB-FFAC-49D0-A110-364C0D45414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864EDB1F-61EB-4F6C-AA15-2B6178C90DA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DB0B14-B252-4BF8-BC2B-1D3C4CC4F8B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69EDD87F-0D18-489C-A617-59B623249D3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CE7D0204-B603-40CA-A084-DA9757CF97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11</a:t>
            </a:r>
          </a:p>
        </p:txBody>
      </p:sp>
    </p:spTree>
    <p:extLst>
      <p:ext uri="{BB962C8B-B14F-4D97-AF65-F5344CB8AC3E}">
        <p14:creationId xmlns:p14="http://schemas.microsoft.com/office/powerpoint/2010/main" val="16594728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7647FE-37BD-4F49-85F2-6E859BD49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6EDA3-E1E4-4341-9AC0-23568623C3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AAE47E-620D-4E43-8409-1BA599B156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D8360BD6-E9C0-431A-A4E3-088A440522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264818-B832-4EC6-9514-2CCCF9D0CC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ACEF66F5-36B4-4A3F-B65F-CAFEDEF293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5C2C21-F7AD-409B-BFAA-23A95E8BAF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D6423CA4-B84A-4BF6-BDB2-CFE4C126D6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9D8970-4057-458B-9D8F-D05F3D296B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5729959B-82E0-4EAC-9468-3D3EC094B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12</a:t>
            </a:r>
          </a:p>
        </p:txBody>
      </p:sp>
    </p:spTree>
    <p:extLst>
      <p:ext uri="{BB962C8B-B14F-4D97-AF65-F5344CB8AC3E}">
        <p14:creationId xmlns:p14="http://schemas.microsoft.com/office/powerpoint/2010/main" val="2229918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3A8FBB-5138-41B7-B215-A8BD00B7502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B60B00-3F38-404D-83CD-FB1B1F24AD8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3523BA5F-7F84-474B-9DB9-7EA2522A6090}"/>
              </a:ext>
            </a:extLst>
          </p:cNvPr>
          <p:cNvPicPr>
            <a:picLocks xmlns:a="http://schemas.openxmlformats.org/drawingml/2006/main" noChangeAspect="1"/>
          </p:cNvPicPr>
          <p:nvPr/>
        </p:nvPicPr>
        <p:blipFill>
          <a:blip xmlns:r="http://schemas.openxmlformats.org/officeDocument/2006/relationships" xmlns:a="http://schemas.openxmlformats.org/drawingml/2006/main" r:embed="Rcf0a9ab9945f47c4"/>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0BA6343-7F39-40B0-9801-0F93F1D285C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763BDF-03E3-4522-901E-48C48D5C2A8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A032AFFE-0B01-4A38-8C67-E11F0E408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13</a:t>
            </a:r>
          </a:p>
        </p:txBody>
      </p:sp>
    </p:spTree>
    <p:extLst>
      <p:ext uri="{BB962C8B-B14F-4D97-AF65-F5344CB8AC3E}">
        <p14:creationId xmlns:p14="http://schemas.microsoft.com/office/powerpoint/2010/main" val="11639299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8980BF-1034-4844-860B-C6205C12EB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77EE2A-7692-4ED0-B400-C519D68CF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E8F73E1-F567-4D52-9F49-45A822B06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532F7690-75B3-4E82-B853-24F8379C055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0CFBF6-FA34-4D66-8DE8-E58FF97DCE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89FFD274-0270-43F8-A6A6-2BF802237F1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87DE1DA5-9BF0-465D-90B8-65D29378D9E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9A5156-9549-4DCA-BF49-B72444AB9C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35950376-EC1E-4465-8D79-D27E166B74E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952E390-132E-493A-8399-C5F7715F6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14</a:t>
            </a:r>
          </a:p>
        </p:txBody>
      </p:sp>
    </p:spTree>
    <p:extLst>
      <p:ext uri="{BB962C8B-B14F-4D97-AF65-F5344CB8AC3E}">
        <p14:creationId xmlns:p14="http://schemas.microsoft.com/office/powerpoint/2010/main" val="2082485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A89E07-3EE0-4677-B332-251820AF20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359141-5263-4E8D-8904-5D0A03EC9F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6784D9-B03C-4D0A-AAE8-96129BA075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4688E460-76B6-4479-B2BB-DC352965428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1239C6-96D9-4B74-B0DF-00D2B14FC0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3A32553F-3F54-416A-BB72-BEF031734E5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DC1C2683-F29F-40C4-92FC-AA4E5918E5A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28BDA75-28F1-4438-B72D-64174F146F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F1BB0880-34B4-4C5D-AB11-B858FAA4BDC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AF619A41-541C-49C3-886A-E895D4324F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15</a:t>
            </a:r>
          </a:p>
        </p:txBody>
      </p:sp>
    </p:spTree>
    <p:extLst>
      <p:ext uri="{BB962C8B-B14F-4D97-AF65-F5344CB8AC3E}">
        <p14:creationId xmlns:p14="http://schemas.microsoft.com/office/powerpoint/2010/main" val="2082388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950898-C550-45BB-A428-4E9311610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BFCC44-E0D2-4083-8BC1-9526318511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9CF1DA-1F96-43A0-B631-B245E70F6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9B704554-A505-47FC-B97B-516CA5F738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43C38F-434C-4A0F-864A-498930C05A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18A25C67-DEA7-4314-AF5E-9A6B99A7522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F06388-9707-43AD-8200-F099E09D98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2A5A084-2908-462A-920E-2E1CF0C30E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3D6C8A-B6D5-4E01-AB4F-7EE57CB25B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9480A473-049D-4777-A7F2-F094E96B64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16</a:t>
            </a:r>
          </a:p>
        </p:txBody>
      </p:sp>
    </p:spTree>
    <p:extLst>
      <p:ext uri="{BB962C8B-B14F-4D97-AF65-F5344CB8AC3E}">
        <p14:creationId xmlns:p14="http://schemas.microsoft.com/office/powerpoint/2010/main" val="21192038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12E715-0B14-4182-BE86-1D43BDFBB4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7285C-44F3-46ED-83C7-4D7B70DC9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34805B-10C7-4A97-B4F0-7D35007F7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0709588B-1399-41F2-AB79-D5DC372363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B1DC5C-E261-4F35-8319-746CC61B96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E67091C4-483A-4FCF-B645-63C1E37056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ADCD0-5236-47B6-BB24-87E1F80296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B3A17C7F-0414-4BB9-8257-D839CC0413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A9D8BC-D405-4622-ABC1-E3E8681DB5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80E1E9F2-9FEC-4F62-A386-6491CEEA80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17</a:t>
            </a:r>
          </a:p>
        </p:txBody>
      </p:sp>
    </p:spTree>
    <p:extLst>
      <p:ext uri="{BB962C8B-B14F-4D97-AF65-F5344CB8AC3E}">
        <p14:creationId xmlns:p14="http://schemas.microsoft.com/office/powerpoint/2010/main" val="185456517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789FC-CCC2-49FE-8B45-7DDD68CCB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691AE5-76C9-4EDA-B1BA-CC0B97BFB9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632D76-C1F0-4718-B5FE-8DC039B3F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E3134B28-02A2-439B-A572-A3610E311E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7587C7-5EB9-4E8D-8C6B-E15AF1E9F2C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88E5C76B-5EDA-416A-9C77-F024EC112A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8F4E683-09F8-4FC9-9C3E-283F6572570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9CAB3CC-8468-417B-B78A-C0B3500D4D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317CA95F-5476-43AD-806A-A40123A95E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1D6FE648-EC7F-4537-8A68-5DF3498D97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18</a:t>
            </a:r>
          </a:p>
        </p:txBody>
      </p:sp>
    </p:spTree>
    <p:extLst>
      <p:ext uri="{BB962C8B-B14F-4D97-AF65-F5344CB8AC3E}">
        <p14:creationId xmlns:p14="http://schemas.microsoft.com/office/powerpoint/2010/main" val="15149533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6646B-D2F4-4253-807A-75BE7CE8D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B554A8-D6BA-4BFF-8E21-76A9B2E1E1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C7D907C-A569-42E6-B760-EB49981216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B5DD2EAA-73F7-460B-A1A8-4A1CCC9AF19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6E4B2A-F17F-40DB-9FC3-048F4CCE3D1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62456D5A-730E-4A40-8DBC-20CF2D65C08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52033A3-7A12-44B6-B3FA-0D00AEE2ED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19</a:t>
            </a:r>
          </a:p>
        </p:txBody>
      </p:sp>
    </p:spTree>
    <p:extLst>
      <p:ext uri="{BB962C8B-B14F-4D97-AF65-F5344CB8AC3E}">
        <p14:creationId xmlns:p14="http://schemas.microsoft.com/office/powerpoint/2010/main" val="8863999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DFD96-633D-485D-BA01-54E36B1574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1B56A6-D081-4EEA-AAA3-E43B8B3900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2067D-9650-41B6-B51F-E731A553E6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A1D61ACC-CCFA-45CA-BE8D-997688DC1AF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27BF53-8B95-4499-847B-82B8E77F63B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6E47EB5F-F733-41F2-A5A6-CCC2BE2C01E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186A68D6-9C8A-43E4-8759-555365CC1B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20</a:t>
            </a:r>
          </a:p>
        </p:txBody>
      </p:sp>
    </p:spTree>
    <p:extLst>
      <p:ext uri="{BB962C8B-B14F-4D97-AF65-F5344CB8AC3E}">
        <p14:creationId xmlns:p14="http://schemas.microsoft.com/office/powerpoint/2010/main" val="15465170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0E1102-AA5A-4AAD-99AC-50CF4772242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1D762B-3914-46BE-BF6E-29C7FFCC136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7BFAAF9D-A3CE-41D9-900F-0A5128E14C03}"/>
              </a:ext>
            </a:extLst>
          </p:cNvPr>
          <p:cNvPicPr>
            <a:picLocks xmlns:a="http://schemas.openxmlformats.org/drawingml/2006/main" noChangeAspect="1"/>
          </p:cNvPicPr>
          <p:nvPr/>
        </p:nvPicPr>
        <p:blipFill>
          <a:blip xmlns:r="http://schemas.openxmlformats.org/officeDocument/2006/relationships" xmlns:a="http://schemas.openxmlformats.org/drawingml/2006/main" r:embed="Rc35b78427db34437"/>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9602BE7-8CCA-418F-828E-23371601901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06E9A5-6D4D-41AC-BA68-871B3C970E7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66D3D79C-7F38-43A5-83B5-171DC6971D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21</a:t>
            </a:r>
          </a:p>
        </p:txBody>
      </p:sp>
    </p:spTree>
    <p:extLst>
      <p:ext uri="{BB962C8B-B14F-4D97-AF65-F5344CB8AC3E}">
        <p14:creationId xmlns:p14="http://schemas.microsoft.com/office/powerpoint/2010/main" val="10670926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084261-6F7E-474F-94CC-13E8997790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2FB249-1436-42CD-ACCB-482A803B1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4189B9E2-E35B-4181-9D02-C34986F66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900CDBF8-A6D3-4A55-8F39-9E3322FF38D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ABC501-7395-4DED-908F-039065B6FA0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BA8D12BF-CAB0-42ED-8270-D58D48A63590}"/>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580EE7-0899-4E9C-B89C-9A630D34881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79B206E0-3AAD-4138-8CB3-4C2542316F7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4EC0C1-247C-44F0-AEC2-E70FA894DD66}"/>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1531F64C-FF0C-4369-A058-7BD2FA275342}"/>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2026B9-345F-464A-BFDA-A0DBE291784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BD1BA120-DB48-4EEC-B01F-A9390F36BB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22</a:t>
            </a:r>
          </a:p>
        </p:txBody>
      </p:sp>
    </p:spTree>
    <p:extLst>
      <p:ext uri="{BB962C8B-B14F-4D97-AF65-F5344CB8AC3E}">
        <p14:creationId xmlns:p14="http://schemas.microsoft.com/office/powerpoint/2010/main" val="8616767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257DEF-8EEE-4A95-8299-EF9895D38E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85A421-A4AA-4C91-8E8A-5F197DCC69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1241B22-5895-4BCC-A775-449A2AE067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633A9D08-5481-4DEB-8302-48E5BD95BD6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323510-347A-4FCD-83D5-46E165938F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F26D2AA9-A0F5-4932-BD01-99E41B05A0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8B2FBC5-317C-4726-8610-A750FB0CA5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23</a:t>
            </a:r>
          </a:p>
        </p:txBody>
      </p:sp>
    </p:spTree>
    <p:extLst>
      <p:ext uri="{BB962C8B-B14F-4D97-AF65-F5344CB8AC3E}">
        <p14:creationId xmlns:p14="http://schemas.microsoft.com/office/powerpoint/2010/main" val="1808888269"/>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77917-84B7-4167-90B3-FCD2E1B1DB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91C950D-1F55-4572-9F12-FE7490BAF6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16CB7964-2EEF-4FAE-B2AE-EF554D1EDE4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E37D6F7-8A92-4463-9465-84B754F59A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F8439BF5-A18E-4020-81D7-6E1E0E6FD46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13C04609-31BE-4008-8C98-0A7D7BD32E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24</a:t>
            </a:r>
          </a:p>
        </p:txBody>
      </p:sp>
    </p:spTree>
    <p:extLst>
      <p:ext uri="{BB962C8B-B14F-4D97-AF65-F5344CB8AC3E}">
        <p14:creationId xmlns:p14="http://schemas.microsoft.com/office/powerpoint/2010/main" val="5998694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A68D01-6308-4F3F-8616-7F5BD53D0E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D5C94B-CDE0-41D7-9832-C051B0F69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31D3941-C5B5-42FF-A2BD-88CEC9CA0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1D66F67-BCDC-4D46-A86F-65487D19A69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F958C1-1018-47B7-8E82-0803AF5D9D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49291D20-B6BB-4B85-B465-D57E36DB666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E0C1061-0AA8-4D78-84D1-09F4148ABD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25</a:t>
            </a:r>
          </a:p>
        </p:txBody>
      </p:sp>
    </p:spTree>
    <p:extLst>
      <p:ext uri="{BB962C8B-B14F-4D97-AF65-F5344CB8AC3E}">
        <p14:creationId xmlns:p14="http://schemas.microsoft.com/office/powerpoint/2010/main" val="3904193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FE7476-2C73-4FBE-9E63-317C586BF6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763150-7EAD-4027-B4BB-66277010DB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EDF787F-A879-4F46-8047-46CD69C824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0A6DE2A8-F57D-4393-93B1-1484891A3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47689-0102-4B58-8074-6F1970301B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2D595BCA-4502-4908-8FE0-AD99D150FC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5FB29B-9361-4307-9D75-01B9B0F7FE9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3E01F8E9-1C09-4E17-8FCC-2EF4D7E72A0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FD2A23-1ACF-4758-9B51-7FA0CED0AE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AAB4D8FD-63DD-4A79-B13C-5C6D64DE7C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26</a:t>
            </a:r>
          </a:p>
        </p:txBody>
      </p:sp>
    </p:spTree>
    <p:extLst>
      <p:ext uri="{BB962C8B-B14F-4D97-AF65-F5344CB8AC3E}">
        <p14:creationId xmlns:p14="http://schemas.microsoft.com/office/powerpoint/2010/main" val="144177376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9BC10E-FABE-41C8-A910-4821E5C56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130E12-2156-4811-AC61-E339296237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A791FD1-EFE8-46B6-95BB-008F178CF9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AF441E93-9854-465E-BA1A-41C5A8A7095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4D733E-9121-4699-9932-DA7D56AD4A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218E65B4-AFC8-41CE-B010-9C2FA79439F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1B38E135-E871-483D-953E-08EB39A771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7D03CC-95EF-4173-835A-020E8879B6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4A3E2BB5-8F98-4379-AD81-85BFF3AF854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CC4D9EAA-4707-4CB2-A192-D45383D75A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27</a:t>
            </a:r>
          </a:p>
        </p:txBody>
      </p:sp>
    </p:spTree>
    <p:extLst>
      <p:ext uri="{BB962C8B-B14F-4D97-AF65-F5344CB8AC3E}">
        <p14:creationId xmlns:p14="http://schemas.microsoft.com/office/powerpoint/2010/main" val="203410776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D1842E-F875-4DAC-880C-16B4B03EDF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C00534-850B-4252-9947-EF1337ACE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ED8138-8B88-4674-AFE4-9DC4A248F1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1B88DCF6-01EF-4012-AA67-A069603A8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85388D-578A-4008-809E-A97675BE3D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173994D0-55AE-42A6-971D-ED705F8098D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82C3F7-8C9D-4A79-B70C-7E10314547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depth_m</a:t>
            </a:r>
          </a:p>
        </p:txBody>
      </p:sp>
      <p:sp>
        <p:nvSpPr>
          <p:cNvPr id="8" name="">
            <a:extLst xmlns:a="http://schemas.openxmlformats.org/drawingml/2006/main">
              <a:ext uri="{FF2B5EF4-FFF2-40B4-BE49-F238E27FC236}">
                <a16:creationId xmlns:a16="http://schemas.microsoft.com/office/drawing/2014/main" id="{B40C7B7F-CA78-44E5-95BC-E710F1F015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F81F4F-465E-4B03-8CB2-0C5A6D14EC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9E911372-DFEC-4AE7-934B-9B5A701C4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28</a:t>
            </a:r>
          </a:p>
        </p:txBody>
      </p:sp>
    </p:spTree>
    <p:extLst>
      <p:ext uri="{BB962C8B-B14F-4D97-AF65-F5344CB8AC3E}">
        <p14:creationId xmlns:p14="http://schemas.microsoft.com/office/powerpoint/2010/main" val="9017513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7F2F9B-044E-489E-A143-49B2BC483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E5F5B8-2588-433E-97AE-A155C02FAA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612597-A141-4157-A63C-A5F3899889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56D69512-B7C9-4B2F-A55B-AE232F296D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158018-C723-4EDC-A0B2-A406738D7B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E6DE0E26-58D9-410B-8680-59CE387D97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DBD96-4534-48E1-A14C-33BE1D6A959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C862F83C-6E72-41F3-BE60-AD562DE953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2BAD90-481C-4B95-8AF1-7F3E655B23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E27CC798-8C67-476D-AAC3-73CFBA204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29</a:t>
            </a:r>
          </a:p>
        </p:txBody>
      </p:sp>
    </p:spTree>
    <p:extLst>
      <p:ext uri="{BB962C8B-B14F-4D97-AF65-F5344CB8AC3E}">
        <p14:creationId xmlns:p14="http://schemas.microsoft.com/office/powerpoint/2010/main" val="10341626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632099-2CED-4DA7-9E3E-2644A6634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E6EC0A-1D47-44B4-A62E-24D770A612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01D34E-563E-444E-BE17-AE854CC1C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5130FB2D-5F9D-4F56-B589-E9FA3E9299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97310D-837C-4280-BD17-25C57390A97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EE781FDF-4881-4818-9A0F-9D3274C04C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E09DDF-7115-4182-ACEF-696D62E9AC1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648C0D24-7B4B-4F66-9E3D-12B5AB3F95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D784C7-F0EE-4BE7-86E1-2DFD73027B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E75197F1-A0C7-41F6-BE11-2B0B0C11F9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1578E40-966D-420F-8346-26193D30CD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1109DB53-C842-4101-AA73-373D469986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30</a:t>
            </a:r>
          </a:p>
        </p:txBody>
      </p:sp>
    </p:spTree>
    <p:extLst>
      <p:ext uri="{BB962C8B-B14F-4D97-AF65-F5344CB8AC3E}">
        <p14:creationId xmlns:p14="http://schemas.microsoft.com/office/powerpoint/2010/main" val="9103422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B34486-8F45-4E1A-9AC2-54C679C3A4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DC9490-3DE6-461E-ADDE-D4A9C3CBB7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369EA76-801F-4494-8E6C-65BBC80DE2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0346C546-EFB4-4F09-9F08-FC13199A482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7D4A4A-EA97-4F5C-926C-E1736D35AC4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B1F7124-F779-4FA7-B6E2-EC3583238F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71CC028D-D3B5-4435-B86A-4A0D83B413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31</a:t>
            </a:r>
          </a:p>
        </p:txBody>
      </p:sp>
    </p:spTree>
    <p:extLst>
      <p:ext uri="{BB962C8B-B14F-4D97-AF65-F5344CB8AC3E}">
        <p14:creationId xmlns:p14="http://schemas.microsoft.com/office/powerpoint/2010/main" val="42817027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2A27CB-F862-4C05-A83F-1C11B2C846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EB7FF3-6431-46D4-B48C-A5C19611E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D56237-D7C8-46CE-BC34-323FA1D34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D21F08A6-187D-4752-96AE-958F13A0EB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006CEB-9958-4A9D-B2FB-DC19CDE3F5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FECF70AA-07D1-4D5F-812C-98102CBD7C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65093B-829F-4D58-AD3D-0C918E5E00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FE44ADD9-BC09-441B-8063-5E79A6946E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80DF92-E488-4AC0-8A12-A5F08192B7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D8F92EE6-952A-4EC2-ACF1-FDDA80B2C9C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9FFEEBC-7933-48E4-A728-4EA63BB92E7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9C69FB4A-5BDB-42CC-8522-3FF457B7BC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32</a:t>
            </a:r>
          </a:p>
        </p:txBody>
      </p:sp>
    </p:spTree>
    <p:extLst>
      <p:ext uri="{BB962C8B-B14F-4D97-AF65-F5344CB8AC3E}">
        <p14:creationId xmlns:p14="http://schemas.microsoft.com/office/powerpoint/2010/main" val="207855018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39E3D7-0768-44D1-9A22-462927D4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365B84-9D00-4158-89C4-3DCA4C27D2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8CEB5C4-6E14-4966-BD3A-F910936990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FA2AB33-D7D9-4C44-B18E-BDC0ABBF2E1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61C8D4-085C-495C-9E3F-57D7962C763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B3A74B88-0892-4C86-9AD1-BBB82321E23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EBF014-9D00-401C-8CFB-463B0B531899}"/>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E271B054-24A7-48F9-88E0-DE09B1CFB03A}"/>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92EADC-FED1-4B58-8948-5ACE72C2D85F}"/>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B898FE34-2C9A-485F-B3B7-202C2164EB6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0DED61-4046-4917-B195-F095E9310FA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2e05705647349d1"/>
              </a:rPr>
              <a:t>Open explainer video</a:t>
            </a:r>
          </a:p>
        </p:txBody>
      </p:sp>
      <p:sp>
        <p:nvSpPr>
          <p:cNvPr id="12" name="">
            <a:extLst xmlns:a="http://schemas.openxmlformats.org/drawingml/2006/main">
              <a:ext uri="{FF2B5EF4-FFF2-40B4-BE49-F238E27FC236}">
                <a16:creationId xmlns:a16="http://schemas.microsoft.com/office/drawing/2014/main" id="{E54CF014-A4DD-4B11-A459-05FEA3FC27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E268EE0A-D7A5-4F7D-ADF5-4E2927175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33</a:t>
            </a:r>
          </a:p>
        </p:txBody>
      </p:sp>
    </p:spTree>
    <p:extLst>
      <p:ext uri="{BB962C8B-B14F-4D97-AF65-F5344CB8AC3E}">
        <p14:creationId xmlns:p14="http://schemas.microsoft.com/office/powerpoint/2010/main" val="1246757711"/>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B3BC66-8E1C-4674-BB33-77D61C9625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9C4193B-8CF3-4E73-B162-572F59B5AB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B363ADA0-4AF4-4893-812E-B1444A7666E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121098E-850C-430E-AEA1-10160A6194C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0A310C07-F238-4A07-A3B6-67BD9224738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7849FCC0-E8C2-44DF-A8A5-94C38ADE51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34</a:t>
            </a:r>
          </a:p>
        </p:txBody>
      </p:sp>
    </p:spTree>
    <p:extLst>
      <p:ext uri="{BB962C8B-B14F-4D97-AF65-F5344CB8AC3E}">
        <p14:creationId xmlns:p14="http://schemas.microsoft.com/office/powerpoint/2010/main" val="205493109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4DC269-E655-4CE4-A780-E97B8EBA8A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DBA0B8-27A7-478C-8663-870DA63DA4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C9DABC-CBB0-4208-A856-6FB076C24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8DD017-A485-46D4-9EBC-C088048651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AD9FD-19F3-45A8-832D-A64E230123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9920542F-6A91-403C-8E2E-F0E60D7C1D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6C5B7D-8E15-4C54-AF50-96E0508305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C872A6E9-7EBB-47CB-B801-36BC52E40E9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9B1C79-33F6-4FCA-99D2-47D8534831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72F7FFFE-652C-423C-8E9A-D06BC26D68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002352-254D-46BD-858F-1BBD186207D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6601B1A0-5C57-4784-8413-3BFD3E2BE3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35</a:t>
            </a:r>
          </a:p>
        </p:txBody>
      </p:sp>
    </p:spTree>
    <p:extLst>
      <p:ext uri="{BB962C8B-B14F-4D97-AF65-F5344CB8AC3E}">
        <p14:creationId xmlns:p14="http://schemas.microsoft.com/office/powerpoint/2010/main" val="11448908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D2D62E-30C5-45E5-BD37-B854F1BF23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6ABC1F-6556-4797-80F1-EBA1721E37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826122-DBE2-4DC4-A4FA-387BFC446B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C8BD1829-155A-4159-B11F-3551B6A341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15628B-C462-412F-BCF3-40362DFBD2A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36CA31C4-A8C4-4C03-A5C1-2829EC52E6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36</a:t>
            </a:r>
          </a:p>
        </p:txBody>
      </p:sp>
    </p:spTree>
    <p:extLst>
      <p:ext uri="{BB962C8B-B14F-4D97-AF65-F5344CB8AC3E}">
        <p14:creationId xmlns:p14="http://schemas.microsoft.com/office/powerpoint/2010/main" val="9356211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32A815-89E7-4C43-8D75-E76F0726C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ABAD12-4D40-42EC-99B2-DD43F5D58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012ADE-D8B7-466D-9722-0C5600984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A5404600-9412-435A-A69D-EDF99B3639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5EADC8-2FFC-44B2-B5A4-C16F86E120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511F4738-65BD-44E6-8B85-EA560B44310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8506FD-0246-4D21-A64D-744DD4B671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D727BC26-D508-4382-B5B2-CC940A3D60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57294D-11EF-4CFF-95D5-79738BDC925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034425E8-F864-498D-8426-DBDA1117EE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F058F5-833F-4744-B01F-FADBA127C82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49D2C2DE-601C-4BCE-9E6A-03F8E6DED8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37</a:t>
            </a:r>
          </a:p>
        </p:txBody>
      </p:sp>
    </p:spTree>
    <p:extLst>
      <p:ext uri="{BB962C8B-B14F-4D97-AF65-F5344CB8AC3E}">
        <p14:creationId xmlns:p14="http://schemas.microsoft.com/office/powerpoint/2010/main" val="78981240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5CBB84-2197-4C0B-9CA7-4FA010261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6CE02D-3AD4-4038-BF37-546B41FE11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9666A3-3352-45F3-BE52-1A114CD989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877B72EF-F0CF-40E6-A9C2-305732F248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4C2055-E8C4-4121-8C8B-38C8ED647BE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B8B1B860-6711-4C51-A978-70BA76DB97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38</a:t>
            </a:r>
          </a:p>
        </p:txBody>
      </p:sp>
    </p:spTree>
    <p:extLst>
      <p:ext uri="{BB962C8B-B14F-4D97-AF65-F5344CB8AC3E}">
        <p14:creationId xmlns:p14="http://schemas.microsoft.com/office/powerpoint/2010/main" val="48084429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2783FC-75CF-45CA-B416-3A776C79D4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C0016CC-B3D4-411D-9FF9-C6D0D87966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3FF8CB-81EC-4962-A0BE-0E58C57628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F4D5765F-9512-406F-90D9-DAEA35A12A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ED12BA-ED63-4BC5-8606-C69B168597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F383FACB-7A09-4F33-8803-83337590757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D5C802-9253-4090-B960-FE80AB7B7BE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615E7B5A-D1C1-435C-A094-CB7E4254AEF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41C85E-791C-4A01-B748-40266A5769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9DCAB4E5-8E0C-438B-9760-704CDF2296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39</a:t>
            </a:r>
          </a:p>
        </p:txBody>
      </p:sp>
    </p:spTree>
    <p:extLst>
      <p:ext uri="{BB962C8B-B14F-4D97-AF65-F5344CB8AC3E}">
        <p14:creationId xmlns:p14="http://schemas.microsoft.com/office/powerpoint/2010/main" val="200478016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ABEDB2-C1BB-42D7-B5A0-AC5904E36D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D9CFA3-44D0-4235-9F67-DE177941B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C4CEBF9-6FCF-419D-959C-D09B90D15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C8179FA1-AB54-447C-B4E9-3C1B19044D1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E37AC8-95A2-4612-9EA9-76BF57F6C8BB}"/>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BBA5AADA-7112-4F53-A7A6-1B923CCEE58B}"/>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A648E-BC10-4904-8EEA-D8E2C2958DE1}"/>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A921745B-6DE6-4136-A191-863BCE73A290}"/>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936E2A-6AA0-4CBA-9B40-97F44BA158F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40588335-083A-4F6A-90FF-A65DEF4083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9D44DE-03D0-4D4A-9CE4-5EA0F81B1FB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ade17df5fd54880"/>
              </a:rPr>
              <a:t>Open Week 1 A1 assignment form</a:t>
            </a:r>
          </a:p>
        </p:txBody>
      </p:sp>
      <p:sp>
        <p:nvSpPr>
          <p:cNvPr id="12" name="">
            <a:extLst xmlns:a="http://schemas.openxmlformats.org/drawingml/2006/main">
              <a:ext uri="{FF2B5EF4-FFF2-40B4-BE49-F238E27FC236}">
                <a16:creationId xmlns:a16="http://schemas.microsoft.com/office/drawing/2014/main" id="{AC63E62D-85FB-4937-9EA9-8E9372F76AC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https://docs.google.com/forms/d/e/1FAIpQLSc7TlczqFeKIMIT4fVxzIp5iZqi07l4b1tGOavTzBN5-nna4A/viewform</a:t>
            </a:r>
          </a:p>
        </p:txBody>
      </p:sp>
      <p:sp>
        <p:nvSpPr>
          <p:cNvPr id="13" name="">
            <a:extLst xmlns:a="http://schemas.openxmlformats.org/drawingml/2006/main">
              <a:ext uri="{FF2B5EF4-FFF2-40B4-BE49-F238E27FC236}">
                <a16:creationId xmlns:a16="http://schemas.microsoft.com/office/drawing/2014/main" id="{01A092B6-7E50-4DF0-B06F-34A6D80E9B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40</a:t>
            </a:r>
          </a:p>
        </p:txBody>
      </p:sp>
    </p:spTree>
    <p:extLst>
      <p:ext uri="{BB962C8B-B14F-4D97-AF65-F5344CB8AC3E}">
        <p14:creationId xmlns:p14="http://schemas.microsoft.com/office/powerpoint/2010/main" val="17346982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86F09A-5EB8-475A-A6A5-8E05F36EB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475215-C425-43CA-B3F5-9DC548A20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242D727-8AC0-451B-B7EA-E2681D8A5B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FC9C6BB5-8859-4C55-8C80-3719882F5A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40333C-E97B-49C9-BEB3-34AEDC00FAA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216E6F1B-8479-4898-8520-F098619D29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4635CC-3976-467C-899F-2178D2B6EA9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CDDD6313-5A99-4316-BABE-5AE42A25D0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495209-2426-4288-8D88-410874C48E5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83AEF33C-901C-4213-BE7C-DF5A703B7E2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4BF6BF-C56A-49EC-95CB-6D7C0B1A72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3925B1F2-559B-40B8-9432-8DCFDCAC960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7F010F3-A98F-41DA-8B5F-18F5BEA6AB2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c8e82dfff54517"/>
              </a:rPr>
              <a:t>Open Week 1 Quiz 1</a:t>
            </a:r>
          </a:p>
        </p:txBody>
      </p:sp>
      <p:sp>
        <p:nvSpPr>
          <p:cNvPr id="14" name="">
            <a:extLst xmlns:a="http://schemas.openxmlformats.org/drawingml/2006/main">
              <a:ext uri="{FF2B5EF4-FFF2-40B4-BE49-F238E27FC236}">
                <a16:creationId xmlns:a16="http://schemas.microsoft.com/office/drawing/2014/main" id="{34B0553A-F93E-49F9-BC50-7394194373D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https://forms.gle/yMVr6wzmyFqNUESv8</a:t>
            </a:r>
          </a:p>
        </p:txBody>
      </p:sp>
      <p:sp>
        <p:nvSpPr>
          <p:cNvPr id="15" name="">
            <a:extLst xmlns:a="http://schemas.openxmlformats.org/drawingml/2006/main">
              <a:ext uri="{FF2B5EF4-FFF2-40B4-BE49-F238E27FC236}">
                <a16:creationId xmlns:a16="http://schemas.microsoft.com/office/drawing/2014/main" id="{43680EA2-6386-47B5-B9BC-638E2E8E0C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41</a:t>
            </a:r>
          </a:p>
        </p:txBody>
      </p:sp>
    </p:spTree>
    <p:extLst>
      <p:ext uri="{BB962C8B-B14F-4D97-AF65-F5344CB8AC3E}">
        <p14:creationId xmlns:p14="http://schemas.microsoft.com/office/powerpoint/2010/main" val="156899573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2B6B62-9751-42B3-B901-357B288D6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9D5B7A-FA82-44EA-8237-04295077EC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91B14C-B001-4EA5-986E-DD42BD7A9C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760957F5-5B46-40AA-B23C-2F156286C8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CCA390-32B7-4F19-B97E-A245BD00BAA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65762D20-F652-493F-AFA2-CC36871453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9BA9CB-E378-497D-9AF5-5CE617B937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A150E1A5-1607-4FD1-86A7-6710D8C3592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E21A03-A174-4381-9CF7-0086DC792A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49B8EB09-02EE-4ADF-BC0E-2C8F88EBE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97EEBC-7F55-46F7-B456-886DA4C12C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CF56E1D9-CEC9-4F86-84C7-290AFC73A9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42</a:t>
            </a:r>
          </a:p>
        </p:txBody>
      </p:sp>
    </p:spTree>
    <p:extLst>
      <p:ext uri="{BB962C8B-B14F-4D97-AF65-F5344CB8AC3E}">
        <p14:creationId xmlns:p14="http://schemas.microsoft.com/office/powerpoint/2010/main" val="14441169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256ABC-6BC6-4FA1-934C-454AFAF5CB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F7EF5B-6750-4720-BC02-C09674EDC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0F6CFE3-26CF-4028-8C95-F1F1E79F6E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1C1D8058-27FE-4CDD-8466-25B9E4495F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5591A2-641E-4988-B393-A059A85E88F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08:00 Kampala</a:t>
            </a:r>
          </a:p>
        </p:txBody>
      </p:sp>
      <p:sp>
        <p:nvSpPr>
          <p:cNvPr id="6" name="">
            <a:extLst xmlns:a="http://schemas.openxmlformats.org/drawingml/2006/main">
              <a:ext uri="{FF2B5EF4-FFF2-40B4-BE49-F238E27FC236}">
                <a16:creationId xmlns:a16="http://schemas.microsoft.com/office/drawing/2014/main" id="{F83DF9F8-7BDE-439D-9529-5C80822BF09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C43618-B598-4B1E-AE6E-147BFA9C931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E9E96128-769E-45AA-B262-ADA4FB3E351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1AAD83-FE0D-46C8-8595-2610B7F915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E5679D-530A-4D1B-A739-9C7D957C2FD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BA3A10-852E-4808-A295-D7761CEC47C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C6AF6DC-0033-4543-B0F9-B16119604D4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5F2E7F9-ECDE-4795-9011-156BA5A1780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efb28811c0a4a1d"/>
              </a:rPr>
              <a:t>Open W02 assignment form</a:t>
            </a:r>
          </a:p>
        </p:txBody>
      </p:sp>
      <p:sp>
        <p:nvSpPr>
          <p:cNvPr id="14" name="">
            <a:extLst xmlns:a="http://schemas.openxmlformats.org/drawingml/2006/main">
              <a:ext uri="{FF2B5EF4-FFF2-40B4-BE49-F238E27FC236}">
                <a16:creationId xmlns:a16="http://schemas.microsoft.com/office/drawing/2014/main" id="{8264DA57-9E6F-44B5-AC00-56AA677A4E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https://docs.google.com/forms/d/e/1FAIpQLSf5sCKyFfSZ0Xxo8bU_bQCVYDZ5ESgeGf3logWsIfJ9y5PUIg/viewform</a:t>
            </a:r>
          </a:p>
        </p:txBody>
      </p:sp>
      <p:sp>
        <p:nvSpPr>
          <p:cNvPr id="15" name="">
            <a:extLst xmlns:a="http://schemas.openxmlformats.org/drawingml/2006/main">
              <a:ext uri="{FF2B5EF4-FFF2-40B4-BE49-F238E27FC236}">
                <a16:creationId xmlns:a16="http://schemas.microsoft.com/office/drawing/2014/main" id="{CC490916-E92B-48AF-B5D5-44E16278FC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43</a:t>
            </a:r>
          </a:p>
        </p:txBody>
      </p:sp>
    </p:spTree>
    <p:extLst>
      <p:ext uri="{BB962C8B-B14F-4D97-AF65-F5344CB8AC3E}">
        <p14:creationId xmlns:p14="http://schemas.microsoft.com/office/powerpoint/2010/main" val="151099126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942C7A0-7787-4E41-8DA7-B5F2427C34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4FFBCE7-FB72-444C-B2D9-E11A26743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387D767-31BC-4FAD-BCF9-910297EFD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10CC6023-5B8D-43F1-8BE6-6828884828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DF4646-F39A-42BE-BC87-C2EAD438025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96F3EE7-4B4B-4DAE-BC5D-650A74E4F46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5127EA-BA2C-46DB-AFEE-624CA21150D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0CC20FB-2C65-4421-B779-3C65E3FD567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24B2E3-DD81-4B92-BE0E-0F85398F797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9A6FE5A-A918-403E-89E2-12CCD6EB9A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79133C-DB0B-49BB-972F-131B573F6F5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284A68F-503D-4EE0-8E1F-7E07AEB2108F}"/>
              </a:ext>
            </a:extLst>
          </p:cNvPr>
          <p:cNvPicPr>
            <a:picLocks xmlns:a="http://schemas.openxmlformats.org/drawingml/2006/main" noChangeAspect="1"/>
          </p:cNvPicPr>
          <p:nvPr/>
        </p:nvPicPr>
        <p:blipFill>
          <a:blip xmlns:r="http://schemas.openxmlformats.org/officeDocument/2006/relationships" xmlns:a="http://schemas.openxmlformats.org/drawingml/2006/main" r:embed="Ra7bdf11717c64a3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110B69F-6789-482E-9900-19B699864E5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AF80149-EA37-4680-BE63-7310845F056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0B5B4C-EE49-4F4A-92AE-882FB181CE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0f619c534fa4c03"/>
              </a:rPr>
              <a:t>Open this week’s quiz</a:t>
            </a:r>
          </a:p>
        </p:txBody>
      </p:sp>
      <p:sp>
        <p:nvSpPr>
          <p:cNvPr id="16" name="">
            <a:extLst xmlns:a="http://schemas.openxmlformats.org/drawingml/2006/main">
              <a:ext uri="{FF2B5EF4-FFF2-40B4-BE49-F238E27FC236}">
                <a16:creationId xmlns:a16="http://schemas.microsoft.com/office/drawing/2014/main" id="{0A289275-A7C1-41CC-8502-778119E5632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https://forms.gle/98nRi1kV2tLjPzZw7</a:t>
            </a:r>
          </a:p>
        </p:txBody>
      </p:sp>
      <p:sp>
        <p:nvSpPr>
          <p:cNvPr id="17" name="">
            <a:extLst xmlns:a="http://schemas.openxmlformats.org/drawingml/2006/main">
              <a:ext uri="{FF2B5EF4-FFF2-40B4-BE49-F238E27FC236}">
                <a16:creationId xmlns:a16="http://schemas.microsoft.com/office/drawing/2014/main" id="{5ED3B22C-5F99-41FC-AA29-C4075C378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44</a:t>
            </a:r>
          </a:p>
        </p:txBody>
      </p:sp>
    </p:spTree>
    <p:extLst>
      <p:ext uri="{BB962C8B-B14F-4D97-AF65-F5344CB8AC3E}">
        <p14:creationId xmlns:p14="http://schemas.microsoft.com/office/powerpoint/2010/main" val="629417554"/>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C3F945-02D9-4B56-A7F4-45A761A89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19F4954-6940-45AE-8FE2-BC476AE0EF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A56D01EF-89F0-434F-A7CF-667CE6DD2E5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E47DD6B-F85A-4E5C-A8AB-A21BB85B06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5E541FA-1D12-4CDC-B0C8-BA568F0999B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75A2687-1CBC-46E1-A77E-715A2CAF9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45</a:t>
            </a:r>
          </a:p>
        </p:txBody>
      </p:sp>
    </p:spTree>
    <p:extLst>
      <p:ext uri="{BB962C8B-B14F-4D97-AF65-F5344CB8AC3E}">
        <p14:creationId xmlns:p14="http://schemas.microsoft.com/office/powerpoint/2010/main" val="2748282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2026-10-20T18:00:30.0720000Z</dcterms:created>
  <dcterms:modified xsi:type="dcterms:W3CDTF">2026-10-20T18:00:30.0720000Z</dcterms:modified>
</coreProperties>
</file>