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09b033869384f40" Type="http://schemas.openxmlformats.org/package/2006/relationships/metadata/core-properties" Target="docProps/core.xml"/><Relationship Id="R7f0f6a46bd62484a" Type="http://schemas.openxmlformats.org/officeDocument/2006/relationships/officeDocument" Target="ppt/presentation.xml"/><Relationship Id="Rd81ca85f68ed4e7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5788197769f4cac"/>
  </p:sldMasterIdLst>
  <p:notesMasterIdLst>
    <p:notesMasterId xmlns:r="http://schemas.openxmlformats.org/officeDocument/2006/relationships" r:id="Rdb4c812c53824a6d"/>
  </p:notesMasterIdLst>
  <p:sldIdLst>
    <p:sldId xmlns:r="http://schemas.openxmlformats.org/officeDocument/2006/relationships" id="256" r:id="R9c7cbc6cab3e4a57"/>
    <p:sldId xmlns:r="http://schemas.openxmlformats.org/officeDocument/2006/relationships" id="257" r:id="Rcb1f899632d146c9"/>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343af5fb01a84040"/>
    <p:sldId xmlns:r="http://schemas.openxmlformats.org/officeDocument/2006/relationships" id="259" r:id="Ra6030a4db4f644b5"/>
    <p:sldId xmlns:r="http://schemas.openxmlformats.org/officeDocument/2006/relationships" id="260" r:id="R19c15cd9da884c46"/>
    <p:sldId xmlns:r="http://schemas.openxmlformats.org/officeDocument/2006/relationships" id="261" r:id="R434a57483fcb469f"/>
    <p:sldId xmlns:r="http://schemas.openxmlformats.org/officeDocument/2006/relationships" id="262" r:id="R73094fe9881e412c"/>
    <p:sldId xmlns:r="http://schemas.openxmlformats.org/officeDocument/2006/relationships" id="263" r:id="Rc6cfe439e80c4aff"/>
    <p:sldId xmlns:r="http://schemas.openxmlformats.org/officeDocument/2006/relationships" id="264" r:id="R62028db5d2794b7c"/>
    <p:sldId xmlns:r="http://schemas.openxmlformats.org/officeDocument/2006/relationships" id="265" r:id="Rbc06dd0284f14cab"/>
    <p:sldId xmlns:r="http://schemas.openxmlformats.org/officeDocument/2006/relationships" id="266" r:id="Re82c3d1ebe044b57"/>
    <p:sldId xmlns:r="http://schemas.openxmlformats.org/officeDocument/2006/relationships" id="267" r:id="Re47e201aa02a4f80"/>
    <p:sldId xmlns:r="http://schemas.openxmlformats.org/officeDocument/2006/relationships" id="268" r:id="R1ad7e5754c434993"/>
    <p:sldId xmlns:r="http://schemas.openxmlformats.org/officeDocument/2006/relationships" id="269" r:id="R3ce15569bf9c40fa"/>
    <p:sldId xmlns:r="http://schemas.openxmlformats.org/officeDocument/2006/relationships" id="270" r:id="R0897a4b277144a2d"/>
    <p:sldId xmlns:ns0="http://schemas.openxmlformats.org/officeDocument/2006/relationships" id="295" ns0:id="rId45"/>
    <p:sldId xmlns:ns0="http://schemas.openxmlformats.org/officeDocument/2006/relationships" id="294" ns0:id="rId44"/>
    <p:sldId xmlns:r="http://schemas.openxmlformats.org/officeDocument/2006/relationships" id="271" r:id="Rd5766d8a5258414d"/>
    <p:sldId xmlns:r="http://schemas.openxmlformats.org/officeDocument/2006/relationships" id="272" r:id="R26f287c07c5a40b0"/>
    <p:sldId xmlns:r="http://schemas.openxmlformats.org/officeDocument/2006/relationships" id="273" r:id="R93275b1af0c34fd7"/>
    <p:sldId xmlns:ns0="http://schemas.openxmlformats.org/officeDocument/2006/relationships" id="298" ns0:id="rId30"/>
    <p:sldId xmlns:r="http://schemas.openxmlformats.org/officeDocument/2006/relationships" id="275" r:id="R0c33a7aeb5a74614"/>
    <p:sldId xmlns:r="http://schemas.openxmlformats.org/officeDocument/2006/relationships" id="276" r:id="R99728db2ffee49f1"/>
    <p:sldId xmlns:r="http://schemas.openxmlformats.org/officeDocument/2006/relationships" id="277" r:id="Re281ef3bcab749f0"/>
    <p:sldId xmlns:ns0="http://schemas.openxmlformats.org/officeDocument/2006/relationships" id="297" ns0:id="rId47"/>
    <p:sldId xmlns:r="http://schemas.openxmlformats.org/officeDocument/2006/relationships" id="279" r:id="R01f3e900061e42bf"/>
    <p:sldId xmlns:r="http://schemas.openxmlformats.org/officeDocument/2006/relationships" id="280" r:id="R0450aefc38344f8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f3e900061e42bf" Type="http://schemas.openxmlformats.org/officeDocument/2006/relationships/slide" Target="slides/slide40.xml"/><Relationship Id="R0450aefc38344f88" Type="http://schemas.openxmlformats.org/officeDocument/2006/relationships/slide" Target="slides/slide41.xml"/><Relationship Id="R0897a4b277144a2d" Type="http://schemas.openxmlformats.org/officeDocument/2006/relationships/slide" Target="slides/slide29.xml"/><Relationship Id="R0c33a7aeb5a74614" Type="http://schemas.openxmlformats.org/officeDocument/2006/relationships/slide" Target="slides/slide36.xml"/><Relationship Id="R15788197769f4cac" Type="http://schemas.openxmlformats.org/officeDocument/2006/relationships/slideMaster" Target="slideMasters/slideMaster1.xml"/><Relationship Id="R19c15cd9da884c46" Type="http://schemas.openxmlformats.org/officeDocument/2006/relationships/slide" Target="slides/slide19.xml"/><Relationship Id="R1ad7e5754c434993" Type="http://schemas.openxmlformats.org/officeDocument/2006/relationships/slide" Target="slides/slide27.xml"/><Relationship Id="R26f287c07c5a40b0" Type="http://schemas.openxmlformats.org/officeDocument/2006/relationships/slide" Target="slides/slide33.xml"/><Relationship Id="R29dcf77ab96644da" Type="http://schemas.openxmlformats.org/officeDocument/2006/relationships/presProps" Target="presProps.xml"/><Relationship Id="R343af5fb01a84040" Type="http://schemas.openxmlformats.org/officeDocument/2006/relationships/slide" Target="slides/slide17.xml"/><Relationship Id="R3ce15569bf9c40fa" Type="http://schemas.openxmlformats.org/officeDocument/2006/relationships/slide" Target="slides/slide28.xml"/><Relationship Id="R434a57483fcb469f" Type="http://schemas.openxmlformats.org/officeDocument/2006/relationships/slide" Target="slides/slide20.xml"/><Relationship Id="R60e7bf31bcf64b61" Type="http://schemas.openxmlformats.org/officeDocument/2006/relationships/tableStyles" Target="tableStyles.xml"/><Relationship Id="R62028db5d2794b7c" Type="http://schemas.openxmlformats.org/officeDocument/2006/relationships/slide" Target="slides/slide23.xml"/><Relationship Id="R73094fe9881e412c" Type="http://schemas.openxmlformats.org/officeDocument/2006/relationships/slide" Target="slides/slide21.xml"/><Relationship Id="R8d99cbe45b6a4774" Type="http://schemas.openxmlformats.org/officeDocument/2006/relationships/theme" Target="theme/theme1.xml"/><Relationship Id="R93275b1af0c34fd7" Type="http://schemas.openxmlformats.org/officeDocument/2006/relationships/slide" Target="slides/slide34.xml"/><Relationship Id="R99728db2ffee49f1" Type="http://schemas.openxmlformats.org/officeDocument/2006/relationships/slide" Target="slides/slide37.xml"/><Relationship Id="R9c7cbc6cab3e4a57" Type="http://schemas.openxmlformats.org/officeDocument/2006/relationships/slide" Target="slides/slide1.xml"/><Relationship Id="Ra6030a4db4f644b5" Type="http://schemas.openxmlformats.org/officeDocument/2006/relationships/slide" Target="slides/slide18.xml"/><Relationship Id="Rbc06dd0284f14cab" Type="http://schemas.openxmlformats.org/officeDocument/2006/relationships/slide" Target="slides/slide24.xml"/><Relationship Id="Rc6cfe439e80c4aff" Type="http://schemas.openxmlformats.org/officeDocument/2006/relationships/slide" Target="slides/slide22.xml"/><Relationship Id="Rcb1f899632d146c9" Type="http://schemas.openxmlformats.org/officeDocument/2006/relationships/slide" Target="slides/slide2.xml"/><Relationship Id="Rd5766d8a5258414d" Type="http://schemas.openxmlformats.org/officeDocument/2006/relationships/slide" Target="slides/slide32.xml"/><Relationship Id="Rdb4c812c53824a6d" Type="http://schemas.openxmlformats.org/officeDocument/2006/relationships/notesMaster" Target="notesMasters/notesMaster1.xml"/><Relationship Id="Re281ef3bcab749f0" Type="http://schemas.openxmlformats.org/officeDocument/2006/relationships/slide" Target="slides/slide38.xml"/><Relationship Id="Re47e201aa02a4f80" Type="http://schemas.openxmlformats.org/officeDocument/2006/relationships/slide" Target="slides/slide26.xml"/><Relationship Id="Re82c3d1ebe044b57" Type="http://schemas.openxmlformats.org/officeDocument/2006/relationships/slide" Target="slides/slide25.xml"/><Relationship Id="rId30" Type="http://schemas.openxmlformats.org/officeDocument/2006/relationships/slide" Target="slides/slide35.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4ec12c75170442f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d6b7d45fc184b3b" Type="http://schemas.openxmlformats.org/officeDocument/2006/relationships/notesMaster" Target="../notesMasters/notesMaster1.xml"/><Relationship Id="R4e5cde2d325d4e0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6ed4d6ca3a4442f" Type="http://schemas.openxmlformats.org/officeDocument/2006/relationships/slide" Target="../slides/slide2.xml"/><Relationship Id="R628a7f437e8b44b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b0f7bea3c4944da3" Type="http://schemas.openxmlformats.org/officeDocument/2006/relationships/notesMaster" Target="../notesMasters/notesMaster1.xml"/><Relationship Id="Rdc23a6b00f0d4e2b"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03945fece10b4a1c" Type="http://schemas.openxmlformats.org/officeDocument/2006/relationships/slide" Target="../slides/slide18.xml"/><Relationship Id="Radb234aa57204509"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bb57dec4eeb4e2a" Type="http://schemas.openxmlformats.org/officeDocument/2006/relationships/notesMaster" Target="../notesMasters/notesMaster1.xml"/><Relationship Id="Ra38d3c65b4604300"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569cf18850143f4" Type="http://schemas.openxmlformats.org/officeDocument/2006/relationships/slide" Target="../slides/slide20.xml"/><Relationship Id="Rbc8f411a46094b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788727bf6254ede" Type="http://schemas.openxmlformats.org/officeDocument/2006/relationships/slide" Target="../slides/slide21.xml"/><Relationship Id="Rc575e3a0ef4546d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2ab007f90ca74f09" Type="http://schemas.openxmlformats.org/officeDocument/2006/relationships/slide" Target="../slides/slide22.xml"/><Relationship Id="Ra12d9609788045e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eba8f85dce5470f" Type="http://schemas.openxmlformats.org/officeDocument/2006/relationships/slide" Target="../slides/slide23.xml"/><Relationship Id="R9ab4c74fb19e4149"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d2140f82ba947a9" Type="http://schemas.openxmlformats.org/officeDocument/2006/relationships/notesMaster" Target="../notesMasters/notesMaster1.xml"/><Relationship Id="Ra38c430117a74c1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c9af5692d60b45ef" Type="http://schemas.openxmlformats.org/officeDocument/2006/relationships/slide" Target="../slides/slide25.xml"/><Relationship Id="Rff972fe688724ec0"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5009431a9fd74254" Type="http://schemas.openxmlformats.org/officeDocument/2006/relationships/slide" Target="../slides/slide26.xml"/><Relationship Id="Rabe83e4213de497c"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79a6adf2cb44995" Type="http://schemas.openxmlformats.org/officeDocument/2006/relationships/notesMaster" Target="../notesMasters/notesMaster1.xml"/><Relationship Id="Rb8d4824342b3413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990d9421b48427c" Type="http://schemas.openxmlformats.org/officeDocument/2006/relationships/slide" Target="../slides/slide28.xml"/><Relationship Id="R1a85dbe5eb10400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1fcbeaafe53445f" Type="http://schemas.openxmlformats.org/officeDocument/2006/relationships/notesMaster" Target="../notesMasters/notesMaster1.xml"/><Relationship Id="R85cfa05409af4c07"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97cc3546c46410f" Type="http://schemas.openxmlformats.org/officeDocument/2006/relationships/notesMaster" Target="../notesMasters/notesMaster1.xml"/><Relationship Id="R5cf430d9c6b24323"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0d0f72d21863425c" Type="http://schemas.openxmlformats.org/officeDocument/2006/relationships/slide" Target="../slides/slide33.xml"/><Relationship Id="R77866e247fe04999"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432c5fd691bb4659" Type="http://schemas.openxmlformats.org/officeDocument/2006/relationships/notesMaster" Target="../notesMasters/notesMaster1.xml"/><Relationship Id="Rc3348756301d4b7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3c65319074c407a" Type="http://schemas.openxmlformats.org/officeDocument/2006/relationships/slide" Target="../slides/slide36.xml"/><Relationship Id="R6637bc5ff5eb405a"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bd247c0aac534daa" Type="http://schemas.openxmlformats.org/officeDocument/2006/relationships/notesMaster" Target="../notesMasters/notesMaster1.xml"/><Relationship Id="Rdd9ee82ac7a24ac3"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a829be98586c45f1" Type="http://schemas.openxmlformats.org/officeDocument/2006/relationships/notesMaster" Target="../notesMasters/notesMaster1.xml"/><Relationship Id="Rb56edafee2014353"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74dee92aa0e47bd" Type="http://schemas.openxmlformats.org/officeDocument/2006/relationships/notesMaster" Target="../notesMasters/notesMaster1.xml"/><Relationship Id="R42ea8e9239b442d3"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6a160555c0a741cf" Type="http://schemas.openxmlformats.org/officeDocument/2006/relationships/slide" Target="../slides/slide41.xml"/><Relationship Id="R7bc5d3c6aed547bb"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CML3113, Mining and Petroleum Engineering.</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crusher energy demand.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0.84 and the validation error is 0.98. With alpha equal to one they are 0.88 and 0.99. With alpha equal to one hundred they are 1.18 and 1.48.</a:t>
            </a:r>
          </a:p>
          <a:p/>
          <a:p>
            <a:r>
              <a:t>In this cohort the validation error barely moves with a penalty of one, so the penalty does little for the errors. It still changes the coefficients, as the next slide shows. A penalty of one hundred is too strong, and both errors rise.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 These huge coefficients cancel each other out to draw a wiggly curve. With alpha equal to one the largest coefficient shrinks to 1.7, and with alpha equal to one hundred to 0.4.</a:t>
            </a:r>
          </a:p>
          <a:p/>
          <a:p>
            <a:r>
              <a:t>That is shrinkage. The penalty keeps all coefficients small, and a model with small coefficients is much less able to swing between training rows. For comparison, a plain straight line on load alone scores 0.98 kWh/t on the validation rows. The best curve here scores 0.99, so with only fifteen validation rows the two are too close to separate. The big gain comes from a better input: the Week 8 line with both load and ambient temperature scores 0.67.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11.791, 13.465 and 13.942, all in kWh/t.</a:t>
            </a:r>
          </a:p>
          <a:p/>
          <a:p>
            <a:r>
              <a:t>The prediction is their average, 13.1 kWh/t. The true value for this row is 12.554, so the miss is 0.5.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0.63 kWh/t,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0.67. The depth four tree scores 1.18. The ridge curve on load alone scores 0.99. KNN with k equal to three scores 0.63.</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crusher energy demand in kWh/t,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new assignment this week. Block 2 closes with two things.</a:t>
            </a:r>
          </a:p>
          <a:p/>
          <a:p>
            <a:r>
              <a:t>The first is the Block 2 assignment pack, which is part A from Week 11 and part B from Week 12, forty marks in all, due Thursday 10 December at 23:59 Kampala time. The second is the Block 2 quiz, fifteen questions across Weeks 11, 12 and 13, which opens after today's class.</a:t>
            </a:r>
          </a:p>
          <a:p/>
          <a:p>
            <a:r>
              <a:t>Next week is Practical Test 2. Rehearse saving your test notebook and submitting it, and revise the function interfaces. An interface is the function name, its inputs and what it returns, and the test expects them exactly as published.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2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11, 12 and 13.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60ecb8bf5094f8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62c2d6425b8434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362882c028c45e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194cea0630a2463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c5b672114ee422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e8bd12b540441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551E45-F52F-42E0-AC10-C56A5FAEA20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EF4E97-88A8-4E61-BDE3-7490A963543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2E67F6-B07E-48D1-86EE-0E16176E38D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87632D-93F2-4655-AB1A-922EC995CAE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370E79-0440-41AB-BC36-CF6C1CD669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451EB22-90EB-4BC8-A1CF-CDB8CE462B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90B9D5B-D1BB-4120-96DA-B75BCECA3B7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92EA10-D5F1-4629-98DD-9C694E75C6D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AE28D0-12E4-4DEF-87D4-19482835EA1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D9B6D7-D1C1-4301-A012-26FCC90C2E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540f8181c74464a" Type="http://schemas.openxmlformats.org/officeDocument/2006/relationships/slideLayout" Target="../slideLayouts/slideLayout6.xml"/><Relationship Id="R3bee2bc87d2a402f" Type="http://schemas.openxmlformats.org/officeDocument/2006/relationships/slideLayout" Target="../slideLayouts/slideLayout1.xml"/><Relationship Id="R5d15517a5bcc4a51" Type="http://schemas.openxmlformats.org/officeDocument/2006/relationships/slideLayout" Target="../slideLayouts/slideLayout2.xml"/><Relationship Id="R5ee6b01601bf4d2e" Type="http://schemas.openxmlformats.org/officeDocument/2006/relationships/slideLayout" Target="../slideLayouts/slideLayout5.xml"/><Relationship Id="R8ffa8f8cd82045df" Type="http://schemas.openxmlformats.org/officeDocument/2006/relationships/slideLayout" Target="../slideLayouts/slideLayout3.xml"/><Relationship Id="Rc5b78fd381d24821" Type="http://schemas.openxmlformats.org/officeDocument/2006/relationships/theme" Target="theme/theme2.xml"/><Relationship Id="Re4c152c88d3f4057"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ee2bc87d2a402f"/>
    <p:sldLayoutId xmlns:r="http://schemas.openxmlformats.org/officeDocument/2006/relationships" id="2147483650" r:id="R5d15517a5bcc4a51"/>
    <p:sldLayoutId xmlns:r="http://schemas.openxmlformats.org/officeDocument/2006/relationships" id="2147483651" r:id="R8ffa8f8cd82045df"/>
    <p:sldLayoutId xmlns:r="http://schemas.openxmlformats.org/officeDocument/2006/relationships" id="2147483652" r:id="Re4c152c88d3f4057"/>
    <p:sldLayoutId xmlns:r="http://schemas.openxmlformats.org/officeDocument/2006/relationships" id="2147483653" r:id="R5ee6b01601bf4d2e"/>
    <p:sldLayoutId xmlns:r="http://schemas.openxmlformats.org/officeDocument/2006/relationships" id="2147483654" r:id="R2540f8181c7446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33abe52f79745b0" Type="http://schemas.openxmlformats.org/officeDocument/2006/relationships/slideLayout" Target="../slideLayouts/slideLayout6.xml"/><Relationship Id="R6f6549fae14f4c60" Type="http://schemas.openxmlformats.org/officeDocument/2006/relationships/notesSlide" Target="../notesSlides/notesSlide1.xml"/><Relationship Id="R98f2197bd2404377" Type="http://schemas.openxmlformats.org/officeDocument/2006/relationships/image" Target="../media/image.png"/></Relationships>
</file>

<file path=ppt/slides/_rels/slide2.xml.rels><?xml version='1.0' encoding='UTF-8' standalone='yes'?>
<Relationships xmlns="http://schemas.openxmlformats.org/package/2006/relationships"><Relationship Id="R15d5e20fe4a34ff7" Type="http://schemas.openxmlformats.org/officeDocument/2006/relationships/slideLayout" Target="../slideLayouts/slideLayout6.xml"/><Relationship Id="Rb582b4def67246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946c53d978f430f" Type="http://schemas.openxmlformats.org/officeDocument/2006/relationships/slideLayout" Target="../slideLayouts/slideLayout6.xml"/><Relationship Id="Rfe519b5fbdde4d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e93490ac08f4320" Type="http://schemas.openxmlformats.org/officeDocument/2006/relationships/slideLayout" Target="../slideLayouts/slideLayout6.xml"/><Relationship Id="R4e9289eee1bc48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6c614b1546f449c" Type="http://schemas.openxmlformats.org/officeDocument/2006/relationships/slideLayout" Target="../slideLayouts/slideLayout6.xml"/><Relationship Id="Rbc41c4a2e8fa40e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4ce4a2f689fa495a" Type="http://schemas.openxmlformats.org/officeDocument/2006/relationships/notesSlide" Target="../notesSlides/notesSlide20.xml"/><Relationship Id="R5cb322ddb1da4a53"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695ca9ada40498b" Type="http://schemas.openxmlformats.org/officeDocument/2006/relationships/notesSlide" Target="../notesSlides/notesSlide21.xml"/><Relationship Id="Rf3996f19ab7d4764"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a6903bf047c44109" Type="http://schemas.openxmlformats.org/officeDocument/2006/relationships/slideLayout" Target="../slideLayouts/slideLayout6.xml"/><Relationship Id="Rcca81fd6cfed4af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71d7b61bad64b4e" Type="http://schemas.openxmlformats.org/officeDocument/2006/relationships/notesSlide" Target="../notesSlides/notesSlide23.xml"/><Relationship Id="R5ea5210fa88946d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ed35cf9537042ce" Type="http://schemas.openxmlformats.org/officeDocument/2006/relationships/image" Target="../media/image2.png"/><Relationship Id="R95b30cfa79844cf8" Type="http://schemas.openxmlformats.org/officeDocument/2006/relationships/notesSlide" Target="../notesSlides/notesSlide24.xml"/><Relationship Id="Rf6879efef4a04ee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0a8b9cd0b8df46e4" Type="http://schemas.openxmlformats.org/officeDocument/2006/relationships/notesSlide" Target="../notesSlides/notesSlide25.xml"/><Relationship Id="R947e76dbb6514ce5" Type="http://schemas.openxmlformats.org/officeDocument/2006/relationships/image" Target="../media/image3.png"/><Relationship Id="Re4975ccaa33f469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81e7fce90ec044ed" Type="http://schemas.openxmlformats.org/officeDocument/2006/relationships/notesSlide" Target="../notesSlides/notesSlide26.xml"/><Relationship Id="Rde4a897752494c83"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621ed811dde4514" Type="http://schemas.openxmlformats.org/officeDocument/2006/relationships/notesSlide" Target="../notesSlides/notesSlide27.xml"/><Relationship Id="R9725ba16131c498b"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9790cde18014ea9" Type="http://schemas.openxmlformats.org/officeDocument/2006/relationships/notesSlide" Target="../notesSlides/notesSlide28.xml"/><Relationship Id="Rc6371819fc5e496e"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804d1e2103347f7" Type="http://schemas.openxmlformats.org/officeDocument/2006/relationships/notesSlide" Target="../notesSlides/notesSlide29.xml"/><Relationship Id="R6e85e55164684bc4"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113fb4475044ba4" Type="http://schemas.openxmlformats.org/officeDocument/2006/relationships/notesSlide" Target="../notesSlides/notesSlide32.xml"/><Relationship Id="Rc849386794a349ca"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a9776760d7ab4453" Type="http://schemas.openxmlformats.org/officeDocument/2006/relationships/notesSlide" Target="../notesSlides/notesSlide33.xml"/><Relationship Id="Rab0b2ef87b514128"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1a0676c122574fe0" Type="http://schemas.openxmlformats.org/officeDocument/2006/relationships/notesSlide" Target="../notesSlides/notesSlide34.xml"/><Relationship Id="R88a60ca1b74d4814"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9be8f250e114b17" Type="http://schemas.openxmlformats.org/officeDocument/2006/relationships/notesSlide" Target="../notesSlides/notesSlide36.xml"/><Relationship Id="Rb4315342b5ec4999"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49a6999644d54ee3" Type="http://schemas.openxmlformats.org/officeDocument/2006/relationships/notesSlide" Target="../notesSlides/notesSlide37.xml"/><Relationship Id="R9b5d6b7ddf164fbe"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407ea6fd68534469" Type="http://schemas.openxmlformats.org/officeDocument/2006/relationships/notesSlide" Target="../notesSlides/notesSlide38.xml"/><Relationship Id="R7c1dfaa0aa3e4cfc"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3sf2d3vGXpJ4HtvP6" TargetMode="External"/><Relationship Id="rId3" Type="http://schemas.openxmlformats.org/officeDocument/2006/relationships/hyperlink" Target="https://forms.gle/XFcLpe6ugzvnoL3s6" TargetMode="External"/><Relationship Id="rId4" Type="http://schemas.openxmlformats.org/officeDocument/2006/relationships/hyperlink" Target="https://forms.gle/8PGZxFB8c2SYs1Qz7"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4997872ef3184754" Type="http://schemas.openxmlformats.org/officeDocument/2006/relationships/slideLayout" Target="../slideLayouts/slideLayout6.xml"/><Relationship Id="R89cd6d7bb86843de"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3fe33ea9d51b44f0" Type="http://schemas.openxmlformats.org/officeDocument/2006/relationships/slideLayout" Target="../slideLayouts/slideLayout6.xml"/><Relationship Id="R58211f825a1e4c73" Type="http://schemas.openxmlformats.org/officeDocument/2006/relationships/hyperlink" Target="https://www.youtube.com/watch?v=v5gnvDUWqFM" TargetMode="External"/><Relationship Id="R9b3090b505064de1" Type="http://schemas.openxmlformats.org/officeDocument/2006/relationships/notesSlide" Target="../notesSlides/notesSlide4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93650E4-C1AC-4D62-AF47-531A3ED858C4}"/>
              </a:ext>
            </a:extLst>
          </p:cNvPr>
          <p:cNvPicPr>
            <a:picLocks xmlns:a="http://schemas.openxmlformats.org/drawingml/2006/main" noChangeAspect="1"/>
          </p:cNvPicPr>
          <p:nvPr/>
        </p:nvPicPr>
        <p:blipFill>
          <a:blip xmlns:r="http://schemas.openxmlformats.org/officeDocument/2006/relationships" xmlns:a="http://schemas.openxmlformats.org/drawingml/2006/main" r:embed="R98f2197bd240437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BAC414B-5083-453C-956A-DBF3626F45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667F88C3-B689-46EF-A5E9-01D0DB8D059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7035AD77-9695-4334-8FC6-C5622266A2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7963EB14-0BBC-4689-BCB5-0EC9026BF48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F0F93BC-C442-4092-84FE-2E7E85C864E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603655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C9FE40-9FD8-496D-9BB5-E9DE27153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B588B1-C300-4AE4-91C3-8EB3BDA9B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FCDC96E-2C74-4E16-A94B-C5CE8DF6FB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8E0E3F9-9973-4C4C-B82B-BA6A55AF391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CBAD27-B1CD-40D1-93F9-846FDF0BD9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73BB1E5-37A8-400B-8302-52CC86B6E06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A738CB3B-0F63-4398-B40C-5938EEE2ED3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99CA639-38F3-43D3-8791-61A1199F3C2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F77D504E-94C4-4A06-9CF3-54AB24F049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36381060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0.84 0.98</a:t>
            </a:r>
          </a:p>
          <a:p>
            <a:r>
              <a:rPr sz="1500">
                <a:solidFill>
                  <a:srgbClr val="1C3144"/>
                </a:solidFill>
                <a:latin typeface="Courier New"/>
              </a:rPr>
              <a:t>alpha 1 0.88 0.99</a:t>
            </a:r>
          </a:p>
          <a:p>
            <a:r>
              <a:rPr sz="1500">
                <a:solidFill>
                  <a:srgbClr val="1C3144"/>
                </a:solidFill>
                <a:latin typeface="Courier New"/>
              </a:rPr>
              <a:t>alpha 100 1.18 1.48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kWh/t.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(kWh/t)</a:t>
                      </a:r>
                    </a:p>
                  </a:txBody>
                  <a:tcPr marL="101600" marR="101600" marT="38100" marB="38100" anchor="ctr">
                    <a:solidFill>
                      <a:srgbClr val="2E7D6F"/>
                    </a:solidFill>
                  </a:tcPr>
                </a:tc>
                <a:tc>
                  <a:txBody>
                    <a:bodyPr wrap="square"/>
                    <a:lstStyle/>
                    <a:p>
                      <a:r>
                        <a:rPr sz="2000" b="1">
                          <a:solidFill>
                            <a:srgbClr val="FFFFFF"/>
                          </a:solidFill>
                          <a:latin typeface="Calibri"/>
                        </a:rPr>
                        <a:t>Valid MAE (kWh/t)</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a:t>
                      </a:r>
                    </a:p>
                  </a:txBody>
                  <a:tcPr marL="101600" marR="101600" marT="38100" marB="38100" anchor="ctr">
                    <a:solidFill>
                      <a:srgbClr val="EEF3F6"/>
                    </a:solidFill>
                  </a:tcPr>
                </a:tc>
                <a:tc>
                  <a:txBody>
                    <a:bodyPr wrap="square"/>
                    <a:lstStyle/>
                    <a:p>
                      <a:r>
                        <a:rPr sz="2000" b="0">
                          <a:solidFill>
                            <a:srgbClr val="1C3144"/>
                          </a:solidFill>
                          <a:latin typeface="Calibri"/>
                        </a:rPr>
                        <a:t>0.84</a:t>
                      </a:r>
                    </a:p>
                  </a:txBody>
                  <a:tcPr marL="101600" marR="101600" marT="38100" marB="38100" anchor="ctr">
                    <a:solidFill>
                      <a:srgbClr val="EEF3F6"/>
                    </a:solidFill>
                  </a:tcPr>
                </a:tc>
                <a:tc>
                  <a:txBody>
                    <a:bodyPr wrap="square"/>
                    <a:lstStyle/>
                    <a:p>
                      <a:r>
                        <a:rPr sz="2000" b="0">
                          <a:solidFill>
                            <a:srgbClr val="1C3144"/>
                          </a:solidFill>
                          <a:latin typeface="Calibri"/>
                        </a:rPr>
                        <a:t>0.98</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1.7</a:t>
                      </a:r>
                    </a:p>
                  </a:txBody>
                  <a:tcPr marL="101600" marR="101600" marT="38100" marB="38100" anchor="ctr">
                    <a:solidFill>
                      <a:srgbClr val="FFFFFF"/>
                    </a:solidFill>
                  </a:tcPr>
                </a:tc>
                <a:tc>
                  <a:txBody>
                    <a:bodyPr wrap="square"/>
                    <a:lstStyle/>
                    <a:p>
                      <a:r>
                        <a:rPr sz="2000" b="0">
                          <a:solidFill>
                            <a:srgbClr val="1C3144"/>
                          </a:solidFill>
                          <a:latin typeface="Calibri"/>
                        </a:rPr>
                        <a:t>0.88</a:t>
                      </a:r>
                    </a:p>
                  </a:txBody>
                  <a:tcPr marL="101600" marR="101600" marT="38100" marB="38100" anchor="ctr">
                    <a:solidFill>
                      <a:srgbClr val="FFFFFF"/>
                    </a:solidFill>
                  </a:tcPr>
                </a:tc>
                <a:tc>
                  <a:txBody>
                    <a:bodyPr wrap="square"/>
                    <a:lstStyle/>
                    <a:p>
                      <a:r>
                        <a:rPr sz="2000" b="0">
                          <a:solidFill>
                            <a:srgbClr val="1C3144"/>
                          </a:solidFill>
                          <a:latin typeface="Calibri"/>
                        </a:rPr>
                        <a:t>0.99</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0.4</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c>
                  <a:txBody>
                    <a:bodyPr wrap="square"/>
                    <a:lstStyle/>
                    <a:p>
                      <a:r>
                        <a:rPr sz="2000" b="0">
                          <a:solidFill>
                            <a:srgbClr val="1C3144"/>
                          </a:solidFill>
                          <a:latin typeface="Calibri"/>
                        </a:rPr>
                        <a:t>1.48</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0.98 kWh/t.</a:t>
            </a:r>
          </a:p>
          <a:p>
            <a:pPr>
              <a:spcAft>
                <a:spcPts val="400"/>
              </a:spcAft>
            </a:pPr>
            <a:r>
              <a:rPr sz="1800" b="0">
                <a:solidFill>
                  <a:srgbClr val="1C3144"/>
                </a:solidFill>
                <a:latin typeface="Calibri"/>
              </a:rPr>
              <a:t>The Week 8 line on load and ambient temperature: 0.67 kWh/t.</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11.791, 13.465 and 13.942.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1 0.94</a:t>
            </a:r>
          </a:p>
          <a:p>
            <a:r>
              <a:rPr sz="1300">
                <a:solidFill>
                  <a:srgbClr val="1C3144"/>
                </a:solidFill>
                <a:latin typeface="Courier New"/>
              </a:rPr>
              <a:t>3 0.63</a:t>
            </a:r>
          </a:p>
          <a:p>
            <a:r>
              <a:rPr sz="1300">
                <a:solidFill>
                  <a:srgbClr val="1C3144"/>
                </a:solidFill>
                <a:latin typeface="Courier New"/>
              </a:rPr>
              <a:t>20 1.37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kWh/t,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(kWh/t)</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2.71</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0.99</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0.63</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0.63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860D84-7072-44B6-B86B-E74992FF93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8614B3-496E-45A9-8BC7-495E66FEA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D2D210-6020-43DC-BEA5-169A714674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18140EE-B1AB-44E2-AB62-D03398C0F9B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634DD3-71DA-440A-8ABA-6078CCA2DCB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CD981EF3-0BDE-471A-B87F-14019255BD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8B9A530-C063-4E84-A598-5FD822FC0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1536074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34E448-ADA2-4886-B0EB-0EF3B523E7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BADDA4-2994-490A-AA6E-4272876260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88FD7A-4AF5-4E1C-941B-90AE653E6D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A0697F9E-C539-4304-8ED5-1C179109A3D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46E6EB-11E5-4B5E-8115-3E474DE913D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04BA6A8-7495-4D5A-8710-84BEECE0AB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FFBFAFBA-DF32-4D9E-A6E0-130A3487FCF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A81BEFEA-A051-44CA-AC68-79AC271A8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17885692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1CCF-CF2A-4B93-A32C-A41FF80A10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ECF20F-A7D8-4BE8-AD09-5C967E520E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CB45F8-AC95-4F39-B963-6A6FE0A591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5C37169E-C5A0-4531-9D5A-5AAAD059A4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228A45-295D-44C0-BFF4-BFBB776322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ABB77DE-3FC0-472E-8E90-DB7F3F416D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565918FF-1734-4C41-A8BA-FFA65DDA2B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DB888B0A-D4BC-47BF-9413-10DBC381A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202168874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80C7CB-A182-4FD8-A11F-05FF44E3F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793D8B-FD14-4536-A389-80A3EF4FC6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53A5DE-DA64-4129-A7ED-A1A55CBC4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FCAC79B-DB2D-4398-A47A-838E43EF2D8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B723F72-1A63-4FAC-A08D-5EE954025B1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8B5A9C7-3A7F-4F59-98A6-D63E43193DC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7CD084FD-10D7-41AB-94A7-8D5503403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3739394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45ACE3-58A4-40BD-882F-FBCBB7395F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098F44-1665-4DD1-B750-40AD48F44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2DC56FF-F2BA-4887-B9E5-E0DBF9545B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F8B04F38-E835-4DBE-972F-3F732F3A250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FF8D44-F7AD-4DF2-8C98-C397810767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B5DD7E7B-EE50-4727-96E9-F252E6FE79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1915F6B2-9BAA-4C1A-B411-C76B11B9D13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7C7F076-0380-4EE8-A8EB-FE12FB5A877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2E6D8F58-10A6-404B-9261-F292150AC15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F5E0D21-32C3-4831-98B4-198FF6BF7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8148010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41C83A-8B10-43EE-A37C-AD7FEEA50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E593EC-0D7B-4BB5-954D-0D3E4D95EF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F6627CE-D3BB-4638-B7B1-5F85CAE0D0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C030C9B0-CBDF-4216-9A36-D9B63301ED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04E6F35-EFC9-4442-8646-88BB83B470A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60EE4064-F332-41C7-9A9A-CAFC9209E74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BCE18F8A-7607-4266-BC51-B02D91CF87B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716261D4-4852-4AED-B442-D77E1966F4D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234BA962-0B71-4DA8-A154-FE197A9CBF0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AC1C52E2-855C-410C-BD98-BE6B130975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25291963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EC48A9-C46E-4CAE-9B49-2E22B822D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2B3E5B-B189-4972-9088-DA8CBEE83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CB5924-0DDA-4E26-9578-7E4948AA1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43CC8BA-0F42-489C-970C-430842FFA3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50DD6E-6A02-495D-AD35-F3DCBB81832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E3682B29-C758-43E0-B37E-5E9DA9EC646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837496-6C0F-4DD5-8FF3-DCCAE62D748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0DA7A33D-5F5D-4D96-999D-4183865126B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22720B-E846-44F3-871B-1B9FF8036D4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A6C8330-1B28-4B56-A8FB-2534527EF72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57E7EF-705A-4EF8-92C6-1C2D6AA4CC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ACC1449-B55F-4495-9B20-484D2724BA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p14:creationId xmlns:p14="http://schemas.microsoft.com/office/powerpoint/2010/main" val="608057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4493A4-2FED-4BC5-BAC4-353792B52E6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BA22B4-0F5D-47DC-B2AE-9E347AA555C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8256B1AC-3E8B-4F97-9457-1772589A1F19}"/>
              </a:ext>
            </a:extLst>
          </p:cNvPr>
          <p:cNvPicPr>
            <a:picLocks xmlns:a="http://schemas.openxmlformats.org/drawingml/2006/main" noChangeAspect="1"/>
          </p:cNvPicPr>
          <p:nvPr/>
        </p:nvPicPr>
        <p:blipFill>
          <a:blip xmlns:r="http://schemas.openxmlformats.org/officeDocument/2006/relationships" xmlns:a="http://schemas.openxmlformats.org/drawingml/2006/main" r:embed="R4ed35cf9537042c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79765-07CA-4F6B-99AB-D0CD83BC5C7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B52104-4827-477B-AACD-887CAB4F0C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15563AA1-B554-459F-B6CC-1C17CBD6D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24</a:t>
            </a:r>
          </a:p>
        </p:txBody>
      </p:sp>
    </p:spTree>
    <p:extLst>
      <p:ext uri="{BB962C8B-B14F-4D97-AF65-F5344CB8AC3E}">
        <p14:creationId xmlns:p14="http://schemas.microsoft.com/office/powerpoint/2010/main" val="13986062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7B2F96-95AC-4FE4-90E7-7521FC177F7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F45050-5192-4E9F-BF86-1BA8C5DF6B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0A77EBC0-CFE5-4C91-944E-866367321FE3}"/>
              </a:ext>
            </a:extLst>
          </p:cNvPr>
          <p:cNvPicPr>
            <a:picLocks xmlns:a="http://schemas.openxmlformats.org/drawingml/2006/main" noChangeAspect="1"/>
          </p:cNvPicPr>
          <p:nvPr/>
        </p:nvPicPr>
        <p:blipFill>
          <a:blip xmlns:r="http://schemas.openxmlformats.org/officeDocument/2006/relationships" xmlns:a="http://schemas.openxmlformats.org/drawingml/2006/main" r:embed="R947e76dbb6514ce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EDECCD-0919-4B72-B251-B509FD0BF70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1EB387B-891B-4B4A-9E4D-3E98C2545B4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D20515F5-3873-412E-8F36-6CEB0220E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39204007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CEC79C-702E-41AF-9496-A8E6C5E0DE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62B83A-C5F7-4A0B-B04F-C771C9220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A4BD3C-C348-495B-BE7D-5047CF8CB6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5BA9BD40-8806-4816-8004-7324D15A6E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07A37B-FCC1-4746-AA17-33A1079252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EC5659AE-D226-4142-82E6-30488D38B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A67E5C-BA75-4345-9996-3C04797D54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DFEDC594-DF67-4A8A-952C-1564CC6650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7D3F46-BA11-436B-BAF4-97AA7EE6D48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83C4D6A2-A2D9-42AC-B7C0-DD770FEC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26</a:t>
            </a:r>
          </a:p>
        </p:txBody>
      </p:sp>
    </p:spTree>
    <p:extLst>
      <p:ext uri="{BB962C8B-B14F-4D97-AF65-F5344CB8AC3E}">
        <p14:creationId xmlns:p14="http://schemas.microsoft.com/office/powerpoint/2010/main" val="152171065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10F3FD-E44A-4280-B9F1-4E6ACD22E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0C75EE-594F-4576-A099-17C679A9F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BB34F3-3CFC-4B10-B6D0-867B5E53A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CB053B-1285-4E6A-8E5E-5022D97DAA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94C53B-B104-4B1B-B234-FC088591C7D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160552D1-D3BC-446A-9376-6CAD301EB8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E07AAB-8EA3-4B03-9DFD-B0804245AC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0D1CF5A4-1987-4D48-AEB2-AF39D6AC0D8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E82194-2243-4EBB-80D9-BE4E290B002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7EF706C-4456-46B0-BF9D-01B7B893B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27</a:t>
            </a:r>
          </a:p>
        </p:txBody>
      </p:sp>
    </p:spTree>
    <p:extLst>
      <p:ext uri="{BB962C8B-B14F-4D97-AF65-F5344CB8AC3E}">
        <p14:creationId xmlns:p14="http://schemas.microsoft.com/office/powerpoint/2010/main" val="14445798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977D01-DBB4-4933-8A85-A9D4E544BB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1859BA-68CB-489B-B8D7-299C30085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550F5D-29C1-4B1E-8D4B-373E8DF5DE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005BAF5B-92A0-4ED4-B65F-35BCF367B65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4D7793-DFD0-4F26-8C89-2126329FE51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E4EB4199-E1A5-44F1-8A16-DF340C071E3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062CFC32-752B-4D3E-A6CB-2E22257671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5DC92EF-0626-45FB-8D50-6B9D64A865A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964A8E20-C3CB-4C0D-BC65-64216F94A6D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50583EB7-601C-4310-9699-9924CF794E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28</a:t>
            </a:r>
          </a:p>
        </p:txBody>
      </p:sp>
    </p:spTree>
    <p:extLst>
      <p:ext uri="{BB962C8B-B14F-4D97-AF65-F5344CB8AC3E}">
        <p14:creationId xmlns:p14="http://schemas.microsoft.com/office/powerpoint/2010/main" val="11194364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3A05C-63FE-42B0-AC64-930D8F8AC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E97BF4-7BC7-4837-9B1E-09FE1A877C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0D386CC-45AD-459E-9BFF-E6EFB040B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D7B4E5A6-7620-4E4D-8371-D005514CA7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35A1AC-79C7-4C1A-BAD5-A6687759BE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320E338D-89B1-44FF-B2C0-FA3EA8498C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72B1547-4856-4DA7-932E-B2D8989955C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496DD3D5-2962-4C43-B3FC-FC8F67EA43A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02921BAE-8554-4B3D-A2B1-B8AF577F7EF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CA93B1C8-99D9-4A52-B519-75132B8E6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29</a:t>
            </a:r>
          </a:p>
        </p:txBody>
      </p:sp>
    </p:spTree>
    <p:extLst>
      <p:ext uri="{BB962C8B-B14F-4D97-AF65-F5344CB8AC3E}">
        <p14:creationId xmlns:p14="http://schemas.microsoft.com/office/powerpoint/2010/main" val="116216612"/>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354347-D4A6-40DC-B519-7A819C3CC9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F6BC2C-7C52-43B0-8F0B-F71FC60D6C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4615B14-CF82-40E1-9231-1B3A0FE04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9895F8A6-6A00-45C3-9521-5A51E45B19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D6D1F0-B322-4B93-AC32-4BFF888F210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1F610DD1-C981-417C-B484-D02493B389F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B4066C1-02AD-4295-ADB8-A932CA9B512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27C9A0B-4A43-4169-BC22-9398D864E0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C3D57EA-CAF6-4023-85B5-AB56877F6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DB018E2-325A-4EC4-A565-E5BFC15F8F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32</a:t>
            </a:r>
          </a:p>
        </p:txBody>
      </p:sp>
    </p:spTree>
    <p:extLst>
      <p:ext uri="{BB962C8B-B14F-4D97-AF65-F5344CB8AC3E}">
        <p14:creationId xmlns:p14="http://schemas.microsoft.com/office/powerpoint/2010/main" val="146695171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69BAB9-0471-4A8D-B419-654F648B54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2EFCBC-2A73-49B3-A819-DF70EBE0D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10C501-4880-4BE4-85D3-B5019F28B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F4734FF3-5D5D-4B24-B31C-EEF8D41A2B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E430AA-3FAE-47DC-B469-259FD67AE7F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D14F1458-C0F6-4B4C-A93F-B36FBA74214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351484-D0D6-4C5B-94F5-5DE82705C9C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557F0AC8-92F5-4182-8A76-831FD93208F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D46E0E-F62C-4099-8C84-5B125C88F9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B580BC9-97B4-41C5-A28D-EB3DF94041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33</a:t>
            </a:r>
          </a:p>
        </p:txBody>
      </p:sp>
    </p:spTree>
    <p:extLst>
      <p:ext uri="{BB962C8B-B14F-4D97-AF65-F5344CB8AC3E}">
        <p14:creationId xmlns:p14="http://schemas.microsoft.com/office/powerpoint/2010/main" val="12490959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F1473-83E0-49F7-9A79-B4933BC446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D33948-CEC1-4494-92F1-471213DDD7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8671EF-4986-477A-AFA9-1CB7861B0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043E1C2-E71C-4F30-8903-F8242AE089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CD5EA8-7781-4A03-AA46-FF999016F3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4018E09-84FF-4AF8-AF4F-EF018DCC92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1A497ABA-F74C-4FE4-B4E1-9318D270CC2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06C65075-EA30-4C06-8329-32076D6AB3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34</a:t>
            </a:r>
          </a:p>
        </p:txBody>
      </p:sp>
    </p:spTree>
    <p:extLst>
      <p:ext uri="{BB962C8B-B14F-4D97-AF65-F5344CB8AC3E}">
        <p14:creationId xmlns:p14="http://schemas.microsoft.com/office/powerpoint/2010/main" val="1188153271"/>
      </p:ext>
    </p:extLst>
  </p:cSld>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closes after today</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No new weekly assignment.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Block 2 pack, A10 and A11 for 40 marks, is due Thursday 10 December 2026, 23:59 Kampala time.</a:t>
            </a:r>
          </a:p>
          <a:p>
            <a:pPr>
              <a:spcAft>
                <a:spcPts val="900"/>
              </a:spcAft>
            </a:pPr>
            <a:r>
              <a:rPr sz="2200" b="0">
                <a:solidFill>
                  <a:srgbClr val="1C3144"/>
                </a:solidFill>
                <a:latin typeface="Calibri"/>
              </a:rPr>
              <a:t>The Block 2 quiz covers Weeks 11, 12 and 13. It opens after today's class.</a:t>
            </a:r>
          </a:p>
          <a:p>
            <a:pPr>
              <a:spcAft>
                <a:spcPts val="900"/>
              </a:spcAft>
            </a:pPr>
            <a:r>
              <a:rPr sz="2200" b="0">
                <a:solidFill>
                  <a:srgbClr val="1C3144"/>
                </a:solidFill>
                <a:latin typeface="Calibri"/>
              </a:rPr>
              <a:t>Next week is Practical Test 2. Rehearse saving and submitting your test notebook, and revise the published function interfaces.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1AAA64-9B36-49C6-BD6B-E16612ED7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DD3BFD-00F6-4E83-BF46-E57765BD4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ADC4CF-5216-466A-BDB8-877BA91B90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214AF74B-D298-48DD-B2E2-D8A4F7C2CE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874913-54F8-4974-B312-B4550AD9187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59280020-E7A5-42CA-90C9-EF01001AF1A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2AB055-7128-42D3-A0A3-7D08292D05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2E2EEFE2-AFC7-4096-8F65-9C20F6533D4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2A9DAA-5ED7-4289-9B30-4D271F1B90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517D1CD5-72EF-489F-856B-662A7DF03E0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D4EC6D-485C-47E0-BB80-8B1F12C80A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5DEED4F5-9B04-490F-A6E9-66074531DC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36</a:t>
            </a:r>
          </a:p>
        </p:txBody>
      </p:sp>
    </p:spTree>
    <p:extLst>
      <p:ext uri="{BB962C8B-B14F-4D97-AF65-F5344CB8AC3E}">
        <p14:creationId xmlns:p14="http://schemas.microsoft.com/office/powerpoint/2010/main" val="3277049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D1AC8-90BA-4074-AF68-93584868E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33C1A3-1D78-4EA8-B33F-F7658853DD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488ADB-0B37-40BD-8FCF-AFCE86C38E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786E33FD-CFA3-4603-BF93-DA3C70155B1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216389-3D1D-4C42-ABB4-4C71D533C47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F928BE83-EEA8-469C-8633-26832F686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37</a:t>
            </a:r>
          </a:p>
        </p:txBody>
      </p:sp>
    </p:spTree>
    <p:extLst>
      <p:ext uri="{BB962C8B-B14F-4D97-AF65-F5344CB8AC3E}">
        <p14:creationId xmlns:p14="http://schemas.microsoft.com/office/powerpoint/2010/main" val="19578812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97C5AD-4C18-48CC-9165-EF06FAB410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D92353-A77C-406E-847D-72A38505E3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B658EE-B169-46ED-9BD1-86CE623ED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68F5B64-A9BB-4A8A-9044-09053C721C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D3C0D0-5B11-4CD1-A7D8-D6EC37FFAAC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628326C-0A20-468D-98F1-284113DA66F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7A29BA-12F3-438F-ACEF-905C3BFDA76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A4C32DF-4B5F-4005-8331-4B27D6291F1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276739-057B-4744-917D-3E0556157E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BCBA2F3-CF09-490E-A7BE-613B80AD82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B2F02F-3F5F-4514-8887-3CC763CAEDA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D751B362-774E-47C2-BE8F-C51F8A847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38</a:t>
            </a:r>
          </a:p>
        </p:txBody>
      </p:sp>
    </p:spTree>
    <p:extLst>
      <p:ext uri="{BB962C8B-B14F-4D97-AF65-F5344CB8AC3E}">
        <p14:creationId xmlns:p14="http://schemas.microsoft.com/office/powerpoint/2010/main" val="491473607"/>
      </p:ext>
    </p:extLst>
  </p:cSld>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11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11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12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12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13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13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39</a:t>
            </a:r>
          </a:p>
        </p:txBody>
      </p:sp>
    </p:spTree>
  </p:cSld>
  <p:clrMapOvr>
    <a:masterClrMapping/>
  </p:clrMapOvr>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DCD307-7A21-4A1A-BB62-EA28A40D92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32C8650-7BFA-436E-8CDC-65F61DEFCC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BCEB7C0-4C76-45D7-9B49-416F305CDF3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0CD3A71-13A5-4938-900C-6E9F65876DA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54AF5392-CAE6-4951-8C7F-02F4C2B9FF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0D07A3A-ED1B-4EF4-95B2-DCBC5F057B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40</a:t>
            </a:r>
          </a:p>
        </p:txBody>
      </p:sp>
    </p:spTree>
    <p:extLst>
      <p:ext uri="{BB962C8B-B14F-4D97-AF65-F5344CB8AC3E}">
        <p14:creationId xmlns:p14="http://schemas.microsoft.com/office/powerpoint/2010/main" val="16520522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2DE0E4-BCBB-4E59-937B-B2E8B92458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AB29BC-2580-41D5-B8A3-ADB02CC98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9BF0CAE-A139-4356-B13E-73F738E92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7FB3592-57AF-4D23-A10B-C12665D590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215E06-E9DF-437C-8DF8-F0EB8B6295A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D8B26B-40DB-4CD8-81AE-C7FE0FBFF73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40358A-CE78-4717-ADC0-0452D16E34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B2BD4630-BB17-44A1-9A64-062EB0C8CB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8469D2-0643-4C02-99E6-036A003225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B50BFDC-351E-4EAD-92F1-0A811F54FDB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3DB887-4805-4CDE-B9BF-10B29E51EB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B88A1CD1-ED6C-4111-8AFD-A55542C41C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28DC6385-7E6C-455A-AFE8-0F3E80A61D2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211f825a1e4c73"/>
              </a:rPr>
              <a:t>Open explainer video</a:t>
            </a:r>
          </a:p>
        </p:txBody>
      </p:sp>
      <p:sp>
        <p:nvSpPr>
          <p:cNvPr id="14" name="">
            <a:extLst xmlns:a="http://schemas.openxmlformats.org/drawingml/2006/main">
              <a:ext uri="{FF2B5EF4-FFF2-40B4-BE49-F238E27FC236}">
                <a16:creationId xmlns:a16="http://schemas.microsoft.com/office/drawing/2014/main" id="{3D778D4A-AC64-4E10-9011-215905C5C0E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5B5D9B89-50BB-41B8-918A-CD707849B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41</a:t>
            </a:r>
          </a:p>
        </p:txBody>
      </p:sp>
    </p:spTree>
    <p:extLst>
      <p:ext uri="{BB962C8B-B14F-4D97-AF65-F5344CB8AC3E}">
        <p14:creationId xmlns:p14="http://schemas.microsoft.com/office/powerpoint/2010/main" val="6134237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2026-10-20T18:01:24.1940000Z</dcterms:created>
  <dcterms:modified xsi:type="dcterms:W3CDTF">2026-10-20T18:01:24.1940000Z</dcterms:modified>
  <keywords>BLOCK-PATCHED</keywords>
</coreProperties>
</file>