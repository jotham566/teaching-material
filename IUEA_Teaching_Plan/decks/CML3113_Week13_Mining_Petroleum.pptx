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09b033869384f40" /><Relationship Type="http://schemas.openxmlformats.org/officeDocument/2006/relationships/extended-properties" Target="/docProps/app.xml" Id="Rd81ca85f68ed4e7c" /><Relationship Type="http://schemas.openxmlformats.org/officeDocument/2006/relationships/officeDocument" Target="/ppt/presentation.xml" Id="R7f0f6a46bd62484a" /></Relationships>
</file>

<file path=ppt/presentation.xml><?xml version="1.0" encoding="utf-8"?>
<p:presentation xmlns:p="http://schemas.openxmlformats.org/presentationml/2006/main">
  <p:sldMasterIdLst>
    <p:sldMasterId xmlns:r="http://schemas.openxmlformats.org/officeDocument/2006/relationships" id="2147483648" r:id="R15788197769f4cac"/>
  </p:sldMasterIdLst>
  <p:notesMasterIdLst>
    <p:notesMasterId xmlns:r="http://schemas.openxmlformats.org/officeDocument/2006/relationships" r:id="Rdb4c812c53824a6d"/>
  </p:notesMasterIdLst>
  <p:sldIdLst>
    <p:sldId xmlns:r="http://schemas.openxmlformats.org/officeDocument/2006/relationships" id="256" r:id="R9c7cbc6cab3e4a57"/>
    <p:sldId xmlns:r="http://schemas.openxmlformats.org/officeDocument/2006/relationships" id="257" r:id="Rcb1f899632d146c9"/>
    <p:sldId xmlns:r="http://schemas.openxmlformats.org/officeDocument/2006/relationships" id="258" r:id="R343af5fb01a84040"/>
    <p:sldId xmlns:r="http://schemas.openxmlformats.org/officeDocument/2006/relationships" id="259" r:id="Ra6030a4db4f644b5"/>
    <p:sldId xmlns:r="http://schemas.openxmlformats.org/officeDocument/2006/relationships" id="260" r:id="R19c15cd9da884c46"/>
    <p:sldId xmlns:r="http://schemas.openxmlformats.org/officeDocument/2006/relationships" id="261" r:id="R434a57483fcb469f"/>
    <p:sldId xmlns:r="http://schemas.openxmlformats.org/officeDocument/2006/relationships" id="262" r:id="R73094fe9881e412c"/>
    <p:sldId xmlns:r="http://schemas.openxmlformats.org/officeDocument/2006/relationships" id="263" r:id="Rc6cfe439e80c4aff"/>
    <p:sldId xmlns:r="http://schemas.openxmlformats.org/officeDocument/2006/relationships" id="264" r:id="R62028db5d2794b7c"/>
    <p:sldId xmlns:r="http://schemas.openxmlformats.org/officeDocument/2006/relationships" id="265" r:id="Rbc06dd0284f14cab"/>
    <p:sldId xmlns:r="http://schemas.openxmlformats.org/officeDocument/2006/relationships" id="266" r:id="Re82c3d1ebe044b57"/>
    <p:sldId xmlns:r="http://schemas.openxmlformats.org/officeDocument/2006/relationships" id="267" r:id="Re47e201aa02a4f80"/>
    <p:sldId xmlns:r="http://schemas.openxmlformats.org/officeDocument/2006/relationships" id="268" r:id="R1ad7e5754c434993"/>
    <p:sldId xmlns:r="http://schemas.openxmlformats.org/officeDocument/2006/relationships" id="269" r:id="R3ce15569bf9c40fa"/>
    <p:sldId xmlns:r="http://schemas.openxmlformats.org/officeDocument/2006/relationships" id="270" r:id="R0897a4b277144a2d"/>
    <p:sldId xmlns:r="http://schemas.openxmlformats.org/officeDocument/2006/relationships" id="271" r:id="Rd5766d8a5258414d"/>
    <p:sldId xmlns:r="http://schemas.openxmlformats.org/officeDocument/2006/relationships" id="272" r:id="R26f287c07c5a40b0"/>
    <p:sldId xmlns:r="http://schemas.openxmlformats.org/officeDocument/2006/relationships" id="273" r:id="R93275b1af0c34fd7"/>
    <p:sldId xmlns:r="http://schemas.openxmlformats.org/officeDocument/2006/relationships" id="274" r:id="R8a5722d99d9c4e0a"/>
    <p:sldId xmlns:r="http://schemas.openxmlformats.org/officeDocument/2006/relationships" id="275" r:id="R0c33a7aeb5a74614"/>
    <p:sldId xmlns:r="http://schemas.openxmlformats.org/officeDocument/2006/relationships" id="276" r:id="R99728db2ffee49f1"/>
    <p:sldId xmlns:r="http://schemas.openxmlformats.org/officeDocument/2006/relationships" id="277" r:id="Re281ef3bcab749f0"/>
    <p:sldId xmlns:r="http://schemas.openxmlformats.org/officeDocument/2006/relationships" id="278" r:id="R5a96b71e3c8e4508"/>
    <p:sldId xmlns:r="http://schemas.openxmlformats.org/officeDocument/2006/relationships" id="279" r:id="R01f3e900061e42bf"/>
    <p:sldId xmlns:r="http://schemas.openxmlformats.org/officeDocument/2006/relationships" id="280" r:id="R0450aefc38344f8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99cbe45b6a4774" /><Relationship Type="http://schemas.openxmlformats.org/officeDocument/2006/relationships/slideMaster" Target="/ppt/slideMasters/slideMaster1.xml" Id="R15788197769f4cac" /><Relationship Type="http://schemas.openxmlformats.org/officeDocument/2006/relationships/notesMaster" Target="/ppt/notesMasters/notesMaster1.xml" Id="Rdb4c812c53824a6d" /><Relationship Type="http://schemas.openxmlformats.org/officeDocument/2006/relationships/presProps" Target="/ppt/presProps.xml" Id="R29dcf77ab96644da" /><Relationship Type="http://schemas.openxmlformats.org/officeDocument/2006/relationships/tableStyles" Target="/ppt/tableStyles.xml" Id="R60e7bf31bcf64b61" /><Relationship Type="http://schemas.openxmlformats.org/officeDocument/2006/relationships/slide" Target="/ppt/slides/slide1.xml" Id="R9c7cbc6cab3e4a57" /><Relationship Type="http://schemas.openxmlformats.org/officeDocument/2006/relationships/slide" Target="/ppt/slides/slide2.xml" Id="Rcb1f899632d146c9" /><Relationship Type="http://schemas.openxmlformats.org/officeDocument/2006/relationships/slide" Target="/ppt/slides/slide3.xml" Id="R343af5fb01a84040" /><Relationship Type="http://schemas.openxmlformats.org/officeDocument/2006/relationships/slide" Target="/ppt/slides/slide4.xml" Id="Ra6030a4db4f644b5" /><Relationship Type="http://schemas.openxmlformats.org/officeDocument/2006/relationships/slide" Target="/ppt/slides/slide5.xml" Id="R19c15cd9da884c46" /><Relationship Type="http://schemas.openxmlformats.org/officeDocument/2006/relationships/slide" Target="/ppt/slides/slide6.xml" Id="R434a57483fcb469f" /><Relationship Type="http://schemas.openxmlformats.org/officeDocument/2006/relationships/slide" Target="/ppt/slides/slide7.xml" Id="R73094fe9881e412c" /><Relationship Type="http://schemas.openxmlformats.org/officeDocument/2006/relationships/slide" Target="/ppt/slides/slide8.xml" Id="Rc6cfe439e80c4aff" /><Relationship Type="http://schemas.openxmlformats.org/officeDocument/2006/relationships/slide" Target="/ppt/slides/slide9.xml" Id="R62028db5d2794b7c" /><Relationship Type="http://schemas.openxmlformats.org/officeDocument/2006/relationships/slide" Target="/ppt/slides/slide10.xml" Id="Rbc06dd0284f14cab" /><Relationship Type="http://schemas.openxmlformats.org/officeDocument/2006/relationships/slide" Target="/ppt/slides/slide11.xml" Id="Re82c3d1ebe044b57" /><Relationship Type="http://schemas.openxmlformats.org/officeDocument/2006/relationships/slide" Target="/ppt/slides/slide12.xml" Id="Re47e201aa02a4f80" /><Relationship Type="http://schemas.openxmlformats.org/officeDocument/2006/relationships/slide" Target="/ppt/slides/slide13.xml" Id="R1ad7e5754c434993" /><Relationship Type="http://schemas.openxmlformats.org/officeDocument/2006/relationships/slide" Target="/ppt/slides/slide14.xml" Id="R3ce15569bf9c40fa" /><Relationship Type="http://schemas.openxmlformats.org/officeDocument/2006/relationships/slide" Target="/ppt/slides/slide15.xml" Id="R0897a4b277144a2d" /><Relationship Type="http://schemas.openxmlformats.org/officeDocument/2006/relationships/slide" Target="/ppt/slides/slide16.xml" Id="Rd5766d8a5258414d" /><Relationship Type="http://schemas.openxmlformats.org/officeDocument/2006/relationships/slide" Target="/ppt/slides/slide17.xml" Id="R26f287c07c5a40b0" /><Relationship Type="http://schemas.openxmlformats.org/officeDocument/2006/relationships/slide" Target="/ppt/slides/slide18.xml" Id="R93275b1af0c34fd7" /><Relationship Type="http://schemas.openxmlformats.org/officeDocument/2006/relationships/slide" Target="/ppt/slides/slide19.xml" Id="R8a5722d99d9c4e0a" /><Relationship Type="http://schemas.openxmlformats.org/officeDocument/2006/relationships/slide" Target="/ppt/slides/slide20.xml" Id="R0c33a7aeb5a74614" /><Relationship Type="http://schemas.openxmlformats.org/officeDocument/2006/relationships/slide" Target="/ppt/slides/slide21.xml" Id="R99728db2ffee49f1" /><Relationship Type="http://schemas.openxmlformats.org/officeDocument/2006/relationships/slide" Target="/ppt/slides/slide22.xml" Id="Re281ef3bcab749f0" /><Relationship Type="http://schemas.openxmlformats.org/officeDocument/2006/relationships/slide" Target="/ppt/slides/slide23.xml" Id="R5a96b71e3c8e4508" /><Relationship Type="http://schemas.openxmlformats.org/officeDocument/2006/relationships/slide" Target="/ppt/slides/slide24.xml" Id="R01f3e900061e42bf" /><Relationship Type="http://schemas.openxmlformats.org/officeDocument/2006/relationships/slide" Target="/ppt/slides/slide25.xml" Id="R0450aefc38344f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ec12c75170442f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5cde2d325d4e0d" /><Relationship Type="http://schemas.openxmlformats.org/officeDocument/2006/relationships/notesMaster" Target="/ppt/notesMasters/notesMaster1.xml" Id="R2d6b7d45fc184b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6ed4d6ca3a4442f" /><Relationship Type="http://schemas.openxmlformats.org/officeDocument/2006/relationships/notesMaster" Target="/ppt/notesMasters/notesMaster1.xml" Id="R628a7f437e8b44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c23a6b00f0d4e2b" /><Relationship Type="http://schemas.openxmlformats.org/officeDocument/2006/relationships/notesMaster" Target="/ppt/notesMasters/notesMaster1.xml" Id="Rb0f7bea3c4944d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03945fece10b4a1c" /><Relationship Type="http://schemas.openxmlformats.org/officeDocument/2006/relationships/notesMaster" Target="/ppt/notesMasters/notesMaster1.xml" Id="Radb234aa572045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38d3c65b4604300" /><Relationship Type="http://schemas.openxmlformats.org/officeDocument/2006/relationships/notesMaster" Target="/ppt/notesMasters/notesMaster1.xml" Id="R0bb57dec4eeb4e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69cf18850143f4" /><Relationship Type="http://schemas.openxmlformats.org/officeDocument/2006/relationships/notesMaster" Target="/ppt/notesMasters/notesMaster1.xml" Id="Rbc8f411a46094b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88727bf6254ede" /><Relationship Type="http://schemas.openxmlformats.org/officeDocument/2006/relationships/notesMaster" Target="/ppt/notesMasters/notesMaster1.xml" Id="Rc575e3a0ef4546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b007f90ca74f09" /><Relationship Type="http://schemas.openxmlformats.org/officeDocument/2006/relationships/notesMaster" Target="/ppt/notesMasters/notesMaster1.xml" Id="Ra12d9609788045e4" /></Relationships>
</file>

<file path=ppt/notesSlides/_rels/notesSlide9.xml.rels>&#65279;<?xml version="1.0" encoding="utf-8"?><Relationships xmlns="http://schemas.openxmlformats.org/package/2006/relationships"><Relationship Type="http://schemas.openxmlformats.org/officeDocument/2006/relationships/slide" Target="/ppt/slides/slide9.xml" Id="R3eba8f85dce5470f" /><Relationship Type="http://schemas.openxmlformats.org/officeDocument/2006/relationships/notesMaster" Target="/ppt/notesMasters/notesMaster1.xml" Id="R9ab4c74fb19e414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8c430117a74c12" /><Relationship Type="http://schemas.openxmlformats.org/officeDocument/2006/relationships/notesMaster" Target="/ppt/notesMasters/notesMaster1.xml" Id="R1d2140f82ba947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af5692d60b45ef" /><Relationship Type="http://schemas.openxmlformats.org/officeDocument/2006/relationships/notesMaster" Target="/ppt/notesMasters/notesMaster1.xml" Id="Rff972fe688724ec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09431a9fd74254" /><Relationship Type="http://schemas.openxmlformats.org/officeDocument/2006/relationships/notesMaster" Target="/ppt/notesMasters/notesMaster1.xml" Id="Rabe83e4213de497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d4824342b34139" /><Relationship Type="http://schemas.openxmlformats.org/officeDocument/2006/relationships/notesMaster" Target="/ppt/notesMasters/notesMaster1.xml" Id="R379a6adf2cb4499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990d9421b48427c" /><Relationship Type="http://schemas.openxmlformats.org/officeDocument/2006/relationships/notesMaster" Target="/ppt/notesMasters/notesMaster1.xml" Id="R1a85dbe5eb1040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5cfa05409af4c07" /><Relationship Type="http://schemas.openxmlformats.org/officeDocument/2006/relationships/notesMaster" Target="/ppt/notesMasters/notesMaster1.xml" Id="R41fcbeaafe53445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cf430d9c6b24323" /><Relationship Type="http://schemas.openxmlformats.org/officeDocument/2006/relationships/notesMaster" Target="/ppt/notesMasters/notesMaster1.xml" Id="R197cc3546c46410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d0f72d21863425c" /><Relationship Type="http://schemas.openxmlformats.org/officeDocument/2006/relationships/notesMaster" Target="/ppt/notesMasters/notesMaster1.xml" Id="R77866e247fe0499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348756301d4b78" /><Relationship Type="http://schemas.openxmlformats.org/officeDocument/2006/relationships/notesMaster" Target="/ppt/notesMasters/notesMaster1.xml" Id="R432c5fd691bb465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07a82fc30114507" /><Relationship Type="http://schemas.openxmlformats.org/officeDocument/2006/relationships/notesMaster" Target="/ppt/notesMasters/notesMaster1.xml" Id="R75846ee189cd421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3c65319074c407a" /><Relationship Type="http://schemas.openxmlformats.org/officeDocument/2006/relationships/notesMaster" Target="/ppt/notesMasters/notesMaster1.xml" Id="R6637bc5ff5eb405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d9ee82ac7a24ac3" /><Relationship Type="http://schemas.openxmlformats.org/officeDocument/2006/relationships/notesMaster" Target="/ppt/notesMasters/notesMaster1.xml" Id="Rbd247c0aac534d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56edafee2014353" /><Relationship Type="http://schemas.openxmlformats.org/officeDocument/2006/relationships/notesMaster" Target="/ppt/notesMasters/notesMaster1.xml" Id="Ra829be98586c45f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6f16513cfbf4ee7" /><Relationship Type="http://schemas.openxmlformats.org/officeDocument/2006/relationships/notesMaster" Target="/ppt/notesMasters/notesMaster1.xml" Id="R0328580ac17c451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2ea8e9239b442d3" /><Relationship Type="http://schemas.openxmlformats.org/officeDocument/2006/relationships/notesMaster" Target="/ppt/notesMasters/notesMaster1.xml" Id="R274dee92aa0e47b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160555c0a741cf" /><Relationship Type="http://schemas.openxmlformats.org/officeDocument/2006/relationships/notesMaster" Target="/ppt/notesMasters/notesMaster1.xml" Id="R7bc5d3c6aed547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project understandable and runnable</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Run the project from a fresh session.</a:t>
            </a:r>
          </a:p>
          <a:p xmlns:a="http://schemas.openxmlformats.org/drawingml/2006/main">
            <a:r>
              <a:t/>
            </a:r>
          </a:p>
          <a:p xmlns:a="http://schemas.openxmlformats.org/drawingml/2006/main">
            <a:r>
              <a:t>Repair unclear run instructions using a fresh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Connection to the previous lesson</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The models and charts already exist. The remaining task is to make the evidence understandable and runnable from the supplied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revision, not a new test requirement. Lists can name columns or hold returned predictions, but students do not need to rebuild table operations with manual CSV loops. Existing function signatures, marks and allowed-resource rules stay unchanged.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data/raw as folders inside the project. A path starting with a private machine username will fail elsewhere. Keep raw data separate and never overwrite it with cleaned data.</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this week’s tools are needed</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A project is ready for handover when its files and written instructions reproduce its results in a fresh session. Check each claim against the results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Reproducibility and Dependency</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Reproducibility: Another person can use the stated data, environment and steps to check the result. Terminology varies; state the operational test_data.</a:t>
            </a:r>
          </a:p>
          <a:p xmlns:a="http://schemas.openxmlformats.org/drawingml/2006/main">
            <a:r>
              <a:t>Dependency: A package your code needs. Record versions actually used, rather than guessing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Relative path and README</a:t>
            </a:r>
          </a:p>
          <a:p xmlns:a="http://schemas.openxmlformats.org/drawingml/2006/main">
            <a:r>
              <a:t>Explanation to give</a:t>
            </a:r>
          </a:p>
          <a:p xmlns:a="http://schemas.openxmlformats.org/drawingml/2006/main">
            <a:r>
              <a:t>A path identifies where a file is found. A relative path starts from the current working directory. Explain each folder component and the final practice_filename.</a:t>
            </a:r>
          </a:p>
          <a:p xmlns:a="http://schemas.openxmlformats.org/drawingml/2006/main">
            <a:r>
              <a:t/>
            </a:r>
          </a:p>
          <a:p xmlns:a="http://schemas.openxmlformats.org/drawingml/2006/main">
            <a:r>
              <a:t>Worked illustration / lecturer answer</a:t>
            </a:r>
          </a:p>
          <a:p xmlns:a="http://schemas.openxmlformats.org/drawingml/2006/main">
            <a:r>
              <a:t>data/readings.csv means the readings.csv file inside a data folder under the current working directory. A path from your own Downloads folder will usually fail on another person's machine.</a:t>
            </a:r>
          </a:p>
          <a:p xmlns:a="http://schemas.openxmlformats.org/drawingml/2006/main">
            <a:r>
              <a:t/>
            </a:r>
          </a:p>
          <a:p xmlns:a="http://schemas.openxmlformats.org/drawingml/2006/main">
            <a:r>
              <a:t>Misconception to address</a:t>
            </a:r>
          </a:p>
          <a:p xmlns:a="http://schemas.openxmlformats.org/drawingml/2006/main">
            <a:r>
              <a:t>The working directory is not automatically the notebook's own folder in every tool. Check it and organise the project rather than hard-coding a personal absolute path.</a:t>
            </a:r>
          </a:p>
          <a:p xmlns:a="http://schemas.openxmlformats.org/drawingml/2006/main">
            <a:r>
              <a:t/>
            </a:r>
          </a:p>
          <a:p xmlns:a="http://schemas.openxmlformats.org/drawingml/2006/main">
            <a:r>
              <a:t>On this slide</a:t>
            </a:r>
          </a:p>
          <a:p xmlns:a="http://schemas.openxmlformats.org/drawingml/2006/main">
            <a:r>
              <a:t>Relative path: A location interpreted from the current working folder. It is not always relative to the notebook file itself.</a:t>
            </a:r>
          </a:p>
          <a:p xmlns:a="http://schemas.openxmlformats.org/drawingml/2006/main">
            <a:r>
              <a:t>README: The project’s instructions: question, files, data source, environment, run order, results and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README</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State the engineering question and target unit.</a:t>
            </a:r>
          </a:p>
          <a:p xmlns:a="http://schemas.openxmlformats.org/drawingml/2006/main">
            <a:r>
              <a:t/>
            </a:r>
          </a:p>
          <a:p xmlns:a="http://schemas.openxmlformats.org/drawingml/2006/main">
            <a:r>
              <a:t>List the supplied data and required software versions.</a:t>
            </a:r>
          </a:p>
          <a:p xmlns:a="http://schemas.openxmlformats.org/drawingml/2006/main">
            <a:r>
              <a:t/>
            </a:r>
          </a:p>
          <a:p xmlns:a="http://schemas.openxmlformats.org/drawingml/2006/main">
            <a:r>
              <a:t>Give the order for running the notebook from a fresh session.</a:t>
            </a:r>
          </a:p>
          <a:p xmlns:a="http://schemas.openxmlformats.org/drawingml/2006/main">
            <a:r>
              <a:t/>
            </a:r>
          </a:p>
          <a:p xmlns:a="http://schemas.openxmlformats.org/drawingml/2006/main">
            <a:r>
              <a:t>State limitations and each member’s contribution.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Someone else needs to reproduce the result</a:t>
            </a:r>
          </a:p>
          <a:p xmlns:a="http://schemas.openxmlformats.org/drawingml/2006/main">
            <a:r>
              <a:t>Explanation to give</a:t>
            </a:r>
          </a:p>
          <a:p xmlns:a="http://schemas.openxmlformats.org/drawingml/2006/main">
            <a:r>
              <a:t>Describe a handover as a reproducibility test carried out with only the delivered files and written directions. The person checking it should not need your memory of previous actions.</a:t>
            </a:r>
          </a:p>
          <a:p xmlns:a="http://schemas.openxmlformats.org/drawingml/2006/main">
            <a:r>
              <a:t/>
            </a:r>
          </a:p>
          <a:p xmlns:a="http://schemas.openxmlformats.org/drawingml/2006/main">
            <a:r>
              <a:t>Worked illustration / lecturer answer</a:t>
            </a:r>
          </a:p>
          <a:p xmlns:a="http://schemas.openxmlformats.org/drawingml/2006/main">
            <a:r>
              <a:t>Close the runtime, start fresh and follow the README literally. If it names data.csv while the folder contains readings.csv, repair the instructions and repeat the check.</a:t>
            </a:r>
          </a:p>
          <a:p xmlns:a="http://schemas.openxmlformats.org/drawingml/2006/main">
            <a:r>
              <a:t/>
            </a:r>
          </a:p>
          <a:p xmlns:a="http://schemas.openxmlformats.org/drawingml/2006/main">
            <a:r>
              <a:t>Misconception to address</a:t>
            </a:r>
          </a:p>
          <a:p xmlns:a="http://schemas.openxmlformats.org/drawingml/2006/main">
            <a:r>
              <a:t>A screenshot of a successful old output is not proof that today's package works from a clean prediction_start_time.</a:t>
            </a:r>
          </a:p>
          <a:p xmlns:a="http://schemas.openxmlformats.org/drawingml/2006/main">
            <a:r>
              <a:t/>
            </a:r>
          </a:p>
          <a:p xmlns:a="http://schemas.openxmlformats.org/drawingml/2006/main">
            <a:r>
              <a:t>On this slide</a:t>
            </a:r>
          </a:p>
          <a:p xmlns:a="http://schemas.openxmlformats.org/drawingml/2006/main">
            <a:r>
              <a:t>Which instructions would a new user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starts fresh</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The saved outputs must agree with a fresh run in the stated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Saved outputs can hide missing steps</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A notebook can display an old answer after its inputs have changed.</a:t>
            </a:r>
          </a:p>
          <a:p xmlns:a="http://schemas.openxmlformats.org/drawingml/2006/main">
            <a:r>
              <a:t/>
            </a:r>
          </a:p>
          <a:p xmlns:a="http://schemas.openxmlformats.org/drawingml/2006/main">
            <a:r>
              <a:t>A fresh session begins without the old variables.</a:t>
            </a:r>
          </a:p>
          <a:p xmlns:a="http://schemas.openxmlformats.org/drawingml/2006/main">
            <a:r>
              <a:t/>
            </a:r>
          </a:p>
          <a:p xmlns:a="http://schemas.openxmlformats.org/drawingml/2006/main">
            <a:r>
              <a:t>Restarting and running all tests whether the stated order creates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path names where a file is found</a:t>
            </a:r>
          </a:p>
          <a:p xmlns:a="http://schemas.openxmlformats.org/drawingml/2006/main">
            <a:r>
              <a:t>Explanation to give</a:t>
            </a:r>
          </a:p>
          <a:p xmlns:a="http://schemas.openxmlformats.org/drawingml/2006/main">
            <a:r>
              <a:t>A path identifies where a file is found. A relative path starts from the current working directory. Explain each folder component and the final practice_filename.</a:t>
            </a:r>
          </a:p>
          <a:p xmlns:a="http://schemas.openxmlformats.org/drawingml/2006/main">
            <a:r>
              <a:t/>
            </a:r>
          </a:p>
          <a:p xmlns:a="http://schemas.openxmlformats.org/drawingml/2006/main">
            <a:r>
              <a:t>Worked illustration / lecturer answer</a:t>
            </a:r>
          </a:p>
          <a:p xmlns:a="http://schemas.openxmlformats.org/drawingml/2006/main">
            <a:r>
              <a:t>data/readings.csv means the readings.csv file inside a data folder under the current working directory. A path from your own Downloads folder will usually fail on another person's machine.</a:t>
            </a:r>
          </a:p>
          <a:p xmlns:a="http://schemas.openxmlformats.org/drawingml/2006/main">
            <a:r>
              <a:t/>
            </a:r>
          </a:p>
          <a:p xmlns:a="http://schemas.openxmlformats.org/drawingml/2006/main">
            <a:r>
              <a:t>Misconception to address</a:t>
            </a:r>
          </a:p>
          <a:p xmlns:a="http://schemas.openxmlformats.org/drawingml/2006/main">
            <a:r>
              <a:t>The working directory is not automatically the notebook's own folder in every tool. Check it and organise the project rather than hard-coding a personal absolute path.</a:t>
            </a:r>
          </a:p>
          <a:p xmlns:a="http://schemas.openxmlformats.org/drawingml/2006/main">
            <a:r>
              <a:t/>
            </a:r>
          </a:p>
          <a:p xmlns:a="http://schemas.openxmlformats.org/drawingml/2006/main">
            <a:r>
              <a:t>On this slide</a:t>
            </a:r>
          </a:p>
          <a:p xmlns:a="http://schemas.openxmlformats.org/drawingml/2006/main">
            <a:r>
              <a:t>A relative path is interpreted from the current working folder.</a:t>
            </a:r>
          </a:p>
          <a:p xmlns:a="http://schemas.openxmlformats.org/drawingml/2006/main">
            <a:r>
              <a:t/>
            </a:r>
          </a:p>
          <a:p xmlns:a="http://schemas.openxmlformats.org/drawingml/2006/main">
            <a:r>
              <a:t>Package versions describe the software used to run the code.</a:t>
            </a:r>
          </a:p>
          <a:p xmlns:a="http://schemas.openxmlformats.org/drawingml/2006/main">
            <a:r>
              <a:t/>
            </a:r>
          </a:p>
          <a:p xmlns:a="http://schemas.openxmlformats.org/drawingml/2006/main">
            <a:r>
              <a:t>The README must give both run instructions and data-access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path example</a:t>
            </a:r>
          </a:p>
          <a:p xmlns:a="http://schemas.openxmlformats.org/drawingml/2006/main">
            <a:r>
              <a:t>Explanation to give</a:t>
            </a:r>
          </a:p>
          <a:p xmlns:a="http://schemas.openxmlformats.org/drawingml/2006/main">
            <a:r>
              <a:t>A path identifies where a file is found. A relative path starts from the current working directory. Explain each folder component and the final practice_filename.</a:t>
            </a:r>
          </a:p>
          <a:p xmlns:a="http://schemas.openxmlformats.org/drawingml/2006/main">
            <a:r>
              <a:t/>
            </a:r>
          </a:p>
          <a:p xmlns:a="http://schemas.openxmlformats.org/drawingml/2006/main">
            <a:r>
              <a:t>Worked illustration / lecturer answer</a:t>
            </a:r>
          </a:p>
          <a:p xmlns:a="http://schemas.openxmlformats.org/drawingml/2006/main">
            <a:r>
              <a:t>data/readings.csv means the readings.csv file inside a data folder under the current working directory. A path from your own Downloads folder will usually fail on another person's machine.</a:t>
            </a:r>
          </a:p>
          <a:p xmlns:a="http://schemas.openxmlformats.org/drawingml/2006/main">
            <a:r>
              <a:t/>
            </a:r>
          </a:p>
          <a:p xmlns:a="http://schemas.openxmlformats.org/drawingml/2006/main">
            <a:r>
              <a:t>Misconception to address</a:t>
            </a:r>
          </a:p>
          <a:p xmlns:a="http://schemas.openxmlformats.org/drawingml/2006/main">
            <a:r>
              <a:t>The working directory is not automatically the notebook's own folder in every tool. Check it and organise the project rather than hard-coding a personal absolute path.</a:t>
            </a:r>
          </a:p>
          <a:p xmlns:a="http://schemas.openxmlformats.org/drawingml/2006/main">
            <a:r>
              <a:t/>
            </a:r>
          </a:p>
          <a:p xmlns:a="http://schemas.openxmlformats.org/drawingml/2006/main">
            <a:r>
              <a:t>On this slide</a:t>
            </a:r>
          </a:p>
          <a:p xmlns:a="http://schemas.openxmlformats.org/drawingml/2006/main">
            <a:r>
              <a:t>Path and cwd: Path is a tool imported from Python’s pathlib module. Path.cwd() returns the folder where Python is currently running.</a:t>
            </a:r>
          </a:p>
          <a:p xmlns:a="http://schemas.openxmlformats.org/drawingml/2006/main">
            <a:r>
              <a:t>name: The .name property gives the last folder component as text. It depends on your runtime. A different folder name is expected on another computer.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Tell another person what the project needs</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requirements.txt and versions: This text file lists required Python packages and their versions. Record the versions used in the working environment; test them with the supplied run instructions.</a:t>
            </a:r>
          </a:p>
          <a:p xmlns:a="http://schemas.openxmlformats.org/drawingml/2006/main">
            <a:r>
              <a:t>Data source, permission and seed: Name the data source and any licence or permission for reuse. Record random seeds used in modelling. A seed supports repeatability; it does not repair data leakage.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checks and contribution evidence</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Independent run check: Restart the session and follow your written instructions without relying on earlier variables. Record the first failure and its repair.</a:t>
            </a:r>
          </a:p>
          <a:p xmlns:a="http://schemas.openxmlformats.org/drawingml/2006/main">
            <a:r>
              <a:t>Contribution evidence: A record of each person’s work, tied to files, commits or explanations. It does not require making a private repository 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Useful feedback identifies an exact repair</a:t>
            </a:r>
          </a:p>
          <a:p xmlns:a="http://schemas.openxmlformats.org/drawingml/2006/main">
            <a:r>
              <a:t>Explanation to give</a:t>
            </a:r>
          </a:p>
          <a:p xmlns:a="http://schemas.openxmlformats.org/drawingml/2006/main">
            <a:r>
              <a:t>Treat the README as instructions for someone opening the project for the first time. Name the files, setup requirements, entry notebook and exact order needed to reproduce the result.</a:t>
            </a:r>
          </a:p>
          <a:p xmlns:a="http://schemas.openxmlformats.org/drawingml/2006/main">
            <a:r>
              <a:t/>
            </a:r>
          </a:p>
          <a:p xmlns:a="http://schemas.openxmlformats.org/drawingml/2006/main">
            <a:r>
              <a:t>Worked illustration / lecturer answer</a:t>
            </a:r>
          </a:p>
          <a:p xmlns:a="http://schemas.openxmlformats.org/drawingml/2006/main">
            <a:r>
              <a:t>Replace “run the analysis” with “Open analysis.ipynb, place readings.csv in data/, restart the runtime and run all cells.” A useful repair comment names the failed step and the corrected practice_filename.</a:t>
            </a:r>
          </a:p>
          <a:p xmlns:a="http://schemas.openxmlformats.org/drawingml/2006/main">
            <a:r>
              <a:t/>
            </a:r>
          </a:p>
          <a:p xmlns:a="http://schemas.openxmlformats.org/drawingml/2006/main">
            <a:r>
              <a:t>Misconception to address</a:t>
            </a:r>
          </a:p>
          <a:p xmlns:a="http://schemas.openxmlformats.org/drawingml/2006/main">
            <a:r>
              <a:t>A repository URL proves a location exists, not that the work runs or was submitted. Contribution claims should point to specific work, not only a count of commits.</a:t>
            </a:r>
          </a:p>
          <a:p xmlns:a="http://schemas.openxmlformats.org/drawingml/2006/main">
            <a:r>
              <a:t/>
            </a:r>
          </a:p>
          <a:p xmlns:a="http://schemas.openxmlformats.org/drawingml/2006/main">
            <a:r>
              <a:t>On this slide</a:t>
            </a:r>
          </a:p>
          <a:p xmlns:a="http://schemas.openxmlformats.org/drawingml/2006/main">
            <a:r>
              <a:t>Vague feedback: "It does not work."</a:t>
            </a:r>
          </a:p>
          <a:p xmlns:a="http://schemas.openxmlformats.org/drawingml/2006/main">
            <a:r>
              <a:t/>
            </a:r>
          </a:p>
          <a:p xmlns:a="http://schemas.openxmlformats.org/drawingml/2006/main">
            <a:r>
              <a:t>Useful feedback: "Step 2 names data.csv, but the supplied file is readings.csv."</a:t>
            </a:r>
          </a:p>
          <a:p xmlns:a="http://schemas.openxmlformats.org/drawingml/2006/main">
            <a:r>
              <a:t/>
            </a:r>
          </a:p>
          <a:p xmlns:a="http://schemas.openxmlformats.org/drawingml/2006/main">
            <a:r>
              <a:t>The repair is to make the instructions and actual filename 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example and answer</a:t>
            </a:r>
          </a:p>
          <a:p xmlns:a="http://schemas.openxmlformats.org/drawingml/2006/main">
            <a:r>
              <a:t>Explanation to give</a:t>
            </a:r>
          </a:p>
          <a:p xmlns:a="http://schemas.openxmlformats.org/drawingml/2006/main">
            <a:r>
              <a:t>Use the displayed example as a short individual revision question, then explain the reasoning behind its answer.</a:t>
            </a:r>
          </a:p>
          <a:p xmlns:a="http://schemas.openxmlformats.org/drawingml/2006/main">
            <a:r>
              <a:t/>
            </a:r>
          </a:p>
          <a:p xmlns:a="http://schemas.openxmlformats.org/drawingml/2006/main">
            <a:r>
              <a:t>Worked illustration / lecturer answer</a:t>
            </a:r>
          </a:p>
          <a:p xmlns:a="http://schemas.openxmlformats.org/drawingml/2006/main">
            <a:r>
              <a:t>Check: restart the notebook runtime and follow your README exactly, without using remembered variables.</a:t>
            </a:r>
          </a:p>
          <a:p xmlns:a="http://schemas.openxmlformats.org/drawingml/2006/main">
            <a:r>
              <a:t/>
            </a:r>
          </a:p>
          <a:p xmlns:a="http://schemas.openxmlformats.org/drawingml/2006/main">
            <a:r>
              <a:t>If Step 2 names data.csv but the file is readings.csv, correct the filename in the instructions. Run again from the beginning and record the successful result.</a:t>
            </a:r>
          </a:p>
          <a:p xmlns:a="http://schemas.openxmlformats.org/drawingml/2006/main">
            <a:r>
              <a:t/>
            </a:r>
          </a:p>
          <a:p xmlns:a="http://schemas.openxmlformats.org/drawingml/2006/main">
            <a:r>
              <a:t>Misconception to address</a:t>
            </a:r>
          </a:p>
          <a:p xmlns:a="http://schemas.openxmlformats.org/drawingml/2006/main">
            <a:r>
              <a:t>Trace the operation that changes the value rather than accepting a memorised output. For notebook-state examples, specify which cell is repeated and whether the initialisation ran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Preparing for the assignment</a:t>
            </a:r>
          </a:p>
          <a:p xmlns:a="http://schemas.openxmlformats.org/drawingml/2006/main">
            <a:r>
              <a:t>Explanation to give</a:t>
            </a:r>
          </a:p>
          <a:p xmlns:a="http://schemas.openxmlformats.org/drawingml/2006/main">
            <a:r>
              <a:t>Week 13 adds no new weekly assignment notebook. Use the time to make the existing project reproducible and prepare for the offline test_data.</a:t>
            </a:r>
          </a:p>
          <a:p xmlns:a="http://schemas.openxmlformats.org/drawingml/2006/main">
            <a:r>
              <a:t/>
            </a:r>
          </a:p>
          <a:p xmlns:a="http://schemas.openxmlformats.org/drawingml/2006/main">
            <a:r>
              <a:t>Worked illustration / lecturer answer</a:t>
            </a:r>
          </a:p>
          <a:p xmlns:a="http://schemas.openxmlformats.org/drawingml/2006/main">
            <a:r>
              <a:t>Open the project README, restart and follow its steps. Then rehearse locating and reopening the complete test notebook on the prepared offline computer.</a:t>
            </a:r>
          </a:p>
          <a:p xmlns:a="http://schemas.openxmlformats.org/drawingml/2006/main">
            <a:r>
              <a:t/>
            </a:r>
          </a:p>
          <a:p xmlns:a="http://schemas.openxmlformats.org/drawingml/2006/main">
            <a:r>
              <a:t>Misconception to address</a:t>
            </a:r>
          </a:p>
          <a:p xmlns:a="http://schemas.openxmlformats.org/drawingml/2006/main">
            <a:r>
              <a:t>Quiz 13 is a separate activity when activated. Do not invent an A13 upload or require students to submit an extra weekly report.</a:t>
            </a:r>
          </a:p>
          <a:p xmlns:a="http://schemas.openxmlformats.org/drawingml/2006/main">
            <a:r>
              <a:t/>
            </a:r>
          </a:p>
          <a:p xmlns:a="http://schemas.openxmlformats.org/drawingml/2006/main">
            <a:r>
              <a:t>On this slide</a:t>
            </a:r>
          </a:p>
          <a:p xmlns:a="http://schemas.openxmlformats.org/drawingml/2006/main">
            <a:r>
              <a:t>No new weekly assignment.</a:t>
            </a:r>
          </a:p>
          <a:p xmlns:a="http://schemas.openxmlformats.org/drawingml/2006/main">
            <a:r>
              <a:t/>
            </a:r>
          </a:p>
          <a:p xmlns:a="http://schemas.openxmlformats.org/drawingml/2006/main">
            <a:r>
              <a:t>Continue the official project deliverables and Week 13 quiz.</a:t>
            </a:r>
          </a:p>
          <a:p xmlns:a="http://schemas.openxmlformats.org/drawingml/2006/main">
            <a:r>
              <a:t/>
            </a:r>
          </a:p>
          <a:p xmlns:a="http://schemas.openxmlformats.org/drawingml/2006/main">
            <a:r>
              <a:t>Rehearse Colab Test 2 saving and submission and the published function interfaces before Week 14.</a:t>
            </a:r>
          </a:p>
          <a:p xmlns:a="http://schemas.openxmlformats.org/drawingml/2006/main">
            <a:r>
              <a:t/>
            </a:r>
          </a:p>
          <a:p xmlns:a="http://schemas.openxmlformats.org/drawingml/2006/main">
            <a:r>
              <a:t>Do not add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handover</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An absolute path from your own computer will usually fail elsewhere.</a:t>
            </a:r>
          </a:p>
          <a:p xmlns:a="http://schemas.openxmlformats.org/drawingml/2006/main">
            <a:r>
              <a:t/>
            </a:r>
          </a:p>
          <a:p xmlns:a="http://schemas.openxmlformats.org/drawingml/2006/main">
            <a:r>
              <a:t>A relative path starts from the current working folder.</a:t>
            </a:r>
          </a:p>
          <a:p xmlns:a="http://schemas.openxmlformats.org/drawingml/2006/main">
            <a:r>
              <a:t/>
            </a:r>
          </a:p>
          <a:p xmlns:a="http://schemas.openxmlformats.org/drawingml/2006/main">
            <a:r>
              <a:t>Record dependencies and actual versions, and fix randomness where appropriate; identical results across all machines are not guaranteed by a seed alone.</a:t>
            </a:r>
          </a:p>
          <a:p xmlns:a="http://schemas.openxmlformats.org/drawingml/2006/main">
            <a:r>
              <a:t/>
            </a:r>
          </a:p>
          <a:p xmlns:a="http://schemas.openxmlformats.org/drawingml/2006/main">
            <a:r>
              <a:t>Captions should state a supported finding and its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handover continued</a:t>
            </a:r>
          </a:p>
          <a:p xmlns:a="http://schemas.openxmlformats.org/drawingml/2006/main">
            <a:r>
              <a:t>Explanation to give</a:t>
            </a:r>
          </a:p>
          <a:p xmlns:a="http://schemas.openxmlformats.org/drawingml/2006/main">
            <a:r>
              <a:t>A reproducible handover gives another person enough files and instructions to obtain the reported result from a fresh environment. Saved outputs can survive even when the code no longer produces them.</a:t>
            </a:r>
          </a:p>
          <a:p xmlns:a="http://schemas.openxmlformats.org/drawingml/2006/main">
            <a:r>
              <a:t/>
            </a:r>
          </a:p>
          <a:p xmlns:a="http://schemas.openxmlformats.org/drawingml/2006/main">
            <a:r>
              <a:t>Worked illustration / lecturer answer</a:t>
            </a:r>
          </a:p>
          <a:p xmlns:a="http://schemas.openxmlformats.org/drawingml/2006/main">
            <a:r>
              <a:t>Restart, load the documented data and run from the first cell. If a later cell relies on a deleted variable, the clean run reveals the missing step. Record the required Python libraries and versions.</a:t>
            </a:r>
          </a:p>
          <a:p xmlns:a="http://schemas.openxmlformats.org/drawingml/2006/main">
            <a:r>
              <a:t/>
            </a:r>
          </a:p>
          <a:p xmlns:a="http://schemas.openxmlformats.org/drawingml/2006/main">
            <a:r>
              <a:t>Misconception to address</a:t>
            </a:r>
          </a:p>
          <a:p xmlns:a="http://schemas.openxmlformats.org/drawingml/2006/main">
            <a:r>
              <a:t>Restarting the runtime clears variables; it does not necessarily restore deleted data files. Re-upload or locate the documented inputs before the fresh run.</a:t>
            </a:r>
          </a:p>
          <a:p xmlns:a="http://schemas.openxmlformats.org/drawingml/2006/main">
            <a:r>
              <a:t/>
            </a:r>
          </a:p>
          <a:p xmlns:a="http://schemas.openxmlformats.org/drawingml/2006/main">
            <a:r>
              <a:t>On this slide</a:t>
            </a:r>
          </a:p>
          <a:p xmlns:a="http://schemas.openxmlformats.org/drawingml/2006/main">
            <a:r>
              <a:t>Remove conflicting cell assignments and verify a fresh run before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preparation</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08:00 Kampala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quiz</a:t>
            </a:r>
          </a:p>
          <a:p xmlns:a="http://schemas.openxmlformats.org/drawingml/2006/main">
            <a:r>
              <a:t>Explanation to give</a:t>
            </a:r>
          </a:p>
          <a:p xmlns:a="http://schemas.openxmlformats.org/drawingml/2006/main">
            <a:r>
              <a:t>This is the CML3113 Week 1 quiz. The student link opens the response form; it does not activate its window. In Quiz Controls use open_W1_CML3113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The handover should reproduce the result using the files and instructions alone. Saved output is insufficient evidence.</a:t>
            </a:r>
          </a:p>
          <a:p xmlns:a="http://schemas.openxmlformats.org/drawingml/2006/main">
            <a:r>
              <a:t/>
            </a:r>
          </a:p>
          <a:p xmlns:a="http://schemas.openxmlformats.org/drawingml/2006/main">
            <a:r>
              <a:t>Worked illustration / lecturer answer</a:t>
            </a:r>
          </a:p>
          <a:p xmlns:a="http://schemas.openxmlformats.org/drawingml/2006/main">
            <a:r>
              <a:t>Restart, load the stated data and follow the README literally. A mismatch between a documented filename and the actual file is a handover defect to fix.</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Another learner can follow your README and reproduce the stated result.</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Why keep history, and what is a repository?</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Reference / existing resource</a:t>
            </a:r>
          </a:p>
          <a:p xmlns:a="http://schemas.openxmlformats.org/drawingml/2006/main">
            <a:r>
              <a:t>https://www.youtube.com/watch?v=v5gnvDUWqFM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0ecb8bf5094f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62c2d6425b8434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362882c028c45e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4cea0630a2463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c5b672114ee42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2e8bd12b54044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551E45-F52F-42E0-AC10-C56A5FAEA20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EF4E97-88A8-4E61-BDE3-7490A963543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2E67F6-B07E-48D1-86EE-0E16176E38D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87632D-93F2-4655-AB1A-922EC995CAE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370E79-0440-41AB-BC36-CF6C1CD6697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451EB22-90EB-4BC8-A1CF-CDB8CE462B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90B9D5B-D1BB-4120-96DA-B75BCECA3B7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92EA10-D5F1-4629-98DD-9C694E75C6D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AE28D0-12E4-4DEF-87D4-19482835EA1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D9B6D7-D1C1-4301-A012-26FCC90C2E8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b78fd381d24821" /><Relationship Type="http://schemas.openxmlformats.org/officeDocument/2006/relationships/slideLayout" Target="/ppt/slideLayouts/slideLayout1.xml" Id="R3bee2bc87d2a402f" /><Relationship Type="http://schemas.openxmlformats.org/officeDocument/2006/relationships/slideLayout" Target="/ppt/slideLayouts/slideLayout2.xml" Id="R5d15517a5bcc4a51" /><Relationship Type="http://schemas.openxmlformats.org/officeDocument/2006/relationships/slideLayout" Target="/ppt/slideLayouts/slideLayout3.xml" Id="R8ffa8f8cd82045df" /><Relationship Type="http://schemas.openxmlformats.org/officeDocument/2006/relationships/slideLayout" Target="/ppt/slideLayouts/slideLayout4.xml" Id="Re4c152c88d3f4057" /><Relationship Type="http://schemas.openxmlformats.org/officeDocument/2006/relationships/slideLayout" Target="/ppt/slideLayouts/slideLayout5.xml" Id="R5ee6b01601bf4d2e" /><Relationship Type="http://schemas.openxmlformats.org/officeDocument/2006/relationships/slideLayout" Target="/ppt/slideLayouts/slideLayout6.xml" Id="R2540f8181c74464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ee2bc87d2a402f"/>
    <p:sldLayoutId xmlns:r="http://schemas.openxmlformats.org/officeDocument/2006/relationships" id="2147483650" r:id="R5d15517a5bcc4a51"/>
    <p:sldLayoutId xmlns:r="http://schemas.openxmlformats.org/officeDocument/2006/relationships" id="2147483651" r:id="R8ffa8f8cd82045df"/>
    <p:sldLayoutId xmlns:r="http://schemas.openxmlformats.org/officeDocument/2006/relationships" id="2147483652" r:id="Re4c152c88d3f4057"/>
    <p:sldLayoutId xmlns:r="http://schemas.openxmlformats.org/officeDocument/2006/relationships" id="2147483653" r:id="R5ee6b01601bf4d2e"/>
    <p:sldLayoutId xmlns:r="http://schemas.openxmlformats.org/officeDocument/2006/relationships" id="2147483654" r:id="R2540f8181c7446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33abe52f79745b0" /><Relationship Type="http://schemas.openxmlformats.org/officeDocument/2006/relationships/image" Target="/ppt/media/image.png" Id="R98f2197bd2404377" /><Relationship Type="http://schemas.openxmlformats.org/officeDocument/2006/relationships/notesSlide" Target="/ppt/notesSlides/notesSlide1.xml" Id="R6f6549fae14f4c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5d5e20fe4a34ff7" /><Relationship Type="http://schemas.openxmlformats.org/officeDocument/2006/relationships/notesSlide" Target="/ppt/notesSlides/notesSlide2.xml" Id="Rb582b4def672461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946c53d978f430f" /><Relationship Type="http://schemas.openxmlformats.org/officeDocument/2006/relationships/notesSlide" Target="/ppt/notesSlides/notesSlide3.xml" Id="Rfe519b5fbdde4d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e93490ac08f4320" /><Relationship Type="http://schemas.openxmlformats.org/officeDocument/2006/relationships/notesSlide" Target="/ppt/notesSlides/notesSlide4.xml" Id="R4e9289eee1bc48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6c614b1546f449c" /><Relationship Type="http://schemas.openxmlformats.org/officeDocument/2006/relationships/notesSlide" Target="/ppt/notesSlides/notesSlide5.xml" Id="Rbc41c4a2e8fa40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cb322ddb1da4a53" /><Relationship Type="http://schemas.openxmlformats.org/officeDocument/2006/relationships/notesSlide" Target="/ppt/notesSlides/notesSlide6.xml" Id="R4ce4a2f689fa49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3996f19ab7d4764" /><Relationship Type="http://schemas.openxmlformats.org/officeDocument/2006/relationships/notesSlide" Target="/ppt/notesSlides/notesSlide7.xml" Id="R7695ca9ada40498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6903bf047c44109" /><Relationship Type="http://schemas.openxmlformats.org/officeDocument/2006/relationships/notesSlide" Target="/ppt/notesSlides/notesSlide8.xml" Id="Rcca81fd6cfed4af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ea5210fa88946df" /><Relationship Type="http://schemas.openxmlformats.org/officeDocument/2006/relationships/notesSlide" Target="/ppt/notesSlides/notesSlide9.xml" Id="R571d7b61bad64b4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6879efef4a04ee4" /><Relationship Type="http://schemas.openxmlformats.org/officeDocument/2006/relationships/image" Target="/ppt/media/image2.png" Id="R4ed35cf9537042ce" /><Relationship Type="http://schemas.openxmlformats.org/officeDocument/2006/relationships/notesSlide" Target="/ppt/notesSlides/notesSlide10.xml" Id="R95b30cfa79844cf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4975ccaa33f4695" /><Relationship Type="http://schemas.openxmlformats.org/officeDocument/2006/relationships/image" Target="/ppt/media/image3.png" Id="R947e76dbb6514ce5" /><Relationship Type="http://schemas.openxmlformats.org/officeDocument/2006/relationships/notesSlide" Target="/ppt/notesSlides/notesSlide11.xml" Id="R0a8b9cd0b8df46e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e4a897752494c83" /><Relationship Type="http://schemas.openxmlformats.org/officeDocument/2006/relationships/notesSlide" Target="/ppt/notesSlides/notesSlide12.xml" Id="R81e7fce90ec044e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725ba16131c498b" /><Relationship Type="http://schemas.openxmlformats.org/officeDocument/2006/relationships/notesSlide" Target="/ppt/notesSlides/notesSlide13.xml" Id="R9621ed811dde451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6371819fc5e496e" /><Relationship Type="http://schemas.openxmlformats.org/officeDocument/2006/relationships/notesSlide" Target="/ppt/notesSlides/notesSlide14.xml" Id="R69790cde18014e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e85e55164684bc4" /><Relationship Type="http://schemas.openxmlformats.org/officeDocument/2006/relationships/notesSlide" Target="/ppt/notesSlides/notesSlide15.xml" Id="R4804d1e2103347f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849386794a349ca" /><Relationship Type="http://schemas.openxmlformats.org/officeDocument/2006/relationships/notesSlide" Target="/ppt/notesSlides/notesSlide16.xml" Id="R0113fb4475044ba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b0b2ef87b514128" /><Relationship Type="http://schemas.openxmlformats.org/officeDocument/2006/relationships/notesSlide" Target="/ppt/notesSlides/notesSlide17.xml" Id="Ra9776760d7ab44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8a60ca1b74d4814" /><Relationship Type="http://schemas.openxmlformats.org/officeDocument/2006/relationships/notesSlide" Target="/ppt/notesSlides/notesSlide18.xml" Id="R1a0676c122574fe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b2e17f73abe4eab" /><Relationship Type="http://schemas.openxmlformats.org/officeDocument/2006/relationships/notesSlide" Target="/ppt/notesSlides/notesSlide19.xml" Id="R32ee1d0713e5422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4315342b5ec4999" /><Relationship Type="http://schemas.openxmlformats.org/officeDocument/2006/relationships/notesSlide" Target="/ppt/notesSlides/notesSlide20.xml" Id="R09be8f250e114b1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b5d6b7ddf164fbe" /><Relationship Type="http://schemas.openxmlformats.org/officeDocument/2006/relationships/notesSlide" Target="/ppt/notesSlides/notesSlide21.xml" Id="R49a6999644d54ee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c1dfaa0aa3e4cfc" /><Relationship Type="http://schemas.openxmlformats.org/officeDocument/2006/relationships/notesSlide" Target="/ppt/notesSlides/notesSlide22.xml" Id="R407ea6fd6853446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1e08e23c5b04f26" /><Relationship Type="http://schemas.openxmlformats.org/officeDocument/2006/relationships/image" Target="/ppt/media/image4.png" Id="R60f2941a2f5041a4" /><Relationship Type="http://schemas.openxmlformats.org/officeDocument/2006/relationships/hyperlink" Target="https://forms.gle/8PGZxFB8c2SYs1Qz7" TargetMode="External" Id="Rf5fef24ed58d40b1" /><Relationship Type="http://schemas.openxmlformats.org/officeDocument/2006/relationships/notesSlide" Target="/ppt/notesSlides/notesSlide23.xml" Id="Rb0018dd1536c437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997872ef3184754" /><Relationship Type="http://schemas.openxmlformats.org/officeDocument/2006/relationships/notesSlide" Target="/ppt/notesSlides/notesSlide24.xml" Id="R89cd6d7bb86843d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fe33ea9d51b44f0" /><Relationship Type="http://schemas.openxmlformats.org/officeDocument/2006/relationships/hyperlink" Target="https://www.youtube.com/watch?v=v5gnvDUWqFM" TargetMode="External" Id="R58211f825a1e4c73" /><Relationship Type="http://schemas.openxmlformats.org/officeDocument/2006/relationships/notesSlide" Target="/ppt/notesSlides/notesSlide25.xml" Id="R9b3090b505064de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93650E4-C1AC-4D62-AF47-531A3ED858C4}"/>
              </a:ext>
            </a:extLst>
          </p:cNvPr>
          <p:cNvPicPr>
            <a:picLocks xmlns:a="http://schemas.openxmlformats.org/drawingml/2006/main" noChangeAspect="1"/>
          </p:cNvPicPr>
          <p:nvPr/>
        </p:nvPicPr>
        <p:blipFill>
          <a:blip xmlns:r="http://schemas.openxmlformats.org/officeDocument/2006/relationships" xmlns:a="http://schemas.openxmlformats.org/drawingml/2006/main" r:embed="R98f2197bd240437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BAC414B-5083-453C-956A-DBF3626F45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67F88C3-B689-46EF-A5E9-01D0DB8D059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7035AD77-9695-4334-8FC6-C5622266A27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7963EB14-0BBC-4689-BCB5-0EC9026BF48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1F0F93BC-C442-4092-84FE-2E7E85C864E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603655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BC9FE40-9FD8-496D-9BB5-E9DE271530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B588B1-C300-4AE4-91C3-8EB3BDA9B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FCDC96E-2C74-4E16-A94B-C5CE8DF6FB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8E0E3F9-9973-4C4C-B82B-BA6A55AF391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CBAD27-B1CD-40D1-93F9-846FDF0BD9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73BB1E5-37A8-400B-8302-52CC86B6E066}"/>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A738CB3B-0F63-4398-B40C-5938EEE2ED3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99CA639-38F3-43D3-8791-61A1199F3C2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F77D504E-94C4-4A06-9CF3-54AB24F049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3638106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860D84-7072-44B6-B86B-E74992FF93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8614B3-496E-45A9-8BC7-495E66FEA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D2D210-6020-43DC-BEA5-169A714674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18140EE-B1AB-44E2-AB62-D03398C0F9B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634DD3-71DA-440A-8ABA-6078CCA2DCB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CD981EF3-0BDE-471A-B87F-14019255BD4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08B9A530-C063-4E84-A598-5FD822FC0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a:t>
            </a:r>
          </a:p>
        </p:txBody>
      </p:sp>
    </p:spTree>
    <p:extLst>
      <p:ext uri="{BB962C8B-B14F-4D97-AF65-F5344CB8AC3E}">
        <p14:creationId xmlns:p14="http://schemas.microsoft.com/office/powerpoint/2010/main" val="11536074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34E448-ADA2-4886-B0EB-0EF3B523E7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BADDA4-2994-490A-AA6E-4272876260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88FD7A-4AF5-4E1C-941B-90AE653E6D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A0697F9E-C539-4304-8ED5-1C179109A3D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46E6EB-11E5-4B5E-8115-3E474DE913D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4BA6A8-7495-4D5A-8710-84BEECE0AB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FFBFAFBA-DF32-4D9E-A6E0-130A3487FCF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A81BEFEA-A051-44CA-AC68-79AC271A8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a:t>
            </a:r>
          </a:p>
        </p:txBody>
      </p:sp>
    </p:spTree>
    <p:extLst>
      <p:ext uri="{BB962C8B-B14F-4D97-AF65-F5344CB8AC3E}">
        <p14:creationId xmlns:p14="http://schemas.microsoft.com/office/powerpoint/2010/main" val="17885692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651CCF-CF2A-4B93-A32C-A41FF80A10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ECF20F-A7D8-4BE8-AD09-5C967E520E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CB45F8-AC95-4F39-B963-6A6FE0A591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5C37169E-C5A0-4531-9D5A-5AAAD059A4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228A45-295D-44C0-BFF4-BFBB776322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ABB77DE-3FC0-472E-8E90-DB7F3F416DE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565918FF-1734-4C41-A8BA-FFA65DDA2B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DB888B0A-D4BC-47BF-9413-10DBC381AB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5</a:t>
            </a:r>
          </a:p>
        </p:txBody>
      </p:sp>
    </p:spTree>
    <p:extLst>
      <p:ext uri="{BB962C8B-B14F-4D97-AF65-F5344CB8AC3E}">
        <p14:creationId xmlns:p14="http://schemas.microsoft.com/office/powerpoint/2010/main" val="20216887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80C7CB-A182-4FD8-A11F-05FF44E3F5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793D8B-FD14-4536-A389-80A3EF4FC6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53A5DE-DA64-4129-A7ED-A1A55CBC4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FCAC79B-DB2D-4398-A47A-838E43EF2D8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723F72-1A63-4FAC-A08D-5EE954025B1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28B5A9C7-3A7F-4F59-98A6-D63E43193DC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7CD084FD-10D7-41AB-94A7-8D5503403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6</a:t>
            </a:r>
          </a:p>
        </p:txBody>
      </p:sp>
    </p:spTree>
    <p:extLst>
      <p:ext uri="{BB962C8B-B14F-4D97-AF65-F5344CB8AC3E}">
        <p14:creationId xmlns:p14="http://schemas.microsoft.com/office/powerpoint/2010/main" val="3739394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45ACE3-58A4-40BD-882F-FBCBB7395F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098F44-1665-4DD1-B750-40AD48F44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2DC56FF-F2BA-4887-B9E5-E0DBF9545B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F8B04F38-E835-4DBE-972F-3F732F3A250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FF8D44-F7AD-4DF2-8C98-C3978107673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B5DD7E7B-EE50-4727-96E9-F252E6FE79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mean_load_by_equipment_group. Terminology varies; state the operational test_data.</a:t>
            </a:r>
          </a:p>
        </p:txBody>
      </p:sp>
      <p:sp>
        <p:nvSpPr>
          <p:cNvPr id="7" name="">
            <a:extLst xmlns:a="http://schemas.openxmlformats.org/drawingml/2006/main">
              <a:ext uri="{FF2B5EF4-FFF2-40B4-BE49-F238E27FC236}">
                <a16:creationId xmlns:a16="http://schemas.microsoft.com/office/drawing/2014/main" id="{1915F6B2-9BAA-4C1A-B411-C76B11B9D13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C7F076-0380-4EE8-A8EB-FE12FB5A877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2E6D8F58-10A6-404B-9261-F292150AC15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2F5E0D21-32C3-4831-98B4-198FF6BF7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7</a:t>
            </a:r>
          </a:p>
        </p:txBody>
      </p:sp>
    </p:spTree>
    <p:extLst>
      <p:ext uri="{BB962C8B-B14F-4D97-AF65-F5344CB8AC3E}">
        <p14:creationId xmlns:p14="http://schemas.microsoft.com/office/powerpoint/2010/main" val="81480108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41C83A-8B10-43EE-A37C-AD7FEEA50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E593EC-0D7B-4BB5-954D-0D3E4D95EF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F6627CE-D3BB-4638-B7B1-5F85CAE0D0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C030C9B0-CBDF-4216-9A36-D9B63301ED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4E6F35-EFC9-4442-8646-88BB83B470A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60EE4064-F332-41C7-9A9A-CAFC9209E74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BCE18F8A-7607-4266-BC51-B02D91CF87B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16261D4-4852-4AED-B442-D77E1966F4D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234BA962-0B71-4DA8-A154-FE197A9CBF0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AC1C52E2-855C-410C-BD98-BE6B130975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8</a:t>
            </a:r>
          </a:p>
        </p:txBody>
      </p:sp>
    </p:spTree>
    <p:extLst>
      <p:ext uri="{BB962C8B-B14F-4D97-AF65-F5344CB8AC3E}">
        <p14:creationId xmlns:p14="http://schemas.microsoft.com/office/powerpoint/2010/main" val="2529196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EC48A9-C46E-4CAE-9B49-2E22B822D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2B3E5B-B189-4972-9088-DA8CBEE830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CB5924-0DDA-4E26-9578-7E4948AA1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43CC8BA-0F42-489C-970C-430842FFA3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50DD6E-6A02-495D-AD35-F3DCBB81832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E3682B29-C758-43E0-B37E-5E9DA9EC646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837496-6C0F-4DD5-8FF3-DCCAE62D748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0DA7A33D-5F5D-4D96-999D-4183865126B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22720B-E846-44F3-871B-1B9FF8036D4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5A6C8330-1B28-4B56-A8FB-2534527EF72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57E7EF-705A-4EF8-92C6-1C2D6AA4CC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DACC1449-B55F-4495-9B20-484D2724BA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9</a:t>
            </a:r>
          </a:p>
        </p:txBody>
      </p:sp>
    </p:spTree>
    <p:extLst>
      <p:ext uri="{BB962C8B-B14F-4D97-AF65-F5344CB8AC3E}">
        <p14:creationId xmlns:p14="http://schemas.microsoft.com/office/powerpoint/2010/main" val="60805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4493A4-2FED-4BC5-BAC4-353792B52E6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BA22B4-0F5D-47DC-B2AE-9E347AA555C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8256B1AC-3E8B-4F97-9457-1772589A1F19}"/>
              </a:ext>
            </a:extLst>
          </p:cNvPr>
          <p:cNvPicPr>
            <a:picLocks xmlns:a="http://schemas.openxmlformats.org/drawingml/2006/main" noChangeAspect="1"/>
          </p:cNvPicPr>
          <p:nvPr/>
        </p:nvPicPr>
        <p:blipFill>
          <a:blip xmlns:r="http://schemas.openxmlformats.org/officeDocument/2006/relationships" xmlns:a="http://schemas.openxmlformats.org/drawingml/2006/main" r:embed="R4ed35cf9537042c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179765-07CA-4F6B-99AB-D0CD83BC5C7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B52104-4827-477B-AACD-887CAB4F0C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15563AA1-B554-459F-B6CC-1C17CBD6DD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10</a:t>
            </a:r>
          </a:p>
        </p:txBody>
      </p:sp>
    </p:spTree>
    <p:extLst>
      <p:ext uri="{BB962C8B-B14F-4D97-AF65-F5344CB8AC3E}">
        <p14:creationId xmlns:p14="http://schemas.microsoft.com/office/powerpoint/2010/main" val="13986062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7B2F96-95AC-4FE4-90E7-7521FC177F7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F45050-5192-4E9F-BF86-1BA8C5DF6B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0A77EBC0-CFE5-4C91-944E-866367321FE3}"/>
              </a:ext>
            </a:extLst>
          </p:cNvPr>
          <p:cNvPicPr>
            <a:picLocks xmlns:a="http://schemas.openxmlformats.org/drawingml/2006/main" noChangeAspect="1"/>
          </p:cNvPicPr>
          <p:nvPr/>
        </p:nvPicPr>
        <p:blipFill>
          <a:blip xmlns:r="http://schemas.openxmlformats.org/officeDocument/2006/relationships" xmlns:a="http://schemas.openxmlformats.org/drawingml/2006/main" r:embed="R947e76dbb6514ce5"/>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EDECCD-0919-4B72-B251-B509FD0BF70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EB387B-891B-4B4A-9E4D-3E98C2545B4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D20515F5-3873-412E-8F36-6CEB0220E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11</a:t>
            </a:r>
          </a:p>
        </p:txBody>
      </p:sp>
    </p:spTree>
    <p:extLst>
      <p:ext uri="{BB962C8B-B14F-4D97-AF65-F5344CB8AC3E}">
        <p14:creationId xmlns:p14="http://schemas.microsoft.com/office/powerpoint/2010/main" val="39204007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CEC79C-702E-41AF-9496-A8E6C5E0DE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62B83A-C5F7-4A0B-B04F-C771C9220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A4BD3C-C348-495B-BE7D-5047CF8CB6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5BA9BD40-8806-4816-8004-7324D15A6E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07A37B-FCC1-4746-AA17-33A1079252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EC5659AE-D226-4142-82E6-30488D38BF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A67E5C-BA75-4345-9996-3C04797D54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DFEDC594-DF67-4A8A-952C-1564CC6650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7D3F46-BA11-436B-BAF4-97AA7EE6D48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83C4D6A2-A2D9-42AC-B7C0-DD770FEC4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12</a:t>
            </a:r>
          </a:p>
        </p:txBody>
      </p:sp>
    </p:spTree>
    <p:extLst>
      <p:ext uri="{BB962C8B-B14F-4D97-AF65-F5344CB8AC3E}">
        <p14:creationId xmlns:p14="http://schemas.microsoft.com/office/powerpoint/2010/main" val="15217106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10F3FD-E44A-4280-B9F1-4E6ACD22E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0C75EE-594F-4576-A099-17C679A9F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BB34F3-3CFC-4B10-B6D0-867B5E53A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0CCB053B-1285-4E6A-8E5E-5022D97DAA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94C53B-B104-4B1B-B234-FC088591C7D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160552D1-D3BC-446A-9376-6CAD301EB8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E07AAB-8EA3-4B03-9DFD-B0804245AC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0D1CF5A4-1987-4D48-AEB2-AF39D6AC0D8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E82194-2243-4EBB-80D9-BE4E290B002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87EF706C-4456-46B0-BF9D-01B7B893B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13</a:t>
            </a:r>
          </a:p>
        </p:txBody>
      </p:sp>
    </p:spTree>
    <p:extLst>
      <p:ext uri="{BB962C8B-B14F-4D97-AF65-F5344CB8AC3E}">
        <p14:creationId xmlns:p14="http://schemas.microsoft.com/office/powerpoint/2010/main" val="144457989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977D01-DBB4-4933-8A85-A9D4E544BB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1859BA-68CB-489B-B8D7-299C30085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550F5D-29C1-4B1E-8D4B-373E8DF5DE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005BAF5B-92A0-4ED4-B65F-35BCF367B65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4D7793-DFD0-4F26-8C89-2126329FE51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E4EB4199-E1A5-44F1-8A16-DF340C071E3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062CFC32-752B-4D3E-A6CB-2E22257671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5DC92EF-0626-45FB-8D50-6B9D64A865A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964A8E20-C3CB-4C0D-BC65-64216F94A6D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50583EB7-601C-4310-9699-9924CF794E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14</a:t>
            </a:r>
          </a:p>
        </p:txBody>
      </p:sp>
    </p:spTree>
    <p:extLst>
      <p:ext uri="{BB962C8B-B14F-4D97-AF65-F5344CB8AC3E}">
        <p14:creationId xmlns:p14="http://schemas.microsoft.com/office/powerpoint/2010/main" val="111943644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3A05C-63FE-42B0-AC64-930D8F8AC4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E97BF4-7BC7-4837-9B1E-09FE1A877C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0D386CC-45AD-459E-9BFF-E6EFB040B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D7B4E5A6-7620-4E4D-8371-D005514CA73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35A1AC-79C7-4C1A-BAD5-A6687759BE5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320E338D-89B1-44FF-B2C0-FA3EA8498C9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A72B1547-4856-4DA7-932E-B2D8989955C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96DD3D5-2962-4C43-B3FC-FC8F67EA43A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02921BAE-8554-4B3D-A2B1-B8AF577F7EF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CA93B1C8-99D9-4A52-B519-75132B8E61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15</a:t>
            </a:r>
          </a:p>
        </p:txBody>
      </p:sp>
    </p:spTree>
    <p:extLst>
      <p:ext uri="{BB962C8B-B14F-4D97-AF65-F5344CB8AC3E}">
        <p14:creationId xmlns:p14="http://schemas.microsoft.com/office/powerpoint/2010/main" val="11621661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354347-D4A6-40DC-B519-7A819C3CC9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6BC2C-7C52-43B0-8F0B-F71FC60D6C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4615B14-CF82-40E1-9231-1B3A0FE04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9895F8A6-6A00-45C3-9521-5A51E45B198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D6D1F0-B322-4B93-AC32-4BFF888F210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1F610DD1-C981-417C-B484-D02493B389F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B4066C1-02AD-4295-ADB8-A932CA9B512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27C9A0B-4A43-4169-BC22-9398D864E07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BC3D57EA-CAF6-4023-85B5-AB56877F63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3DB018E2-325A-4EC4-A565-E5BFC15F8F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16</a:t>
            </a:r>
          </a:p>
        </p:txBody>
      </p:sp>
    </p:spTree>
    <p:extLst>
      <p:ext uri="{BB962C8B-B14F-4D97-AF65-F5344CB8AC3E}">
        <p14:creationId xmlns:p14="http://schemas.microsoft.com/office/powerpoint/2010/main" val="146695171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69BAB9-0471-4A8D-B419-654F648B54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2EFCBC-2A73-49B3-A819-DF70EBE0D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10C501-4880-4BE4-85D3-B5019F28B4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F4734FF3-5D5D-4B24-B31C-EEF8D41A2B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E430AA-3FAE-47DC-B469-259FD67AE7F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D14F1458-C0F6-4B4C-A93F-B36FBA74214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351484-D0D6-4C5B-94F5-5DE82705C9C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557F0AC8-92F5-4182-8A76-831FD93208F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D46E0E-F62C-4099-8C84-5B125C88F9A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4B580BC9-97B4-41C5-A28D-EB3DF94041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124909599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2F1473-83E0-49F7-9A79-B4933BC446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D33948-CEC1-4494-92F1-471213DDD7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8671EF-4986-477A-AFA9-1CB7861B0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043E1C2-E71C-4F30-8903-F8242AE089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CD5EA8-7781-4A03-AA46-FF999016F3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018E09-84FF-4AF8-AF4F-EF018DCC92E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1A497ABA-F74C-4FE4-B4E1-9318D270CC2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06C65075-EA30-4C06-8329-32076D6AB3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118815327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3129D7A-39B7-46B3-9BAC-9EEC44359D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35B3E9-AAD6-4951-811D-F08F6202EB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C8076D9-F25A-4526-82DD-E2CC58F1A8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8681782-F0DD-4418-99BD-6EB7570BADD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DA5CA6-E08F-4028-B152-75436F75E72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526EA066-99F0-4AE8-BA33-A63F2D4F1C3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AD845C-7D34-40B7-BD26-29A946C23C9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8B049C38-57AD-4005-B75F-0484A38D4B7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1B0248-978D-41FA-B717-494F6FA157B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Colab Test 2 saving and submission and the published function interfaces before Week 14.</a:t>
            </a:r>
          </a:p>
        </p:txBody>
      </p:sp>
      <p:sp>
        <p:nvSpPr>
          <p:cNvPr id="10" name="">
            <a:extLst xmlns:a="http://schemas.openxmlformats.org/drawingml/2006/main">
              <a:ext uri="{FF2B5EF4-FFF2-40B4-BE49-F238E27FC236}">
                <a16:creationId xmlns:a16="http://schemas.microsoft.com/office/drawing/2014/main" id="{4E291A11-478D-4D7D-8D93-3A6B215B2A9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AF50CF-2DE4-48B6-AE12-BEFD181B70A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2E94E5C3-5C49-40D1-97DC-26F426DB87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168807905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1AAA64-9B36-49C6-BD6B-E16612ED7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6DD3BFD-00F6-4E83-BF46-E57765BD4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ADC4CF-5216-466A-BDB8-877BA91B90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214AF74B-D298-48DD-B2E2-D8A4F7C2CE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874913-54F8-4974-B312-B4550AD9187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59280020-E7A5-42CA-90C9-EF01001AF1A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2AB055-7128-42D3-A0A3-7D08292D05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2E2EEFE2-AFC7-4096-8F65-9C20F6533D4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2A9DAA-5ED7-4289-9B30-4D271F1B90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517D1CD5-72EF-489F-856B-662A7DF03E0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D4EC6D-485C-47E0-BB80-8B1F12C80A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5DEED4F5-9B04-490F-A6E9-66074531DC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20</a:t>
            </a:r>
          </a:p>
        </p:txBody>
      </p:sp>
    </p:spTree>
    <p:extLst>
      <p:ext uri="{BB962C8B-B14F-4D97-AF65-F5344CB8AC3E}">
        <p14:creationId xmlns:p14="http://schemas.microsoft.com/office/powerpoint/2010/main" val="32770493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BD1AC8-90BA-4074-AF68-93584868E3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33C1A3-1D78-4EA8-B33F-F7658853DD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488ADB-0B37-40BD-8FCF-AFCE86C38E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786E33FD-CFA3-4603-BF93-DA3C70155B1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216389-3D1D-4C42-ABB4-4C71D533C47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F928BE83-EEA8-469C-8633-26832F686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19578812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97C5AD-4C18-48CC-9165-EF06FAB410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D92353-A77C-406E-847D-72A38505E3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B658EE-B169-46ED-9BD1-86CE623ED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68F5B64-A9BB-4A8A-9044-09053C721C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D3C0D0-5B11-4CD1-A7D8-D6EC37FFAAC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628326C-0A20-468D-98F1-284113DA66F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7A29BA-12F3-438F-ACEF-905C3BFDA76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A4C32DF-4B5F-4005-8331-4B27D6291F1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276739-057B-4744-917D-3E0556157E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BCBA2F3-CF09-490E-A7BE-613B80AD82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B2F02F-3F5F-4514-8887-3CC763CAEDA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D751B362-774E-47C2-BE8F-C51F8A847B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49147360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F3FA67D-90CB-4090-88A1-151D3AF529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940B34-5336-4C97-9627-F26041501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C82DA02-49E4-4035-A196-50B606E91F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E0E74A91-AEB9-480C-B606-54865479F53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2A6839-904C-4572-BEA2-31E575C5683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224E8DB-9C7A-4DF1-9737-58F6A7B112F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CC0A86-454A-4534-B59E-0A02E7E2289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ED2287A-3E52-4A2A-8650-521A83823F6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0C9AC5-00C2-4AB5-BE30-65958EF3E904}"/>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FEC71202-E274-4E66-AB7A-2C6E96A00CF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3F5F25A-AA89-444B-8F91-82C258A176D2}"/>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928A0AD5-8445-41E1-BF79-7C6B7DF824B7}"/>
              </a:ext>
            </a:extLst>
          </p:cNvPr>
          <p:cNvPicPr>
            <a:picLocks xmlns:a="http://schemas.openxmlformats.org/drawingml/2006/main" noChangeAspect="1"/>
          </p:cNvPicPr>
          <p:nvPr/>
        </p:nvPicPr>
        <p:blipFill>
          <a:blip xmlns:r="http://schemas.openxmlformats.org/officeDocument/2006/relationships" xmlns:a="http://schemas.openxmlformats.org/drawingml/2006/main" r:embed="R60f2941a2f5041a4"/>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E6FADD6-07F9-4A0F-8415-51B39AF2627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1BD0164-BCA3-4946-90B3-1F50B9241FB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49604C1-E122-4C84-AF64-6F897941E1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5fef24ed58d40b1"/>
              </a:rPr>
              <a:t>Open this week’s quiz</a:t>
            </a:r>
          </a:p>
        </p:txBody>
      </p:sp>
      <p:sp>
        <p:nvSpPr>
          <p:cNvPr id="16" name="">
            <a:extLst xmlns:a="http://schemas.openxmlformats.org/drawingml/2006/main">
              <a:ext uri="{FF2B5EF4-FFF2-40B4-BE49-F238E27FC236}">
                <a16:creationId xmlns:a16="http://schemas.microsoft.com/office/drawing/2014/main" id="{896BCD5F-617D-4063-9E10-64B65B8F3DD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https://forms.gle/8PGZxFB8c2SYs1Qz7</a:t>
            </a:r>
          </a:p>
        </p:txBody>
      </p:sp>
      <p:sp>
        <p:nvSpPr>
          <p:cNvPr id="17" name="">
            <a:extLst xmlns:a="http://schemas.openxmlformats.org/drawingml/2006/main">
              <a:ext uri="{FF2B5EF4-FFF2-40B4-BE49-F238E27FC236}">
                <a16:creationId xmlns:a16="http://schemas.microsoft.com/office/drawing/2014/main" id="{1AFE4E47-80EA-468A-B286-4A1BD8947F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23</a:t>
            </a:r>
          </a:p>
        </p:txBody>
      </p:sp>
    </p:spTree>
    <p:extLst>
      <p:ext uri="{BB962C8B-B14F-4D97-AF65-F5344CB8AC3E}">
        <p14:creationId xmlns:p14="http://schemas.microsoft.com/office/powerpoint/2010/main" val="2119480878"/>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DCD307-7A21-4A1A-BB62-EA28A40D92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32C8650-7BFA-436E-8CDC-65F61DEFCC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BCEB7C0-4C76-45D7-9B49-416F305CDF3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0CD3A71-13A5-4938-900C-6E9F65876DA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4AF5392-CAE6-4951-8C7F-02F4C2B9FF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0D07A3A-ED1B-4EF4-95B2-DCBC5F057B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24</a:t>
            </a:r>
          </a:p>
        </p:txBody>
      </p:sp>
    </p:spTree>
    <p:extLst>
      <p:ext uri="{BB962C8B-B14F-4D97-AF65-F5344CB8AC3E}">
        <p14:creationId xmlns:p14="http://schemas.microsoft.com/office/powerpoint/2010/main" val="16520522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2DE0E4-BCBB-4E59-937B-B2E8B92458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AB29BC-2580-41D5-B8A3-ADB02CC98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9BF0CAE-A139-4356-B13E-73F738E921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7FB3592-57AF-4D23-A10B-C12665D5905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215E06-E9DF-437C-8DF8-F0EB8B6295A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D8B26B-40DB-4CD8-81AE-C7FE0FBFF73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40358A-CE78-4717-ADC0-0452D16E348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B2BD4630-BB17-44A1-9A64-062EB0C8CB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8469D2-0643-4C02-99E6-036A003225C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EB50BFDC-351E-4EAD-92F1-0A811F54FDB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3DB887-4805-4CDE-B9BF-10B29E51EBD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B88A1CD1-ED6C-4111-8AFD-A55542C41CC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8DC6385-7E6C-455A-AFE8-0F3E80A61D2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8211f825a1e4c73"/>
              </a:rPr>
              <a:t>Open explainer video</a:t>
            </a:r>
          </a:p>
        </p:txBody>
      </p:sp>
      <p:sp>
        <p:nvSpPr>
          <p:cNvPr id="14" name="">
            <a:extLst xmlns:a="http://schemas.openxmlformats.org/drawingml/2006/main">
              <a:ext uri="{FF2B5EF4-FFF2-40B4-BE49-F238E27FC236}">
                <a16:creationId xmlns:a16="http://schemas.microsoft.com/office/drawing/2014/main" id="{3D778D4A-AC64-4E10-9011-215905C5C0E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5B5D9B89-50BB-41B8-918A-CD707849B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6134237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2026-10-20T18:01:24.1940000Z</dcterms:created>
  <dcterms:modified xsi:type="dcterms:W3CDTF">2026-10-20T18:01:24.1940000Z</dcterms:modified>
</coreProperties>
</file>