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4ebb4b98d524c56" /><Relationship Type="http://schemas.openxmlformats.org/officeDocument/2006/relationships/extended-properties" Target="/docProps/app.xml" Id="R44830cc729ca4434" /><Relationship Type="http://schemas.openxmlformats.org/officeDocument/2006/relationships/officeDocument" Target="/ppt/presentation.xml" Id="R9ff1e7a167484b26" /></Relationships>
</file>

<file path=ppt/presentation.xml><?xml version="1.0" encoding="utf-8"?>
<p:presentation xmlns:p="http://schemas.openxmlformats.org/presentationml/2006/main">
  <p:sldMasterIdLst>
    <p:sldMasterId xmlns:r="http://schemas.openxmlformats.org/officeDocument/2006/relationships" id="2147483648" r:id="R3d55c1a48d754a78"/>
  </p:sldMasterIdLst>
  <p:notesMasterIdLst>
    <p:notesMasterId xmlns:r="http://schemas.openxmlformats.org/officeDocument/2006/relationships" r:id="R4651f4226ccc409d"/>
  </p:notesMasterIdLst>
  <p:sldIdLst>
    <p:sldId xmlns:r="http://schemas.openxmlformats.org/officeDocument/2006/relationships" id="256" r:id="R950dcf9987d44622"/>
    <p:sldId xmlns:r="http://schemas.openxmlformats.org/officeDocument/2006/relationships" id="257" r:id="R38cee71f2d864718"/>
    <p:sldId xmlns:r="http://schemas.openxmlformats.org/officeDocument/2006/relationships" id="258" r:id="R367b7ce83d024adf"/>
    <p:sldId xmlns:r="http://schemas.openxmlformats.org/officeDocument/2006/relationships" id="259" r:id="R9705aea280504bb5"/>
    <p:sldId xmlns:r="http://schemas.openxmlformats.org/officeDocument/2006/relationships" id="260" r:id="R60101ccda3b4497d"/>
    <p:sldId xmlns:r="http://schemas.openxmlformats.org/officeDocument/2006/relationships" id="261" r:id="Re26b75e7e496489d"/>
    <p:sldId xmlns:r="http://schemas.openxmlformats.org/officeDocument/2006/relationships" id="262" r:id="R3785de7e4e6a42e6"/>
    <p:sldId xmlns:r="http://schemas.openxmlformats.org/officeDocument/2006/relationships" id="263" r:id="R6abed1e6de804f21"/>
    <p:sldId xmlns:r="http://schemas.openxmlformats.org/officeDocument/2006/relationships" id="264" r:id="R292730abbe554440"/>
    <p:sldId xmlns:r="http://schemas.openxmlformats.org/officeDocument/2006/relationships" id="265" r:id="Rf0017c5a7cd0493a"/>
    <p:sldId xmlns:r="http://schemas.openxmlformats.org/officeDocument/2006/relationships" id="266" r:id="Ra59d3a9295de49ab"/>
    <p:sldId xmlns:r="http://schemas.openxmlformats.org/officeDocument/2006/relationships" id="267" r:id="R9208bd6ee1bc49ca"/>
    <p:sldId xmlns:r="http://schemas.openxmlformats.org/officeDocument/2006/relationships" id="268" r:id="Rf70dc0c40d724222"/>
    <p:sldId xmlns:r="http://schemas.openxmlformats.org/officeDocument/2006/relationships" id="269" r:id="Rbd9ed71d528e4702"/>
    <p:sldId xmlns:r="http://schemas.openxmlformats.org/officeDocument/2006/relationships" id="270" r:id="Rd20e315baec74259"/>
    <p:sldId xmlns:r="http://schemas.openxmlformats.org/officeDocument/2006/relationships" id="271" r:id="R0d555fca1a2f4852"/>
    <p:sldId xmlns:r="http://schemas.openxmlformats.org/officeDocument/2006/relationships" id="272" r:id="R263ad19e95f84c7b"/>
    <p:sldId xmlns:r="http://schemas.openxmlformats.org/officeDocument/2006/relationships" id="273" r:id="Rbcda871a54834844"/>
    <p:sldId xmlns:r="http://schemas.openxmlformats.org/officeDocument/2006/relationships" id="274" r:id="Rb9a2404c97b640d1"/>
    <p:sldId xmlns:r="http://schemas.openxmlformats.org/officeDocument/2006/relationships" id="275" r:id="Rbbc8c362d2c84ff3"/>
    <p:sldId xmlns:r="http://schemas.openxmlformats.org/officeDocument/2006/relationships" id="276" r:id="R3344549923804a3a"/>
    <p:sldId xmlns:r="http://schemas.openxmlformats.org/officeDocument/2006/relationships" id="277" r:id="Rf410d7212d2941f6"/>
    <p:sldId xmlns:r="http://schemas.openxmlformats.org/officeDocument/2006/relationships" id="278" r:id="R470a3985d16a49fe"/>
    <p:sldId xmlns:r="http://schemas.openxmlformats.org/officeDocument/2006/relationships" id="279" r:id="Rc8ebc5b42df94f1f"/>
    <p:sldId xmlns:r="http://schemas.openxmlformats.org/officeDocument/2006/relationships" id="280" r:id="R04035f94c5bc4733"/>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157fd3d569043cc" /><Relationship Type="http://schemas.openxmlformats.org/officeDocument/2006/relationships/slideMaster" Target="/ppt/slideMasters/slideMaster1.xml" Id="R3d55c1a48d754a78" /><Relationship Type="http://schemas.openxmlformats.org/officeDocument/2006/relationships/notesMaster" Target="/ppt/notesMasters/notesMaster1.xml" Id="R4651f4226ccc409d" /><Relationship Type="http://schemas.openxmlformats.org/officeDocument/2006/relationships/presProps" Target="/ppt/presProps.xml" Id="Rf14d200dfe594d95" /><Relationship Type="http://schemas.openxmlformats.org/officeDocument/2006/relationships/tableStyles" Target="/ppt/tableStyles.xml" Id="Rc6a9f1561ae74a04" /><Relationship Type="http://schemas.openxmlformats.org/officeDocument/2006/relationships/slide" Target="/ppt/slides/slide1.xml" Id="R950dcf9987d44622" /><Relationship Type="http://schemas.openxmlformats.org/officeDocument/2006/relationships/slide" Target="/ppt/slides/slide2.xml" Id="R38cee71f2d864718" /><Relationship Type="http://schemas.openxmlformats.org/officeDocument/2006/relationships/slide" Target="/ppt/slides/slide3.xml" Id="R367b7ce83d024adf" /><Relationship Type="http://schemas.openxmlformats.org/officeDocument/2006/relationships/slide" Target="/ppt/slides/slide4.xml" Id="R9705aea280504bb5" /><Relationship Type="http://schemas.openxmlformats.org/officeDocument/2006/relationships/slide" Target="/ppt/slides/slide5.xml" Id="R60101ccda3b4497d" /><Relationship Type="http://schemas.openxmlformats.org/officeDocument/2006/relationships/slide" Target="/ppt/slides/slide6.xml" Id="Re26b75e7e496489d" /><Relationship Type="http://schemas.openxmlformats.org/officeDocument/2006/relationships/slide" Target="/ppt/slides/slide7.xml" Id="R3785de7e4e6a42e6" /><Relationship Type="http://schemas.openxmlformats.org/officeDocument/2006/relationships/slide" Target="/ppt/slides/slide8.xml" Id="R6abed1e6de804f21" /><Relationship Type="http://schemas.openxmlformats.org/officeDocument/2006/relationships/slide" Target="/ppt/slides/slide9.xml" Id="R292730abbe554440" /><Relationship Type="http://schemas.openxmlformats.org/officeDocument/2006/relationships/slide" Target="/ppt/slides/slide10.xml" Id="Rf0017c5a7cd0493a" /><Relationship Type="http://schemas.openxmlformats.org/officeDocument/2006/relationships/slide" Target="/ppt/slides/slide11.xml" Id="Ra59d3a9295de49ab" /><Relationship Type="http://schemas.openxmlformats.org/officeDocument/2006/relationships/slide" Target="/ppt/slides/slide12.xml" Id="R9208bd6ee1bc49ca" /><Relationship Type="http://schemas.openxmlformats.org/officeDocument/2006/relationships/slide" Target="/ppt/slides/slide13.xml" Id="Rf70dc0c40d724222" /><Relationship Type="http://schemas.openxmlformats.org/officeDocument/2006/relationships/slide" Target="/ppt/slides/slide14.xml" Id="Rbd9ed71d528e4702" /><Relationship Type="http://schemas.openxmlformats.org/officeDocument/2006/relationships/slide" Target="/ppt/slides/slide15.xml" Id="Rd20e315baec74259" /><Relationship Type="http://schemas.openxmlformats.org/officeDocument/2006/relationships/slide" Target="/ppt/slides/slide16.xml" Id="R0d555fca1a2f4852" /><Relationship Type="http://schemas.openxmlformats.org/officeDocument/2006/relationships/slide" Target="/ppt/slides/slide17.xml" Id="R263ad19e95f84c7b" /><Relationship Type="http://schemas.openxmlformats.org/officeDocument/2006/relationships/slide" Target="/ppt/slides/slide18.xml" Id="Rbcda871a54834844" /><Relationship Type="http://schemas.openxmlformats.org/officeDocument/2006/relationships/slide" Target="/ppt/slides/slide19.xml" Id="Rb9a2404c97b640d1" /><Relationship Type="http://schemas.openxmlformats.org/officeDocument/2006/relationships/slide" Target="/ppt/slides/slide20.xml" Id="Rbbc8c362d2c84ff3" /><Relationship Type="http://schemas.openxmlformats.org/officeDocument/2006/relationships/slide" Target="/ppt/slides/slide21.xml" Id="R3344549923804a3a" /><Relationship Type="http://schemas.openxmlformats.org/officeDocument/2006/relationships/slide" Target="/ppt/slides/slide22.xml" Id="Rf410d7212d2941f6" /><Relationship Type="http://schemas.openxmlformats.org/officeDocument/2006/relationships/slide" Target="/ppt/slides/slide23.xml" Id="R470a3985d16a49fe" /><Relationship Type="http://schemas.openxmlformats.org/officeDocument/2006/relationships/slide" Target="/ppt/slides/slide24.xml" Id="Rc8ebc5b42df94f1f" /><Relationship Type="http://schemas.openxmlformats.org/officeDocument/2006/relationships/slide" Target="/ppt/slides/slide25.xml" Id="R04035f94c5bc473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61fa69f5c06424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1ccb7f7d6284646" /><Relationship Type="http://schemas.openxmlformats.org/officeDocument/2006/relationships/notesMaster" Target="/ppt/notesMasters/notesMaster1.xml" Id="R0d094cf0cd8040eb" /></Relationships>
</file>

<file path=ppt/notesSlides/_rels/notesSlide2.xml.rels>&#65279;<?xml version="1.0" encoding="utf-8"?><Relationships xmlns="http://schemas.openxmlformats.org/package/2006/relationships"><Relationship Type="http://schemas.openxmlformats.org/officeDocument/2006/relationships/slide" Target="/ppt/slides/slide2.xml" Id="R6ae44c5aa92b48c9" /><Relationship Type="http://schemas.openxmlformats.org/officeDocument/2006/relationships/notesMaster" Target="/ppt/notesMasters/notesMaster1.xml" Id="Ra1f095f93b3f46c8" /></Relationships>
</file>

<file path=ppt/notesSlides/_rels/notesSlide3.xml.rels>&#65279;<?xml version="1.0" encoding="utf-8"?><Relationships xmlns="http://schemas.openxmlformats.org/package/2006/relationships"><Relationship Type="http://schemas.openxmlformats.org/officeDocument/2006/relationships/slide" Target="/ppt/slides/slide3.xml" Id="R0d6e9c8775844fc3" /><Relationship Type="http://schemas.openxmlformats.org/officeDocument/2006/relationships/notesMaster" Target="/ppt/notesMasters/notesMaster1.xml" Id="Ref77d08871fb4966" /></Relationships>
</file>

<file path=ppt/notesSlides/_rels/notesSlide4.xml.rels>&#65279;<?xml version="1.0" encoding="utf-8"?><Relationships xmlns="http://schemas.openxmlformats.org/package/2006/relationships"><Relationship Type="http://schemas.openxmlformats.org/officeDocument/2006/relationships/slide" Target="/ppt/slides/slide4.xml" Id="R46b8a881db0440c7" /><Relationship Type="http://schemas.openxmlformats.org/officeDocument/2006/relationships/notesMaster" Target="/ppt/notesMasters/notesMaster1.xml" Id="Rd948c895cc6a4ad9" /></Relationships>
</file>

<file path=ppt/notesSlides/_rels/notesSlide5.xml.rels>&#65279;<?xml version="1.0" encoding="utf-8"?><Relationships xmlns="http://schemas.openxmlformats.org/package/2006/relationships"><Relationship Type="http://schemas.openxmlformats.org/officeDocument/2006/relationships/slide" Target="/ppt/slides/slide5.xml" Id="R41dd9339ba8d4b47" /><Relationship Type="http://schemas.openxmlformats.org/officeDocument/2006/relationships/notesMaster" Target="/ppt/notesMasters/notesMaster1.xml" Id="Rb405c3fea4414351" /></Relationships>
</file>

<file path=ppt/notesSlides/_rels/notesSlide6.xml.rels>&#65279;<?xml version="1.0" encoding="utf-8"?><Relationships xmlns="http://schemas.openxmlformats.org/package/2006/relationships"><Relationship Type="http://schemas.openxmlformats.org/officeDocument/2006/relationships/slide" Target="/ppt/slides/slide6.xml" Id="Ra44b96ec4dd0497b" /><Relationship Type="http://schemas.openxmlformats.org/officeDocument/2006/relationships/notesMaster" Target="/ppt/notesMasters/notesMaster1.xml" Id="R6ea5c573c11d437a" /></Relationships>
</file>

<file path=ppt/notesSlides/_rels/notesSlide7.xml.rels>&#65279;<?xml version="1.0" encoding="utf-8"?><Relationships xmlns="http://schemas.openxmlformats.org/package/2006/relationships"><Relationship Type="http://schemas.openxmlformats.org/officeDocument/2006/relationships/slide" Target="/ppt/slides/slide7.xml" Id="R1725d81a9f78428e" /><Relationship Type="http://schemas.openxmlformats.org/officeDocument/2006/relationships/notesMaster" Target="/ppt/notesMasters/notesMaster1.xml" Id="R4a6b1c73995a4035" /></Relationships>
</file>

<file path=ppt/notesSlides/_rels/notesSlide8.xml.rels>&#65279;<?xml version="1.0" encoding="utf-8"?><Relationships xmlns="http://schemas.openxmlformats.org/package/2006/relationships"><Relationship Type="http://schemas.openxmlformats.org/officeDocument/2006/relationships/slide" Target="/ppt/slides/slide8.xml" Id="Rdfc84e40b0364b56" /><Relationship Type="http://schemas.openxmlformats.org/officeDocument/2006/relationships/notesMaster" Target="/ppt/notesMasters/notesMaster1.xml" Id="R1e460cf9c88a43ea" /></Relationships>
</file>

<file path=ppt/notesSlides/_rels/notesSlide9.xml.rels>&#65279;<?xml version="1.0" encoding="utf-8"?><Relationships xmlns="http://schemas.openxmlformats.org/package/2006/relationships"><Relationship Type="http://schemas.openxmlformats.org/officeDocument/2006/relationships/slide" Target="/ppt/slides/slide9.xml" Id="R754791a04b1f4535" /><Relationship Type="http://schemas.openxmlformats.org/officeDocument/2006/relationships/notesMaster" Target="/ppt/notesMasters/notesMaster1.xml" Id="Rcbb3299037d34cb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fc002f8c7d749ce" /><Relationship Type="http://schemas.openxmlformats.org/officeDocument/2006/relationships/notesMaster" Target="/ppt/notesMasters/notesMaster1.xml" Id="R86f26927ed094b1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8549551a3a44b95" /><Relationship Type="http://schemas.openxmlformats.org/officeDocument/2006/relationships/notesMaster" Target="/ppt/notesMasters/notesMaster1.xml" Id="R5e9dcd5f60e54f9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97739dc81a144d9" /><Relationship Type="http://schemas.openxmlformats.org/officeDocument/2006/relationships/notesMaster" Target="/ppt/notesMasters/notesMaster1.xml" Id="R7d742a67688148c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8ac5e0f0d0842c5" /><Relationship Type="http://schemas.openxmlformats.org/officeDocument/2006/relationships/notesMaster" Target="/ppt/notesMasters/notesMaster1.xml" Id="R9650944647754c1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976cf22cbd246a3" /><Relationship Type="http://schemas.openxmlformats.org/officeDocument/2006/relationships/notesMaster" Target="/ppt/notesMasters/notesMaster1.xml" Id="R6b2dcf4d8dcd463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377300c3efe42ec" /><Relationship Type="http://schemas.openxmlformats.org/officeDocument/2006/relationships/notesMaster" Target="/ppt/notesMasters/notesMaster1.xml" Id="R2917502b01004d6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66b489332f14dad" /><Relationship Type="http://schemas.openxmlformats.org/officeDocument/2006/relationships/notesMaster" Target="/ppt/notesMasters/notesMaster1.xml" Id="R1c345d7a57424b1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0c1778bb58345ee" /><Relationship Type="http://schemas.openxmlformats.org/officeDocument/2006/relationships/notesMaster" Target="/ppt/notesMasters/notesMaster1.xml" Id="R9ba4169d37374ee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844872a751f4609" /><Relationship Type="http://schemas.openxmlformats.org/officeDocument/2006/relationships/notesMaster" Target="/ppt/notesMasters/notesMaster1.xml" Id="R41ca8ec76485493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8dfdddf35fd4cf2" /><Relationship Type="http://schemas.openxmlformats.org/officeDocument/2006/relationships/notesMaster" Target="/ppt/notesMasters/notesMaster1.xml" Id="Rfc5510c1265e4af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ecab51b6c174087" /><Relationship Type="http://schemas.openxmlformats.org/officeDocument/2006/relationships/notesMaster" Target="/ppt/notesMasters/notesMaster1.xml" Id="R8133f01bfd644c1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a7a4179fa93489c" /><Relationship Type="http://schemas.openxmlformats.org/officeDocument/2006/relationships/notesMaster" Target="/ppt/notesMasters/notesMaster1.xml" Id="Rd995fdaaf98a4da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98522838e214932" /><Relationship Type="http://schemas.openxmlformats.org/officeDocument/2006/relationships/notesMaster" Target="/ppt/notesMasters/notesMaster1.xml" Id="R39202ed6c5ad4d5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3f4788e1751477c" /><Relationship Type="http://schemas.openxmlformats.org/officeDocument/2006/relationships/notesMaster" Target="/ppt/notesMasters/notesMaster1.xml" Id="R63906bc0be30479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1d5c1879e194094" /><Relationship Type="http://schemas.openxmlformats.org/officeDocument/2006/relationships/notesMaster" Target="/ppt/notesMasters/notesMaster1.xml" Id="R76060dc6ba1b444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aa8bbc3555740b7" /><Relationship Type="http://schemas.openxmlformats.org/officeDocument/2006/relationships/notesMaster" Target="/ppt/notesMasters/notesMaster1.xml" Id="Rf5d5c2f65b7d477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Making the project understandable and runnable</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Making the project understandable and runnable.</a:t>
            </a:r>
          </a:p>
          <a:p xmlns:a="http://schemas.openxmlformats.org/drawingml/2006/main">
            <a:r>
              <a:t/>
            </a:r>
          </a:p>
          <a:p xmlns:a="http://schemas.openxmlformats.org/drawingml/2006/main">
            <a:r>
              <a:t>EXPLAIN</a:t>
            </a:r>
          </a:p>
          <a:p xmlns:a="http://schemas.openxmlformats.org/drawingml/2006/main">
            <a:r>
              <a:t>Run the project from a fresh session.</a:t>
            </a:r>
          </a:p>
          <a:p xmlns:a="http://schemas.openxmlformats.org/drawingml/2006/main">
            <a:r>
              <a:t/>
            </a:r>
          </a:p>
          <a:p xmlns:a="http://schemas.openxmlformats.org/drawingml/2006/main">
            <a:r>
              <a:t>Repair unclear run instructions using a fresh run.</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Package refactoring, complex repository layout and extra tooling are optional. Keep a working simple notebook.</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The models and charts already exist. The remaining task is to make the evidence understandable and runnable from the supplied files.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A project is ready for handover when its files and written instructions reproduce its results in a fresh session. Today we check that evidence ourselves.</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Reproducibility and Dependency.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Reproducibility and Dependency</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Reproducibility: Another person can use the stated data, environment and steps to check the result. Terminology varies; state the operational test.</a:t>
            </a:r>
          </a:p>
          <a:p xmlns:a="http://schemas.openxmlformats.org/drawingml/2006/main">
            <a:r>
              <a:t/>
            </a:r>
          </a:p>
          <a:p xmlns:a="http://schemas.openxmlformats.org/drawingml/2006/main">
            <a:r>
              <a:t>Dependency: A package your code needs. Record versions actually used, rather than guessing them.</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Relative path and README.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Relative path and README</a:t>
            </a:r>
          </a:p>
          <a:p xmlns:a="http://schemas.openxmlformats.org/drawingml/2006/main">
            <a:r>
              <a:t/>
            </a:r>
          </a:p>
          <a:p xmlns:a="http://schemas.openxmlformats.org/drawingml/2006/main">
            <a:r>
              <a:t>CONNECT</a:t>
            </a:r>
          </a:p>
          <a:p xmlns:a="http://schemas.openxmlformats.org/drawingml/2006/main">
            <a:r>
              <a:t>Previous slide: Reproducibility and Dependency.</a:t>
            </a:r>
          </a:p>
          <a:p xmlns:a="http://schemas.openxmlformats.org/drawingml/2006/main">
            <a:r>
              <a:t/>
            </a:r>
          </a:p>
          <a:p xmlns:a="http://schemas.openxmlformats.org/drawingml/2006/main">
            <a:r>
              <a:t>EXPLAIN</a:t>
            </a:r>
          </a:p>
          <a:p xmlns:a="http://schemas.openxmlformats.org/drawingml/2006/main">
            <a:r>
              <a:t>Relative path: A location interpreted from the current working folder. It is not always relative to the notebook file itself.</a:t>
            </a:r>
          </a:p>
          <a:p xmlns:a="http://schemas.openxmlformats.org/drawingml/2006/main">
            <a:r>
              <a:t/>
            </a:r>
          </a:p>
          <a:p xmlns:a="http://schemas.openxmlformats.org/drawingml/2006/main">
            <a:r>
              <a:t>README: The project’s instructions: question, files, data source, environment, run order, results and limitations.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useful README.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useful README</a:t>
            </a:r>
          </a:p>
          <a:p xmlns:a="http://schemas.openxmlformats.org/drawingml/2006/main">
            <a:r>
              <a:t/>
            </a:r>
          </a:p>
          <a:p xmlns:a="http://schemas.openxmlformats.org/drawingml/2006/main">
            <a:r>
              <a:t>CONNECT</a:t>
            </a:r>
          </a:p>
          <a:p xmlns:a="http://schemas.openxmlformats.org/drawingml/2006/main">
            <a:r>
              <a:t>Previous slide: Relative path and README.</a:t>
            </a:r>
          </a:p>
          <a:p xmlns:a="http://schemas.openxmlformats.org/drawingml/2006/main">
            <a:r>
              <a:t/>
            </a:r>
          </a:p>
          <a:p xmlns:a="http://schemas.openxmlformats.org/drawingml/2006/main">
            <a:r>
              <a:t>EXPLAIN</a:t>
            </a:r>
          </a:p>
          <a:p xmlns:a="http://schemas.openxmlformats.org/drawingml/2006/main">
            <a:r>
              <a:t>State the engineering question and target unit.</a:t>
            </a:r>
          </a:p>
          <a:p xmlns:a="http://schemas.openxmlformats.org/drawingml/2006/main">
            <a:r>
              <a:t/>
            </a:r>
          </a:p>
          <a:p xmlns:a="http://schemas.openxmlformats.org/drawingml/2006/main">
            <a:r>
              <a:t>List the supplied data and required software versions.</a:t>
            </a:r>
          </a:p>
          <a:p xmlns:a="http://schemas.openxmlformats.org/drawingml/2006/main">
            <a:r>
              <a:t/>
            </a:r>
          </a:p>
          <a:p xmlns:a="http://schemas.openxmlformats.org/drawingml/2006/main">
            <a:r>
              <a:t>Give the order for running the notebook from a fresh session.</a:t>
            </a:r>
          </a:p>
          <a:p xmlns:a="http://schemas.openxmlformats.org/drawingml/2006/main">
            <a:r>
              <a:t/>
            </a:r>
          </a:p>
          <a:p xmlns:a="http://schemas.openxmlformats.org/drawingml/2006/main">
            <a:r>
              <a:t>State limitations and each member’s contribution.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Someone else needs to reproduce the result.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Someone else needs to reproduce the result</a:t>
            </a:r>
          </a:p>
          <a:p xmlns:a="http://schemas.openxmlformats.org/drawingml/2006/main">
            <a:r>
              <a:t/>
            </a:r>
          </a:p>
          <a:p xmlns:a="http://schemas.openxmlformats.org/drawingml/2006/main">
            <a:r>
              <a:t>CONNECT</a:t>
            </a:r>
          </a:p>
          <a:p xmlns:a="http://schemas.openxmlformats.org/drawingml/2006/main">
            <a:r>
              <a:t>Previous slide: A useful README.</a:t>
            </a:r>
          </a:p>
          <a:p xmlns:a="http://schemas.openxmlformats.org/drawingml/2006/main">
            <a:r>
              <a:t/>
            </a:r>
          </a:p>
          <a:p xmlns:a="http://schemas.openxmlformats.org/drawingml/2006/main">
            <a:r>
              <a:t>EXPLAIN</a:t>
            </a:r>
          </a:p>
          <a:p xmlns:a="http://schemas.openxmlformats.org/drawingml/2006/main">
            <a:r>
              <a:t>Which instructions would a new user need?</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reproducible notebook starts fresh.</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notebook starts fresh</a:t>
            </a:r>
          </a:p>
          <a:p xmlns:a="http://schemas.openxmlformats.org/drawingml/2006/main">
            <a:r>
              <a:t/>
            </a:r>
          </a:p>
          <a:p xmlns:a="http://schemas.openxmlformats.org/drawingml/2006/main">
            <a:r>
              <a:t>CONNECT</a:t>
            </a:r>
          </a:p>
          <a:p xmlns:a="http://schemas.openxmlformats.org/drawingml/2006/main">
            <a:r>
              <a:t>Previous slide: Someone else needs to reproduce the result.</a:t>
            </a:r>
          </a:p>
          <a:p xmlns:a="http://schemas.openxmlformats.org/drawingml/2006/main">
            <a:r>
              <a:t/>
            </a:r>
          </a:p>
          <a:p xmlns:a="http://schemas.openxmlformats.org/drawingml/2006/main">
            <a:r>
              <a:t>EXPLAIN</a:t>
            </a:r>
          </a:p>
          <a:p xmlns:a="http://schemas.openxmlformats.org/drawingml/2006/main">
            <a:r>
              <a:t>The saved outputs must agree with a fresh run in the stated order.</a:t>
            </a:r>
          </a:p>
          <a:p xmlns:a="http://schemas.openxmlformats.org/drawingml/2006/main">
            <a:r>
              <a:t/>
            </a:r>
          </a:p>
          <a:p xmlns:a="http://schemas.openxmlformats.org/drawingml/2006/main">
            <a:r>
              <a:t>LECTURER CUE</a:t>
            </a:r>
          </a:p>
          <a:p xmlns:a="http://schemas.openxmlformats.org/drawingml/2006/main">
            <a:r>
              <a:t>Demonstrate restarting, uploading the issued data, and running all. The same result also depends on data, package versions and any random seeds.</a:t>
            </a:r>
          </a:p>
          <a:p xmlns:a="http://schemas.openxmlformats.org/drawingml/2006/main">
            <a:r>
              <a:t>Source: existing course illustration figs/execution_trap.png.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Saved outputs can hide missing steps.</a:t>
            </a:r>
          </a:p>
          <a:p xmlns:a="http://schemas.openxmlformats.org/drawingml/2006/main">
            <a:r>
              <a:t/>
            </a:r>
          </a:p>
          <a:p xmlns:a="http://schemas.openxmlformats.org/drawingml/2006/main">
            <a:r>
              <a:t>REFERENCES</a:t>
            </a:r>
          </a:p>
          <a:p xmlns:a="http://schemas.openxmlformats.org/drawingml/2006/main">
            <a:r>
              <a:t>Source: existing course illustration figs/execution_trap.png.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Saved outputs can hide missing steps</a:t>
            </a:r>
          </a:p>
          <a:p xmlns:a="http://schemas.openxmlformats.org/drawingml/2006/main">
            <a:r>
              <a:t/>
            </a:r>
          </a:p>
          <a:p xmlns:a="http://schemas.openxmlformats.org/drawingml/2006/main">
            <a:r>
              <a:t>CONNECT</a:t>
            </a:r>
          </a:p>
          <a:p xmlns:a="http://schemas.openxmlformats.org/drawingml/2006/main">
            <a:r>
              <a:t>Previous slide: A reproducible notebook starts fresh.</a:t>
            </a:r>
          </a:p>
          <a:p xmlns:a="http://schemas.openxmlformats.org/drawingml/2006/main">
            <a:r>
              <a:t/>
            </a:r>
          </a:p>
          <a:p xmlns:a="http://schemas.openxmlformats.org/drawingml/2006/main">
            <a:r>
              <a:t>EXPLAIN</a:t>
            </a:r>
          </a:p>
          <a:p xmlns:a="http://schemas.openxmlformats.org/drawingml/2006/main">
            <a:r>
              <a:t>A notebook can display an old answer after its inputs have changed.</a:t>
            </a:r>
          </a:p>
          <a:p xmlns:a="http://schemas.openxmlformats.org/drawingml/2006/main">
            <a:r>
              <a:t/>
            </a:r>
          </a:p>
          <a:p xmlns:a="http://schemas.openxmlformats.org/drawingml/2006/main">
            <a:r>
              <a:t>A fresh session begins without the old variables.</a:t>
            </a:r>
          </a:p>
          <a:p xmlns:a="http://schemas.openxmlformats.org/drawingml/2006/main">
            <a:r>
              <a:t/>
            </a:r>
          </a:p>
          <a:p xmlns:a="http://schemas.openxmlformats.org/drawingml/2006/main">
            <a:r>
              <a:t>Restarting and running all tests whether the stated order creates the result.</a:t>
            </a:r>
          </a:p>
          <a:p xmlns:a="http://schemas.openxmlformats.org/drawingml/2006/main">
            <a:r>
              <a:t/>
            </a:r>
          </a:p>
          <a:p xmlns:a="http://schemas.openxmlformats.org/drawingml/2006/main">
            <a:r>
              <a:t>LECTURER CUE</a:t>
            </a:r>
          </a:p>
          <a:p xmlns:a="http://schemas.openxmlformats.org/drawingml/2006/main">
            <a:r>
              <a:t>Demonstrate a clean run from a fresh session with the actual files. If a variable exists only from an earlier manual cell run, fix the run order.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path names where a file is found.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path names where a file is found</a:t>
            </a:r>
          </a:p>
          <a:p xmlns:a="http://schemas.openxmlformats.org/drawingml/2006/main">
            <a:r>
              <a:t/>
            </a:r>
          </a:p>
          <a:p xmlns:a="http://schemas.openxmlformats.org/drawingml/2006/main">
            <a:r>
              <a:t>CONNECT</a:t>
            </a:r>
          </a:p>
          <a:p xmlns:a="http://schemas.openxmlformats.org/drawingml/2006/main">
            <a:r>
              <a:t>Previous slide: Saved outputs can hide missing steps.</a:t>
            </a:r>
          </a:p>
          <a:p xmlns:a="http://schemas.openxmlformats.org/drawingml/2006/main">
            <a:r>
              <a:t/>
            </a:r>
          </a:p>
          <a:p xmlns:a="http://schemas.openxmlformats.org/drawingml/2006/main">
            <a:r>
              <a:t>EXPLAIN</a:t>
            </a:r>
          </a:p>
          <a:p xmlns:a="http://schemas.openxmlformats.org/drawingml/2006/main">
            <a:r>
              <a:t>A relative path is interpreted from the current working folder.</a:t>
            </a:r>
          </a:p>
          <a:p xmlns:a="http://schemas.openxmlformats.org/drawingml/2006/main">
            <a:r>
              <a:t/>
            </a:r>
          </a:p>
          <a:p xmlns:a="http://schemas.openxmlformats.org/drawingml/2006/main">
            <a:r>
              <a:t>Package versions describe the software used to run the code.</a:t>
            </a:r>
          </a:p>
          <a:p xmlns:a="http://schemas.openxmlformats.org/drawingml/2006/main">
            <a:r>
              <a:t/>
            </a:r>
          </a:p>
          <a:p xmlns:a="http://schemas.openxmlformats.org/drawingml/2006/main">
            <a:r>
              <a:t>The README must give both run instructions and data-access instructions.</a:t>
            </a:r>
          </a:p>
          <a:p xmlns:a="http://schemas.openxmlformats.org/drawingml/2006/main">
            <a:r>
              <a:t/>
            </a:r>
          </a:p>
          <a:p xmlns:a="http://schemas.openxmlformats.org/drawingml/2006/main">
            <a:r>
              <a:t>LECTURER CUE</a:t>
            </a:r>
          </a:p>
          <a:p xmlns:a="http://schemas.openxmlformats.org/drawingml/2006/main">
            <a:r>
              <a:t>Explain every dependency and test a relative path. Include data-access instructions if the data cannot be redistributed.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path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path example</a:t>
            </a:r>
          </a:p>
          <a:p xmlns:a="http://schemas.openxmlformats.org/drawingml/2006/main">
            <a:r>
              <a:t/>
            </a:r>
          </a:p>
          <a:p xmlns:a="http://schemas.openxmlformats.org/drawingml/2006/main">
            <a:r>
              <a:t>CONNECT</a:t>
            </a:r>
          </a:p>
          <a:p xmlns:a="http://schemas.openxmlformats.org/drawingml/2006/main">
            <a:r>
              <a:t>Previous slide: A path names where a file is found.</a:t>
            </a:r>
          </a:p>
          <a:p xmlns:a="http://schemas.openxmlformats.org/drawingml/2006/main">
            <a:r>
              <a:t/>
            </a:r>
          </a:p>
          <a:p xmlns:a="http://schemas.openxmlformats.org/drawingml/2006/main">
            <a:r>
              <a:t>EXPLAIN</a:t>
            </a:r>
          </a:p>
          <a:p xmlns:a="http://schemas.openxmlformats.org/drawingml/2006/main">
            <a:r>
              <a:t>Path and cwd: Path is a tool imported from Python’s pathlib module. Path.cwd() returns the folder where Python is currently running.</a:t>
            </a:r>
          </a:p>
          <a:p xmlns:a="http://schemas.openxmlformats.org/drawingml/2006/main">
            <a:r>
              <a:t/>
            </a:r>
          </a:p>
          <a:p xmlns:a="http://schemas.openxmlformats.org/drawingml/2006/main">
            <a:r>
              <a:t>name: The .name property gives the last folder component as text. It depends on your runtime. A different folder name is expected on another computer.</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handover in Python</a:t>
            </a:r>
          </a:p>
          <a:p xmlns:a="http://schemas.openxmlformats.org/drawingml/2006/main">
            <a:r>
              <a:t/>
            </a:r>
          </a:p>
          <a:p xmlns:a="http://schemas.openxmlformats.org/drawingml/2006/main">
            <a:r>
              <a:t>CONNECT</a:t>
            </a:r>
          </a:p>
          <a:p xmlns:a="http://schemas.openxmlformats.org/drawingml/2006/main">
            <a:r>
              <a:t>Previous slide: Read the path example.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pathlib import Path</a:t>
            </a:r>
          </a:p>
          <a:p xmlns:a="http://schemas.openxmlformats.org/drawingml/2006/main">
            <a:r>
              <a:t>print(Path.cwd().name)</a:t>
            </a:r>
          </a:p>
          <a:p xmlns:a="http://schemas.openxmlformats.org/drawingml/2006/main">
            <a:r>
              <a:t># The name depends on the folder where Python is running.</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Demonstrate a clean run from a fresh session with the actual files. If a variable exists only from an earlier manual cell run, fix the run order. Explain every dependency and test a relative path. Include data-access instructions if the data cannot be redistributed. Model actionable feedback: “Step 2 names data.csv, but the supplied file is readings.csv; please make them match.”</a:t>
            </a:r>
          </a:p>
          <a:p xmlns:a="http://schemas.openxmlformats.org/drawingml/2006/main">
            <a:r>
              <a:t/>
            </a:r>
          </a:p>
          <a:p xmlns:a="http://schemas.openxmlformats.org/drawingml/2006/main">
            <a:r>
              <a:t>Complete practice code:</a:t>
            </a:r>
          </a:p>
          <a:p xmlns:a="http://schemas.openxmlformats.org/drawingml/2006/main">
            <a:r>
              <a:t>from pathlib import Path</a:t>
            </a:r>
          </a:p>
          <a:p xmlns:a="http://schemas.openxmlformats.org/drawingml/2006/main">
            <a:r>
              <a:t>print(Path.cwd().name)</a:t>
            </a:r>
          </a:p>
          <a:p xmlns:a="http://schemas.openxmlformats.org/drawingml/2006/main">
            <a:r>
              <a:t># The name depends on the folder where Python is running.</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handover results</a:t>
            </a:r>
          </a:p>
          <a:p xmlns:a="http://schemas.openxmlformats.org/drawingml/2006/main">
            <a:r>
              <a:t/>
            </a:r>
          </a:p>
          <a:p xmlns:a="http://schemas.openxmlformats.org/drawingml/2006/main">
            <a:r>
              <a:t>CONNECT</a:t>
            </a:r>
          </a:p>
          <a:p xmlns:a="http://schemas.openxmlformats.org/drawingml/2006/main">
            <a:r>
              <a:t>Previous slide: Project handover in Python.</a:t>
            </a:r>
          </a:p>
          <a:p xmlns:a="http://schemas.openxmlformats.org/drawingml/2006/main">
            <a:r>
              <a:t/>
            </a:r>
          </a:p>
          <a:p xmlns:a="http://schemas.openxmlformats.org/drawingml/2006/main">
            <a:r>
              <a:t>EXPLAIN</a:t>
            </a:r>
          </a:p>
          <a:p xmlns:a="http://schemas.openxmlformats.org/drawingml/2006/main">
            <a:r>
              <a:t>Your current working folder name; it is environment-dependent.</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Tell another person what the project needs.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Tell another person what the project needs</a:t>
            </a:r>
          </a:p>
          <a:p xmlns:a="http://schemas.openxmlformats.org/drawingml/2006/main">
            <a:r>
              <a:t/>
            </a:r>
          </a:p>
          <a:p xmlns:a="http://schemas.openxmlformats.org/drawingml/2006/main">
            <a:r>
              <a:t>CONNECT</a:t>
            </a:r>
          </a:p>
          <a:p xmlns:a="http://schemas.openxmlformats.org/drawingml/2006/main">
            <a:r>
              <a:t>Previous slide: Project handover results.</a:t>
            </a:r>
          </a:p>
          <a:p xmlns:a="http://schemas.openxmlformats.org/drawingml/2006/main">
            <a:r>
              <a:t/>
            </a:r>
          </a:p>
          <a:p xmlns:a="http://schemas.openxmlformats.org/drawingml/2006/main">
            <a:r>
              <a:t>EXPLAIN</a:t>
            </a:r>
          </a:p>
          <a:p xmlns:a="http://schemas.openxmlformats.org/drawingml/2006/main">
            <a:r>
              <a:t>requirements.txt and versions: This text file lists required Python packages and their versions. Record the versions used in the working environment; test them with the supplied run instructions.</a:t>
            </a:r>
          </a:p>
          <a:p xmlns:a="http://schemas.openxmlformats.org/drawingml/2006/main">
            <a:r>
              <a:t/>
            </a:r>
          </a:p>
          <a:p xmlns:a="http://schemas.openxmlformats.org/drawingml/2006/main">
            <a:r>
              <a:t>Data source, permission and seed: Name the data source and any licence or permission for reuse. Record random seeds used in modelling. A seed supports repeatability; it does not repair data leakage.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Run checks and contribution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Run checks and contribution evidence</a:t>
            </a:r>
          </a:p>
          <a:p xmlns:a="http://schemas.openxmlformats.org/drawingml/2006/main">
            <a:r>
              <a:t/>
            </a:r>
          </a:p>
          <a:p xmlns:a="http://schemas.openxmlformats.org/drawingml/2006/main">
            <a:r>
              <a:t>CONNECT</a:t>
            </a:r>
          </a:p>
          <a:p xmlns:a="http://schemas.openxmlformats.org/drawingml/2006/main">
            <a:r>
              <a:t>Previous slide: Tell another person what the project needs.</a:t>
            </a:r>
          </a:p>
          <a:p xmlns:a="http://schemas.openxmlformats.org/drawingml/2006/main">
            <a:r>
              <a:t/>
            </a:r>
          </a:p>
          <a:p xmlns:a="http://schemas.openxmlformats.org/drawingml/2006/main">
            <a:r>
              <a:t>EXPLAIN</a:t>
            </a:r>
          </a:p>
          <a:p xmlns:a="http://schemas.openxmlformats.org/drawingml/2006/main">
            <a:r>
              <a:t>Independent run check: Restart the session and follow your written instructions without relying on earlier variables. Record the first failure and its repair.</a:t>
            </a:r>
          </a:p>
          <a:p xmlns:a="http://schemas.openxmlformats.org/drawingml/2006/main">
            <a:r>
              <a:t/>
            </a:r>
          </a:p>
          <a:p xmlns:a="http://schemas.openxmlformats.org/drawingml/2006/main">
            <a:r>
              <a:t>Contribution evidence: A record of each person’s work, tied to files, commits or explanations. It does not require making a private repository public.</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Useful feedback identifies an exact repair.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Useful feedback identifies an exact repair</a:t>
            </a:r>
          </a:p>
          <a:p xmlns:a="http://schemas.openxmlformats.org/drawingml/2006/main">
            <a:r>
              <a:t/>
            </a:r>
          </a:p>
          <a:p xmlns:a="http://schemas.openxmlformats.org/drawingml/2006/main">
            <a:r>
              <a:t>CONNECT</a:t>
            </a:r>
          </a:p>
          <a:p xmlns:a="http://schemas.openxmlformats.org/drawingml/2006/main">
            <a:r>
              <a:t>Previous slide: Run checks and contribution evidence.</a:t>
            </a:r>
          </a:p>
          <a:p xmlns:a="http://schemas.openxmlformats.org/drawingml/2006/main">
            <a:r>
              <a:t/>
            </a:r>
          </a:p>
          <a:p xmlns:a="http://schemas.openxmlformats.org/drawingml/2006/main">
            <a:r>
              <a:t>EXPLAIN</a:t>
            </a:r>
          </a:p>
          <a:p xmlns:a="http://schemas.openxmlformats.org/drawingml/2006/main">
            <a:r>
              <a:t>Vague feedback: "It does not work."</a:t>
            </a:r>
          </a:p>
          <a:p xmlns:a="http://schemas.openxmlformats.org/drawingml/2006/main">
            <a:r>
              <a:t/>
            </a:r>
          </a:p>
          <a:p xmlns:a="http://schemas.openxmlformats.org/drawingml/2006/main">
            <a:r>
              <a:t>Useful feedback: "Step 2 names data.csv, but the supplied file is readings.csv."</a:t>
            </a:r>
          </a:p>
          <a:p xmlns:a="http://schemas.openxmlformats.org/drawingml/2006/main">
            <a:r>
              <a:t/>
            </a:r>
          </a:p>
          <a:p xmlns:a="http://schemas.openxmlformats.org/drawingml/2006/main">
            <a:r>
              <a:t>The repair is to make the instructions and actual filename agree.</a:t>
            </a:r>
          </a:p>
          <a:p xmlns:a="http://schemas.openxmlformats.org/drawingml/2006/main">
            <a:r>
              <a:t/>
            </a:r>
          </a:p>
          <a:p xmlns:a="http://schemas.openxmlformats.org/drawingml/2006/main">
            <a:r>
              <a:t>LECTURER CUE</a:t>
            </a:r>
          </a:p>
          <a:p xmlns:a="http://schemas.openxmlformats.org/drawingml/2006/main">
            <a:r>
              <a:t>Model actionable feedback: “Step 2 names data.csv, but the supplied file is readings.csv; please make them match.”</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Useful feedback identifies an exact repair.</a:t>
            </a:r>
          </a:p>
          <a:p xmlns:a="http://schemas.openxmlformats.org/drawingml/2006/main">
            <a:r>
              <a:t/>
            </a:r>
          </a:p>
          <a:p xmlns:a="http://schemas.openxmlformats.org/drawingml/2006/main">
            <a:r>
              <a:t>EXPLAIN</a:t>
            </a:r>
          </a:p>
          <a:p xmlns:a="http://schemas.openxmlformats.org/drawingml/2006/main">
            <a:r>
              <a:t>Check: restart the notebook runtime and follow your README exactly, without using remembered variables.</a:t>
            </a:r>
          </a:p>
          <a:p xmlns:a="http://schemas.openxmlformats.org/drawingml/2006/main">
            <a:r>
              <a:t/>
            </a:r>
          </a:p>
          <a:p xmlns:a="http://schemas.openxmlformats.org/drawingml/2006/main">
            <a:r>
              <a:t>If Step 2 names data.csv but the file is readings.csv, correct the filename in the instructions. Run again from the beginning and record the successful result.</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Revise that step and repeat. A claim that the notebook runs is supported by a fresh run, not by saved outputs alone.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No new weekly assignment.</a:t>
            </a:r>
          </a:p>
          <a:p xmlns:a="http://schemas.openxmlformats.org/drawingml/2006/main">
            <a:r>
              <a:t/>
            </a:r>
          </a:p>
          <a:p xmlns:a="http://schemas.openxmlformats.org/drawingml/2006/main">
            <a:r>
              <a:t>Continue the official project deliverables and Week 13 quiz.</a:t>
            </a:r>
          </a:p>
          <a:p xmlns:a="http://schemas.openxmlformats.org/drawingml/2006/main">
            <a:r>
              <a:t/>
            </a:r>
          </a:p>
          <a:p xmlns:a="http://schemas.openxmlformats.org/drawingml/2006/main">
            <a:r>
              <a:t>Rehearse offline TEST2 saving and the published function interfaces before Week 14.</a:t>
            </a:r>
          </a:p>
          <a:p xmlns:a="http://schemas.openxmlformats.org/drawingml/2006/main">
            <a:r>
              <a:t/>
            </a:r>
          </a:p>
          <a:p xmlns:a="http://schemas.openxmlformats.org/drawingml/2006/main">
            <a:r>
              <a:t>Do not add an extra upload.</a:t>
            </a:r>
          </a:p>
          <a:p xmlns:a="http://schemas.openxmlformats.org/drawingml/2006/main">
            <a:r>
              <a:t/>
            </a:r>
          </a:p>
          <a:p xmlns:a="http://schemas.openxmlformats.org/drawingml/2006/main">
            <a:r>
              <a:t>LECTURER CUE</a:t>
            </a:r>
          </a:p>
          <a:p xmlns:a="http://schemas.openxmlformats.org/drawingml/2006/main">
            <a:r>
              <a:t>No new weekly assignment. Continue the official project deliverables and Week 13 quiz. Rehearse offline TEST2 saving and the published function interfaces before Week 14. Do not add an extra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reproducible handover.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handover</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An absolute path from your own computer will usually fail elsewhere.</a:t>
            </a:r>
          </a:p>
          <a:p xmlns:a="http://schemas.openxmlformats.org/drawingml/2006/main">
            <a:r>
              <a:t/>
            </a:r>
          </a:p>
          <a:p xmlns:a="http://schemas.openxmlformats.org/drawingml/2006/main">
            <a:r>
              <a:t>A relative path starts from the current working folder.</a:t>
            </a:r>
          </a:p>
          <a:p xmlns:a="http://schemas.openxmlformats.org/drawingml/2006/main">
            <a:r>
              <a:t/>
            </a:r>
          </a:p>
          <a:p xmlns:a="http://schemas.openxmlformats.org/drawingml/2006/main">
            <a:r>
              <a:t>Record dependencies and actual versions, and fix randomness where appropriate; identical results across all machines are not guaranteed by a seed alone.</a:t>
            </a:r>
          </a:p>
          <a:p xmlns:a="http://schemas.openxmlformats.org/drawingml/2006/main">
            <a:r>
              <a:t/>
            </a:r>
          </a:p>
          <a:p xmlns:a="http://schemas.openxmlformats.org/drawingml/2006/main">
            <a:r>
              <a:t>Captions should state a supported finding and its scope.</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reproducible handover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handover continued</a:t>
            </a:r>
          </a:p>
          <a:p xmlns:a="http://schemas.openxmlformats.org/drawingml/2006/main">
            <a:r>
              <a:t/>
            </a:r>
          </a:p>
          <a:p xmlns:a="http://schemas.openxmlformats.org/drawingml/2006/main">
            <a:r>
              <a:t>CONNECT</a:t>
            </a:r>
          </a:p>
          <a:p xmlns:a="http://schemas.openxmlformats.org/drawingml/2006/main">
            <a:r>
              <a:t>Previous slide: A reproducible handover.</a:t>
            </a:r>
          </a:p>
          <a:p xmlns:a="http://schemas.openxmlformats.org/drawingml/2006/main">
            <a:r>
              <a:t/>
            </a:r>
          </a:p>
          <a:p xmlns:a="http://schemas.openxmlformats.org/drawingml/2006/main">
            <a:r>
              <a:t>EXPLAIN</a:t>
            </a:r>
          </a:p>
          <a:p xmlns:a="http://schemas.openxmlformats.org/drawingml/2006/main">
            <a:r>
              <a:t>Remove conflicting cell assignments and verify a fresh run before submission.</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Project preparation.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Previous slide: A reproducible handover continued.</a:t>
            </a:r>
          </a:p>
          <a:p xmlns:a="http://schemas.openxmlformats.org/drawingml/2006/main">
            <a:r>
              <a:t/>
            </a:r>
          </a:p>
          <a:p xmlns:a="http://schemas.openxmlformats.org/drawingml/2006/main">
            <a:r>
              <a:t>EXPLAIN</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18 Dec 2026, 08:00 Kampala</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13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13 quiz</a:t>
            </a:r>
          </a:p>
          <a:p xmlns:a="http://schemas.openxmlformats.org/drawingml/2006/main">
            <a:r>
              <a:t/>
            </a:r>
          </a:p>
          <a:p xmlns:a="http://schemas.openxmlformats.org/drawingml/2006/main">
            <a:r>
              <a:t>CONNECT</a:t>
            </a:r>
          </a:p>
          <a:p xmlns:a="http://schemas.openxmlformats.org/drawingml/2006/main">
            <a:r>
              <a:t>Previous slide: Project preparation.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open_W13_CML3113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13 quiz.</a:t>
            </a:r>
          </a:p>
          <a:p xmlns:a="http://schemas.openxmlformats.org/drawingml/2006/main">
            <a:r>
              <a:t/>
            </a:r>
          </a:p>
          <a:p xmlns:a="http://schemas.openxmlformats.org/drawingml/2006/main">
            <a:r>
              <a:t>EXPLAIN</a:t>
            </a:r>
          </a:p>
          <a:p xmlns:a="http://schemas.openxmlformats.org/drawingml/2006/main">
            <a:r>
              <a:t>Another learner can follow your README and reproduce the stated result.</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Optional revision video.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Previous slide: Revision and submission checklist.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CodeWithChris</a:t>
            </a:r>
          </a:p>
          <a:p xmlns:a="http://schemas.openxmlformats.org/drawingml/2006/main">
            <a:r>
              <a:t>GitHub Tutorial for Beginners (2025)</a:t>
            </a:r>
          </a:p>
          <a:p xmlns:a="http://schemas.openxmlformats.org/drawingml/2006/main">
            <a:r>
              <a:t/>
            </a:r>
          </a:p>
          <a:p xmlns:a="http://schemas.openxmlformats.org/drawingml/2006/main">
            <a:r>
              <a:t>00:00–02:10, then 03:35–06:08 (4 min 43 sec total)</a:t>
            </a:r>
          </a:p>
          <a:p xmlns:a="http://schemas.openxmlformats.org/drawingml/2006/main">
            <a:r>
              <a:t/>
            </a:r>
          </a:p>
          <a:p xmlns:a="http://schemas.openxmlformats.org/drawingml/2006/main">
            <a:r>
              <a:t>Listening question: Why keep history, and what is a repository?</a:t>
            </a:r>
          </a:p>
          <a:p xmlns:a="http://schemas.openxmlformats.org/drawingml/2006/main">
            <a:r>
              <a:t/>
            </a:r>
          </a:p>
          <a:p xmlns:a="http://schemas.openxmlformats.org/drawingml/2006/main">
            <a:r>
              <a:t>LECTURER CUE</a:t>
            </a:r>
          </a:p>
          <a:p xmlns:a="http://schemas.openxmlformats.org/drawingml/2006/main">
            <a:r>
              <a:t>Title, channel, 19:53 runtime and chapter boundaries checked on the video page on 15 September 2026. Desktop installation is optional. The originally shared t=167 link starts at installation.</a:t>
            </a:r>
          </a:p>
          <a:p xmlns:a="http://schemas.openxmlformats.org/drawingml/2006/main">
            <a:r>
              <a:t>After viewing: Explain the difference between saving a file and recording a commit. Then make one browser-based commit.</a:t>
            </a:r>
          </a:p>
          <a:p xmlns:a="http://schemas.openxmlformats.org/drawingml/2006/main">
            <a:r>
              <a:t>Preview before class and stop after the selected short excerpt. If playback fails, teach the worked example. Video is optional. Source: https://www.youtube.com/watch?v=v5gnvDUWqFM</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4aa35c0246e426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18f78db6421404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b3f967d4961481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ea49282dfa14e7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219e112673b4f9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865cb8daa4a4a8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1F2EE6C-8C2C-47CC-93B1-214669DDF27A}"/>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C3E98FF-1B8C-4866-B542-A368187F6CAF}"/>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F20BDA2-51E5-494B-B41A-B39A51F67388}"/>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7D983E82-9FB1-4DA8-837E-50B8F6E72F1E}"/>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A737F2F3-A8ED-4EFD-A12E-4E9D915445A4}"/>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BE0755F-0CF8-40AB-B6AB-29D07E8EE49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5F2D580-89D6-4FDB-BB33-8215581E511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D775E7D1-256D-494A-A717-FB89A26C9B35}"/>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FF313587-A2B7-4A64-B41B-2E50903AC56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8557F9C-CEC7-4B40-A62F-0803A902F62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A005756-4EBB-4083-B92B-6473BEB735B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C2B5D2BF-8234-4BE9-85F1-52A7EF789AB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795A9B7-C28E-4140-BD1F-F9C88DC0F73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AB66101-53BE-49B2-B824-D647D505DBF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A893210-0FDF-4726-B015-B5948FB1FAB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5ebf2f710f242b1" /><Relationship Type="http://schemas.openxmlformats.org/officeDocument/2006/relationships/slideLayout" Target="/ppt/slideLayouts/slideLayout1.xml" Id="R2024bbac28bd4698" /><Relationship Type="http://schemas.openxmlformats.org/officeDocument/2006/relationships/slideLayout" Target="/ppt/slideLayouts/slideLayout2.xml" Id="R0d422e9ea3d64320" /><Relationship Type="http://schemas.openxmlformats.org/officeDocument/2006/relationships/slideLayout" Target="/ppt/slideLayouts/slideLayout3.xml" Id="R3c09806c153c422e" /><Relationship Type="http://schemas.openxmlformats.org/officeDocument/2006/relationships/slideLayout" Target="/ppt/slideLayouts/slideLayout4.xml" Id="R152e072e67d04049" /><Relationship Type="http://schemas.openxmlformats.org/officeDocument/2006/relationships/slideLayout" Target="/ppt/slideLayouts/slideLayout5.xml" Id="Ra7769a8444d34956" /><Relationship Type="http://schemas.openxmlformats.org/officeDocument/2006/relationships/slideLayout" Target="/ppt/slideLayouts/slideLayout6.xml" Id="R2f48d93fdcf04ef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24bbac28bd4698"/>
    <p:sldLayoutId xmlns:r="http://schemas.openxmlformats.org/officeDocument/2006/relationships" id="2147483650" r:id="R0d422e9ea3d64320"/>
    <p:sldLayoutId xmlns:r="http://schemas.openxmlformats.org/officeDocument/2006/relationships" id="2147483651" r:id="R3c09806c153c422e"/>
    <p:sldLayoutId xmlns:r="http://schemas.openxmlformats.org/officeDocument/2006/relationships" id="2147483652" r:id="R152e072e67d04049"/>
    <p:sldLayoutId xmlns:r="http://schemas.openxmlformats.org/officeDocument/2006/relationships" id="2147483653" r:id="Ra7769a8444d34956"/>
    <p:sldLayoutId xmlns:r="http://schemas.openxmlformats.org/officeDocument/2006/relationships" id="2147483654" r:id="R2f48d93fdcf04ef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dcec239eddc473c" /><Relationship Type="http://schemas.openxmlformats.org/officeDocument/2006/relationships/image" Target="/ppt/media/image.png" Id="Rab1ea58ca8804073" /><Relationship Type="http://schemas.openxmlformats.org/officeDocument/2006/relationships/notesSlide" Target="/ppt/notesSlides/notesSlide1.xml" Id="R801f42c3e2af4ce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574b95f44534bc8" /><Relationship Type="http://schemas.openxmlformats.org/officeDocument/2006/relationships/notesSlide" Target="/ppt/notesSlides/notesSlide2.xml" Id="Rdf87bb69096b468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6577f3bc3ca4842" /><Relationship Type="http://schemas.openxmlformats.org/officeDocument/2006/relationships/notesSlide" Target="/ppt/notesSlides/notesSlide3.xml" Id="R8ba39ed6a88e4eb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e27ff27a3564492" /><Relationship Type="http://schemas.openxmlformats.org/officeDocument/2006/relationships/notesSlide" Target="/ppt/notesSlides/notesSlide4.xml" Id="Rc8e3f51b948f4b7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eebfd982db24c80" /><Relationship Type="http://schemas.openxmlformats.org/officeDocument/2006/relationships/notesSlide" Target="/ppt/notesSlides/notesSlide5.xml" Id="Rc723e34382fd499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b9fb1690a6846db" /><Relationship Type="http://schemas.openxmlformats.org/officeDocument/2006/relationships/notesSlide" Target="/ppt/notesSlides/notesSlide6.xml" Id="R291435a7697b4f5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168364646c54562" /><Relationship Type="http://schemas.openxmlformats.org/officeDocument/2006/relationships/notesSlide" Target="/ppt/notesSlides/notesSlide7.xml" Id="Rff9680db509b441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8945b21bf5b4d60" /><Relationship Type="http://schemas.openxmlformats.org/officeDocument/2006/relationships/image" Target="/ppt/media/image2.png" Id="Ra309cb82f8764338" /><Relationship Type="http://schemas.openxmlformats.org/officeDocument/2006/relationships/notesSlide" Target="/ppt/notesSlides/notesSlide8.xml" Id="R6567e529b82d47c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ea37f06eeeb4ef6" /><Relationship Type="http://schemas.openxmlformats.org/officeDocument/2006/relationships/image" Target="/ppt/media/image3.png" Id="Reaf5c95fe3be4473" /><Relationship Type="http://schemas.openxmlformats.org/officeDocument/2006/relationships/notesSlide" Target="/ppt/notesSlides/notesSlide9.xml" Id="R7888d02255da446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31dc440e8694233" /><Relationship Type="http://schemas.openxmlformats.org/officeDocument/2006/relationships/notesSlide" Target="/ppt/notesSlides/notesSlide10.xml" Id="R3f1ba32c6ba041c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7754535b72c44aa" /><Relationship Type="http://schemas.openxmlformats.org/officeDocument/2006/relationships/notesSlide" Target="/ppt/notesSlides/notesSlide11.xml" Id="R34a35a727d654a1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b6193085dda4fd7" /><Relationship Type="http://schemas.openxmlformats.org/officeDocument/2006/relationships/notesSlide" Target="/ppt/notesSlides/notesSlide12.xml" Id="R2e9c6862d3ce405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1cbe6d3780c44ca" /><Relationship Type="http://schemas.openxmlformats.org/officeDocument/2006/relationships/notesSlide" Target="/ppt/notesSlides/notesSlide13.xml" Id="Rce43eb23baac42f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c1ba07a2e094125" /><Relationship Type="http://schemas.openxmlformats.org/officeDocument/2006/relationships/notesSlide" Target="/ppt/notesSlides/notesSlide14.xml" Id="R19d93e2fbe204c8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18fcf00e14743d3" /><Relationship Type="http://schemas.openxmlformats.org/officeDocument/2006/relationships/notesSlide" Target="/ppt/notesSlides/notesSlide15.xml" Id="R000d838230da4e8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0ced39692a94672" /><Relationship Type="http://schemas.openxmlformats.org/officeDocument/2006/relationships/notesSlide" Target="/ppt/notesSlides/notesSlide16.xml" Id="R1c2ffff551424b9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7b45025c8ad4f08" /><Relationship Type="http://schemas.openxmlformats.org/officeDocument/2006/relationships/notesSlide" Target="/ppt/notesSlides/notesSlide17.xml" Id="Raae49b1f4898471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b492110254f4e5b" /><Relationship Type="http://schemas.openxmlformats.org/officeDocument/2006/relationships/notesSlide" Target="/ppt/notesSlides/notesSlide18.xml" Id="Rf6b506e0c71b4a9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b277f7b568c4aa6" /><Relationship Type="http://schemas.openxmlformats.org/officeDocument/2006/relationships/notesSlide" Target="/ppt/notesSlides/notesSlide19.xml" Id="R74e8d4a5d1de41f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790a302741d4d3e" /><Relationship Type="http://schemas.openxmlformats.org/officeDocument/2006/relationships/notesSlide" Target="/ppt/notesSlides/notesSlide20.xml" Id="R5cd26abcb28a4d6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1c0c91db0784ef4" /><Relationship Type="http://schemas.openxmlformats.org/officeDocument/2006/relationships/notesSlide" Target="/ppt/notesSlides/notesSlide21.xml" Id="R3609880c146e4f9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e64c92b1d344d8e" /><Relationship Type="http://schemas.openxmlformats.org/officeDocument/2006/relationships/notesSlide" Target="/ppt/notesSlides/notesSlide22.xml" Id="R774bf1aef3dc4af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78ce8dc796d4c18" /><Relationship Type="http://schemas.openxmlformats.org/officeDocument/2006/relationships/image" Target="/ppt/media/image4.png" Id="R4843813c1c924330" /><Relationship Type="http://schemas.openxmlformats.org/officeDocument/2006/relationships/hyperlink" Target="https://forms.gle/8PGZxFB8c2SYs1Qz7" TargetMode="External" Id="Rf1c3d1c0539e41d2" /><Relationship Type="http://schemas.openxmlformats.org/officeDocument/2006/relationships/notesSlide" Target="/ppt/notesSlides/notesSlide23.xml" Id="R18f6849c1677421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b5870b10a8b49a5" /><Relationship Type="http://schemas.openxmlformats.org/officeDocument/2006/relationships/notesSlide" Target="/ppt/notesSlides/notesSlide24.xml" Id="Rb7451015f34843c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d6bdb3103a4450b" /><Relationship Type="http://schemas.openxmlformats.org/officeDocument/2006/relationships/hyperlink" Target="https://www.youtube.com/watch?v=v5gnvDUWqFM" TargetMode="External" Id="R5f5254a53523479d" /><Relationship Type="http://schemas.openxmlformats.org/officeDocument/2006/relationships/notesSlide" Target="/ppt/notesSlides/notesSlide25.xml" Id="R2e080a60f6504b5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b1ea58ca8804073"/>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9BFACE6-736B-4C70-8805-47356BCF4FEB}"/>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7F966BD-4A7E-4A95-B07E-0780FE3781C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13</a:t>
            </a:r>
          </a:p>
        </p:txBody>
      </p:sp>
      <p:sp>
        <p:nvSpPr>
          <p:cNvPr id="4" name="">
            <a:extLst xmlns:a="http://schemas.openxmlformats.org/drawingml/2006/main">
              <a:ext uri="{FF2B5EF4-FFF2-40B4-BE49-F238E27FC236}">
                <a16:creationId xmlns:a16="http://schemas.microsoft.com/office/drawing/2014/main" id="{B6275296-38D0-446A-A971-54340CE6596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1CC2AD55-6188-469A-9A2E-A71231BBA3B4}"/>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937832D3-0E67-4D83-AD06-827125830AE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04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77145225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F0703E8-D5D2-4D19-9BC7-E41029010D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A604A8-D0B2-4273-98AB-2BD95B97E7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720C14AA-095F-4A35-B6DA-F86855449F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B8F0EA83-CC4E-40CA-AA87-B79A2034A2D6}"/>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DFDEC3-3D67-4B23-9AFE-9F88EF736A64}"/>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C3DB5CAC-C1F6-421F-8C1A-CC500B058DA8}"/>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project from a fresh session.</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 unclear run instructions using a fresh run.</a:t>
            </a:r>
          </a:p>
        </p:txBody>
      </p:sp>
      <p:sp>
        <p:nvSpPr>
          <p:cNvPr id="7" name="">
            <a:extLst xmlns:a="http://schemas.openxmlformats.org/drawingml/2006/main">
              <a:ext uri="{FF2B5EF4-FFF2-40B4-BE49-F238E27FC236}">
                <a16:creationId xmlns:a16="http://schemas.microsoft.com/office/drawing/2014/main" id="{ED2BE4E6-717D-4E85-A2D7-6C2304442EB2}"/>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BEF02AF9-D6D8-4EDF-A552-FFD290EFDF1C}"/>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README and reproduce the stated result.</a:t>
            </a:r>
          </a:p>
        </p:txBody>
      </p:sp>
      <p:sp>
        <p:nvSpPr>
          <p:cNvPr id="9" name="">
            <a:extLst xmlns:a="http://schemas.openxmlformats.org/drawingml/2006/main">
              <a:ext uri="{FF2B5EF4-FFF2-40B4-BE49-F238E27FC236}">
                <a16:creationId xmlns:a16="http://schemas.microsoft.com/office/drawing/2014/main" id="{80D310AD-8C49-422A-A305-A82FEEE7AA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a:t>
            </a:r>
          </a:p>
        </p:txBody>
      </p:sp>
    </p:spTree>
    <p:extLst>
      <p:ext uri="{BB962C8B-B14F-4D97-AF65-F5344CB8AC3E}">
        <p14:creationId xmlns:p14="http://schemas.microsoft.com/office/powerpoint/2010/main" val="19485390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EE6F1BF-97B5-4F9F-A7AD-54B83C3136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FEA2DF-07CB-4598-B747-40CFE42A00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B3A9719-E0E4-4AAF-B68A-92BF04F9FA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54E42B15-B6EC-485D-A326-F938709FDB3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F75C41-EBC8-4302-8F8B-FDDE224636D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models and charts already exist.</a:t>
            </a:r>
          </a:p>
        </p:txBody>
      </p:sp>
      <p:sp>
        <p:nvSpPr>
          <p:cNvPr id="6" name="">
            <a:extLst xmlns:a="http://schemas.openxmlformats.org/drawingml/2006/main">
              <a:ext uri="{FF2B5EF4-FFF2-40B4-BE49-F238E27FC236}">
                <a16:creationId xmlns:a16="http://schemas.microsoft.com/office/drawing/2014/main" id="{15CCC160-1358-4217-9604-0CD095C13BD2}"/>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remaining task is to make the evidence understandable and runnable from the supplied files.</a:t>
            </a:r>
          </a:p>
        </p:txBody>
      </p:sp>
      <p:sp>
        <p:nvSpPr>
          <p:cNvPr id="7" name="">
            <a:extLst xmlns:a="http://schemas.openxmlformats.org/drawingml/2006/main">
              <a:ext uri="{FF2B5EF4-FFF2-40B4-BE49-F238E27FC236}">
                <a16:creationId xmlns:a16="http://schemas.microsoft.com/office/drawing/2014/main" id="{AD1584F6-D3AC-4437-BD5D-5B11E006BE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3</a:t>
            </a:r>
          </a:p>
        </p:txBody>
      </p:sp>
    </p:spTree>
    <p:extLst>
      <p:ext uri="{BB962C8B-B14F-4D97-AF65-F5344CB8AC3E}">
        <p14:creationId xmlns:p14="http://schemas.microsoft.com/office/powerpoint/2010/main" val="16793975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C7460F-B36F-4E37-B056-23032153B1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CB4824-8DBB-48A0-8880-C170F8966E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F40D3B0-AA7F-43F3-9109-8D1297D828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50C412B2-AD40-475D-9583-4B0F099E285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BF94AF-295B-4C6C-B110-30FD4BB613A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project is ready for handover when its files and written instructions reproduce its results in a fresh session.</a:t>
            </a:r>
          </a:p>
        </p:txBody>
      </p:sp>
      <p:sp>
        <p:nvSpPr>
          <p:cNvPr id="6" name="">
            <a:extLst xmlns:a="http://schemas.openxmlformats.org/drawingml/2006/main">
              <a:ext uri="{FF2B5EF4-FFF2-40B4-BE49-F238E27FC236}">
                <a16:creationId xmlns:a16="http://schemas.microsoft.com/office/drawing/2014/main" id="{2B1CD2F0-8B94-4C98-89F6-2CACCF66A47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Today we check that evidence ourselves.</a:t>
            </a:r>
          </a:p>
        </p:txBody>
      </p:sp>
      <p:sp>
        <p:nvSpPr>
          <p:cNvPr id="7" name="">
            <a:extLst xmlns:a="http://schemas.openxmlformats.org/drawingml/2006/main">
              <a:ext uri="{FF2B5EF4-FFF2-40B4-BE49-F238E27FC236}">
                <a16:creationId xmlns:a16="http://schemas.microsoft.com/office/drawing/2014/main" id="{F568F39F-667A-42F6-A880-7F96E35754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4</a:t>
            </a:r>
          </a:p>
        </p:txBody>
      </p:sp>
    </p:spTree>
    <p:extLst>
      <p:ext uri="{BB962C8B-B14F-4D97-AF65-F5344CB8AC3E}">
        <p14:creationId xmlns:p14="http://schemas.microsoft.com/office/powerpoint/2010/main" val="184823119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6765BB8-DE0F-45FA-9CB1-8AA67DC317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96DD43-35D5-458F-8537-3E13E37350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7E9F79E-8E5A-4624-A9F5-D73ECD5157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Reproducibility and Dependency</a:t>
            </a:r>
          </a:p>
        </p:txBody>
      </p:sp>
      <p:sp>
        <p:nvSpPr>
          <p:cNvPr id="4" name="">
            <a:extLst xmlns:a="http://schemas.openxmlformats.org/drawingml/2006/main">
              <a:ext uri="{FF2B5EF4-FFF2-40B4-BE49-F238E27FC236}">
                <a16:creationId xmlns:a16="http://schemas.microsoft.com/office/drawing/2014/main" id="{0478E3E9-FB2E-4CAE-9576-D75C32E9D15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F8681E-E6B4-4DF1-8261-BB3AB3F9AC1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D78C54D8-CB59-4E81-9ADA-B4EB27D8DD6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result. Terminology varies; state the operational test.</a:t>
            </a:r>
          </a:p>
        </p:txBody>
      </p:sp>
      <p:sp>
        <p:nvSpPr>
          <p:cNvPr id="7" name="">
            <a:extLst xmlns:a="http://schemas.openxmlformats.org/drawingml/2006/main">
              <a:ext uri="{FF2B5EF4-FFF2-40B4-BE49-F238E27FC236}">
                <a16:creationId xmlns:a16="http://schemas.microsoft.com/office/drawing/2014/main" id="{23B3DB34-C03C-439B-A2A2-FA089464828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B4601CC-7176-4F2B-BB1C-E9A5E5BAA88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45DC647C-2F56-46EF-8FAB-088CC1925ED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23C28209-7D9C-4F52-B44B-7D5DB68A01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5</a:t>
            </a:r>
          </a:p>
        </p:txBody>
      </p:sp>
    </p:spTree>
    <p:extLst>
      <p:ext uri="{BB962C8B-B14F-4D97-AF65-F5344CB8AC3E}">
        <p14:creationId xmlns:p14="http://schemas.microsoft.com/office/powerpoint/2010/main" val="20859105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47E863D-5B17-472B-9D5F-5BADCFFEC8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F1A095-5B22-4F3A-AE39-CE0AF03811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3082411-E587-47A5-876A-DDBF5FE8B6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path and README</a:t>
            </a:r>
          </a:p>
        </p:txBody>
      </p:sp>
      <p:sp>
        <p:nvSpPr>
          <p:cNvPr id="4" name="">
            <a:extLst xmlns:a="http://schemas.openxmlformats.org/drawingml/2006/main">
              <a:ext uri="{FF2B5EF4-FFF2-40B4-BE49-F238E27FC236}">
                <a16:creationId xmlns:a16="http://schemas.microsoft.com/office/drawing/2014/main" id="{6B1FDCF5-E67F-4CCA-8C0B-2A1FA6F6B16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8CD4B9-B84A-4D02-B5E9-6360E0D7670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07B5E715-4AD9-4C47-B8A0-F0E0DCA51B2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5C47159F-4707-410D-AFA6-9924F20D269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C1186C6-426E-42AC-89B6-13BD057DD27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9CF4A07B-7D20-4B17-A698-010C2C6B827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D451C0BA-01EB-4452-9435-989425A433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6</a:t>
            </a:r>
          </a:p>
        </p:txBody>
      </p:sp>
    </p:spTree>
    <p:extLst>
      <p:ext uri="{BB962C8B-B14F-4D97-AF65-F5344CB8AC3E}">
        <p14:creationId xmlns:p14="http://schemas.microsoft.com/office/powerpoint/2010/main" val="97591672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1DEB6CB-F312-4488-9927-54C8A25564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FB0DDE-A687-4A13-80A7-D886B684F5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11913F-6D60-4C00-9BFB-7523EDEF00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551A2EC5-F65C-4F0D-8F8A-ED336234687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FC5F16-B5F9-4957-B8D1-98B936A8F7E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CC295617-D80D-43E3-945E-4C7FC4CFFF8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321FF1-F941-4134-9DB6-64DE08A406B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2AE0D98D-4BFE-4895-81D5-7B5592C1342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F0EAEE-664E-491A-A0FF-77C4EC0507C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07A245B0-07E0-4581-8249-65200E8907A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6BAE422-0D48-49F7-A6CB-54DB8E8FC09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2DA726A1-3E62-429A-A56C-73543E6D6C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7</a:t>
            </a:r>
          </a:p>
        </p:txBody>
      </p:sp>
    </p:spTree>
    <p:extLst>
      <p:ext uri="{BB962C8B-B14F-4D97-AF65-F5344CB8AC3E}">
        <p14:creationId xmlns:p14="http://schemas.microsoft.com/office/powerpoint/2010/main" val="168334659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FE6356-FC0F-468A-94BD-ECFAFB199B2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37DA82-2FEC-49C2-82F3-4EF07947AB3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309cb82f8764338"/>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A3E6A53-8E32-4BBF-A6DE-FCF93E57BF46}"/>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BFD5F0-672C-48DE-9BA6-4061E7808A5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8F38F891-BABD-4212-AB19-71A40BABDD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8</a:t>
            </a:r>
          </a:p>
        </p:txBody>
      </p:sp>
    </p:spTree>
    <p:extLst>
      <p:ext uri="{BB962C8B-B14F-4D97-AF65-F5344CB8AC3E}">
        <p14:creationId xmlns:p14="http://schemas.microsoft.com/office/powerpoint/2010/main" val="53554189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59CEC69-D324-4B94-83D9-596D81E9D3C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7938A9-2825-4F49-911F-1489076221B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eaf5c95fe3be4473"/>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DBB60D6-8D40-422D-BA63-A5D4C8B3367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06681F-C600-4706-BBEA-A709ED02B69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0C019C77-BEBC-4A15-9E4C-0B477EDA50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9</a:t>
            </a:r>
          </a:p>
        </p:txBody>
      </p:sp>
    </p:spTree>
    <p:extLst>
      <p:ext uri="{BB962C8B-B14F-4D97-AF65-F5344CB8AC3E}">
        <p14:creationId xmlns:p14="http://schemas.microsoft.com/office/powerpoint/2010/main" val="153766636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B4EBE4-4D6F-443B-8889-D9D33C776E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ACFC8D-8231-4D0B-822B-6FC11C5D43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437CF6E-0CCA-42F3-B9D1-91C36664B5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115C31EC-F3D1-4097-A7D6-DEDD01BD622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3E6702-1637-4BC4-8A95-0365547AE0A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C33F523B-6F4F-4379-8DCD-B4794BAA282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A6A1011-DDF9-4D3E-93D5-48795B87777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462C5DE5-E320-45DD-A10A-D96BC8808CF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A83B90-2DD8-43B2-B855-7522C7954A8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E22E3064-5DC7-4CDA-8DB0-F6EE974B0F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10</a:t>
            </a:r>
          </a:p>
        </p:txBody>
      </p:sp>
    </p:spTree>
    <p:extLst>
      <p:ext uri="{BB962C8B-B14F-4D97-AF65-F5344CB8AC3E}">
        <p14:creationId xmlns:p14="http://schemas.microsoft.com/office/powerpoint/2010/main" val="13348237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11DF11-8741-4722-A09B-72573DA8A3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A95480-1643-4B30-80A3-7BBC0EA052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BC130C-113E-40BF-A64B-EB69C16486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912A1495-23D4-4CFD-BA5E-E10AC648E11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9317C06-6F31-4384-9221-6EA51D7C9DA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42230575-71F9-4A75-8F81-8007427E439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0FCF6CC-DFAF-4413-BFF9-96D9C4F6557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00D63D80-FEF4-4652-975C-229810D79F2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1ABA12-FE99-43A3-9985-221F4343AEB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0E0FCA3B-8604-458A-BA17-FF0BF58BEF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11</a:t>
            </a:r>
          </a:p>
        </p:txBody>
      </p:sp>
    </p:spTree>
    <p:extLst>
      <p:ext uri="{BB962C8B-B14F-4D97-AF65-F5344CB8AC3E}">
        <p14:creationId xmlns:p14="http://schemas.microsoft.com/office/powerpoint/2010/main" val="110268703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9651D4-88C3-43A3-A375-B9437648AF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D55E62-B582-4CE9-901F-A1F531D189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BB2BFD8-0DFD-4B84-892B-8B1C933900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9B03337C-6692-49A7-93F0-0BCBCDA19ED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B51A81-128B-4EC9-AA9B-F191B09CF90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68A1BFAC-C13C-4DD1-B894-ADE1848AEC0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4363ED77-4A69-41F2-A106-C0EFEB005AB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51098D0-3E0A-4B2B-82F5-F34D0F1D58F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8D74741C-FBEB-4836-9E98-0CAC482E64D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F6C53C99-794A-4B48-AFBE-72D397EC27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12</a:t>
            </a:r>
          </a:p>
        </p:txBody>
      </p:sp>
    </p:spTree>
    <p:extLst>
      <p:ext uri="{BB962C8B-B14F-4D97-AF65-F5344CB8AC3E}">
        <p14:creationId xmlns:p14="http://schemas.microsoft.com/office/powerpoint/2010/main" val="76105518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13385D-879C-4FE6-A0E8-2305E0FCB9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2F7E09-FDF5-4FF4-BE6C-4533AD6358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67761D5-0E90-48B8-9CA0-73A1BF6059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in Python</a:t>
            </a:r>
          </a:p>
        </p:txBody>
      </p:sp>
      <p:sp>
        <p:nvSpPr>
          <p:cNvPr id="4" name="">
            <a:extLst xmlns:a="http://schemas.openxmlformats.org/drawingml/2006/main">
              <a:ext uri="{FF2B5EF4-FFF2-40B4-BE49-F238E27FC236}">
                <a16:creationId xmlns:a16="http://schemas.microsoft.com/office/drawing/2014/main" id="{472559E2-4AFD-413A-8FDC-B224A67315A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09D872-12D3-4664-9599-A7A82BCE0C9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pathlib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print(Path.cwd().name)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The name depends on the folder where Python is running.</a:t>
            </a:r>
          </a:p>
        </p:txBody>
      </p:sp>
      <p:sp>
        <p:nvSpPr>
          <p:cNvPr id="6" name="">
            <a:extLst xmlns:a="http://schemas.openxmlformats.org/drawingml/2006/main">
              <a:ext uri="{FF2B5EF4-FFF2-40B4-BE49-F238E27FC236}">
                <a16:creationId xmlns:a16="http://schemas.microsoft.com/office/drawing/2014/main" id="{337BF250-F3C7-482A-BDA6-34052784107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77FE4B61-F986-4AA9-A837-9456640CB71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7279DD70-8B13-4FF1-B742-8E14540F60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13</a:t>
            </a:r>
          </a:p>
        </p:txBody>
      </p:sp>
    </p:spTree>
    <p:extLst>
      <p:ext uri="{BB962C8B-B14F-4D97-AF65-F5344CB8AC3E}">
        <p14:creationId xmlns:p14="http://schemas.microsoft.com/office/powerpoint/2010/main" val="50886269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6C83FFA-F99E-4E74-9802-DAD871CAA9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CE1993-BBA6-4AA1-AB7B-EA93F00036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77785E55-E756-44A6-9650-EA505604FD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results</a:t>
            </a:r>
          </a:p>
        </p:txBody>
      </p:sp>
      <p:sp>
        <p:nvSpPr>
          <p:cNvPr id="4" name="">
            <a:extLst xmlns:a="http://schemas.openxmlformats.org/drawingml/2006/main">
              <a:ext uri="{FF2B5EF4-FFF2-40B4-BE49-F238E27FC236}">
                <a16:creationId xmlns:a16="http://schemas.microsoft.com/office/drawing/2014/main" id="{C7F6154C-CC17-4EB9-98B5-BCEBAA5D50AC}"/>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9EA40E-2BE2-4C99-8125-21F642E55292}"/>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Your current working folder name; it is environment-dependent.</a:t>
            </a:r>
          </a:p>
        </p:txBody>
      </p:sp>
      <p:sp>
        <p:nvSpPr>
          <p:cNvPr id="6" name="">
            <a:extLst xmlns:a="http://schemas.openxmlformats.org/drawingml/2006/main">
              <a:ext uri="{FF2B5EF4-FFF2-40B4-BE49-F238E27FC236}">
                <a16:creationId xmlns:a16="http://schemas.microsoft.com/office/drawing/2014/main" id="{1F2CFC08-906C-4258-AF6F-CF75B7771DCA}"/>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72052E07-8FBB-47E7-8431-9384613590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14</a:t>
            </a:r>
          </a:p>
        </p:txBody>
      </p:sp>
    </p:spTree>
    <p:extLst>
      <p:ext uri="{BB962C8B-B14F-4D97-AF65-F5344CB8AC3E}">
        <p14:creationId xmlns:p14="http://schemas.microsoft.com/office/powerpoint/2010/main" val="186071161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ECA19A1-5E41-4CC4-BAD7-9D7D795A53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5AC07F-6559-4928-ACDD-42106A7966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EA43CF2-D02A-4C55-8DAF-538CEF2D51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67CCEB9C-C581-4907-973B-25D793FF908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714BE4-5793-4065-A2D5-D85213B6777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BAD021E2-AA56-49FD-AD65-802F178A167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CEDEA97D-A3BD-4CCD-A1B7-6D30713AE2E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D3582A2-7FF1-4334-A796-1431B4BA867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EC48FE2E-030C-4AA4-BAB9-F6CD327A27A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207D6313-64BA-427B-81A4-F32EF2A3A1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15</a:t>
            </a:r>
          </a:p>
        </p:txBody>
      </p:sp>
    </p:spTree>
    <p:extLst>
      <p:ext uri="{BB962C8B-B14F-4D97-AF65-F5344CB8AC3E}">
        <p14:creationId xmlns:p14="http://schemas.microsoft.com/office/powerpoint/2010/main" val="165104746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4071342-1C93-46AF-A40D-52486F0C64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82C8F5-0767-4ADE-8CE4-0DB0C2716B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58F4709-FDCF-4737-8B5F-61B392DBC8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checks and contribution evidence</a:t>
            </a:r>
          </a:p>
        </p:txBody>
      </p:sp>
      <p:sp>
        <p:nvSpPr>
          <p:cNvPr id="4" name="">
            <a:extLst xmlns:a="http://schemas.openxmlformats.org/drawingml/2006/main">
              <a:ext uri="{FF2B5EF4-FFF2-40B4-BE49-F238E27FC236}">
                <a16:creationId xmlns:a16="http://schemas.microsoft.com/office/drawing/2014/main" id="{A54D518B-E505-4993-90E8-2AF6B5A6149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C2F8E9-DA9B-42AC-B73B-C2DD3FB08EB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Independent run check</a:t>
            </a:r>
          </a:p>
        </p:txBody>
      </p:sp>
      <p:sp>
        <p:nvSpPr>
          <p:cNvPr id="6" name="">
            <a:extLst xmlns:a="http://schemas.openxmlformats.org/drawingml/2006/main">
              <a:ext uri="{FF2B5EF4-FFF2-40B4-BE49-F238E27FC236}">
                <a16:creationId xmlns:a16="http://schemas.microsoft.com/office/drawing/2014/main" id="{AB611083-D336-4D56-A7A2-608F4FC8C64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Restart the session and follow your written instructions without relying on earlier variables. Record the first failure and its repair.</a:t>
            </a:r>
          </a:p>
        </p:txBody>
      </p:sp>
      <p:sp>
        <p:nvSpPr>
          <p:cNvPr id="7" name="">
            <a:extLst xmlns:a="http://schemas.openxmlformats.org/drawingml/2006/main">
              <a:ext uri="{FF2B5EF4-FFF2-40B4-BE49-F238E27FC236}">
                <a16:creationId xmlns:a16="http://schemas.microsoft.com/office/drawing/2014/main" id="{D09AF2BC-EA9F-4665-9E8D-20BD4B8CFC6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A6D99B7-72EC-4C3C-9F30-79A3CC53A2E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D737693C-3B14-47AE-91D3-00746885191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22A3A0CF-CF8E-44C2-9552-2EE25CA680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16</a:t>
            </a:r>
          </a:p>
        </p:txBody>
      </p:sp>
    </p:spTree>
    <p:extLst>
      <p:ext uri="{BB962C8B-B14F-4D97-AF65-F5344CB8AC3E}">
        <p14:creationId xmlns:p14="http://schemas.microsoft.com/office/powerpoint/2010/main" val="170885806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51EF118-0B5A-4AB7-801F-50C58B402B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61663E-5218-4DC4-BC72-AB92E804DA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B719842-A953-47C4-AD13-798B37FB90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085ABD20-DA10-4A1E-B2E8-1A8BDEC6C33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91A680-2824-44B6-B5C2-509326456D0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B5A4D40D-CF75-4114-925D-47C3DE83B80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66823A-19F9-403B-B525-CE12F184033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16460F17-A085-492C-A0C9-25B6552290F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01D03C1-8472-40A2-8BCC-6DAB3565F1F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D0BC4B8E-9205-4B15-B489-1ACFB13549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17</a:t>
            </a:r>
          </a:p>
        </p:txBody>
      </p:sp>
    </p:spTree>
    <p:extLst>
      <p:ext uri="{BB962C8B-B14F-4D97-AF65-F5344CB8AC3E}">
        <p14:creationId xmlns:p14="http://schemas.microsoft.com/office/powerpoint/2010/main" val="146571664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822400C-E311-4C12-BCC6-B8023C5910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94A4A1-41FD-47F8-8FDA-F7469ED3AE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10DD5F-8A98-427F-913C-FD1989FBF3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18AC48F4-9617-4084-B5B7-1C846C9507C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DB9CAF-6140-4A87-9A28-E2DCC37B173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B696135-F878-4F83-A773-D687F13286E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restart the notebook runtime and follow your README exactly, without using remembered variables.</a:t>
            </a:r>
          </a:p>
        </p:txBody>
      </p:sp>
      <p:sp>
        <p:nvSpPr>
          <p:cNvPr id="7" name="">
            <a:extLst xmlns:a="http://schemas.openxmlformats.org/drawingml/2006/main">
              <a:ext uri="{FF2B5EF4-FFF2-40B4-BE49-F238E27FC236}">
                <a16:creationId xmlns:a16="http://schemas.microsoft.com/office/drawing/2014/main" id="{E4292B04-3FD7-4BAF-9C01-3AE6A13A6D5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Step 2 names data.csv but the file is readings.csv, correct the filename in the instructions. Run again from the beginning and record the successful result.</a:t>
            </a:r>
          </a:p>
        </p:txBody>
      </p:sp>
      <p:sp>
        <p:nvSpPr>
          <p:cNvPr id="8" name="">
            <a:extLst xmlns:a="http://schemas.openxmlformats.org/drawingml/2006/main">
              <a:ext uri="{FF2B5EF4-FFF2-40B4-BE49-F238E27FC236}">
                <a16:creationId xmlns:a16="http://schemas.microsoft.com/office/drawing/2014/main" id="{DA9BBBFA-5FDC-43C4-9823-FA9C4A6794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18</a:t>
            </a:r>
          </a:p>
        </p:txBody>
      </p:sp>
    </p:spTree>
    <p:extLst>
      <p:ext uri="{BB962C8B-B14F-4D97-AF65-F5344CB8AC3E}">
        <p14:creationId xmlns:p14="http://schemas.microsoft.com/office/powerpoint/2010/main" val="73937567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03AB0E4-1637-4873-8D29-4A9362B686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FC1E75-DE40-471E-ADDA-D3508A3964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C54E0C0-F7CF-496A-B094-FDEFF8E6F5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1039EB7F-9521-4412-B4F3-993C8DDBBDE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D98D7CC-3823-404C-A2EE-53448DE06C7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new weekly assignment.</a:t>
            </a:r>
          </a:p>
        </p:txBody>
      </p:sp>
      <p:sp>
        <p:nvSpPr>
          <p:cNvPr id="6" name="">
            <a:extLst xmlns:a="http://schemas.openxmlformats.org/drawingml/2006/main">
              <a:ext uri="{FF2B5EF4-FFF2-40B4-BE49-F238E27FC236}">
                <a16:creationId xmlns:a16="http://schemas.microsoft.com/office/drawing/2014/main" id="{B8021D3B-8CB9-4EEB-8865-94C095B520B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109678-691B-4368-9B66-0D37313939D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the official project deliverables and Week 13 quiz.</a:t>
            </a:r>
          </a:p>
        </p:txBody>
      </p:sp>
      <p:sp>
        <p:nvSpPr>
          <p:cNvPr id="8" name="">
            <a:extLst xmlns:a="http://schemas.openxmlformats.org/drawingml/2006/main">
              <a:ext uri="{FF2B5EF4-FFF2-40B4-BE49-F238E27FC236}">
                <a16:creationId xmlns:a16="http://schemas.microsoft.com/office/drawing/2014/main" id="{C8CB94FD-C01A-481E-8B58-22AA9354669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D154CC1-3AFF-4B4A-BD12-752E377CADA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offline TEST2 saving and the published function interfaces before Week 14.</a:t>
            </a:r>
          </a:p>
        </p:txBody>
      </p:sp>
      <p:sp>
        <p:nvSpPr>
          <p:cNvPr id="10" name="">
            <a:extLst xmlns:a="http://schemas.openxmlformats.org/drawingml/2006/main">
              <a:ext uri="{FF2B5EF4-FFF2-40B4-BE49-F238E27FC236}">
                <a16:creationId xmlns:a16="http://schemas.microsoft.com/office/drawing/2014/main" id="{F647DBA5-584D-4F58-9622-B79B76D50BB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5C9B53E-C128-47E7-887D-3ADD20D1D60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add an extra upload.</a:t>
            </a:r>
          </a:p>
        </p:txBody>
      </p:sp>
      <p:sp>
        <p:nvSpPr>
          <p:cNvPr id="12" name="">
            <a:extLst xmlns:a="http://schemas.openxmlformats.org/drawingml/2006/main">
              <a:ext uri="{FF2B5EF4-FFF2-40B4-BE49-F238E27FC236}">
                <a16:creationId xmlns:a16="http://schemas.microsoft.com/office/drawing/2014/main" id="{683096AB-F128-407C-BA69-424D9D8FB4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19</a:t>
            </a:r>
          </a:p>
        </p:txBody>
      </p:sp>
    </p:spTree>
    <p:extLst>
      <p:ext uri="{BB962C8B-B14F-4D97-AF65-F5344CB8AC3E}">
        <p14:creationId xmlns:p14="http://schemas.microsoft.com/office/powerpoint/2010/main" val="8969112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E8C9911-9F46-4961-BFE8-65E16C4F69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6981D1-B78C-4240-BF57-ED9820E7D5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F56BEB4-8715-429B-9D8D-D25422B4E7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C4C55F2C-CA09-4A23-A422-EEEAE03E996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A670FF-306A-4A96-9AAA-20DA6C60110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F203C9AC-A15D-4FF7-8CE8-909E56CEC33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9205E2-E384-4805-B33D-D8C992BD7C5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D0257266-AD17-4A64-BA5D-B7FB39374A3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3C989B-B2E5-4412-9890-2935D3ABC01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E4F906BA-74E1-460E-BDC4-56C49CD8767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4F93603-FCB0-4B99-8DEF-52262026743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5DC6F13A-323D-4727-97A0-356A13452F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20</a:t>
            </a:r>
          </a:p>
        </p:txBody>
      </p:sp>
    </p:spTree>
    <p:extLst>
      <p:ext uri="{BB962C8B-B14F-4D97-AF65-F5344CB8AC3E}">
        <p14:creationId xmlns:p14="http://schemas.microsoft.com/office/powerpoint/2010/main" val="198108566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4A18F6B-6844-4914-9CD2-3E7ED5E32D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2F9B1D-D180-4E6F-AAD2-692C1AB5F5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9D41A20-2203-4871-B4D6-6FD31A8F9D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AAE788CE-2624-42D5-B4AD-3E5DA4C9740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349484-C72E-4E13-AB91-3B332E3CB28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1F2767D7-DDD8-4D32-994D-2BFD60CF5E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21</a:t>
            </a:r>
          </a:p>
        </p:txBody>
      </p:sp>
    </p:spTree>
    <p:extLst>
      <p:ext uri="{BB962C8B-B14F-4D97-AF65-F5344CB8AC3E}">
        <p14:creationId xmlns:p14="http://schemas.microsoft.com/office/powerpoint/2010/main" val="20184207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FA7D814-18D4-423B-B104-8D2DD56F27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CE5100-4508-4990-8806-C1DA310B99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ED19A32-4BE5-478B-B19F-0E1F371774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751EB0B5-4022-41C5-B0F5-7FDC32C482D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0895B4B-BBD9-4E81-8B30-A283D9DF971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C4F57DD1-D6D0-49F2-8636-1C50CE61362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AC0AEF-CA29-4ABB-81A6-C7F1D558DBC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38F11964-5B3F-444A-9B20-8157BD455EF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F3FFADD-B51C-4B9E-BB1F-E014FBE212B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51CF4999-7C22-43AB-B478-65691710C3F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1A7BC53-8FD7-4059-9223-7EB4DD91B50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592845C4-B760-4A09-A644-8584B363B0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22</a:t>
            </a:r>
          </a:p>
        </p:txBody>
      </p:sp>
    </p:spTree>
    <p:extLst>
      <p:ext uri="{BB962C8B-B14F-4D97-AF65-F5344CB8AC3E}">
        <p14:creationId xmlns:p14="http://schemas.microsoft.com/office/powerpoint/2010/main" val="17938556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8D94CA0-BEA1-4F66-88B3-BF818C284A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BB9FE0-FBFC-4104-8CA4-047E288060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14F5DA65-98D4-4BB2-BED8-85D8EF9393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13 quiz</a:t>
            </a:r>
          </a:p>
        </p:txBody>
      </p:sp>
      <p:sp>
        <p:nvSpPr>
          <p:cNvPr id="4" name="">
            <a:extLst xmlns:a="http://schemas.openxmlformats.org/drawingml/2006/main">
              <a:ext uri="{FF2B5EF4-FFF2-40B4-BE49-F238E27FC236}">
                <a16:creationId xmlns:a16="http://schemas.microsoft.com/office/drawing/2014/main" id="{616E97CE-2F1F-4C75-BB7E-3E15F21C95F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EF5A29-41A2-47C2-8413-B554A8ED75F8}"/>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D9238B87-49A5-4D64-8F24-973E670E5CE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CF83CB7-CD6A-403E-8214-0FC75D89AD31}"/>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689164F1-3011-4C09-B815-212DCEAA443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825733A-89D5-4052-B6AD-69D2B1086743}"/>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4F8017C0-CCD3-4E4D-A8E4-A75FEAA7DBB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C743A60-8AD8-4FF8-8873-F4E451EDECDB}"/>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4843813c1c924330"/>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FE1CACD3-F434-484E-9BC2-DE0BE00F4801}"/>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8FF56396-BF9D-4D5E-B07A-0944A31D579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DCBA7DD-0715-49C2-A34C-D9C86A6FBD1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1c3d1c0539e41d2"/>
              </a:rPr>
              <a:t>Open this week’s quiz</a:t>
            </a:r>
          </a:p>
        </p:txBody>
      </p:sp>
      <p:sp>
        <p:nvSpPr>
          <p:cNvPr id="16" name="">
            <a:extLst xmlns:a="http://schemas.openxmlformats.org/drawingml/2006/main">
              <a:ext uri="{FF2B5EF4-FFF2-40B4-BE49-F238E27FC236}">
                <a16:creationId xmlns:a16="http://schemas.microsoft.com/office/drawing/2014/main" id="{8BB21753-2736-44AA-A112-AE5C3950DE9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https://forms.gle/8PGZxFB8c2SYs1Qz7</a:t>
            </a:r>
          </a:p>
        </p:txBody>
      </p:sp>
      <p:sp>
        <p:nvSpPr>
          <p:cNvPr id="17" name="">
            <a:extLst xmlns:a="http://schemas.openxmlformats.org/drawingml/2006/main">
              <a:ext uri="{FF2B5EF4-FFF2-40B4-BE49-F238E27FC236}">
                <a16:creationId xmlns:a16="http://schemas.microsoft.com/office/drawing/2014/main" id="{948F1493-BEB8-43C3-8700-11334413C4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23</a:t>
            </a:r>
          </a:p>
        </p:txBody>
      </p:sp>
    </p:spTree>
    <p:extLst>
      <p:ext uri="{BB962C8B-B14F-4D97-AF65-F5344CB8AC3E}">
        <p14:creationId xmlns:p14="http://schemas.microsoft.com/office/powerpoint/2010/main" val="2093099763"/>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0FFBF5B-E935-40AC-B848-84DE193A32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CD971A05-E057-4AD5-9322-651895F608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AC6C8405-F719-4E8E-B5EF-92E92930DD8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EC310F93-494B-429C-8319-EB02C524A1F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D8DA92AB-B4F8-457F-A4FA-2C115EE5EBB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B253570D-E1A4-4BF1-AF06-F932058AE4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13   24</a:t>
            </a:r>
          </a:p>
        </p:txBody>
      </p:sp>
    </p:spTree>
    <p:extLst>
      <p:ext uri="{BB962C8B-B14F-4D97-AF65-F5344CB8AC3E}">
        <p14:creationId xmlns:p14="http://schemas.microsoft.com/office/powerpoint/2010/main" val="50209992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B93209D-BA79-480A-AAF2-02DE501EF1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5FBCBB-3AB7-4479-A917-89E12DC9E6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6B4F2F60-AFAF-440A-9085-6F9733A353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13644B80-ACDA-4AB3-BAC8-3FB4F68E42D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08E4FC-0280-4773-BE21-B2483E5B007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8B380BAF-85FD-456A-B8B8-F9C94DE0FBE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4E27C5D-3503-41D4-8F23-338A435CB0B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8" name="">
            <a:extLst xmlns:a="http://schemas.openxmlformats.org/drawingml/2006/main">
              <a:ext uri="{FF2B5EF4-FFF2-40B4-BE49-F238E27FC236}">
                <a16:creationId xmlns:a16="http://schemas.microsoft.com/office/drawing/2014/main" id="{DA4D589A-2CD1-4F2F-A817-0C53866098A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045B59-B6E5-4F1A-9837-BFF5CCB9E68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10" name="">
            <a:extLst xmlns:a="http://schemas.openxmlformats.org/drawingml/2006/main">
              <a:ext uri="{FF2B5EF4-FFF2-40B4-BE49-F238E27FC236}">
                <a16:creationId xmlns:a16="http://schemas.microsoft.com/office/drawing/2014/main" id="{00BAD822-59D4-4891-96D7-5929DEF5D20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FC8309B-E8A5-47EA-B5EE-CAFD701DBFED}"/>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2" name="">
            <a:extLst xmlns:a="http://schemas.openxmlformats.org/drawingml/2006/main">
              <a:ext uri="{FF2B5EF4-FFF2-40B4-BE49-F238E27FC236}">
                <a16:creationId xmlns:a16="http://schemas.microsoft.com/office/drawing/2014/main" id="{4A7085BE-5BC7-4DF8-8733-8DCB305E98E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8DE46A9-CF25-452A-BF20-2B3288DC340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f5254a53523479d"/>
              </a:rPr>
              <a:t>Open explainer video</a:t>
            </a:r>
          </a:p>
        </p:txBody>
      </p:sp>
      <p:sp>
        <p:nvSpPr>
          <p:cNvPr id="14" name="">
            <a:extLst xmlns:a="http://schemas.openxmlformats.org/drawingml/2006/main">
              <a:ext uri="{FF2B5EF4-FFF2-40B4-BE49-F238E27FC236}">
                <a16:creationId xmlns:a16="http://schemas.microsoft.com/office/drawing/2014/main" id="{D4C28DD1-5BF9-4F2C-A3C9-686438FBE64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5" name="">
            <a:extLst xmlns:a="http://schemas.openxmlformats.org/drawingml/2006/main">
              <a:ext uri="{FF2B5EF4-FFF2-40B4-BE49-F238E27FC236}">
                <a16:creationId xmlns:a16="http://schemas.microsoft.com/office/drawing/2014/main" id="{81B32EB2-814E-490B-A360-CDA20D80F7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25</a:t>
            </a:r>
          </a:p>
        </p:txBody>
      </p:sp>
    </p:spTree>
    <p:extLst>
      <p:ext uri="{BB962C8B-B14F-4D97-AF65-F5344CB8AC3E}">
        <p14:creationId xmlns:p14="http://schemas.microsoft.com/office/powerpoint/2010/main" val="10067063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2026-09-28T21:44:22.6610000Z</dcterms:created>
  <dcterms:modified xsi:type="dcterms:W3CDTF">2026-09-28T21:44:22.6610000Z</dcterms:modified>
</coreProperties>
</file>