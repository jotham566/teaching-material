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d6011f86c04b2d" /><Relationship Type="http://schemas.openxmlformats.org/officeDocument/2006/relationships/extended-properties" Target="/docProps/app.xml" Id="Re83952ea7c5f4337" /><Relationship Type="http://schemas.openxmlformats.org/officeDocument/2006/relationships/officeDocument" Target="/ppt/presentation.xml" Id="R037aa578fe0d45b9" /></Relationships>
</file>

<file path=ppt/presentation.xml><?xml version="1.0" encoding="utf-8"?>
<p:presentation xmlns:p="http://schemas.openxmlformats.org/presentationml/2006/main">
  <p:sldMasterIdLst>
    <p:sldMasterId xmlns:r="http://schemas.openxmlformats.org/officeDocument/2006/relationships" id="2147483648" r:id="Rf31e6ae4bf8a43ba"/>
  </p:sldMasterIdLst>
  <p:notesMasterIdLst>
    <p:notesMasterId xmlns:r="http://schemas.openxmlformats.org/officeDocument/2006/relationships" r:id="R0e047ea7456441c5"/>
  </p:notesMasterIdLst>
  <p:sldIdLst>
    <p:sldId xmlns:r="http://schemas.openxmlformats.org/officeDocument/2006/relationships" id="256" r:id="R2aa3e85926a3476d"/>
    <p:sldId xmlns:r="http://schemas.openxmlformats.org/officeDocument/2006/relationships" id="257" r:id="Rac05530a1b344ac8"/>
    <p:sldId xmlns:r="http://schemas.openxmlformats.org/officeDocument/2006/relationships" id="258" r:id="R69484d292ef0413e"/>
    <p:sldId xmlns:r="http://schemas.openxmlformats.org/officeDocument/2006/relationships" id="259" r:id="R1859ba76189f4dc8"/>
    <p:sldId xmlns:r="http://schemas.openxmlformats.org/officeDocument/2006/relationships" id="260" r:id="Racf511f791ea4f05"/>
    <p:sldId xmlns:r="http://schemas.openxmlformats.org/officeDocument/2006/relationships" id="261" r:id="R8c4ab799c0bd4487"/>
    <p:sldId xmlns:r="http://schemas.openxmlformats.org/officeDocument/2006/relationships" id="262" r:id="R98fbf50004f24a44"/>
    <p:sldId xmlns:r="http://schemas.openxmlformats.org/officeDocument/2006/relationships" id="263" r:id="Rec29fe1d5e7f43cb"/>
    <p:sldId xmlns:r="http://schemas.openxmlformats.org/officeDocument/2006/relationships" id="264" r:id="R72bf409ee19b479f"/>
    <p:sldId xmlns:r="http://schemas.openxmlformats.org/officeDocument/2006/relationships" id="265" r:id="R3148109580404061"/>
    <p:sldId xmlns:r="http://schemas.openxmlformats.org/officeDocument/2006/relationships" id="266" r:id="Rebc78d623f2a40f4"/>
    <p:sldId xmlns:r="http://schemas.openxmlformats.org/officeDocument/2006/relationships" id="267" r:id="R8cbe2080b7f04c15"/>
    <p:sldId xmlns:r="http://schemas.openxmlformats.org/officeDocument/2006/relationships" id="268" r:id="R7a4ba474176f40bf"/>
    <p:sldId xmlns:r="http://schemas.openxmlformats.org/officeDocument/2006/relationships" id="269" r:id="Reda17b76fcdf4960"/>
    <p:sldId xmlns:r="http://schemas.openxmlformats.org/officeDocument/2006/relationships" id="270" r:id="R412ead851fb64236"/>
    <p:sldId xmlns:r="http://schemas.openxmlformats.org/officeDocument/2006/relationships" id="271" r:id="R8ca5ffba7b08443c"/>
    <p:sldId xmlns:r="http://schemas.openxmlformats.org/officeDocument/2006/relationships" id="272" r:id="R6da82dc565ab42e8"/>
    <p:sldId xmlns:r="http://schemas.openxmlformats.org/officeDocument/2006/relationships" id="273" r:id="Rf40cebb1778540d0"/>
    <p:sldId xmlns:r="http://schemas.openxmlformats.org/officeDocument/2006/relationships" id="274" r:id="R501c731541974ee7"/>
    <p:sldId xmlns:r="http://schemas.openxmlformats.org/officeDocument/2006/relationships" id="275" r:id="R75f488f92a164146"/>
    <p:sldId xmlns:r="http://schemas.openxmlformats.org/officeDocument/2006/relationships" id="276" r:id="R8ce9e20805d74b75"/>
    <p:sldId xmlns:r="http://schemas.openxmlformats.org/officeDocument/2006/relationships" id="277" r:id="Rbf7f3f1f6d574e71"/>
    <p:sldId xmlns:r="http://schemas.openxmlformats.org/officeDocument/2006/relationships" id="278" r:id="R33b3e9a66b22498c"/>
    <p:sldId xmlns:r="http://schemas.openxmlformats.org/officeDocument/2006/relationships" id="279" r:id="R2720acdca6624dcf"/>
    <p:sldId xmlns:r="http://schemas.openxmlformats.org/officeDocument/2006/relationships" id="280" r:id="R6b33eb4a5362435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077c52c04c4502" /><Relationship Type="http://schemas.openxmlformats.org/officeDocument/2006/relationships/slideMaster" Target="/ppt/slideMasters/slideMaster1.xml" Id="Rf31e6ae4bf8a43ba" /><Relationship Type="http://schemas.openxmlformats.org/officeDocument/2006/relationships/notesMaster" Target="/ppt/notesMasters/notesMaster1.xml" Id="R0e047ea7456441c5" /><Relationship Type="http://schemas.openxmlformats.org/officeDocument/2006/relationships/presProps" Target="/ppt/presProps.xml" Id="R7d8a00fed3a04562" /><Relationship Type="http://schemas.openxmlformats.org/officeDocument/2006/relationships/tableStyles" Target="/ppt/tableStyles.xml" Id="R6d49a4bb9ffa4503" /><Relationship Type="http://schemas.openxmlformats.org/officeDocument/2006/relationships/slide" Target="/ppt/slides/slide1.xml" Id="R2aa3e85926a3476d" /><Relationship Type="http://schemas.openxmlformats.org/officeDocument/2006/relationships/slide" Target="/ppt/slides/slide2.xml" Id="Rac05530a1b344ac8" /><Relationship Type="http://schemas.openxmlformats.org/officeDocument/2006/relationships/slide" Target="/ppt/slides/slide3.xml" Id="R69484d292ef0413e" /><Relationship Type="http://schemas.openxmlformats.org/officeDocument/2006/relationships/slide" Target="/ppt/slides/slide4.xml" Id="R1859ba76189f4dc8" /><Relationship Type="http://schemas.openxmlformats.org/officeDocument/2006/relationships/slide" Target="/ppt/slides/slide5.xml" Id="Racf511f791ea4f05" /><Relationship Type="http://schemas.openxmlformats.org/officeDocument/2006/relationships/slide" Target="/ppt/slides/slide6.xml" Id="R8c4ab799c0bd4487" /><Relationship Type="http://schemas.openxmlformats.org/officeDocument/2006/relationships/slide" Target="/ppt/slides/slide7.xml" Id="R98fbf50004f24a44" /><Relationship Type="http://schemas.openxmlformats.org/officeDocument/2006/relationships/slide" Target="/ppt/slides/slide8.xml" Id="Rec29fe1d5e7f43cb" /><Relationship Type="http://schemas.openxmlformats.org/officeDocument/2006/relationships/slide" Target="/ppt/slides/slide9.xml" Id="R72bf409ee19b479f" /><Relationship Type="http://schemas.openxmlformats.org/officeDocument/2006/relationships/slide" Target="/ppt/slides/slide10.xml" Id="R3148109580404061" /><Relationship Type="http://schemas.openxmlformats.org/officeDocument/2006/relationships/slide" Target="/ppt/slides/slide11.xml" Id="Rebc78d623f2a40f4" /><Relationship Type="http://schemas.openxmlformats.org/officeDocument/2006/relationships/slide" Target="/ppt/slides/slide12.xml" Id="R8cbe2080b7f04c15" /><Relationship Type="http://schemas.openxmlformats.org/officeDocument/2006/relationships/slide" Target="/ppt/slides/slide13.xml" Id="R7a4ba474176f40bf" /><Relationship Type="http://schemas.openxmlformats.org/officeDocument/2006/relationships/slide" Target="/ppt/slides/slide14.xml" Id="Reda17b76fcdf4960" /><Relationship Type="http://schemas.openxmlformats.org/officeDocument/2006/relationships/slide" Target="/ppt/slides/slide15.xml" Id="R412ead851fb64236" /><Relationship Type="http://schemas.openxmlformats.org/officeDocument/2006/relationships/slide" Target="/ppt/slides/slide16.xml" Id="R8ca5ffba7b08443c" /><Relationship Type="http://schemas.openxmlformats.org/officeDocument/2006/relationships/slide" Target="/ppt/slides/slide17.xml" Id="R6da82dc565ab42e8" /><Relationship Type="http://schemas.openxmlformats.org/officeDocument/2006/relationships/slide" Target="/ppt/slides/slide18.xml" Id="Rf40cebb1778540d0" /><Relationship Type="http://schemas.openxmlformats.org/officeDocument/2006/relationships/slide" Target="/ppt/slides/slide19.xml" Id="R501c731541974ee7" /><Relationship Type="http://schemas.openxmlformats.org/officeDocument/2006/relationships/slide" Target="/ppt/slides/slide20.xml" Id="R75f488f92a164146" /><Relationship Type="http://schemas.openxmlformats.org/officeDocument/2006/relationships/slide" Target="/ppt/slides/slide21.xml" Id="R8ce9e20805d74b75" /><Relationship Type="http://schemas.openxmlformats.org/officeDocument/2006/relationships/slide" Target="/ppt/slides/slide22.xml" Id="Rbf7f3f1f6d574e71" /><Relationship Type="http://schemas.openxmlformats.org/officeDocument/2006/relationships/slide" Target="/ppt/slides/slide23.xml" Id="R33b3e9a66b22498c" /><Relationship Type="http://schemas.openxmlformats.org/officeDocument/2006/relationships/slide" Target="/ppt/slides/slide24.xml" Id="R2720acdca6624dcf" /><Relationship Type="http://schemas.openxmlformats.org/officeDocument/2006/relationships/slide" Target="/ppt/slides/slide25.xml" Id="R6b33eb4a5362435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93e877be3d463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3843da6397c4d30" /><Relationship Type="http://schemas.openxmlformats.org/officeDocument/2006/relationships/notesMaster" Target="/ppt/notesMasters/notesMaster1.xml" Id="R9af7b277e1694b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22a70e4f434a22" /><Relationship Type="http://schemas.openxmlformats.org/officeDocument/2006/relationships/notesMaster" Target="/ppt/notesMasters/notesMaster1.xml" Id="Ra15be911460c44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35a1319eb84167" /><Relationship Type="http://schemas.openxmlformats.org/officeDocument/2006/relationships/notesMaster" Target="/ppt/notesMasters/notesMaster1.xml" Id="Rcbd8a6e46e4945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f8cd93c2168411f" /><Relationship Type="http://schemas.openxmlformats.org/officeDocument/2006/relationships/notesMaster" Target="/ppt/notesMasters/notesMaster1.xml" Id="R61ffa205f77f46b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5ad4f113e154b43" /><Relationship Type="http://schemas.openxmlformats.org/officeDocument/2006/relationships/notesMaster" Target="/ppt/notesMasters/notesMaster1.xml" Id="R416d79e917bd43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aac0f48d2844ce" /><Relationship Type="http://schemas.openxmlformats.org/officeDocument/2006/relationships/notesMaster" Target="/ppt/notesMasters/notesMaster1.xml" Id="Rd09d603b54984c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44c37fd55ed441f" /><Relationship Type="http://schemas.openxmlformats.org/officeDocument/2006/relationships/notesMaster" Target="/ppt/notesMasters/notesMaster1.xml" Id="Rd4197ee1fd0d44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eb486552024b54" /><Relationship Type="http://schemas.openxmlformats.org/officeDocument/2006/relationships/notesMaster" Target="/ppt/notesMasters/notesMaster1.xml" Id="R1d7b1b60a095487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571e5d9c6f4a68" /><Relationship Type="http://schemas.openxmlformats.org/officeDocument/2006/relationships/notesMaster" Target="/ppt/notesMasters/notesMaster1.xml" Id="Rbeb31bbb23cc4f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f30c064a6f4c72" /><Relationship Type="http://schemas.openxmlformats.org/officeDocument/2006/relationships/notesMaster" Target="/ppt/notesMasters/notesMaster1.xml" Id="R800fe53830a944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2680c74535448b" /><Relationship Type="http://schemas.openxmlformats.org/officeDocument/2006/relationships/notesMaster" Target="/ppt/notesMasters/notesMaster1.xml" Id="R562b6967fcdf497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93c5200e404d9a" /><Relationship Type="http://schemas.openxmlformats.org/officeDocument/2006/relationships/notesMaster" Target="/ppt/notesMasters/notesMaster1.xml" Id="Rab7cbc6d813a4e0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1b2d66d07b4168" /><Relationship Type="http://schemas.openxmlformats.org/officeDocument/2006/relationships/notesMaster" Target="/ppt/notesMasters/notesMaster1.xml" Id="R2c886d2d78584cc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9fe7b7ced144a87" /><Relationship Type="http://schemas.openxmlformats.org/officeDocument/2006/relationships/notesMaster" Target="/ppt/notesMasters/notesMaster1.xml" Id="R89fa0edb025744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56ced59d004ba6" /><Relationship Type="http://schemas.openxmlformats.org/officeDocument/2006/relationships/notesMaster" Target="/ppt/notesMasters/notesMaster1.xml" Id="R54fa3ed32d574d4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7c7d646b074e42" /><Relationship Type="http://schemas.openxmlformats.org/officeDocument/2006/relationships/notesMaster" Target="/ppt/notesMasters/notesMaster1.xml" Id="R48c393231864404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43448fd3f34ee5" /><Relationship Type="http://schemas.openxmlformats.org/officeDocument/2006/relationships/notesMaster" Target="/ppt/notesMasters/notesMaster1.xml" Id="Rba1e0ad445c541f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c706e6e5f5f476a" /><Relationship Type="http://schemas.openxmlformats.org/officeDocument/2006/relationships/notesMaster" Target="/ppt/notesMasters/notesMaster1.xml" Id="R0f0b125f5aec400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f0a7d82ef624419" /><Relationship Type="http://schemas.openxmlformats.org/officeDocument/2006/relationships/notesMaster" Target="/ppt/notesMasters/notesMaster1.xml" Id="R92934d1c02a4494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a69145fb6d14232" /><Relationship Type="http://schemas.openxmlformats.org/officeDocument/2006/relationships/notesMaster" Target="/ppt/notesMasters/notesMaster1.xml" Id="R4376b385a200438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1226000ed2b4769" /><Relationship Type="http://schemas.openxmlformats.org/officeDocument/2006/relationships/notesMaster" Target="/ppt/notesMasters/notesMaster1.xml" Id="R2ade435f48a0447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6973d4717c4bbd" /><Relationship Type="http://schemas.openxmlformats.org/officeDocument/2006/relationships/notesMaster" Target="/ppt/notesMasters/notesMaster1.xml" Id="R049d111ee312424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15f49b3f13044f0" /><Relationship Type="http://schemas.openxmlformats.org/officeDocument/2006/relationships/notesMaster" Target="/ppt/notesMasters/notesMaster1.xml" Id="R6e68b7b498234f7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517bbf9b2ee4393" /><Relationship Type="http://schemas.openxmlformats.org/officeDocument/2006/relationships/notesMaster" Target="/ppt/notesMasters/notesMaster1.xml" Id="Ra1234cc9c22a48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f880daf958c491c" /><Relationship Type="http://schemas.openxmlformats.org/officeDocument/2006/relationships/notesMaster" Target="/ppt/notesMasters/notesMaster1.xml" Id="Rbba71057f07347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Making the project understandable and runnable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Making the project understandable and runnable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Making the project understandable and runnable. Explain why this example is needed before running it.</a:t>
            </a:r>
          </a:p>
          <a:p xmlns:a="http://schemas.openxmlformats.org/drawingml/2006/main">
            <a:r>
              <a:t/>
            </a:r>
          </a:p>
          <a:p xmlns:a="http://schemas.openxmlformats.org/drawingml/2006/main">
            <a:r>
              <a:t>EXPLAIN</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Making the project understandable and runnable.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Package refactoring, complex repository layout and extra tooling are optional. Keep a working simple notebook.</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The models and charts already exist. The remaining task is to make the evidence understandable and runnable from the supplied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project is ready for handover when its files and written instructions reproduce its results in a fresh session. Today we check that evidence ourselves.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Reproducibility and Dependency.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Reproducibility and Dependency</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POINT TO THE DEFINITION</a:t>
            </a:r>
          </a:p>
          <a:p xmlns:a="http://schemas.openxmlformats.org/drawingml/2006/main">
            <a:r>
              <a:t>Reproducibility: Another person can use the stated data, environment and steps to check the result. Terminology varies; state the operational test.</a:t>
            </a:r>
          </a:p>
          <a:p xmlns:a="http://schemas.openxmlformats.org/drawingml/2006/main">
            <a:r>
              <a:t>Dependency: A package your code needs. Record versions actually used, rather than guessing them.</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Relative path and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Relative path and README</a:t>
            </a:r>
          </a:p>
          <a:p xmlns:a="http://schemas.openxmlformats.org/drawingml/2006/main">
            <a:r>
              <a:t/>
            </a:r>
          </a:p>
          <a:p xmlns:a="http://schemas.openxmlformats.org/drawingml/2006/main">
            <a:r>
              <a:t>CONNECT</a:t>
            </a:r>
          </a:p>
          <a:p xmlns:a="http://schemas.openxmlformats.org/drawingml/2006/main">
            <a:r>
              <a:t>Build on Reproducibility and Dependency. Explain why this example is needed before running it.</a:t>
            </a:r>
          </a:p>
          <a:p xmlns:a="http://schemas.openxmlformats.org/drawingml/2006/main">
            <a:r>
              <a:t/>
            </a:r>
          </a:p>
          <a:p xmlns:a="http://schemas.openxmlformats.org/drawingml/2006/main">
            <a:r>
              <a:t>EXPLAIN</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POINT TO THE DEFINITION</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a:p xmlns:a="http://schemas.openxmlformats.org/drawingml/2006/main">
            <a:r>
              <a:t/>
            </a:r>
          </a:p>
          <a:p xmlns:a="http://schemas.openxmlformats.org/drawingml/2006/main">
            <a:r>
              <a:t>NEXT</a:t>
            </a:r>
          </a:p>
          <a:p xmlns:a="http://schemas.openxmlformats.org/drawingml/2006/main">
            <a:r>
              <a:t>A useful README.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useful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Build on Relative path and README. Explain why this example is needed before running it.</a:t>
            </a:r>
          </a:p>
          <a:p xmlns:a="http://schemas.openxmlformats.org/drawingml/2006/main">
            <a:r>
              <a:t/>
            </a:r>
          </a:p>
          <a:p xmlns:a="http://schemas.openxmlformats.org/drawingml/2006/main">
            <a:r>
              <a:t>EXPLAIN</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useful README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Someone else needs to reproduce the result.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Someone else needs to reproduce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Build on A useful README. Explain why this example is needed before running it.</a:t>
            </a:r>
          </a:p>
          <a:p xmlns:a="http://schemas.openxmlformats.org/drawingml/2006/main">
            <a:r>
              <a:t/>
            </a:r>
          </a:p>
          <a:p xmlns:a="http://schemas.openxmlformats.org/drawingml/2006/main">
            <a:r>
              <a:t>EXPLAIN</a:t>
            </a:r>
          </a:p>
          <a:p xmlns:a="http://schemas.openxmlformats.org/drawingml/2006/main">
            <a:r>
              <a:t>Which instructions would a new user need?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Someone else needs to reproduce the result</a:t>
            </a:r>
          </a:p>
          <a:p xmlns:a="http://schemas.openxmlformats.org/drawingml/2006/main">
            <a:r>
              <a:t/>
            </a:r>
          </a:p>
          <a:p xmlns:a="http://schemas.openxmlformats.org/drawingml/2006/main">
            <a:r>
              <a:t>CONNECT</a:t>
            </a:r>
          </a:p>
          <a:p xmlns:a="http://schemas.openxmlformats.org/drawingml/2006/main">
            <a:r>
              <a:t>Build on the preceding slide: A useful README.</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NEXT</a:t>
            </a:r>
          </a:p>
          <a:p xmlns:a="http://schemas.openxmlformats.org/drawingml/2006/main">
            <a:r>
              <a:t>A reproducible notebook starts fresh.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notebook starts fresh.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Build on Someone else needs to reproduce the result. Explain why this example is needed before running it.</a:t>
            </a:r>
          </a:p>
          <a:p xmlns:a="http://schemas.openxmlformats.org/drawingml/2006/main">
            <a:r>
              <a:t/>
            </a:r>
          </a:p>
          <a:p xmlns:a="http://schemas.openxmlformats.org/drawingml/2006/main">
            <a:r>
              <a:t>EXPLAIN</a:t>
            </a:r>
          </a:p>
          <a:p xmlns:a="http://schemas.openxmlformats.org/drawingml/2006/main">
            <a:r>
              <a:t>The saved outputs must agree with a fresh run in the stated order.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notebook starts fresh</a:t>
            </a:r>
          </a:p>
          <a:p xmlns:a="http://schemas.openxmlformats.org/drawingml/2006/main">
            <a:r>
              <a:t/>
            </a:r>
          </a:p>
          <a:p xmlns:a="http://schemas.openxmlformats.org/drawingml/2006/main">
            <a:r>
              <a:t>CONNECT</a:t>
            </a:r>
          </a:p>
          <a:p xmlns:a="http://schemas.openxmlformats.org/drawingml/2006/main">
            <a:r>
              <a:t>Build on the preceding slide: Someone else needs to reproduce the result.</a:t>
            </a:r>
          </a:p>
          <a:p xmlns:a="http://schemas.openxmlformats.org/drawingml/2006/main">
            <a:r>
              <a:t/>
            </a:r>
          </a:p>
          <a:p xmlns:a="http://schemas.openxmlformats.org/drawingml/2006/main">
            <a:r>
              <a:t>LECTURER CUE</a:t>
            </a:r>
          </a:p>
          <a:p xmlns:a="http://schemas.openxmlformats.org/drawingml/2006/main">
            <a:r>
              <a:t>Demonstrate restarting, uploading the issued data, and running all. The same result also depends on data, package versions and any random seeds.</a:t>
            </a:r>
          </a:p>
          <a:p xmlns:a="http://schemas.openxmlformats.org/drawingml/2006/main">
            <a:r>
              <a:t>Source: existing course illustration figs/execution_trap.png.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Saved outputs can hide missing steps.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Saved outputs can hide missing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Build on A reproducible notebook starts fresh. Explain why this example is needed before running it.</a:t>
            </a:r>
          </a:p>
          <a:p xmlns:a="http://schemas.openxmlformats.org/drawingml/2006/main">
            <a:r>
              <a:t/>
            </a:r>
          </a:p>
          <a:p xmlns:a="http://schemas.openxmlformats.org/drawingml/2006/main">
            <a:r>
              <a:t>EXPLAIN</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Saved outputs can hide missing steps</a:t>
            </a:r>
          </a:p>
          <a:p xmlns:a="http://schemas.openxmlformats.org/drawingml/2006/main">
            <a:r>
              <a:t/>
            </a:r>
          </a:p>
          <a:p xmlns:a="http://schemas.openxmlformats.org/drawingml/2006/main">
            <a:r>
              <a:t>CONNECT</a:t>
            </a:r>
          </a:p>
          <a:p xmlns:a="http://schemas.openxmlformats.org/drawingml/2006/main">
            <a:r>
              <a:t>Build on the preceding slide: A reproducible notebook starts fresh.</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A path names where a file is found.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path names where a file is found.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Build on Saved outputs can hide missing steps. Explain why this example is needed before running it.</a:t>
            </a:r>
          </a:p>
          <a:p xmlns:a="http://schemas.openxmlformats.org/drawingml/2006/main">
            <a:r>
              <a:t/>
            </a:r>
          </a:p>
          <a:p xmlns:a="http://schemas.openxmlformats.org/drawingml/2006/main">
            <a:r>
              <a:t>EXPLAIN</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path names where a file is found</a:t>
            </a:r>
          </a:p>
          <a:p xmlns:a="http://schemas.openxmlformats.org/drawingml/2006/main">
            <a:r>
              <a:t/>
            </a:r>
          </a:p>
          <a:p xmlns:a="http://schemas.openxmlformats.org/drawingml/2006/main">
            <a:r>
              <a:t>CONNECT</a:t>
            </a:r>
          </a:p>
          <a:p xmlns:a="http://schemas.openxmlformats.org/drawingml/2006/main">
            <a:r>
              <a:t>Build on the preceding slide: Saved outputs can hide missing steps.</a:t>
            </a:r>
          </a:p>
          <a:p xmlns:a="http://schemas.openxmlformats.org/drawingml/2006/main">
            <a:r>
              <a:t/>
            </a:r>
          </a:p>
          <a:p xmlns:a="http://schemas.openxmlformats.org/drawingml/2006/main">
            <a:r>
              <a:t>LECTURER CUE</a:t>
            </a:r>
          </a:p>
          <a:p xmlns:a="http://schemas.openxmlformats.org/drawingml/2006/main">
            <a:r>
              <a:t>Explain every dependency and test a relative path. Include data-access instructions if the data cannot be redistributed.</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Read the path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path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Build on A path names where a file is found. Explain why this example is needed before running it.</a:t>
            </a:r>
          </a:p>
          <a:p xmlns:a="http://schemas.openxmlformats.org/drawingml/2006/main">
            <a:r>
              <a:t/>
            </a:r>
          </a:p>
          <a:p xmlns:a="http://schemas.openxmlformats.org/drawingml/2006/main">
            <a:r>
              <a:t>EXPLAIN</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path example</a:t>
            </a:r>
          </a:p>
          <a:p xmlns:a="http://schemas.openxmlformats.org/drawingml/2006/main">
            <a:r>
              <a:t/>
            </a:r>
          </a:p>
          <a:p xmlns:a="http://schemas.openxmlformats.org/drawingml/2006/main">
            <a:r>
              <a:t>CONNECT</a:t>
            </a:r>
          </a:p>
          <a:p xmlns:a="http://schemas.openxmlformats.org/drawingml/2006/main">
            <a:r>
              <a:t>Build on the preceding slide: A path names where a file is found.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POINT TO THE DEFINITION</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in Python</a:t>
            </a:r>
          </a:p>
          <a:p xmlns:a="http://schemas.openxmlformats.org/drawingml/2006/main">
            <a:r>
              <a:t/>
            </a:r>
          </a:p>
          <a:p xmlns:a="http://schemas.openxmlformats.org/drawingml/2006/main">
            <a:r>
              <a:t>CONNECT</a:t>
            </a:r>
          </a:p>
          <a:p xmlns:a="http://schemas.openxmlformats.org/drawingml/2006/main">
            <a:r>
              <a:t>Build on Read the path example.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Read the path example.</a:t>
            </a:r>
          </a:p>
          <a:p xmlns:a="http://schemas.openxmlformats.org/drawingml/2006/main">
            <a:r>
              <a:t/>
            </a:r>
          </a:p>
          <a:p xmlns:a="http://schemas.openxmlformats.org/drawingml/2006/main">
            <a:r>
              <a:t>LECTURER CUE</a:t>
            </a:r>
          </a:p>
          <a:p xmlns:a="http://schemas.openxmlformats.org/drawingml/2006/main">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xmlns:a="http://schemas.openxmlformats.org/drawingml/2006/main">
            <a:r>
              <a:t/>
            </a:r>
          </a:p>
          <a:p xmlns:a="http://schemas.openxmlformats.org/drawingml/2006/main">
            <a:r>
              <a:t>Complete practice code:</a:t>
            </a:r>
          </a:p>
          <a:p xmlns:a="http://schemas.openxmlformats.org/drawingml/2006/main">
            <a:r>
              <a:t>from pathlib import Path</a:t>
            </a:r>
          </a:p>
          <a:p xmlns:a="http://schemas.openxmlformats.org/drawingml/2006/main">
            <a:r>
              <a:t>print(Path.cwd().name)</a:t>
            </a:r>
          </a:p>
          <a:p xmlns:a="http://schemas.openxmlformats.org/drawingml/2006/main">
            <a:r>
              <a:t># The name depends on the folder where Python is running.</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handover results</a:t>
            </a:r>
          </a:p>
          <a:p xmlns:a="http://schemas.openxmlformats.org/drawingml/2006/main">
            <a:r>
              <a:t/>
            </a:r>
          </a:p>
          <a:p xmlns:a="http://schemas.openxmlformats.org/drawingml/2006/main">
            <a:r>
              <a:t>CONNECT</a:t>
            </a:r>
          </a:p>
          <a:p xmlns:a="http://schemas.openxmlformats.org/drawingml/2006/main">
            <a:r>
              <a:t>Build on Project handover in Python. Explain why this example is needed before running it.</a:t>
            </a:r>
          </a:p>
          <a:p xmlns:a="http://schemas.openxmlformats.org/drawingml/2006/main">
            <a:r>
              <a:t/>
            </a:r>
          </a:p>
          <a:p xmlns:a="http://schemas.openxmlformats.org/drawingml/2006/main">
            <a:r>
              <a:t>EXPLAIN</a:t>
            </a:r>
          </a:p>
          <a:p xmlns:a="http://schemas.openxmlformats.org/drawingml/2006/main">
            <a:r>
              <a:t>Your current working folder name; it is environment-dependent.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Tell another person what the project needs.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Tell another person what the project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Build on Project handover results. Explain why this example is needed before running it.</a:t>
            </a:r>
          </a:p>
          <a:p xmlns:a="http://schemas.openxmlformats.org/drawingml/2006/main">
            <a:r>
              <a:t/>
            </a:r>
          </a:p>
          <a:p xmlns:a="http://schemas.openxmlformats.org/drawingml/2006/main">
            <a:r>
              <a:t>EXPLAIN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Tell another person what the project needs</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Run checks and contribution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checks and contribution evidence</a:t>
            </a:r>
          </a:p>
          <a:p xmlns:a="http://schemas.openxmlformats.org/drawingml/2006/main">
            <a:r>
              <a:t/>
            </a:r>
          </a:p>
          <a:p xmlns:a="http://schemas.openxmlformats.org/drawingml/2006/main">
            <a:r>
              <a:t>CONNECT</a:t>
            </a:r>
          </a:p>
          <a:p xmlns:a="http://schemas.openxmlformats.org/drawingml/2006/main">
            <a:r>
              <a:t>Build on Tell another person what the project needs. Explain why this example is needed before running it.</a:t>
            </a:r>
          </a:p>
          <a:p xmlns:a="http://schemas.openxmlformats.org/drawingml/2006/main">
            <a:r>
              <a:t/>
            </a:r>
          </a:p>
          <a:p xmlns:a="http://schemas.openxmlformats.org/drawingml/2006/main">
            <a:r>
              <a:t>EXPLAIN</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Tell another person what the project needs.</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POINT TO THE DEFINITION</a:t>
            </a:r>
          </a:p>
          <a:p xmlns:a="http://schemas.openxmlformats.org/drawingml/2006/main">
            <a:r>
              <a:t>Peer review: Someone else tests the instructions and reports a specific observation and suggested improvement.</a:t>
            </a:r>
          </a:p>
          <a:p xmlns:a="http://schemas.openxmlformats.org/drawingml/2006/main">
            <a:r>
              <a:t>Contribution evidence: A record of each person’s work, tied to files, commits or explanations. It does not require making a private repository public.</a:t>
            </a:r>
          </a:p>
          <a:p xmlns:a="http://schemas.openxmlformats.org/drawingml/2006/main">
            <a:r>
              <a:t/>
            </a:r>
          </a:p>
          <a:p xmlns:a="http://schemas.openxmlformats.org/drawingml/2006/main">
            <a:r>
              <a:t>NEXT</a:t>
            </a:r>
          </a:p>
          <a:p xmlns:a="http://schemas.openxmlformats.org/drawingml/2006/main">
            <a:r>
              <a:t>Useful feedback identifies an exact repair.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Useful feedback identifies an exact repair.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Build on Run checks and contribution evidence. Explain why this example is needed before running it.</a:t>
            </a:r>
          </a:p>
          <a:p xmlns:a="http://schemas.openxmlformats.org/drawingml/2006/main">
            <a:r>
              <a:t/>
            </a:r>
          </a:p>
          <a:p xmlns:a="http://schemas.openxmlformats.org/drawingml/2006/main">
            <a:r>
              <a:t>EXPLAIN</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Useful feedback identifies an exact repair</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Model actionable feedback: “Step 2 names data.csv, but the supplied file is readings.csv; please make them match.”</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 are a new project user.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Useful feedback identifies an exact repair. Explain why this example is needed before running it.</a:t>
            </a:r>
          </a:p>
          <a:p xmlns:a="http://schemas.openxmlformats.org/drawingml/2006/main">
            <a:r>
              <a:t/>
            </a:r>
          </a:p>
          <a:p xmlns:a="http://schemas.openxmlformats.org/drawingml/2006/main">
            <a:r>
              <a:t>EXPLAIN</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Revise that step and repeat. A claim that the notebook runs is supported by a fresh run, not by saved outputs alone.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Revise that step and repeat. A claim that the notebook runs is supported by a fresh run, not by saved outputs alone.</a:t>
            </a:r>
          </a:p>
          <a:p xmlns:a="http://schemas.openxmlformats.org/drawingml/2006/main">
            <a:r>
              <a:t>Which step produced this result? What changes if one input changes?</a:t>
            </a:r>
          </a:p>
          <a:p xmlns:a="http://schemas.openxmlformats.org/drawingml/2006/main">
            <a:r>
              <a:t>CML3113   Week 13   21</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offline TEST2 saving and the published function interfaces before Week 14.</a:t>
            </a:r>
          </a:p>
          <a:p xmlns:a="http://schemas.openxmlformats.org/drawingml/2006/main">
            <a:r>
              <a:t/>
            </a:r>
          </a:p>
          <a:p xmlns:a="http://schemas.openxmlformats.org/drawingml/2006/main">
            <a:r>
              <a:t>Do not add an extra upload.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No new weekly assignment. Continue the official project deliverables and Week 13 quiz. Rehearse offline TEST2 saving and the published function interfaces before Week 14. Do not add an extra upload.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A reproducible handover.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handover.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handover</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A reproducible handover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reproducible handover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Build on A reproducible handover. Explain why this example is needed before running it.</a:t>
            </a:r>
          </a:p>
          <a:p xmlns:a="http://schemas.openxmlformats.org/drawingml/2006/main">
            <a:r>
              <a:t/>
            </a:r>
          </a:p>
          <a:p xmlns:a="http://schemas.openxmlformats.org/drawingml/2006/main">
            <a:r>
              <a:t>EXPLAIN</a:t>
            </a:r>
          </a:p>
          <a:p xmlns:a="http://schemas.openxmlformats.org/drawingml/2006/main">
            <a:r>
              <a:t>Remove conflicting cell assignments and verify a fresh run before submission.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reproducible handover continued</a:t>
            </a:r>
          </a:p>
          <a:p xmlns:a="http://schemas.openxmlformats.org/drawingml/2006/main">
            <a:r>
              <a:t/>
            </a:r>
          </a:p>
          <a:p xmlns:a="http://schemas.openxmlformats.org/drawingml/2006/main">
            <a:r>
              <a:t>CONNECT</a:t>
            </a:r>
          </a:p>
          <a:p xmlns:a="http://schemas.openxmlformats.org/drawingml/2006/main">
            <a:r>
              <a:t>Build on the preceding slide: A reproducible handover.</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A reproducible handover continued.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A reproducible handover continued.</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13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13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open_W13_CML3113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13 quiz. Explain why this example is needed before running it.</a:t>
            </a:r>
          </a:p>
          <a:p xmlns:a="http://schemas.openxmlformats.org/drawingml/2006/main">
            <a:r>
              <a:t/>
            </a:r>
          </a:p>
          <a:p xmlns:a="http://schemas.openxmlformats.org/drawingml/2006/main">
            <a:r>
              <a:t>EXPLAIN</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13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Title, channel, 19:53 runtime and chapter boundaries checked on the video page on 15 September 2026. Desktop installation is optional. The originally shared t=167 link starts at installation.</a:t>
            </a:r>
          </a:p>
          <a:p xmlns:a="http://schemas.openxmlformats.org/drawingml/2006/main">
            <a:r>
              <a:t>After viewing: Explain the difference between saving a file and recording a commit. Then make one browser-based commit.</a:t>
            </a:r>
          </a:p>
          <a:p xmlns:a="http://schemas.openxmlformats.org/drawingml/2006/main">
            <a:r>
              <a:t>Preview before class and stop after the selected short excerpt. If playback fails, teach the worked example. Video is optional. Source: https://www.youtube.com/watch?v=v5gnvDUWqFM</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262bd608d94c0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a77ff41ded84fe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04851471eb1457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598172347bf40c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c220d690003459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3cd903bc25041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B297B4E-A0E9-4F2F-B1F6-9065AE19DED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8357BF6-C737-4D51-B00B-FC560AEC2EA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0589B3F-A721-4BC3-967F-3DFD7D23EE6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E27294A-A155-47D4-B74A-57BF2F6D618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4A9B869-DBD6-4B3B-9D87-E2910CEE5A2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04FD0D3-420A-420A-BDD7-16E2E796F91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AF18649-8D56-4905-9DAD-66E6239947E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311EDCD-E4D3-4012-8646-1EDC7B15AD1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84C76802-D272-4606-8754-7CC5733B2B1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258F157-3B85-4215-89B7-9775C59BFB0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BB4F04D-FEF0-4164-9799-CFECCB42A25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5CE88DC-CA91-40AB-B926-A3277C295DD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DFE5C10-9F46-44DE-AB1A-84A553DABF8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841238F-F136-40BB-9E24-350341A090F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F17621B-D2AC-4B1A-AE77-ED4AC7C4CB3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497f93486b427f" /><Relationship Type="http://schemas.openxmlformats.org/officeDocument/2006/relationships/slideLayout" Target="/ppt/slideLayouts/slideLayout1.xml" Id="R949c95333560452d" /><Relationship Type="http://schemas.openxmlformats.org/officeDocument/2006/relationships/slideLayout" Target="/ppt/slideLayouts/slideLayout2.xml" Id="Re91a2c19abbc4e3e" /><Relationship Type="http://schemas.openxmlformats.org/officeDocument/2006/relationships/slideLayout" Target="/ppt/slideLayouts/slideLayout3.xml" Id="Rfaca819ba9344c1e" /><Relationship Type="http://schemas.openxmlformats.org/officeDocument/2006/relationships/slideLayout" Target="/ppt/slideLayouts/slideLayout4.xml" Id="R167681a819924689" /><Relationship Type="http://schemas.openxmlformats.org/officeDocument/2006/relationships/slideLayout" Target="/ppt/slideLayouts/slideLayout5.xml" Id="R28b1fc83f327480d" /><Relationship Type="http://schemas.openxmlformats.org/officeDocument/2006/relationships/slideLayout" Target="/ppt/slideLayouts/slideLayout6.xml" Id="R5c5ed423034a4a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9c95333560452d"/>
    <p:sldLayoutId xmlns:r="http://schemas.openxmlformats.org/officeDocument/2006/relationships" id="2147483650" r:id="Re91a2c19abbc4e3e"/>
    <p:sldLayoutId xmlns:r="http://schemas.openxmlformats.org/officeDocument/2006/relationships" id="2147483651" r:id="Rfaca819ba9344c1e"/>
    <p:sldLayoutId xmlns:r="http://schemas.openxmlformats.org/officeDocument/2006/relationships" id="2147483652" r:id="R167681a819924689"/>
    <p:sldLayoutId xmlns:r="http://schemas.openxmlformats.org/officeDocument/2006/relationships" id="2147483653" r:id="R28b1fc83f327480d"/>
    <p:sldLayoutId xmlns:r="http://schemas.openxmlformats.org/officeDocument/2006/relationships" id="2147483654" r:id="R5c5ed423034a4a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0d5163d00f14185" /><Relationship Type="http://schemas.openxmlformats.org/officeDocument/2006/relationships/image" Target="/ppt/media/image.png" Id="Rf5e4cf1d0ecc4912" /><Relationship Type="http://schemas.openxmlformats.org/officeDocument/2006/relationships/notesSlide" Target="/ppt/notesSlides/notesSlide1.xml" Id="R51635f094f0f46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ce677ae4f745d9" /><Relationship Type="http://schemas.openxmlformats.org/officeDocument/2006/relationships/notesSlide" Target="/ppt/notesSlides/notesSlide2.xml" Id="R059c7f80bcce41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f1e1cfa2b9f4a34" /><Relationship Type="http://schemas.openxmlformats.org/officeDocument/2006/relationships/notesSlide" Target="/ppt/notesSlides/notesSlide3.xml" Id="R412303068ee943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00502c9079e47e8" /><Relationship Type="http://schemas.openxmlformats.org/officeDocument/2006/relationships/notesSlide" Target="/ppt/notesSlides/notesSlide4.xml" Id="R058ebe97604c46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a3e5ea27a9f4459" /><Relationship Type="http://schemas.openxmlformats.org/officeDocument/2006/relationships/notesSlide" Target="/ppt/notesSlides/notesSlide5.xml" Id="R8987e84370d14e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396382d442e40dd" /><Relationship Type="http://schemas.openxmlformats.org/officeDocument/2006/relationships/notesSlide" Target="/ppt/notesSlides/notesSlide6.xml" Id="Rda3e761c04a543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854731d28754300" /><Relationship Type="http://schemas.openxmlformats.org/officeDocument/2006/relationships/notesSlide" Target="/ppt/notesSlides/notesSlide7.xml" Id="R7b719a958d8447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90571ebec1f45e0" /><Relationship Type="http://schemas.openxmlformats.org/officeDocument/2006/relationships/image" Target="/ppt/media/image2.png" Id="Re93f1262b0164f27" /><Relationship Type="http://schemas.openxmlformats.org/officeDocument/2006/relationships/notesSlide" Target="/ppt/notesSlides/notesSlide8.xml" Id="R4f8006585da54f9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7dd4b4e7bff46b7" /><Relationship Type="http://schemas.openxmlformats.org/officeDocument/2006/relationships/image" Target="/ppt/media/image3.png" Id="R852640910f9f4506" /><Relationship Type="http://schemas.openxmlformats.org/officeDocument/2006/relationships/notesSlide" Target="/ppt/notesSlides/notesSlide9.xml" Id="Raa51f63af37a41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dbd746608db4103" /><Relationship Type="http://schemas.openxmlformats.org/officeDocument/2006/relationships/notesSlide" Target="/ppt/notesSlides/notesSlide10.xml" Id="R4fb9537b34ef4f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404a997866f4b6e" /><Relationship Type="http://schemas.openxmlformats.org/officeDocument/2006/relationships/notesSlide" Target="/ppt/notesSlides/notesSlide11.xml" Id="R980e0eb53ca04e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c6250706c3a46dc" /><Relationship Type="http://schemas.openxmlformats.org/officeDocument/2006/relationships/notesSlide" Target="/ppt/notesSlides/notesSlide12.xml" Id="R0ece440af723429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e2039cdf33c43a5" /><Relationship Type="http://schemas.openxmlformats.org/officeDocument/2006/relationships/notesSlide" Target="/ppt/notesSlides/notesSlide13.xml" Id="R7b382ae883664f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d862da162704839" /><Relationship Type="http://schemas.openxmlformats.org/officeDocument/2006/relationships/notesSlide" Target="/ppt/notesSlides/notesSlide14.xml" Id="Ra840567ad5954b4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d9789e3e98f4e70" /><Relationship Type="http://schemas.openxmlformats.org/officeDocument/2006/relationships/notesSlide" Target="/ppt/notesSlides/notesSlide15.xml" Id="Rdf458fff0e344be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9633914363d4f47" /><Relationship Type="http://schemas.openxmlformats.org/officeDocument/2006/relationships/notesSlide" Target="/ppt/notesSlides/notesSlide16.xml" Id="R5d6ed5680b5643f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4f9ac2538d048a1" /><Relationship Type="http://schemas.openxmlformats.org/officeDocument/2006/relationships/notesSlide" Target="/ppt/notesSlides/notesSlide17.xml" Id="R363613c28e04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b620a6d37ab4fa1" /><Relationship Type="http://schemas.openxmlformats.org/officeDocument/2006/relationships/notesSlide" Target="/ppt/notesSlides/notesSlide18.xml" Id="Ra37fe885eddb4a1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8041917540b4284" /><Relationship Type="http://schemas.openxmlformats.org/officeDocument/2006/relationships/notesSlide" Target="/ppt/notesSlides/notesSlide19.xml" Id="Rfd897b2e8bfb418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067233c36fc4e29" /><Relationship Type="http://schemas.openxmlformats.org/officeDocument/2006/relationships/notesSlide" Target="/ppt/notesSlides/notesSlide20.xml" Id="R6d1018228d834d2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4dde5991664485b" /><Relationship Type="http://schemas.openxmlformats.org/officeDocument/2006/relationships/notesSlide" Target="/ppt/notesSlides/notesSlide21.xml" Id="Rac34cc7aae5a403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0a56d5edd2a4314" /><Relationship Type="http://schemas.openxmlformats.org/officeDocument/2006/relationships/notesSlide" Target="/ppt/notesSlides/notesSlide22.xml" Id="R20ed12a9b74e482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9d2d50b02354177" /><Relationship Type="http://schemas.openxmlformats.org/officeDocument/2006/relationships/image" Target="/ppt/media/image4.png" Id="Rf54e35793dcd4135" /><Relationship Type="http://schemas.openxmlformats.org/officeDocument/2006/relationships/hyperlink" Target="https://forms.gle/8PGZxFB8c2SYs1Qz7" TargetMode="External" Id="Rb21f732d25c6430b" /><Relationship Type="http://schemas.openxmlformats.org/officeDocument/2006/relationships/notesSlide" Target="/ppt/notesSlides/notesSlide23.xml" Id="R53c288935812498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a28019c3c79439c" /><Relationship Type="http://schemas.openxmlformats.org/officeDocument/2006/relationships/notesSlide" Target="/ppt/notesSlides/notesSlide24.xml" Id="R1f989dd950c74d9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0f9dc3e1a4a45ff" /><Relationship Type="http://schemas.openxmlformats.org/officeDocument/2006/relationships/hyperlink" Target="https://www.youtube.com/watch?v=v5gnvDUWqFM" TargetMode="External" Id="R2be7d4fcf3ee4f80" /><Relationship Type="http://schemas.openxmlformats.org/officeDocument/2006/relationships/notesSlide" Target="/ppt/notesSlides/notesSlide25.xml" Id="Recc020cc6e3d491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5e4cf1d0ecc491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4BEBBEA-7CFE-475D-9416-D32422FC648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7938390-3CC9-4516-B9C3-AD4259429DE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AB234835-DAF3-4226-BB37-C861D5F83A4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5670F25D-9700-4AC5-B2B4-72C837C42D9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959A94F-4510-4A9A-925D-0F47104BDAC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7178183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8B74A4F-B512-4E1D-9278-1567E3655E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E8C41A-3D5C-4721-9C8C-B080ADB0A1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DA89B28-858A-4049-8098-93F47B55CB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E6CCBF4-1EF4-4C95-8C9E-F531D60DF6E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183935-CAD5-4875-9018-E32534F02D8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AA64900-1D9B-4A78-859E-0DCB3D09878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6A1BE269-E64B-4F6F-94C0-3EB85319643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F55A924-BABA-49C8-8B74-B9E0A16EE0C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6619873A-2383-4B53-AECE-59A07DAE95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1893159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D6E4342-26C4-452D-9175-80A023537B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67722D-482E-4DB0-B405-01EEFC9712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6D5A60-EF62-49F1-A17A-6D48DB7723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71D5474D-8827-4E15-995A-CAA106327FA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DBACCF-BAB6-46E2-9BE5-F9ADA1D0669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9ABBCF3B-D9EC-4D63-96B2-5769D14BCDA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4EBBF186-61DC-4314-BD63-B43907D733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a:t>
            </a:r>
          </a:p>
        </p:txBody>
      </p:sp>
    </p:spTree>
    <p:extLst>
      <p:ext uri="{BB962C8B-B14F-4D97-AF65-F5344CB8AC3E}">
        <p14:creationId xmlns:p14="http://schemas.microsoft.com/office/powerpoint/2010/main" val="4956653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B40356-CD43-45DA-973D-69417700AB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7A9944-3A6C-4337-8CB1-B0016AFC86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36F1B4-D64F-4E75-9A85-F488143F65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F8F7E470-B114-44F5-9A56-4235095C36A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C565D1-F3F1-4F2E-938C-4264C0297E1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82FD7B3B-4D3B-458A-B96A-1CA6B71DD0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 we check that evidence ourselves.</a:t>
            </a:r>
          </a:p>
        </p:txBody>
      </p:sp>
      <p:sp>
        <p:nvSpPr>
          <p:cNvPr id="7" name="">
            <a:extLst xmlns:a="http://schemas.openxmlformats.org/drawingml/2006/main">
              <a:ext uri="{FF2B5EF4-FFF2-40B4-BE49-F238E27FC236}">
                <a16:creationId xmlns:a16="http://schemas.microsoft.com/office/drawing/2014/main" id="{0B674427-5B67-4D6D-B687-A2136F65E7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a:t>
            </a:r>
          </a:p>
        </p:txBody>
      </p:sp>
    </p:spTree>
    <p:extLst>
      <p:ext uri="{BB962C8B-B14F-4D97-AF65-F5344CB8AC3E}">
        <p14:creationId xmlns:p14="http://schemas.microsoft.com/office/powerpoint/2010/main" val="4465474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B980BB-3577-4D8D-AF72-65158ED192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5BC99D-6880-4473-9B9B-6E72F40304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F141DB-7BBF-417C-9852-42BF6443B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0038FA7C-97AB-4325-9E40-19583481B4C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D8515E-8DCB-4701-9133-641B16699C1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142822A3-BE69-4B89-BAB0-2645CE97F2C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CF891054-E253-46FA-ACFC-525BAEBB53C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B2FF69-F998-41F4-86B7-F9A9561CD76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37ADAE7C-386B-48A7-8090-8B2DA97CB5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AD70796A-897B-4B03-B540-F3FFE62399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5</a:t>
            </a:r>
          </a:p>
        </p:txBody>
      </p:sp>
    </p:spTree>
    <p:extLst>
      <p:ext uri="{BB962C8B-B14F-4D97-AF65-F5344CB8AC3E}">
        <p14:creationId xmlns:p14="http://schemas.microsoft.com/office/powerpoint/2010/main" val="11309487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A4A8EF-D06C-4BF6-BDC2-CFB4B0C95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868634-6D3E-43BB-83CF-D4F010ABD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8967D0-9D7B-4715-8061-355BE5291B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69FDF551-69DC-4019-89FE-D0EF3B5328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13821A-D5A0-47CE-A178-B5F2D3BBFB0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A0DDF66C-4B7C-46E3-B81C-9B449E704DC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C7A463C7-BB91-42C3-9C17-8B6EC7BF5FC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656B34-D6B4-470B-95D4-867B0BD0E82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1A062F97-A297-451F-AEE3-413C4C179E7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C7735313-E529-4830-8CAB-3687679A6A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6</a:t>
            </a:r>
          </a:p>
        </p:txBody>
      </p:sp>
    </p:spTree>
    <p:extLst>
      <p:ext uri="{BB962C8B-B14F-4D97-AF65-F5344CB8AC3E}">
        <p14:creationId xmlns:p14="http://schemas.microsoft.com/office/powerpoint/2010/main" val="7228198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29B77E-C7B3-4B5B-B284-E14F5635D0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3F6B51-BE40-4E65-B8ED-48E151A3F6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8D8AC4-4574-4CFC-96A4-255728E68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1534C129-2D7E-4525-9C15-C863824673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44EFA4-8EFB-4B97-9C48-6300E8F4A9F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0472ECB3-9161-4F23-97CC-87FFE98C6E4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2196B4-43CF-4B20-B045-71B233741A6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61260D2D-C1E0-485A-A4B1-E954EFFB5DE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59FCE8-13B4-4331-8554-05F35C34EB0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4615A309-F7A8-415D-96E2-E9DA02AF106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2D8862-66F6-436A-8D2A-310F2DBF20B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9103B94F-2821-4BC1-A67F-23D61044B8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7</a:t>
            </a:r>
          </a:p>
        </p:txBody>
      </p:sp>
    </p:spTree>
    <p:extLst>
      <p:ext uri="{BB962C8B-B14F-4D97-AF65-F5344CB8AC3E}">
        <p14:creationId xmlns:p14="http://schemas.microsoft.com/office/powerpoint/2010/main" val="20867763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09BFAA-9A3D-4668-89B5-A1B2A3E8778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082416-AD4B-4446-89A4-15AB7A42C33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93f1262b0164f2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74B16B-989A-4E18-A31E-E126AAB1D94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816A58-0A9B-4181-A9D4-8EDC6BA3586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99DF4C99-C18E-434D-830A-E10070477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8</a:t>
            </a:r>
          </a:p>
        </p:txBody>
      </p:sp>
    </p:spTree>
    <p:extLst>
      <p:ext uri="{BB962C8B-B14F-4D97-AF65-F5344CB8AC3E}">
        <p14:creationId xmlns:p14="http://schemas.microsoft.com/office/powerpoint/2010/main" val="17319609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4F93B0-0EFA-4D95-A893-0054DEB1186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4FC250-AB41-42C4-A127-F7EB6995280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52640910f9f4506"/>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C3D04E8-8868-48AA-BBFB-4FAEABD9417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87A0BF-3606-4535-9B5F-84087117B6D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2C510F57-B5B9-4CD4-879C-F0D580F9C0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9</a:t>
            </a:r>
          </a:p>
        </p:txBody>
      </p:sp>
    </p:spTree>
    <p:extLst>
      <p:ext uri="{BB962C8B-B14F-4D97-AF65-F5344CB8AC3E}">
        <p14:creationId xmlns:p14="http://schemas.microsoft.com/office/powerpoint/2010/main" val="13900184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9A6D39-1C3D-4CE8-A552-705914B01C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9BAB33-E47D-42F8-93E0-4552792C79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0F0E9E-41D3-4F13-AF95-E6C8CC544E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4B7EEC59-23E5-40EB-91E8-E6A564AF171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89BDA4-FF90-4547-801E-AD742DD791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8171D14B-642D-4678-A6A6-4DE032D032B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485C7E-4063-45FE-ADA0-A71F32D9899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4984ABD0-1E2D-4AF5-835D-1D903CAD791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966232-3BA3-4BA1-A845-1BD1A551DA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3CBAD029-E826-4F6E-B893-7620F9CFD8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10</a:t>
            </a:r>
          </a:p>
        </p:txBody>
      </p:sp>
    </p:spTree>
    <p:extLst>
      <p:ext uri="{BB962C8B-B14F-4D97-AF65-F5344CB8AC3E}">
        <p14:creationId xmlns:p14="http://schemas.microsoft.com/office/powerpoint/2010/main" val="9031751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F3EB61-FA55-4503-8BBB-DC82764C15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AE2C46-E2EE-46B0-8089-D07633E5CE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376838-01FB-4D2A-8C24-7697219FA9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2D109F3F-B24B-448D-A1BE-54B324F0D4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F58141-25C8-4786-A242-76EA271C15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23DDD4D3-92D9-4732-B449-51A3A0F09D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0B8B98-BD4A-4C65-BA5E-3D08590B5A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51B4BC03-135C-425D-BB23-D5E1EC09D95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E2105F-A0E5-48D5-A307-4108C7A2A9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94E63DCC-A56A-473E-BA94-30560DAF33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11</a:t>
            </a:r>
          </a:p>
        </p:txBody>
      </p:sp>
    </p:spTree>
    <p:extLst>
      <p:ext uri="{BB962C8B-B14F-4D97-AF65-F5344CB8AC3E}">
        <p14:creationId xmlns:p14="http://schemas.microsoft.com/office/powerpoint/2010/main" val="4900026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1B0B96-8A2D-4BE0-B3C7-27BE825F60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5587C7-0ACF-4CF1-9534-C10FE8AFE0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E36E41-3E9B-4D7D-8837-3126BDBE8C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C0DBF345-04A6-47DE-9468-4F42CB80482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C18671-488B-4FB4-9DCF-041BB8AA99E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2B1AEDD8-89ED-40CC-98A0-E29227D228B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586D4E14-54B6-4F0A-B72E-5E22B4494C6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F35032-3E5D-422F-A330-C22F585FDB3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87DEAB5F-0807-4463-9861-7BF6B779454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992474EF-7CBC-465A-92B3-0F8D2D13DE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12</a:t>
            </a:r>
          </a:p>
        </p:txBody>
      </p:sp>
    </p:spTree>
    <p:extLst>
      <p:ext uri="{BB962C8B-B14F-4D97-AF65-F5344CB8AC3E}">
        <p14:creationId xmlns:p14="http://schemas.microsoft.com/office/powerpoint/2010/main" val="17481140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9812C3-CA28-4642-8D17-AE50D4DA74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F90753-A314-492B-8A81-0FC260980E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B14FD9-4CD1-440D-BD5E-78B8127EB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E9D3D948-001A-4B96-A2B4-1B03C5D5D01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41670D-EB01-41EE-9C14-83B84CDD00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9F38DA87-EE60-4A1D-A228-2898A3CA6C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A8CBDA2A-4B48-4BFE-B16E-D00E69845E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D76F995-EB2D-4121-9963-4F395CAF7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13</a:t>
            </a:r>
          </a:p>
        </p:txBody>
      </p:sp>
    </p:spTree>
    <p:extLst>
      <p:ext uri="{BB962C8B-B14F-4D97-AF65-F5344CB8AC3E}">
        <p14:creationId xmlns:p14="http://schemas.microsoft.com/office/powerpoint/2010/main" val="12193552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DBC065-682A-4E61-A755-33D7AC4958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F0C492-AFD9-402F-92E3-0E09C25D0D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AB0BB8E-22FE-4560-9053-AA34F53498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D56CB82B-7ABC-4B94-9DD4-F781BEB1D3B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9DED76-6150-4541-8212-88F2A869E42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505A0BE0-22A6-4573-BAA4-F273424C2A74}"/>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F92C902-168D-4DA9-9EC3-60E53CA896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14</a:t>
            </a:r>
          </a:p>
        </p:txBody>
      </p:sp>
    </p:spTree>
    <p:extLst>
      <p:ext uri="{BB962C8B-B14F-4D97-AF65-F5344CB8AC3E}">
        <p14:creationId xmlns:p14="http://schemas.microsoft.com/office/powerpoint/2010/main" val="20736936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3249BC-32B7-4AFC-8860-585437B09C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C7C483-681E-43DB-9C3F-982B59A84C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863831-046A-42C0-B13F-3019C995B6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DB020556-B41E-40D6-9531-7AD2FAF4969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1F206D-B957-4256-98BD-BAF2A7F7E05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E836F0A0-1A22-4F37-9AA3-05A9B3D464F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DF686B6D-6E64-46EC-95BE-2343EA79253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4DB801-2BF3-4611-8DC5-48288876C20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9708BAA8-9E26-4F1C-97A5-DB0E959DF76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B101B856-A148-4594-8D9B-77650ECA5A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15</a:t>
            </a:r>
          </a:p>
        </p:txBody>
      </p:sp>
    </p:spTree>
    <p:extLst>
      <p:ext uri="{BB962C8B-B14F-4D97-AF65-F5344CB8AC3E}">
        <p14:creationId xmlns:p14="http://schemas.microsoft.com/office/powerpoint/2010/main" val="11889725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C1C866-1D35-4FEA-9983-C00D3591C1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AF3A79-D6A9-4C93-8510-60ABB3D01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216514C-C7AB-4B25-B954-4D2BCBA21B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18F8BF7B-8A78-4778-B8BC-D0A15BD15FC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0D7CDD-03C8-4C54-AC8F-4F2E3D1967D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9D8820A8-3942-4B16-A101-5BA4CFC4C80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9AF9D05F-4DA6-464D-B254-D10631D3E53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FAAD40-0E8E-4675-9F34-BE005F066B0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3CFEFCD2-ADEB-4AF0-9D97-0D582A50ED4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C96DF2D2-DB92-4235-BC4D-2D3434E10E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16</a:t>
            </a:r>
          </a:p>
        </p:txBody>
      </p:sp>
    </p:spTree>
    <p:extLst>
      <p:ext uri="{BB962C8B-B14F-4D97-AF65-F5344CB8AC3E}">
        <p14:creationId xmlns:p14="http://schemas.microsoft.com/office/powerpoint/2010/main" val="106519795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20A198-B72B-4FAB-A10A-4C218F0BF1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87185C-7E40-4B71-B097-7F9E7522E2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262F98F-858E-4935-B113-AE56B89C37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A1C04EBB-0BC4-498A-BDB7-31C8CAD499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E2B937-8892-4546-9223-0B37C31104B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34138178-95BB-42CB-B215-47198F6816A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03FEC0-3D4C-4A31-B1D0-26DD1D8FFED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2D679C9B-0E5A-4C50-A47D-4D1C8265C86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0E3D7D-721B-4D6D-82D8-519AA161A7B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ED866B85-4B10-43D5-B921-63E911ABB9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16519011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AB256B-5E8F-44B4-9601-20B54650B1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FEDB13-5987-45BB-987A-4DF9E9AF0C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A7D286-3F12-45A2-BE50-82162607C0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E251D7E3-1AEF-4B18-9F19-0C4959C6E3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CC7D21-6E09-4F35-BB22-4C17D53A38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21432A-7EC1-4591-BBBB-654DB603911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B59B75D8-65F3-4065-A6E0-2C204635577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F87F9899-6AE1-44EA-99F8-123F39E19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131901315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9C30D6-8975-4C4B-B166-B20059F05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ABB571-CF20-4921-A95A-D8D40DCBE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B1AE8B-6972-45E3-B0E7-D86C745823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2A01DACE-A2A9-4A5D-B900-3BA5080DD7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2093A7-0D58-4129-8564-B8713E07934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81CEC393-F19B-468D-9362-62165F856AD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F22E3F-4693-4BC8-A13D-2A730213D1A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D1B380B8-5B54-4EDB-B407-27D2DC68E28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6D6BF7-7B51-42E2-96EB-9A937CD0665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0E17ABED-C255-43E1-BADA-F5C0B4E197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5482B8C-56F5-4A23-BBAE-51D06006EC8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18A7626D-3BF8-4A72-A5C1-157AB5916A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26596563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5F7E78-1EA5-4E3D-8244-FFCED34CF8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622336-A88E-4499-9F63-2B7F23B336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E59533-DEAA-4344-8265-A8D9A7127F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AB3C08DA-3013-4FBB-9BB7-9DC3B9A196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9034D8-C72B-4F73-A323-564DE77C12E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42F7D0D3-77BA-4DCE-9CA3-9D0EFBF850D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A4F69C-2446-4B1F-94C1-9EA701CEBA4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8E58D3BB-0572-4B2D-AD1A-A34AB1A2A91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88ED06-8AFF-42E2-B188-936ABD27071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D7476952-8B36-4DF5-9CCF-59DF830DDAB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E532F0-A44C-48F7-BFAB-5A86597D347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D318E0E4-F7CF-4E4C-B8BB-7E10C7560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20</a:t>
            </a:r>
          </a:p>
        </p:txBody>
      </p:sp>
    </p:spTree>
    <p:extLst>
      <p:ext uri="{BB962C8B-B14F-4D97-AF65-F5344CB8AC3E}">
        <p14:creationId xmlns:p14="http://schemas.microsoft.com/office/powerpoint/2010/main" val="54151801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0D0970-2E74-40B0-A7BA-11743A7731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4E3A43-DD7F-4699-B0AF-20F60593D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011776-D7CE-4E62-9DE7-353EB10E16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36981276-B9D4-4E39-BC43-AA01C8C9291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3A03CF-EEB9-448D-952B-D91EB546E89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C2226DD4-CD86-4D98-8212-C5B54156C7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51101654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112F096-ABCB-4730-B7B6-780D12512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C57462-01A8-4A3B-A55E-0E5DBC1DE1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F8A464D-7A5B-46B6-8FF9-6ED7168D0A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77C28D8E-EC2F-4FAB-9F16-BFB6E473FE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D15A7A-2AE6-4CF5-A8DE-5BA07A093A0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F8BAC99A-3EB2-4647-BDAB-195C4C51139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24E20F2-3E87-4920-BBED-B08474AFEF7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2A49B550-73B5-4354-B857-CAEA910C01C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119EA1-DE1D-4916-8CF9-A470AC7A9FB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82733FF8-E6CC-42E3-90CE-8E78FD86D7F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DC9DAF9-FD5D-40A2-A4B9-99BE4858FF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D1B99C26-711F-452C-AA28-ACA91F8AD3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17377064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686D71B-1173-47FD-ABA3-D21205C735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5C278B-8805-4889-823C-943BE0BB11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0DB92BD-52EE-439F-A72C-3B383BDBB4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298E941F-A953-422B-8FB1-02667E1F032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684E99-017B-4CD9-80BA-AD569D7DFBC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4513E30-2189-4313-A156-953BF19993F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4FC545-721F-4F50-80AB-F72C5A5EAB2B}"/>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D23D8642-36B7-4712-B349-77C5CA33915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560716-A36B-48E8-AF2C-397AAD7800C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3167B6B-4DF9-4E21-81CF-3AE87111193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FA727D9-8734-43AC-AAD0-B4BA3914414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54e35793dcd4135"/>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3281F07-E141-4D6C-8B15-F5054D1C4DE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8AB5E1B-B073-4AA3-8163-2A9E60D67D6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4BFF9F-9894-4125-8900-804705E1A42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21f732d25c6430b"/>
              </a:rPr>
              <a:t>Open this week’s quiz</a:t>
            </a:r>
          </a:p>
        </p:txBody>
      </p:sp>
      <p:sp>
        <p:nvSpPr>
          <p:cNvPr id="16" name="">
            <a:extLst xmlns:a="http://schemas.openxmlformats.org/drawingml/2006/main">
              <a:ext uri="{FF2B5EF4-FFF2-40B4-BE49-F238E27FC236}">
                <a16:creationId xmlns:a16="http://schemas.microsoft.com/office/drawing/2014/main" id="{01BE5EA1-03BB-4CE1-A0AE-BA39AB5B951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https://forms.gle/8PGZxFB8c2SYs1Qz7</a:t>
            </a:r>
          </a:p>
        </p:txBody>
      </p:sp>
      <p:sp>
        <p:nvSpPr>
          <p:cNvPr id="17" name="">
            <a:extLst xmlns:a="http://schemas.openxmlformats.org/drawingml/2006/main">
              <a:ext uri="{FF2B5EF4-FFF2-40B4-BE49-F238E27FC236}">
                <a16:creationId xmlns:a16="http://schemas.microsoft.com/office/drawing/2014/main" id="{7B3DF8D9-0AFA-46B6-B39C-F20790514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23</a:t>
            </a:r>
          </a:p>
        </p:txBody>
      </p:sp>
    </p:spTree>
    <p:extLst>
      <p:ext uri="{BB962C8B-B14F-4D97-AF65-F5344CB8AC3E}">
        <p14:creationId xmlns:p14="http://schemas.microsoft.com/office/powerpoint/2010/main" val="121363965"/>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4D5BCA-9066-4C75-8497-F911E487C3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4511309D-4F9F-469F-A078-E4F0128C0C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5170012-FEED-4C85-9871-E730277C71F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9E3FFF7-FC68-4E32-A9EA-84902AC293D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10111A4E-D015-40FD-9BF9-FA877802C23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2339A4D-5006-4183-A739-80274ADDAC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24</a:t>
            </a:r>
          </a:p>
        </p:txBody>
      </p:sp>
    </p:spTree>
    <p:extLst>
      <p:ext uri="{BB962C8B-B14F-4D97-AF65-F5344CB8AC3E}">
        <p14:creationId xmlns:p14="http://schemas.microsoft.com/office/powerpoint/2010/main" val="100199160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2F3CD41-BA18-4A76-AD38-5AAB1EB7B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660AB0-1F53-4DD4-A4D2-749D6F46AC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3C6C377-5B20-4AB7-A017-9795F6ADDC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DA7590A6-BF38-4914-9BF9-89750A58BBC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59DDEB-FE98-49F0-9FD0-F1988A6C28A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2429B36-1211-4BB6-B59A-F79FBB84121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E5A899-36DB-4917-9BB8-6E4EC3514EB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7B3B77AE-4051-4503-BF2F-A07BBA170EF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43532-B887-4D19-A1AF-DEAB5583930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0A1A2845-8A4B-4AEB-9C65-59DB63B8243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68A3D0-4163-484C-B955-A5F29B38C3B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CF28B8F3-B37B-49AF-885E-14095EED1E6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4683CF-9D56-4C11-8E44-BF235946577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be7d4fcf3ee4f80"/>
              </a:rPr>
              <a:t>Open explainer video</a:t>
            </a:r>
          </a:p>
        </p:txBody>
      </p:sp>
      <p:sp>
        <p:nvSpPr>
          <p:cNvPr id="14" name="">
            <a:extLst xmlns:a="http://schemas.openxmlformats.org/drawingml/2006/main">
              <a:ext uri="{FF2B5EF4-FFF2-40B4-BE49-F238E27FC236}">
                <a16:creationId xmlns:a16="http://schemas.microsoft.com/office/drawing/2014/main" id="{7DC985AC-F622-41D3-996B-A5EF7D4674C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9CBE3D78-C1A8-45C8-A366-3DE4869C57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13521607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2026-09-28T21:25:21.9370000Z</dcterms:created>
  <dcterms:modified xsi:type="dcterms:W3CDTF">2026-09-28T21:25:21.9370000Z</dcterms:modified>
</coreProperties>
</file>