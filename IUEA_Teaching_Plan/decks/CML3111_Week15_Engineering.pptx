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db7ce95b3d47a0" /><Relationship Type="http://schemas.openxmlformats.org/officeDocument/2006/relationships/extended-properties" Target="/docProps/app.xml" Id="Rd0f36764c91b47ab" /><Relationship Type="http://schemas.openxmlformats.org/officeDocument/2006/relationships/officeDocument" Target="/ppt/presentation.xml" Id="Ra88f15f7ad8d4a0e" /></Relationships>
</file>

<file path=ppt/presentation.xml><?xml version="1.0" encoding="utf-8"?>
<p:presentation xmlns:p="http://schemas.openxmlformats.org/presentationml/2006/main">
  <p:sldMasterIdLst>
    <p:sldMasterId xmlns:r="http://schemas.openxmlformats.org/officeDocument/2006/relationships" id="2147483648" r:id="R654c1a6335e1414f"/>
  </p:sldMasterIdLst>
  <p:notesMasterIdLst>
    <p:notesMasterId xmlns:r="http://schemas.openxmlformats.org/officeDocument/2006/relationships" r:id="R9215a6abc0d24a59"/>
  </p:notesMasterIdLst>
  <p:sldIdLst>
    <p:sldId xmlns:r="http://schemas.openxmlformats.org/officeDocument/2006/relationships" id="256" r:id="Rf58a28c21f164d01"/>
    <p:sldId xmlns:r="http://schemas.openxmlformats.org/officeDocument/2006/relationships" id="257" r:id="Rcda39aae3c8740b9"/>
    <p:sldId xmlns:r="http://schemas.openxmlformats.org/officeDocument/2006/relationships" id="258" r:id="Re2549374060344ea"/>
    <p:sldId xmlns:r="http://schemas.openxmlformats.org/officeDocument/2006/relationships" id="259" r:id="R9e1b1ee8325a4279"/>
    <p:sldId xmlns:r="http://schemas.openxmlformats.org/officeDocument/2006/relationships" id="260" r:id="Rac373e91e71249a4"/>
    <p:sldId xmlns:r="http://schemas.openxmlformats.org/officeDocument/2006/relationships" id="261" r:id="R663fba379f5845b2"/>
    <p:sldId xmlns:r="http://schemas.openxmlformats.org/officeDocument/2006/relationships" id="262" r:id="R25f766e9b4e44f4e"/>
    <p:sldId xmlns:r="http://schemas.openxmlformats.org/officeDocument/2006/relationships" id="263" r:id="Ra7b4bcb0ec4c4496"/>
    <p:sldId xmlns:r="http://schemas.openxmlformats.org/officeDocument/2006/relationships" id="264" r:id="R6de7718660e34e97"/>
    <p:sldId xmlns:r="http://schemas.openxmlformats.org/officeDocument/2006/relationships" id="265" r:id="R738ff6570eee468e"/>
    <p:sldId xmlns:r="http://schemas.openxmlformats.org/officeDocument/2006/relationships" id="266" r:id="R9ba365e1f7c74b55"/>
    <p:sldId xmlns:r="http://schemas.openxmlformats.org/officeDocument/2006/relationships" id="267" r:id="R2e48a6d784d2439a"/>
    <p:sldId xmlns:r="http://schemas.openxmlformats.org/officeDocument/2006/relationships" id="268" r:id="Rc001694d3cc44051"/>
    <p:sldId xmlns:r="http://schemas.openxmlformats.org/officeDocument/2006/relationships" id="269" r:id="R4d7d8bbb237e4c8b"/>
    <p:sldId xmlns:r="http://schemas.openxmlformats.org/officeDocument/2006/relationships" id="270" r:id="Reb8fe011fb3943e5"/>
    <p:sldId xmlns:r="http://schemas.openxmlformats.org/officeDocument/2006/relationships" id="271" r:id="R4287c5a6103c4bea"/>
    <p:sldId xmlns:r="http://schemas.openxmlformats.org/officeDocument/2006/relationships" id="272" r:id="R1420bd9025c84a68"/>
    <p:sldId xmlns:r="http://schemas.openxmlformats.org/officeDocument/2006/relationships" id="273" r:id="R5de4726399c44d88"/>
    <p:sldId xmlns:r="http://schemas.openxmlformats.org/officeDocument/2006/relationships" id="274" r:id="Radf1ceed8b9c4ac1"/>
    <p:sldId xmlns:r="http://schemas.openxmlformats.org/officeDocument/2006/relationships" id="275" r:id="R781b1f099b9048c3"/>
    <p:sldId xmlns:r="http://schemas.openxmlformats.org/officeDocument/2006/relationships" id="276" r:id="Rf97d082deeb548ec"/>
    <p:sldId xmlns:r="http://schemas.openxmlformats.org/officeDocument/2006/relationships" id="277" r:id="R16d8503fb54a404b"/>
    <p:sldId xmlns:r="http://schemas.openxmlformats.org/officeDocument/2006/relationships" id="278" r:id="Rd4f90d60fb8242b7"/>
    <p:sldId xmlns:r="http://schemas.openxmlformats.org/officeDocument/2006/relationships" id="279" r:id="Rfe7c57fdf2f54b5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0efc0c2e9d45f6" /><Relationship Type="http://schemas.openxmlformats.org/officeDocument/2006/relationships/slideMaster" Target="/ppt/slideMasters/slideMaster1.xml" Id="R654c1a6335e1414f" /><Relationship Type="http://schemas.openxmlformats.org/officeDocument/2006/relationships/notesMaster" Target="/ppt/notesMasters/notesMaster1.xml" Id="R9215a6abc0d24a59" /><Relationship Type="http://schemas.openxmlformats.org/officeDocument/2006/relationships/presProps" Target="/ppt/presProps.xml" Id="R308c4d5e971f4027" /><Relationship Type="http://schemas.openxmlformats.org/officeDocument/2006/relationships/tableStyles" Target="/ppt/tableStyles.xml" Id="R9cfce5077e4141b0" /><Relationship Type="http://schemas.openxmlformats.org/officeDocument/2006/relationships/slide" Target="/ppt/slides/slide1.xml" Id="Rf58a28c21f164d01" /><Relationship Type="http://schemas.openxmlformats.org/officeDocument/2006/relationships/slide" Target="/ppt/slides/slide2.xml" Id="Rcda39aae3c8740b9" /><Relationship Type="http://schemas.openxmlformats.org/officeDocument/2006/relationships/slide" Target="/ppt/slides/slide3.xml" Id="Re2549374060344ea" /><Relationship Type="http://schemas.openxmlformats.org/officeDocument/2006/relationships/slide" Target="/ppt/slides/slide4.xml" Id="R9e1b1ee8325a4279" /><Relationship Type="http://schemas.openxmlformats.org/officeDocument/2006/relationships/slide" Target="/ppt/slides/slide5.xml" Id="Rac373e91e71249a4" /><Relationship Type="http://schemas.openxmlformats.org/officeDocument/2006/relationships/slide" Target="/ppt/slides/slide6.xml" Id="R663fba379f5845b2" /><Relationship Type="http://schemas.openxmlformats.org/officeDocument/2006/relationships/slide" Target="/ppt/slides/slide7.xml" Id="R25f766e9b4e44f4e" /><Relationship Type="http://schemas.openxmlformats.org/officeDocument/2006/relationships/slide" Target="/ppt/slides/slide8.xml" Id="Ra7b4bcb0ec4c4496" /><Relationship Type="http://schemas.openxmlformats.org/officeDocument/2006/relationships/slide" Target="/ppt/slides/slide9.xml" Id="R6de7718660e34e97" /><Relationship Type="http://schemas.openxmlformats.org/officeDocument/2006/relationships/slide" Target="/ppt/slides/slide10.xml" Id="R738ff6570eee468e" /><Relationship Type="http://schemas.openxmlformats.org/officeDocument/2006/relationships/slide" Target="/ppt/slides/slide11.xml" Id="R9ba365e1f7c74b55" /><Relationship Type="http://schemas.openxmlformats.org/officeDocument/2006/relationships/slide" Target="/ppt/slides/slide12.xml" Id="R2e48a6d784d2439a" /><Relationship Type="http://schemas.openxmlformats.org/officeDocument/2006/relationships/slide" Target="/ppt/slides/slide13.xml" Id="Rc001694d3cc44051" /><Relationship Type="http://schemas.openxmlformats.org/officeDocument/2006/relationships/slide" Target="/ppt/slides/slide14.xml" Id="R4d7d8bbb237e4c8b" /><Relationship Type="http://schemas.openxmlformats.org/officeDocument/2006/relationships/slide" Target="/ppt/slides/slide15.xml" Id="Reb8fe011fb3943e5" /><Relationship Type="http://schemas.openxmlformats.org/officeDocument/2006/relationships/slide" Target="/ppt/slides/slide16.xml" Id="R4287c5a6103c4bea" /><Relationship Type="http://schemas.openxmlformats.org/officeDocument/2006/relationships/slide" Target="/ppt/slides/slide17.xml" Id="R1420bd9025c84a68" /><Relationship Type="http://schemas.openxmlformats.org/officeDocument/2006/relationships/slide" Target="/ppt/slides/slide18.xml" Id="R5de4726399c44d88" /><Relationship Type="http://schemas.openxmlformats.org/officeDocument/2006/relationships/slide" Target="/ppt/slides/slide19.xml" Id="Radf1ceed8b9c4ac1" /><Relationship Type="http://schemas.openxmlformats.org/officeDocument/2006/relationships/slide" Target="/ppt/slides/slide20.xml" Id="R781b1f099b9048c3" /><Relationship Type="http://schemas.openxmlformats.org/officeDocument/2006/relationships/slide" Target="/ppt/slides/slide21.xml" Id="Rf97d082deeb548ec" /><Relationship Type="http://schemas.openxmlformats.org/officeDocument/2006/relationships/slide" Target="/ppt/slides/slide22.xml" Id="R16d8503fb54a404b" /><Relationship Type="http://schemas.openxmlformats.org/officeDocument/2006/relationships/slide" Target="/ppt/slides/slide23.xml" Id="Rd4f90d60fb8242b7" /><Relationship Type="http://schemas.openxmlformats.org/officeDocument/2006/relationships/slide" Target="/ppt/slides/slide24.xml" Id="Rfe7c57fdf2f54b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bc19bd840f4dc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68c72345f74906" /><Relationship Type="http://schemas.openxmlformats.org/officeDocument/2006/relationships/notesMaster" Target="/ppt/notesMasters/notesMaster1.xml" Id="Rfb82135e8de2400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1cdf96b3604796" /><Relationship Type="http://schemas.openxmlformats.org/officeDocument/2006/relationships/notesMaster" Target="/ppt/notesMasters/notesMaster1.xml" Id="R239f658d963046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76610bd9754a49" /><Relationship Type="http://schemas.openxmlformats.org/officeDocument/2006/relationships/notesMaster" Target="/ppt/notesMasters/notesMaster1.xml" Id="R60beb597d8b946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1fbd573f6bc74144" /><Relationship Type="http://schemas.openxmlformats.org/officeDocument/2006/relationships/notesMaster" Target="/ppt/notesMasters/notesMaster1.xml" Id="R98cd302e52f041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0983f96a074c1f" /><Relationship Type="http://schemas.openxmlformats.org/officeDocument/2006/relationships/notesMaster" Target="/ppt/notesMasters/notesMaster1.xml" Id="R75e2a4eeb84345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2178fc5d3c42e6" /><Relationship Type="http://schemas.openxmlformats.org/officeDocument/2006/relationships/notesMaster" Target="/ppt/notesMasters/notesMaster1.xml" Id="R3fd16c823f5e48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09251a2a79a4376" /><Relationship Type="http://schemas.openxmlformats.org/officeDocument/2006/relationships/notesMaster" Target="/ppt/notesMasters/notesMaster1.xml" Id="Rcef091a9bdcd45c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642a526911445a" /><Relationship Type="http://schemas.openxmlformats.org/officeDocument/2006/relationships/notesMaster" Target="/ppt/notesMasters/notesMaster1.xml" Id="R53b38ba08c79479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dd73b72e914fa7" /><Relationship Type="http://schemas.openxmlformats.org/officeDocument/2006/relationships/notesMaster" Target="/ppt/notesMasters/notesMaster1.xml" Id="Rc53a9675b963460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d1448eb5f764813" /><Relationship Type="http://schemas.openxmlformats.org/officeDocument/2006/relationships/notesMaster" Target="/ppt/notesMasters/notesMaster1.xml" Id="R2522fb95fecd4ae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b2ac52f22a2434f" /><Relationship Type="http://schemas.openxmlformats.org/officeDocument/2006/relationships/notesMaster" Target="/ppt/notesMasters/notesMaster1.xml" Id="Rf00fa2265ca1422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20ea664f654d0b" /><Relationship Type="http://schemas.openxmlformats.org/officeDocument/2006/relationships/notesMaster" Target="/ppt/notesMasters/notesMaster1.xml" Id="R8ec5554b75154d5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d59622150af49a6" /><Relationship Type="http://schemas.openxmlformats.org/officeDocument/2006/relationships/notesMaster" Target="/ppt/notesMasters/notesMaster1.xml" Id="R692f060b15af474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3cb289dc1544cf" /><Relationship Type="http://schemas.openxmlformats.org/officeDocument/2006/relationships/notesMaster" Target="/ppt/notesMasters/notesMaster1.xml" Id="R525e5806c98949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ceb7c65c7df4a52" /><Relationship Type="http://schemas.openxmlformats.org/officeDocument/2006/relationships/notesMaster" Target="/ppt/notesMasters/notesMaster1.xml" Id="Rb58d0910d97448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954f43e9834dd4" /><Relationship Type="http://schemas.openxmlformats.org/officeDocument/2006/relationships/notesMaster" Target="/ppt/notesMasters/notesMaster1.xml" Id="Rd833ebca025942c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2f073c772c840fc" /><Relationship Type="http://schemas.openxmlformats.org/officeDocument/2006/relationships/notesMaster" Target="/ppt/notesMasters/notesMaster1.xml" Id="R3d61a0fc8c5640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8a930e61cb84c7a" /><Relationship Type="http://schemas.openxmlformats.org/officeDocument/2006/relationships/notesMaster" Target="/ppt/notesMasters/notesMaster1.xml" Id="Ra7016ef3fca14fe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0d786f43bbf4d79" /><Relationship Type="http://schemas.openxmlformats.org/officeDocument/2006/relationships/notesMaster" Target="/ppt/notesMasters/notesMaster1.xml" Id="R124b07a1948d467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34f050763e45ff" /><Relationship Type="http://schemas.openxmlformats.org/officeDocument/2006/relationships/notesMaster" Target="/ppt/notesMasters/notesMaster1.xml" Id="R3b9d4c90f38e4c0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36db3410ca247f4" /><Relationship Type="http://schemas.openxmlformats.org/officeDocument/2006/relationships/notesMaster" Target="/ppt/notesMasters/notesMaster1.xml" Id="R320d6e2339b843e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d46e0bbf9414b1a" /><Relationship Type="http://schemas.openxmlformats.org/officeDocument/2006/relationships/notesMaster" Target="/ppt/notesMasters/notesMaster1.xml" Id="Rdad8a0b31e57429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59ce6403d5047e8" /><Relationship Type="http://schemas.openxmlformats.org/officeDocument/2006/relationships/notesMaster" Target="/ppt/notesMasters/notesMaster1.xml" Id="R7de7655c6d2e4f6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8d5dbc9952410c" /><Relationship Type="http://schemas.openxmlformats.org/officeDocument/2006/relationships/notesMaster" Target="/ppt/notesMasters/notesMaster1.xml" Id="R9c52ae0f6f8d49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Presenting the project and individual contribution</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Presenting the project and individual contribution</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Presenting the project and individual contribution. Explain why this example is needed before running it.</a:t>
            </a:r>
          </a:p>
          <a:p xmlns:a="http://schemas.openxmlformats.org/drawingml/2006/main">
            <a:r>
              <a:t/>
            </a:r>
          </a:p>
          <a:p xmlns:a="http://schemas.openxmlformats.org/drawingml/2006/main">
            <a:r>
              <a:t>EXPLAIN</a:t>
            </a:r>
          </a:p>
          <a:p xmlns:a="http://schemas.openxmlformats.org/drawingml/2006/main">
            <a:r>
              <a:t>Explain your question and one supported finding.</a:t>
            </a:r>
          </a:p>
          <a:p xmlns:a="http://schemas.openxmlformats.org/drawingml/2006/main">
            <a:r>
              <a:t/>
            </a:r>
          </a:p>
          <a:p xmlns:a="http://schemas.openxmlformats.org/drawingml/2006/main">
            <a:r>
              <a:t>State a limitation and your individual contribution.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Presenting the project and individual contribution.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New models and a last-minute redesign are unnecessary. Fix broken run instructions first.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What question did your team investigate, and what result can you support with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 presentation connects a claim to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presentation connects a claim to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POINT TO THE DEFINITION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NEXT</a:t>
            </a:r>
          </a:p>
          <a:p xmlns:a="http://schemas.openxmlformats.org/drawingml/2006/main">
            <a:r>
              <a:t>A six-minute presentation.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six-minute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Build on A presentation connects a claim to evidence. Explain why this example is needed before running it.</a:t>
            </a:r>
          </a:p>
          <a:p xmlns:a="http://schemas.openxmlformats.org/drawingml/2006/main">
            <a:r>
              <a:t/>
            </a:r>
          </a:p>
          <a:p xmlns:a="http://schemas.openxmlformats.org/drawingml/2006/main">
            <a:r>
              <a:t>EXPLAIN</a:t>
            </a:r>
          </a:p>
          <a:p xmlns:a="http://schemas.openxmlformats.org/drawingml/2006/main">
            <a:r>
              <a:t>Minutes 1–2: explain the question and data.</a:t>
            </a:r>
          </a:p>
          <a:p xmlns:a="http://schemas.openxmlformats.org/drawingml/2006/main">
            <a:r>
              <a:t/>
            </a:r>
          </a:p>
          <a:p xmlns:a="http://schemas.openxmlformats.org/drawingml/2006/main">
            <a:r>
              <a:t>Minutes 3–4: show the method and one supported result.</a:t>
            </a:r>
          </a:p>
          <a:p xmlns:a="http://schemas.openxmlformats.org/drawingml/2006/main">
            <a:r>
              <a:t/>
            </a:r>
          </a:p>
          <a:p xmlns:a="http://schemas.openxmlformats.org/drawingml/2006/main">
            <a:r>
              <a:t>Minutes 5–6: explain limitations, contributions and a next step.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Build on the preceding slide: A presentation connects a claim to evidence.</a:t>
            </a:r>
          </a:p>
          <a:p xmlns:a="http://schemas.openxmlformats.org/drawingml/2006/main">
            <a:r>
              <a:t/>
            </a:r>
          </a:p>
          <a:p xmlns:a="http://schemas.openxmlformats.org/drawingml/2006/main">
            <a:r>
              <a:t>LECTURER CUE</a:t>
            </a:r>
          </a:p>
          <a:p xmlns:a="http://schemas.openxmlformats.org/drawingml/2006/main">
            <a:r>
              <a:t>Model a six-minute presentation: one minute for the problem, one for the data, two for the method and result, one for limitations and one for contribution and next step.</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Make the evidence readable.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Make the evidence readable.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Build on A six-minute presentation. Explain why this example is needed before running it.</a:t>
            </a:r>
          </a:p>
          <a:p xmlns:a="http://schemas.openxmlformats.org/drawingml/2006/main">
            <a:r>
              <a:t/>
            </a:r>
          </a:p>
          <a:p xmlns:a="http://schemas.openxmlformats.org/drawingml/2006/main">
            <a:r>
              <a:t>EXPLAIN</a:t>
            </a:r>
          </a:p>
          <a:p xmlns:a="http://schemas.openxmlformats.org/drawingml/2006/main">
            <a:r>
              <a:t>Name the chart axes and their units.</a:t>
            </a:r>
          </a:p>
          <a:p xmlns:a="http://schemas.openxmlformats.org/drawingml/2006/main">
            <a:r>
              <a:t/>
            </a:r>
          </a:p>
          <a:p xmlns:a="http://schemas.openxmlformats.org/drawingml/2006/main">
            <a:r>
              <a:t>State the measured evaluation result and how you obtained it.</a:t>
            </a:r>
          </a:p>
          <a:p xmlns:a="http://schemas.openxmlformats.org/drawingml/2006/main">
            <a:r>
              <a:t/>
            </a:r>
          </a:p>
          <a:p xmlns:a="http://schemas.openxmlformats.org/drawingml/2006/main">
            <a:r>
              <a:t>Point to the particular table, plot or calculation that supports your claim.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Build on the preceding slide: A six-minute presentation.</a:t>
            </a:r>
          </a:p>
          <a:p xmlns:a="http://schemas.openxmlformats.org/drawingml/2006/main">
            <a:r>
              <a:t/>
            </a:r>
          </a:p>
          <a:p xmlns:a="http://schemas.openxmlformats.org/drawingml/2006/main">
            <a:r>
              <a:t>LECTURER CUE</a:t>
            </a:r>
          </a:p>
          <a:p xmlns:a="http://schemas.openxmlformats.org/drawingml/2006/main">
            <a:r>
              <a:t>Explain each chart’s axes and unit before stating its finding. Use the actual measured validation results and state how they were obtained.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Explain the limits honestly.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Explain the limits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Build on Make the evidence readable. Explain why this example is needed before running it.</a:t>
            </a:r>
          </a:p>
          <a:p xmlns:a="http://schemas.openxmlformats.org/drawingml/2006/main">
            <a:r>
              <a:t/>
            </a:r>
          </a:p>
          <a:p xmlns:a="http://schemas.openxmlformats.org/drawingml/2006/main">
            <a:r>
              <a:t>EXPLAIN</a:t>
            </a:r>
          </a:p>
          <a:p xmlns:a="http://schemas.openxmlformats.org/drawingml/2006/main">
            <a:r>
              <a:t>State what your investigation can support.</a:t>
            </a:r>
          </a:p>
          <a:p xmlns:a="http://schemas.openxmlformats.org/drawingml/2006/main">
            <a:r>
              <a:t/>
            </a:r>
          </a:p>
          <a:p xmlns:a="http://schemas.openxmlformats.org/drawingml/2006/main">
            <a:r>
              <a:t>If an answer is unknown, say what evidence would resolve it.</a:t>
            </a:r>
          </a:p>
          <a:p xmlns:a="http://schemas.openxmlformats.org/drawingml/2006/main">
            <a:r>
              <a:t/>
            </a:r>
          </a:p>
          <a:p xmlns:a="http://schemas.openxmlformats.org/drawingml/2006/main">
            <a:r>
              <a:t>Teaching data alone do not establish readiness for real operation.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Build on the preceding slide: Make the evidence readable.</a:t>
            </a:r>
          </a:p>
          <a:p xmlns:a="http://schemas.openxmlformats.org/drawingml/2006/main">
            <a:r>
              <a:t/>
            </a:r>
          </a:p>
          <a:p xmlns:a="http://schemas.openxmlformats.org/drawingml/2006/main">
            <a:r>
              <a:t>LECTURER CUE</a:t>
            </a:r>
          </a:p>
          <a:p xmlns:a="http://schemas.openxmlformats.org/drawingml/2006/main">
            <a:r>
              <a:t>Practise saying “I do not know yet” followed by the evidence needed to resolve the question. Do not claim deployment readiness from a teaching dataset.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 are explaining to a colleague.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Explain the limits honestly. Explain why this example is needed before running it.</a:t>
            </a:r>
          </a:p>
          <a:p xmlns:a="http://schemas.openxmlformats.org/drawingml/2006/main">
            <a:r>
              <a:t/>
            </a:r>
          </a:p>
          <a:p xmlns:a="http://schemas.openxmlformats.org/drawingml/2006/main">
            <a:r>
              <a:t>EXPLAIN</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project and DEMO requirements.</a:t>
            </a:r>
          </a:p>
          <a:p xmlns:a="http://schemas.openxmlformats.org/drawingml/2006/main">
            <a:r>
              <a:t/>
            </a:r>
          </a:p>
          <a:p xmlns:a="http://schemas.openxmlformats.org/drawingml/2006/main">
            <a:r>
              <a:t>Each individual submits their own typed defence and reflection through the designated route.</a:t>
            </a:r>
          </a:p>
          <a:p xmlns:a="http://schemas.openxmlformats.org/drawingml/2006/main">
            <a:r>
              <a:t/>
            </a:r>
          </a:p>
          <a:p xmlns:a="http://schemas.openxmlformats.org/drawingml/2006/main">
            <a:r>
              <a:t>Submit your own written defence and reflection as instructed.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Use the published project and DEMO requirements. Each individual submits their own typed defence and reflection through the designated route. Live questioning and peer comments support learning; they are not a new manual marking workload.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Problem definition (15.0 total): The engineering problem is real, specific and bounded.</a:t>
            </a:r>
          </a:p>
          <a:p xmlns:a="http://schemas.openxmlformats.org/drawingml/2006/main">
            <a:r>
              <a:t/>
            </a:r>
          </a:p>
          <a:p xmlns:a="http://schemas.openxmlformats.org/drawingml/2006/main">
            <a:r>
              <a:t>The ML task is correctly derived from it.</a:t>
            </a:r>
          </a:p>
          <a:p xmlns:a="http://schemas.openxmlformats.org/drawingml/2006/main">
            <a:r>
              <a:t/>
            </a:r>
          </a:p>
          <a:p xmlns:a="http://schemas.openxmlformats.org/drawingml/2006/main">
            <a:r>
              <a:t>The target variable is justified, not merely available.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value is a piece of information. A variable is a name referring to a value. In length_m = 5, Python evaluates the right side and binds that result to the name on the left.</a:t>
            </a:r>
          </a:p>
          <a:p xmlns:a="http://schemas.openxmlformats.org/drawingml/2006/main">
            <a:r>
              <a:t/>
            </a:r>
          </a:p>
          <a:p xmlns:a="http://schemas.openxmlformats.org/drawingml/2006/main">
            <a:r>
              <a:t>CHECK AND EXPECTED ANSWER</a:t>
            </a:r>
          </a:p>
          <a:p xmlns:a="http://schemas.openxmlformats.org/drawingml/2006/main">
            <a:r>
              <a:t>After x=3 then x=5, what does print(x) display? 5. The earlier value is not added automatically.</a:t>
            </a:r>
          </a:p>
          <a:p xmlns:a="http://schemas.openxmlformats.org/drawingml/2006/main">
            <a:r>
              <a:t/>
            </a:r>
          </a:p>
          <a:p xmlns:a="http://schemas.openxmlformats.org/drawingml/2006/main">
            <a:r>
              <a:t>IF LEARNERS ARE STUCK</a:t>
            </a:r>
          </a:p>
          <a:p xmlns:a="http://schemas.openxmlformats.org/drawingml/2006/main">
            <a:r>
              <a:t>Write the name on a card and the current value beside it. Distinguish number 3 from quoted text "3".</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Data understanding (15.0 total): Provenance, licence and collection method stated.</a:t>
            </a:r>
          </a:p>
          <a:p xmlns:a="http://schemas.openxmlformats.org/drawingml/2006/main">
            <a:r>
              <a:t/>
            </a:r>
          </a:p>
          <a:p xmlns:a="http://schemas.openxmlformats.org/drawingml/2006/main">
            <a:r>
              <a:t>Defects found and handled with justification.</a:t>
            </a:r>
          </a:p>
          <a:p xmlns:a="http://schemas.openxmlformats.org/drawingml/2006/main">
            <a:r>
              <a:t/>
            </a:r>
          </a:p>
          <a:p xmlns:a="http://schemas.openxmlformats.org/drawingml/2006/main">
            <a:r>
              <a:t>Limitations of the data acknowledged before any modelling.</a:t>
            </a:r>
          </a:p>
          <a:p xmlns:a="http://schemas.openxmlformats.org/drawingml/2006/main">
            <a:r>
              <a:t/>
            </a:r>
          </a:p>
          <a:p xmlns:a="http://schemas.openxmlformats.org/drawingml/2006/main">
            <a:r>
              <a:t>Methodology (20.0 total): Appropriate models chosen and compared under one protocol.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Hyperparameters handled sensibly.</a:t>
            </a:r>
          </a:p>
          <a:p xmlns:a="http://schemas.openxmlformats.org/drawingml/2006/main">
            <a:r>
              <a:t/>
            </a:r>
          </a:p>
          <a:p xmlns:a="http://schemas.openxmlformats.org/drawingml/2006/main">
            <a:r>
              <a:t>Choices explained rather than defaulted to.</a:t>
            </a:r>
          </a:p>
          <a:p xmlns:a="http://schemas.openxmlformats.org/drawingml/2006/main">
            <a:r>
              <a:t/>
            </a:r>
          </a:p>
          <a:p xmlns:a="http://schemas.openxmlformats.org/drawingml/2006/main">
            <a:r>
              <a:t>Engineering reasoning (20.0 total): Domain knowledge visibly enters the work through features, banding, metric choice or interpretation.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The result is discussed as engineering, not as a score.</a:t>
            </a:r>
          </a:p>
          <a:p xmlns:a="http://schemas.openxmlformats.org/drawingml/2006/main">
            <a:r>
              <a:t/>
            </a:r>
          </a:p>
          <a:p xmlns:a="http://schemas.openxmlformats.org/drawingml/2006/main">
            <a:r>
              <a:t>Validation (15.0 total): Correct train/test discipline, cross-validation with a reported spread, leakage explicitly checked and ruled out, metric justified against the cost of error.</a:t>
            </a:r>
          </a:p>
          <a:p xmlns:a="http://schemas.openxmlformats.org/drawingml/2006/main">
            <a:r>
              <a:t/>
            </a:r>
          </a:p>
          <a:p xmlns:a="http://schemas.openxmlformats.org/drawingml/2006/main">
            <a:r>
              <a:t>Communication (10.0 total): The 2-page brief is readable by a non-specialist engineer.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Charts answer questions and are captioned with findings.</a:t>
            </a:r>
          </a:p>
          <a:p xmlns:a="http://schemas.openxmlformats.org/drawingml/2006/main">
            <a:r>
              <a:t/>
            </a:r>
          </a:p>
          <a:p xmlns:a="http://schemas.openxmlformats.org/drawingml/2006/main">
            <a:r>
              <a:t>Uncertainty and limitations stated honestly.</a:t>
            </a:r>
          </a:p>
          <a:p xmlns:a="http://schemas.openxmlformats.org/drawingml/2006/main">
            <a:r>
              <a:t/>
            </a:r>
          </a:p>
          <a:p xmlns:a="http://schemas.openxmlformats.org/drawingml/2006/main">
            <a:r>
              <a:t>Reproducibility &amp; documentation (5.0 total): Repository runs from a clean clone.</a:t>
            </a:r>
          </a:p>
          <a:p xmlns:a="http://schemas.openxmlformats.org/drawingml/2006/main">
            <a:r>
              <a:t/>
            </a:r>
          </a:p>
          <a:p xmlns:a="http://schemas.openxmlformats.org/drawingml/2006/main">
            <a:r>
              <a:t>README complete. requirements.txt present.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Seeds set.</a:t>
            </a:r>
          </a:p>
          <a:p xmlns:a="http://schemas.openxmlformats.org/drawingml/2006/main">
            <a:r>
              <a:t/>
            </a:r>
          </a:p>
          <a:p xmlns:a="http://schemas.openxmlformats.org/drawingml/2006/main">
            <a:r>
              <a:t>AI use declared.</a:t>
            </a:r>
          </a:p>
          <a:p xmlns:a="http://schemas.openxmlformats.org/drawingml/2006/main">
            <a:r>
              <a:t/>
            </a:r>
          </a:p>
          <a:p xmlns:a="http://schemas.openxmlformats.org/drawingml/2006/main">
            <a:r>
              <a:t>Contribution log present.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 CML3111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Engineering ML project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Engineering ML project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Build on Engineering ML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27 Nov 2026, 11:00 Kampala</a:t>
            </a:r>
          </a:p>
          <a:p xmlns:a="http://schemas.openxmlformats.org/drawingml/2006/main">
            <a:r>
              <a:t/>
            </a:r>
          </a:p>
          <a:p xmlns:a="http://schemas.openxmlformats.org/drawingml/2006/main">
            <a:r>
              <a:t>Deadline: 18 Dec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Build on the preceding slide: Engineering ML project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Presentation evidence (35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Presentation evidence (35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Build on Engineering ML project submission. Explain why this example is needed before running it.</a:t>
            </a:r>
          </a:p>
          <a:p xmlns:a="http://schemas.openxmlformats.org/drawingml/2006/main">
            <a:r>
              <a:t/>
            </a:r>
          </a:p>
          <a:p xmlns:a="http://schemas.openxmlformats.org/drawingml/2006/main">
            <a:r>
              <a:t>EXPLAIN</a:t>
            </a:r>
          </a:p>
          <a:p xmlns:a="http://schemas.openxmlformats.org/drawingml/2006/main">
            <a:r>
              <a:t>Slides and narration notes explain the question, method, evidence and limitations for an engineering audience.</a:t>
            </a:r>
          </a:p>
          <a:p xmlns:a="http://schemas.openxmlformats.org/drawingml/2006/main">
            <a:r>
              <a:t/>
            </a:r>
          </a:p>
          <a:p xmlns:a="http://schemas.openxmlformats.org/drawingml/2006/main">
            <a:r>
              <a:t>The local text grader does not assess visual styling or spoken delivery.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Build on the preceding slide: Engineering ML project submission.</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Individual written defence (40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Individual written defence (40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Build on Presentation evidence (35 marks). Explain why this example is needed before running it.</a:t>
            </a:r>
          </a:p>
          <a:p xmlns:a="http://schemas.openxmlformats.org/drawingml/2006/main">
            <a:r>
              <a:t/>
            </a:r>
          </a:p>
          <a:p xmlns:a="http://schemas.openxmlformats.org/drawingml/2006/main">
            <a:r>
              <a:t>EXPLAIN</a:t>
            </a:r>
          </a:p>
          <a:p xmlns:a="http://schemas.openxmlformats.org/drawingml/2006/main">
            <a:r>
              <a:t>Two typed answers about the student's own repository identify specific cells/results and explain the decisions.</a:t>
            </a:r>
          </a:p>
          <a:p xmlns:a="http://schemas.openxmlformats.org/drawingml/2006/main">
            <a:r>
              <a:t/>
            </a:r>
          </a:p>
          <a:p xmlns:a="http://schemas.openxmlformats.org/drawingml/2006/main">
            <a:r>
              <a:t>Credit is based on the submitted evidence; live questioning is formative.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Build on the preceding slide: Presentation evidence (35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Reflection (20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Reflection (20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Build on Individual written defence (40 marks). Explain why this example is needed before running it.</a:t>
            </a:r>
          </a:p>
          <a:p xmlns:a="http://schemas.openxmlformats.org/drawingml/2006/main">
            <a:r>
              <a:t/>
            </a:r>
          </a:p>
          <a:p xmlns:a="http://schemas.openxmlformats.org/drawingml/2006/main">
            <a:r>
              <a:t>EXPLAIN</a:t>
            </a:r>
          </a:p>
          <a:p xmlns:a="http://schemas.openxmlformats.org/drawingml/2006/main">
            <a:r>
              <a:t>500 words.</a:t>
            </a:r>
          </a:p>
          <a:p xmlns:a="http://schemas.openxmlformats.org/drawingml/2006/main">
            <a:r>
              <a:t/>
            </a:r>
          </a:p>
          <a:p xmlns:a="http://schemas.openxmlformats.org/drawingml/2006/main">
            <a:r>
              <a:t>Specific about what changed since Week 1, what remains difficult, and two concrete Semester 2 goals.</a:t>
            </a:r>
          </a:p>
          <a:p xmlns:a="http://schemas.openxmlformats.org/drawingml/2006/main">
            <a:r>
              <a:t/>
            </a:r>
          </a:p>
          <a:p xmlns:a="http://schemas.openxmlformats.org/drawingml/2006/main">
            <a:r>
              <a:t>Generic reflection scores low.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Build on the preceding slide: Individual written defence (40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NEXT</a:t>
            </a:r>
          </a:p>
          <a:p xmlns:a="http://schemas.openxmlformats.org/drawingml/2006/main">
            <a:r>
              <a:t>AI-use declaration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AI-use declaration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Build on Reflection (20 marks). Explain why this example is needed before running it.</a:t>
            </a:r>
          </a:p>
          <a:p xmlns:a="http://schemas.openxmlformats.org/drawingml/2006/main">
            <a:r>
              <a:t/>
            </a:r>
          </a:p>
          <a:p xmlns:a="http://schemas.openxmlformats.org/drawingml/2006/main">
            <a:r>
              <a:t>EXPLAIN</a:t>
            </a:r>
          </a:p>
          <a:p xmlns:a="http://schemas.openxmlformats.org/drawingml/2006/main">
            <a:r>
              <a:t>Present, complete and plausible against the repository history.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Build on the preceding slide: Reflection (20 marks).</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NEXT</a:t>
            </a:r>
          </a:p>
          <a:p xmlns:a="http://schemas.openxmlformats.org/drawingml/2006/main">
            <a:r>
              <a:t>Presentation and individual reflection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Presentation and individual reflection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Build on AI-use declaration (5 marks). Explain why this example is needed before running it.</a:t>
            </a:r>
          </a:p>
          <a:p xmlns:a="http://schemas.openxmlformats.org/drawingml/2006/main">
            <a:r>
              <a:t/>
            </a:r>
          </a:p>
          <a:p xmlns:a="http://schemas.openxmlformats.org/drawingml/2006/main">
            <a:r>
              <a:t>EXPLAIN</a:t>
            </a:r>
          </a:p>
          <a:p xmlns:a="http://schemas.openxmlformats.org/drawingml/2006/main">
            <a:r>
              <a:t>Opens: 27 Nov 2026, 11:00 Kampala</a:t>
            </a:r>
          </a:p>
          <a:p xmlns:a="http://schemas.openxmlformats.org/drawingml/2006/main">
            <a:r>
              <a:t/>
            </a:r>
          </a:p>
          <a:p xmlns:a="http://schemas.openxmlformats.org/drawingml/2006/main">
            <a:r>
              <a:t>Deadline: 18 Dec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Build on the preceding slide: AI-use declaration (5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Presentation and individual reflection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point to the evidence behind one decision you personally worked 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Presentation and individual reflection submission.</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371af9d10b4e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01c464a2b884b1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ebc0579d1a4cc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f55cc6a80304c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875467deebf4b3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8c2047e116c43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6E5E902-4738-4A85-868F-E0A2530E917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C8AFD4A-8C74-4AE3-9350-B3867A15F54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B663AFD-7C92-40B7-B218-AC1F08E8875F}"/>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078C271-434C-426C-AFB2-DCF942DE78D5}"/>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4E081E8-800D-4DD3-86BB-661C79E5077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8793321-CA98-4AE2-B8B9-D8A03900AA0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E1CC840-3C7D-44EB-9B0B-AC8AA03F064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D95ECE0-A779-44E0-B57F-9E8056CCA3B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D072D3EC-0931-460E-9A03-47968505E6F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6F7D71-3147-44AE-A7AE-59CF3E790B6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61646C7-F142-47A5-8235-15E77D4CC67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16058B4-0D37-4D14-95A8-C3E5DBF5819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F42046E-6C1B-4BC5-BE04-ED354FF0984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68F4CB5-9133-4395-8D60-79D2E3272EC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A0D44EE-4229-4F82-8913-29A84DA24E0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7ebe601b2d45ed" /><Relationship Type="http://schemas.openxmlformats.org/officeDocument/2006/relationships/slideLayout" Target="/ppt/slideLayouts/slideLayout1.xml" Id="R21d207da68364057" /><Relationship Type="http://schemas.openxmlformats.org/officeDocument/2006/relationships/slideLayout" Target="/ppt/slideLayouts/slideLayout2.xml" Id="R87e538d0088c4bc7" /><Relationship Type="http://schemas.openxmlformats.org/officeDocument/2006/relationships/slideLayout" Target="/ppt/slideLayouts/slideLayout3.xml" Id="R4a33ea4ce7914dbb" /><Relationship Type="http://schemas.openxmlformats.org/officeDocument/2006/relationships/slideLayout" Target="/ppt/slideLayouts/slideLayout4.xml" Id="R7333352b50d8466b" /><Relationship Type="http://schemas.openxmlformats.org/officeDocument/2006/relationships/slideLayout" Target="/ppt/slideLayouts/slideLayout5.xml" Id="Rfa6dbf342c864e1d" /><Relationship Type="http://schemas.openxmlformats.org/officeDocument/2006/relationships/slideLayout" Target="/ppt/slideLayouts/slideLayout6.xml" Id="R4e25013a214549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d207da68364057"/>
    <p:sldLayoutId xmlns:r="http://schemas.openxmlformats.org/officeDocument/2006/relationships" id="2147483650" r:id="R87e538d0088c4bc7"/>
    <p:sldLayoutId xmlns:r="http://schemas.openxmlformats.org/officeDocument/2006/relationships" id="2147483651" r:id="R4a33ea4ce7914dbb"/>
    <p:sldLayoutId xmlns:r="http://schemas.openxmlformats.org/officeDocument/2006/relationships" id="2147483652" r:id="R7333352b50d8466b"/>
    <p:sldLayoutId xmlns:r="http://schemas.openxmlformats.org/officeDocument/2006/relationships" id="2147483653" r:id="Rfa6dbf342c864e1d"/>
    <p:sldLayoutId xmlns:r="http://schemas.openxmlformats.org/officeDocument/2006/relationships" id="2147483654" r:id="R4e25013a214549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2af89c6de3e436c" /><Relationship Type="http://schemas.openxmlformats.org/officeDocument/2006/relationships/image" Target="/ppt/media/image.png" Id="R32bd314d5885496e" /><Relationship Type="http://schemas.openxmlformats.org/officeDocument/2006/relationships/notesSlide" Target="/ppt/notesSlides/notesSlide1.xml" Id="R3121a5feaf0d4c6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6d32be792548ec" /><Relationship Type="http://schemas.openxmlformats.org/officeDocument/2006/relationships/notesSlide" Target="/ppt/notesSlides/notesSlide2.xml" Id="Rf03f2f5393044a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2c5b76dbbb3417c" /><Relationship Type="http://schemas.openxmlformats.org/officeDocument/2006/relationships/notesSlide" Target="/ppt/notesSlides/notesSlide3.xml" Id="R60b342899acd40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785f092198d4c4d" /><Relationship Type="http://schemas.openxmlformats.org/officeDocument/2006/relationships/notesSlide" Target="/ppt/notesSlides/notesSlide4.xml" Id="R1c3e064565e34a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38e2cea9c3a4a93" /><Relationship Type="http://schemas.openxmlformats.org/officeDocument/2006/relationships/notesSlide" Target="/ppt/notesSlides/notesSlide5.xml" Id="R310a644be1264f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f4e0e5b55514833" /><Relationship Type="http://schemas.openxmlformats.org/officeDocument/2006/relationships/notesSlide" Target="/ppt/notesSlides/notesSlide6.xml" Id="R6849a2c2d38d47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49fd07b720641fe" /><Relationship Type="http://schemas.openxmlformats.org/officeDocument/2006/relationships/notesSlide" Target="/ppt/notesSlides/notesSlide7.xml" Id="R1152cb7f30cd44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db62cf023749a8" /><Relationship Type="http://schemas.openxmlformats.org/officeDocument/2006/relationships/notesSlide" Target="/ppt/notesSlides/notesSlide8.xml" Id="R6bc9675199c943d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f05178f31e34441" /><Relationship Type="http://schemas.openxmlformats.org/officeDocument/2006/relationships/notesSlide" Target="/ppt/notesSlides/notesSlide9.xml" Id="R9636cd68b54c40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e31fa70f4724ed3" /><Relationship Type="http://schemas.openxmlformats.org/officeDocument/2006/relationships/notesSlide" Target="/ppt/notesSlides/notesSlide10.xml" Id="Ra0e18c2bb52f4c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d91bacdc3e94620" /><Relationship Type="http://schemas.openxmlformats.org/officeDocument/2006/relationships/notesSlide" Target="/ppt/notesSlides/notesSlide11.xml" Id="R6564b5c54140425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c93bf0d8ce4985" /><Relationship Type="http://schemas.openxmlformats.org/officeDocument/2006/relationships/notesSlide" Target="/ppt/notesSlides/notesSlide12.xml" Id="Rc4293c55ae0a459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7bf3af6eaea4899" /><Relationship Type="http://schemas.openxmlformats.org/officeDocument/2006/relationships/notesSlide" Target="/ppt/notesSlides/notesSlide13.xml" Id="R4c6c461f89804d9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f656887af6a4773" /><Relationship Type="http://schemas.openxmlformats.org/officeDocument/2006/relationships/notesSlide" Target="/ppt/notesSlides/notesSlide14.xml" Id="R93107417400242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ad6c7c34dbd4c83" /><Relationship Type="http://schemas.openxmlformats.org/officeDocument/2006/relationships/notesSlide" Target="/ppt/notesSlides/notesSlide15.xml" Id="R46e07034d036463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9ae4a9be0c9435b" /><Relationship Type="http://schemas.openxmlformats.org/officeDocument/2006/relationships/notesSlide" Target="/ppt/notesSlides/notesSlide16.xml" Id="Rcb5b8eea24f24c5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2cbba15530b44ad" /><Relationship Type="http://schemas.openxmlformats.org/officeDocument/2006/relationships/notesSlide" Target="/ppt/notesSlides/notesSlide17.xml" Id="Re0eef09fa205496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9d431612c4a4206" /><Relationship Type="http://schemas.openxmlformats.org/officeDocument/2006/relationships/hyperlink" Target="https://docs.google.com/forms/d/e/1FAIpQLSeV2_XlDSjUCyjJG-aQjFSQny-ndfkYaOYtExv9CdA_HUbDlQ/viewform" TargetMode="External" Id="Rd5809dacabe9498e" /><Relationship Type="http://schemas.openxmlformats.org/officeDocument/2006/relationships/notesSlide" Target="/ppt/notesSlides/notesSlide18.xml" Id="R0d9960fa5aee430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ef1615ef0a94796" /><Relationship Type="http://schemas.openxmlformats.org/officeDocument/2006/relationships/notesSlide" Target="/ppt/notesSlides/notesSlide19.xml" Id="Rd1a96dec80f64bc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e340384685e41f7" /><Relationship Type="http://schemas.openxmlformats.org/officeDocument/2006/relationships/notesSlide" Target="/ppt/notesSlides/notesSlide20.xml" Id="R53d313a5358d49f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e480eadb13b4435" /><Relationship Type="http://schemas.openxmlformats.org/officeDocument/2006/relationships/notesSlide" Target="/ppt/notesSlides/notesSlide21.xml" Id="R16ffc597e2c94a4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b88ab4219744aaa" /><Relationship Type="http://schemas.openxmlformats.org/officeDocument/2006/relationships/notesSlide" Target="/ppt/notesSlides/notesSlide22.xml" Id="R4e05d15ca98343f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6cae2b410a4491c" /><Relationship Type="http://schemas.openxmlformats.org/officeDocument/2006/relationships/hyperlink" Target="https://docs.google.com/forms/d/e/1FAIpQLScnSPyvzCLfoHhIBusvFTIpqC-zAsk2bCLMqu6kJCh5cGI9gQ/viewform" TargetMode="External" Id="R488a8885571f4ae7" /><Relationship Type="http://schemas.openxmlformats.org/officeDocument/2006/relationships/notesSlide" Target="/ppt/notesSlides/notesSlide23.xml" Id="Raf964f260c264ef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41fb7f12cb948ed" /><Relationship Type="http://schemas.openxmlformats.org/officeDocument/2006/relationships/notesSlide" Target="/ppt/notesSlides/notesSlide24.xml" Id="Rce3ad7ee456e43a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2bd314d5885496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BE567F4-AF8A-4505-A18C-BEDB693FBB5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3C7904F-947E-4A44-9E25-9E92EE0CB58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15</a:t>
            </a:r>
          </a:p>
        </p:txBody>
      </p:sp>
      <p:sp>
        <p:nvSpPr>
          <p:cNvPr id="4" name="">
            <a:extLst xmlns:a="http://schemas.openxmlformats.org/drawingml/2006/main">
              <a:ext uri="{FF2B5EF4-FFF2-40B4-BE49-F238E27FC236}">
                <a16:creationId xmlns:a16="http://schemas.microsoft.com/office/drawing/2014/main" id="{79E6A809-0E55-4098-9139-8E027F1F6DA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4E67652A-F661-4AFC-8EEA-0177C00EA15C}"/>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D5D1CC56-A23F-4658-B41E-1EB9BCE9419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9716414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AD460D3-BFC5-4240-97AA-9E55C65017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667B1F-09E9-45D8-9DA4-C9AC29A860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6B3D951-656A-4157-BA2F-9FE3D92E17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D293D6B-80AA-4074-96BD-F888454B72A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33E3E6-F296-4D07-8457-56C1F985E10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C8391B4-1A0B-42F1-A733-547C7EA8DDB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2C4DA805-9F2F-40D5-A491-B71729C88BE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002DC5C-9627-468C-BA0E-8921B811A6A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D22DDDFE-EBBA-4D73-9BE4-CAE0E15581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a:t>
            </a:r>
          </a:p>
        </p:txBody>
      </p:sp>
    </p:spTree>
    <p:extLst>
      <p:ext uri="{BB962C8B-B14F-4D97-AF65-F5344CB8AC3E}">
        <p14:creationId xmlns:p14="http://schemas.microsoft.com/office/powerpoint/2010/main" val="201005286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B9CF19-B572-4495-9422-3D2875644E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5F6FE7-0115-4C05-A68C-28AE90FBE3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02206D-38C6-4C09-8DA3-E000431DD4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E01310C-FA51-4872-9C5D-2EAC6057EE4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C02D9D-C80C-403D-8167-0DAA59E474F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A560FEC6-A73B-48BE-85F1-7B6E333330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3</a:t>
            </a:r>
          </a:p>
        </p:txBody>
      </p:sp>
    </p:spTree>
    <p:extLst>
      <p:ext uri="{BB962C8B-B14F-4D97-AF65-F5344CB8AC3E}">
        <p14:creationId xmlns:p14="http://schemas.microsoft.com/office/powerpoint/2010/main" val="20330794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4E453F-E571-427E-B3AC-98D96649F3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E6CD2D-071F-4DA2-BC00-8462CC651E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0A045D8-ABD7-408F-B800-96A2FFE445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A229E654-973A-419C-84A7-7CF65F6095E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FC3C98-64AD-4810-9C8B-C3B6727E972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FF1C3BC9-85E9-46CF-B56A-F71C209BFE6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19DC3AA7-CBAB-4C02-866C-A3A66D8631E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48840B-B423-45C0-832D-DE892BAE4F3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B9370220-088F-4089-95B9-A3323BDBC87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5FFB3871-0C41-4733-A3B3-2956BEB45E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4</a:t>
            </a:r>
          </a:p>
        </p:txBody>
      </p:sp>
    </p:spTree>
    <p:extLst>
      <p:ext uri="{BB962C8B-B14F-4D97-AF65-F5344CB8AC3E}">
        <p14:creationId xmlns:p14="http://schemas.microsoft.com/office/powerpoint/2010/main" val="112727618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846FAE-06DC-4344-A939-7412A11AEE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4C4619-AA67-44D8-9470-72C06092A5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1DA0AA-B7F7-4DFA-837C-214B09C494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06623A6A-05F5-4D23-81D7-38875CBF44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D7108A-5308-4A02-ADC3-6E03D08BD83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7E87D72B-6D6F-4291-BF70-447C094305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41BC5C-B913-4E14-A539-39CF4E355BA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D746F1C5-E113-4393-AC52-31E17550A81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92C691-0D86-4206-862F-9FAA04C1F7F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C09B2B8C-3EBD-4B57-8C2C-953D80E27F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5</a:t>
            </a:r>
          </a:p>
        </p:txBody>
      </p:sp>
    </p:spTree>
    <p:extLst>
      <p:ext uri="{BB962C8B-B14F-4D97-AF65-F5344CB8AC3E}">
        <p14:creationId xmlns:p14="http://schemas.microsoft.com/office/powerpoint/2010/main" val="8601175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128187-7642-433E-8E14-0A367BE549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5FFE9D-E1FD-4E1B-9605-12E3EA0B37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C1F821E-69D6-411F-AA01-6533739A6F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19330ABB-02F7-4809-93F7-DDA58AC444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AF3F57-EC74-4FA4-8BCF-AC55B1E7491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4B2EC473-2571-4281-9C8D-5546B4F515B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A25230-7DA0-4F24-AD00-9955B67F42F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2D6743A0-6CFE-4E8A-A27D-13537ECA0B8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A355E9-8F5D-4989-A95A-3F7C5D6C48A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662E4D48-BF58-4D6D-90C3-E60016C1DA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6</a:t>
            </a:r>
          </a:p>
        </p:txBody>
      </p:sp>
    </p:spTree>
    <p:extLst>
      <p:ext uri="{BB962C8B-B14F-4D97-AF65-F5344CB8AC3E}">
        <p14:creationId xmlns:p14="http://schemas.microsoft.com/office/powerpoint/2010/main" val="127825547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885B3B-0B47-4FA4-A08C-4EF40802F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BA85F3-E1EF-41A3-94E7-77230C3FD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80381B-0464-4059-A43A-966E0D4724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the limits honestly</a:t>
            </a:r>
          </a:p>
        </p:txBody>
      </p:sp>
      <p:sp>
        <p:nvSpPr>
          <p:cNvPr id="4" name="">
            <a:extLst xmlns:a="http://schemas.openxmlformats.org/drawingml/2006/main">
              <a:ext uri="{FF2B5EF4-FFF2-40B4-BE49-F238E27FC236}">
                <a16:creationId xmlns:a16="http://schemas.microsoft.com/office/drawing/2014/main" id="{4709D750-7C22-4B40-AF02-099EC9454A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338D4D-2811-4606-B286-FADDCF9E025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469D3BFA-84B4-45BC-A4CF-39A5BF36DCA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047CDE-D531-4645-9766-E36CEB68265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1CDC26BA-70E3-482D-83E1-9DBFB14823F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46BEE9-B954-4F94-966B-617DB79E9F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8D22D944-C793-4D34-8321-29ECF31B70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7</a:t>
            </a:r>
          </a:p>
        </p:txBody>
      </p:sp>
    </p:spTree>
    <p:extLst>
      <p:ext uri="{BB962C8B-B14F-4D97-AF65-F5344CB8AC3E}">
        <p14:creationId xmlns:p14="http://schemas.microsoft.com/office/powerpoint/2010/main" val="20952064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13B9E8-F6FA-4BD9-B761-9A561C68B5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3A5B4A-44BA-4BB1-BA83-AD4D88251A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285601-38F0-4B68-A126-591EE27632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487E2039-B2EA-445F-80A6-199FB3FC9D4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3F1A17-FB8C-458B-B5D5-7F4A910472F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BC9DF773-0959-412B-8C71-D1DBA9C25C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8</a:t>
            </a:r>
          </a:p>
        </p:txBody>
      </p:sp>
    </p:spTree>
    <p:extLst>
      <p:ext uri="{BB962C8B-B14F-4D97-AF65-F5344CB8AC3E}">
        <p14:creationId xmlns:p14="http://schemas.microsoft.com/office/powerpoint/2010/main" val="1469666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E420FB-5F8A-4325-9045-7AD7F1873C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925C68-F660-4009-9888-179D2BBD6C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E60B89A-C05C-4AB2-9C01-C5E9B0D627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63AFF52E-90E5-4C11-A0D4-E3C81A3F72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05BFAB-B917-4D2D-9805-EB427420BBB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E59829A3-874B-4A0B-9CE9-B49356FF682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5BDE5D-80F4-410C-BB02-7383BA722A7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320A2CA7-EF5D-409C-8141-1B2057A1D7F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BF36B7-05B2-4FDD-864C-936C0438ABD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C1BCB9A1-903B-4811-9DB8-A0A66BB258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9</a:t>
            </a:r>
          </a:p>
        </p:txBody>
      </p:sp>
    </p:spTree>
    <p:extLst>
      <p:ext uri="{BB962C8B-B14F-4D97-AF65-F5344CB8AC3E}">
        <p14:creationId xmlns:p14="http://schemas.microsoft.com/office/powerpoint/2010/main" val="9196174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F0E255-791C-4D9F-B6A0-D9CBEE10FA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B71638-FAB5-43AC-963D-C8394A4723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748C6EE-28B6-4120-803D-8824E55303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286A604A-387A-4164-8906-8C2941767F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8345AA-AE55-41CA-BBE8-F5738DDF6E8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672EF526-3387-4412-9933-47913872D90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320DD3A-35A4-4F01-B03D-633F169E866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451E3E00-781D-47C8-BF37-52315E4F4DF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871384-A88E-4A74-96C3-34186775131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DB523835-8338-4880-AA34-98466E6A9AD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704FD3D-0719-4D0C-A78F-6BA1EB98D08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E6C6FB10-F8DD-47AB-BA40-DC2B6930D7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10</a:t>
            </a:r>
          </a:p>
        </p:txBody>
      </p:sp>
    </p:spTree>
    <p:extLst>
      <p:ext uri="{BB962C8B-B14F-4D97-AF65-F5344CB8AC3E}">
        <p14:creationId xmlns:p14="http://schemas.microsoft.com/office/powerpoint/2010/main" val="144807931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C73E84D-AC9A-41AF-8251-0E9550C09F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5A20F2-6FF6-476B-BBDD-DD9B9491B3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9C9B782-3964-4207-951B-9F047EB366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D9C7576-B9B2-4440-863C-9B246FF490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1DEFCA-6E75-473E-A698-7172DD8B7AC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65B647D3-10A7-4225-A07E-D93A6AC8C87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6EE172-F1D3-4CFE-9BE6-B1F2E39B238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D310622-BDF7-4768-B7DC-285377D7837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64B77A-27ED-4DBF-BCC0-9FF05FF06F5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0CEBF426-58B3-4F7A-8F27-D4D712B2F9F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7DF1D9-722C-4185-85DA-919D9D8EC53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5393DD0D-2E02-4309-A8F5-3C34698E70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11</a:t>
            </a:r>
          </a:p>
        </p:txBody>
      </p:sp>
    </p:spTree>
    <p:extLst>
      <p:ext uri="{BB962C8B-B14F-4D97-AF65-F5344CB8AC3E}">
        <p14:creationId xmlns:p14="http://schemas.microsoft.com/office/powerpoint/2010/main" val="49559269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2AD163-7CAC-464F-89D2-1F6C575375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DB2998-FE24-49A0-BCD5-4733C9A071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71BAED9-782C-4533-BEAC-A656F88C34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0ED2E4A2-EF4B-43AF-B9EC-11A65163AC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4F3814-46CF-458C-8880-DEF8B5CC009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BE90D90C-2C08-4780-A06E-E64C538D0AA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2B961F-8B10-472D-B9DE-EF71CAE0CB5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A455E844-47EF-4BD7-BBA1-E3DBCC2BDD1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6FBE69-E8BD-45CB-8F09-BF8862B2418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652E96B8-DBEF-4371-B85A-188510382E9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D671F2B-B580-474D-A7E8-C7D800AE9F3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AAFB0F82-ADD6-4DFF-86E2-A5E241A4C1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12</a:t>
            </a:r>
          </a:p>
        </p:txBody>
      </p:sp>
    </p:spTree>
    <p:extLst>
      <p:ext uri="{BB962C8B-B14F-4D97-AF65-F5344CB8AC3E}">
        <p14:creationId xmlns:p14="http://schemas.microsoft.com/office/powerpoint/2010/main" val="176557114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B83648-276A-4AA7-A885-13D16C8712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37B0F0-9F7B-4041-87A6-F62A539B5C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FFE64B6-D68E-468C-A3F3-84DD04AF52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EA77AB1-6F95-4730-9AFD-23AD708494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EF9E29-CE93-4069-BF36-F5383E4E122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E333F07D-6CD5-4481-838B-2BE9C5A3E51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CC7E10-F9A0-4F69-9590-10F487D12BD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DA4FD473-183E-4FC2-BE1D-C11A55F816C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A7C046-ED60-473B-A673-ABE137ED8E7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F0BC1105-0C8D-433C-944B-6BF94CC3CCC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99EB3B-3A7A-402D-B463-F427D061ED6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CE910ACA-BDBC-4B3D-B5C5-5C33BAF4EE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13</a:t>
            </a:r>
          </a:p>
        </p:txBody>
      </p:sp>
    </p:spTree>
    <p:extLst>
      <p:ext uri="{BB962C8B-B14F-4D97-AF65-F5344CB8AC3E}">
        <p14:creationId xmlns:p14="http://schemas.microsoft.com/office/powerpoint/2010/main" val="115669513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EA4905-3C41-4B62-AE42-DA077FA6C0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38C59A-A89D-4A98-BAE8-74FB10033A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A128F33-DDD6-4C57-BA6E-3CB4B13667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53A308E-8799-42A4-B9D1-A251103387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A1F2F0-268E-4242-AA89-1AEEB9A72B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31508648-97A3-43BF-AE4E-4CEAB49CD99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6D70E1-EC73-412E-8939-66315F3A29F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6FEBECB4-5E35-4A44-AE1B-D4B5CA0DA07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2F8142-9732-4127-ADBF-BF43D1FE8F1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9AA28529-E87B-46CF-8645-23F0F3F839C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DF06F0-375B-4711-BB15-9A705F836DF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C140D479-4984-4FAF-A20B-43778C686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14</a:t>
            </a:r>
          </a:p>
        </p:txBody>
      </p:sp>
    </p:spTree>
    <p:extLst>
      <p:ext uri="{BB962C8B-B14F-4D97-AF65-F5344CB8AC3E}">
        <p14:creationId xmlns:p14="http://schemas.microsoft.com/office/powerpoint/2010/main" val="15172774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7FB305-E6CA-4498-A9D8-76AEB1A65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1B5C2D-2351-4B3C-A983-5564ED2193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A8FD7B-EED3-4886-9C4A-8E4D59A213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FC8D45D-6476-4BAE-9141-4EFB91C518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B72F07-056A-45E6-88EA-1BF58CD470C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6AFC255C-1ABD-4D28-BA9D-2EB9B66897F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D2998A-619F-4372-BA5D-551F2571840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489EA7A7-EC8A-45B4-8F9D-EE65CEE9424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20BAC5-3E1A-4F21-9ECF-08E6B4EBF9E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46BFD30C-1BBF-4874-8DE3-47A9E83E9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15</a:t>
            </a:r>
          </a:p>
        </p:txBody>
      </p:sp>
    </p:spTree>
    <p:extLst>
      <p:ext uri="{BB962C8B-B14F-4D97-AF65-F5344CB8AC3E}">
        <p14:creationId xmlns:p14="http://schemas.microsoft.com/office/powerpoint/2010/main" val="162819609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31E67B6-FEA1-4FDE-88D4-BCDA49F5BD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A2D9C6-0B86-4376-959C-DFEC661B3D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1D6A203-EA32-40B8-AC40-0F3524DC75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F275C430-CE7E-4988-9789-62DCFE88C4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0223D4-BCCC-49A2-8D90-F3C76F61522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45A54CDD-53D5-4B68-973B-6D0570CFE0D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D30E45-0F93-4D68-84CB-41C947A20B8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Uncertainty and limitations stated honestly.</a:t>
            </a:r>
          </a:p>
        </p:txBody>
      </p:sp>
      <p:sp>
        <p:nvSpPr>
          <p:cNvPr id="8" name="">
            <a:extLst xmlns:a="http://schemas.openxmlformats.org/drawingml/2006/main">
              <a:ext uri="{FF2B5EF4-FFF2-40B4-BE49-F238E27FC236}">
                <a16:creationId xmlns:a16="http://schemas.microsoft.com/office/drawing/2014/main" id="{FC978505-4830-480F-B1D8-7B75601AB00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5EC2CB-F39D-4265-8049-9639677C3FB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BAB25BA8-4E93-4C48-A07A-DDC963C3A99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51C387C-E075-4EFF-AF14-626E5DB3AFB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7DD596F5-113F-4396-B498-7E4F47E11D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16</a:t>
            </a:r>
          </a:p>
        </p:txBody>
      </p:sp>
    </p:spTree>
    <p:extLst>
      <p:ext uri="{BB962C8B-B14F-4D97-AF65-F5344CB8AC3E}">
        <p14:creationId xmlns:p14="http://schemas.microsoft.com/office/powerpoint/2010/main" val="50796372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81F39F-767D-4CAB-8A27-CF83421393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7235CC-2D76-41DF-B18D-A94D25B4B1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63A485-31B8-4DDE-8115-4C7A4CEA05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3FA833DD-84E9-4067-8E59-0B91A3EF9D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49F665-93A9-434E-BC5A-AC05B55F074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EF4E6649-419B-4E6F-9608-B00AA1AF81E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F59B00-55C8-4F94-A1A5-E1F49E7FFEE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C818002C-0EAF-47FB-B6DE-370CD609141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0F655F-724D-4F65-9F37-0C099E7E0F9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7DC81605-A565-4057-93A0-617881D227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17</a:t>
            </a:r>
          </a:p>
        </p:txBody>
      </p:sp>
    </p:spTree>
    <p:extLst>
      <p:ext uri="{BB962C8B-B14F-4D97-AF65-F5344CB8AC3E}">
        <p14:creationId xmlns:p14="http://schemas.microsoft.com/office/powerpoint/2010/main" val="206403917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6AAA266-61C2-4E24-91B1-52DD3B2370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5E3CA5-C97C-459E-9537-A5052188C4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F8DC9FB-ABEE-4ACF-A6E8-C4DECA9D98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E4381DD4-7F72-4E5B-B202-368E6C3CC69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38D61B-E4F5-4874-AA84-5A8E6B049CC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27838443-5712-46A5-BB9C-6F59AE1D03F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9EEDFB-A42C-4973-8FBA-517C57D4080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953ABE28-6F4F-4A86-A2AC-1D41037A539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763581-6A0C-402C-A21A-61DE73FC950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39B4B1E-524B-46BD-905A-C41077EC00E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670900-BBCA-4796-84F1-A9ADFE51037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CCFB4D8-4B03-4BA1-AD9E-BA6DDF92FD3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38157B9-9327-4720-A7B7-3E443F0DDF6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5809dacabe9498e"/>
              </a:rPr>
              <a:t>Open ML_PROJECT assignment form</a:t>
            </a:r>
          </a:p>
        </p:txBody>
      </p:sp>
      <p:sp>
        <p:nvSpPr>
          <p:cNvPr id="14" name="">
            <a:extLst xmlns:a="http://schemas.openxmlformats.org/drawingml/2006/main">
              <a:ext uri="{FF2B5EF4-FFF2-40B4-BE49-F238E27FC236}">
                <a16:creationId xmlns:a16="http://schemas.microsoft.com/office/drawing/2014/main" id="{87684139-1C4A-4AC5-810D-F76BB0AB298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https://docs.google.com/forms/d/e/1FAIpQLSeV2_XlDSjUCyjJG-aQjFSQny-ndfkYaOYtExv9CdA_HUbDlQ/viewform</a:t>
            </a:r>
          </a:p>
        </p:txBody>
      </p:sp>
      <p:sp>
        <p:nvSpPr>
          <p:cNvPr id="15" name="">
            <a:extLst xmlns:a="http://schemas.openxmlformats.org/drawingml/2006/main">
              <a:ext uri="{FF2B5EF4-FFF2-40B4-BE49-F238E27FC236}">
                <a16:creationId xmlns:a16="http://schemas.microsoft.com/office/drawing/2014/main" id="{EA78E931-094A-49B7-8BB0-40218BF0E9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18</a:t>
            </a:r>
          </a:p>
        </p:txBody>
      </p:sp>
    </p:spTree>
    <p:extLst>
      <p:ext uri="{BB962C8B-B14F-4D97-AF65-F5344CB8AC3E}">
        <p14:creationId xmlns:p14="http://schemas.microsoft.com/office/powerpoint/2010/main" val="96586181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37B699-6285-49A6-A311-818F32BE82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3A5C9D-4764-4913-84CF-684ED986A7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583D801-6E81-41C3-B444-83E5EBD969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007F045F-95E6-47D4-B3A1-6212270213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9F20C7-804D-485D-AC98-F866890CBAAF}"/>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B9FBE4EB-0EEF-4643-B4B6-5D48ABB101A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0F0107-2DD1-4F98-8E59-7EB021A3D3A0}"/>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CE866BFC-BA3D-4623-A024-BD4BE31C36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19</a:t>
            </a:r>
          </a:p>
        </p:txBody>
      </p:sp>
    </p:spTree>
    <p:extLst>
      <p:ext uri="{BB962C8B-B14F-4D97-AF65-F5344CB8AC3E}">
        <p14:creationId xmlns:p14="http://schemas.microsoft.com/office/powerpoint/2010/main" val="30311132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BB5673-87E0-452E-A32E-AB1C6F51AE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510199-0EC2-4671-9E65-F779186934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01AB27-DF17-4CC9-ADD9-5DDF282CEB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AF4A8B96-599D-4233-8CAA-B1005CEA026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4FB21E-FFED-491E-BB5F-B8FD0B341F5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E9C888F-7B5B-4AFA-A578-39A68BA4FE1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6F93D164-2DF6-451C-AF63-CD82A15D121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E4F97765-A5C1-4B21-A278-EA4215F1BA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20</a:t>
            </a:r>
          </a:p>
        </p:txBody>
      </p:sp>
    </p:spTree>
    <p:extLst>
      <p:ext uri="{BB962C8B-B14F-4D97-AF65-F5344CB8AC3E}">
        <p14:creationId xmlns:p14="http://schemas.microsoft.com/office/powerpoint/2010/main" val="20895188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4B3D36-ABF4-43EE-8DA7-93B0487E0D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081D90-BD62-433F-8755-899AE76FD4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F81A27-759B-4BDF-A371-65DACF5799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5DC67589-9EC5-4337-9274-15977650DC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D3A0C5-9357-4DCB-8ADC-A3A57FAF806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EFB1D641-CB4F-4975-9F01-3185D5B2060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DA110E-EF3C-4139-A0F6-15DA9A0C36A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FD2BF743-F027-4147-94D8-C7DA3C6E58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2EFE61-F97D-4F3E-9911-67F2C01C4EF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5600B24C-02FF-48D5-8B92-7BA3B0D32A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21</a:t>
            </a:r>
          </a:p>
        </p:txBody>
      </p:sp>
    </p:spTree>
    <p:extLst>
      <p:ext uri="{BB962C8B-B14F-4D97-AF65-F5344CB8AC3E}">
        <p14:creationId xmlns:p14="http://schemas.microsoft.com/office/powerpoint/2010/main" val="156997389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9EFEEB-90DF-460B-A02A-D9638FB0A0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5C0BE6-249E-4E07-B529-0DB58B94B2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C8C861-332B-46EC-A872-D46297ABDF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90EA30F0-279D-4ECB-AB2B-61B86809FCD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6EBBAE-76AE-4FD6-8C57-13312595997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5B1EB612-6AA7-4882-A227-4CB9E3FC94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22</a:t>
            </a:r>
          </a:p>
        </p:txBody>
      </p:sp>
    </p:spTree>
    <p:extLst>
      <p:ext uri="{BB962C8B-B14F-4D97-AF65-F5344CB8AC3E}">
        <p14:creationId xmlns:p14="http://schemas.microsoft.com/office/powerpoint/2010/main" val="159524406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68D5413-A2C7-4ACD-BA48-47FED8F0BF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DA1731-E899-4E2B-9C3A-15AA877A46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12A21583-63AD-4D0C-9317-588A321DF5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9F716750-E14A-4198-A776-56ECC112E6E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8E51CC-47D3-4F77-91BF-36BF63D6257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1CED7005-CC2A-4AFF-8475-B1208BCD426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605DE9-B808-4DE8-AC54-535ABE871C1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14:00 Kampala</a:t>
            </a:r>
          </a:p>
        </p:txBody>
      </p:sp>
      <p:sp>
        <p:nvSpPr>
          <p:cNvPr id="8" name="">
            <a:extLst xmlns:a="http://schemas.openxmlformats.org/drawingml/2006/main">
              <a:ext uri="{FF2B5EF4-FFF2-40B4-BE49-F238E27FC236}">
                <a16:creationId xmlns:a16="http://schemas.microsoft.com/office/drawing/2014/main" id="{F4CD7D9D-82B2-4331-A3CF-0A3AEAEB862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475A21-C900-4B2B-A15F-789FF52C621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A793CE1-6715-4ADF-A062-9352080EF95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5A69D06-CDEA-4D3C-8EE1-914D1D4A0CC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3A521E2-8F9C-4AF6-A1D8-44FA7ACA521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CCE110B-BAE8-4728-B48C-E6292F3D4FD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88a8885571f4ae7"/>
              </a:rPr>
              <a:t>Open DEMO assignment form</a:t>
            </a:r>
          </a:p>
        </p:txBody>
      </p:sp>
      <p:sp>
        <p:nvSpPr>
          <p:cNvPr id="14" name="">
            <a:extLst xmlns:a="http://schemas.openxmlformats.org/drawingml/2006/main">
              <a:ext uri="{FF2B5EF4-FFF2-40B4-BE49-F238E27FC236}">
                <a16:creationId xmlns:a16="http://schemas.microsoft.com/office/drawing/2014/main" id="{2FEAC17B-93F5-48DE-BFEF-67616938C2F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https://docs.google.com/forms/d/e/1FAIpQLScnSPyvzCLfoHhIBusvFTIpqC-zAsk2bCLMqu6kJCh5cGI9gQ/viewform</a:t>
            </a:r>
          </a:p>
        </p:txBody>
      </p:sp>
      <p:sp>
        <p:nvSpPr>
          <p:cNvPr id="15" name="">
            <a:extLst xmlns:a="http://schemas.openxmlformats.org/drawingml/2006/main">
              <a:ext uri="{FF2B5EF4-FFF2-40B4-BE49-F238E27FC236}">
                <a16:creationId xmlns:a16="http://schemas.microsoft.com/office/drawing/2014/main" id="{41AC0EAF-C0E0-4529-923C-3CB8B84892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23</a:t>
            </a:r>
          </a:p>
        </p:txBody>
      </p:sp>
    </p:spTree>
    <p:extLst>
      <p:ext uri="{BB962C8B-B14F-4D97-AF65-F5344CB8AC3E}">
        <p14:creationId xmlns:p14="http://schemas.microsoft.com/office/powerpoint/2010/main" val="1623261379"/>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01A67C-4218-4591-8CA7-17BB16A51D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A7FCA0B-7604-4217-97F1-EAAF03E44C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C08C86B0-2E1C-4C77-AF00-F1A72C45DF2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243D70A-47EC-40D1-83FF-2B9013960D3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0666777-6D3C-4CE4-AEC0-48EBBDDE3AF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6F05B3E-EE0A-40AD-BF76-996DD58DBB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15   24</a:t>
            </a:r>
          </a:p>
        </p:txBody>
      </p:sp>
    </p:spTree>
    <p:extLst>
      <p:ext uri="{BB962C8B-B14F-4D97-AF65-F5344CB8AC3E}">
        <p14:creationId xmlns:p14="http://schemas.microsoft.com/office/powerpoint/2010/main" val="14564374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2026-09-28T21:15:46.4380000Z</dcterms:created>
  <dcterms:modified xsi:type="dcterms:W3CDTF">2026-09-28T21:15:46.4380000Z</dcterms:modified>
</coreProperties>
</file>