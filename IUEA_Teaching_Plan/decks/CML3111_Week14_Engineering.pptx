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e613d0948a4110" /><Relationship Type="http://schemas.openxmlformats.org/officeDocument/2006/relationships/extended-properties" Target="/docProps/app.xml" Id="R94cc5e1d8dc94821" /><Relationship Type="http://schemas.openxmlformats.org/officeDocument/2006/relationships/officeDocument" Target="/ppt/presentation.xml" Id="Rea38ada75b8f48a4" /></Relationships>
</file>

<file path=ppt/presentation.xml><?xml version="1.0" encoding="utf-8"?>
<p:presentation xmlns:p="http://schemas.openxmlformats.org/presentationml/2006/main">
  <p:sldMasterIdLst>
    <p:sldMasterId xmlns:r="http://schemas.openxmlformats.org/officeDocument/2006/relationships" id="2147483648" r:id="R38ed6f60bb034a6d"/>
  </p:sldMasterIdLst>
  <p:notesMasterIdLst>
    <p:notesMasterId xmlns:r="http://schemas.openxmlformats.org/officeDocument/2006/relationships" r:id="R5ee5a37049a4458e"/>
  </p:notesMasterIdLst>
  <p:sldIdLst>
    <p:sldId xmlns:r="http://schemas.openxmlformats.org/officeDocument/2006/relationships" id="256" r:id="R743ba796ceef4d5d"/>
    <p:sldId xmlns:r="http://schemas.openxmlformats.org/officeDocument/2006/relationships" id="257" r:id="Rc00f01aaa7c7442f"/>
    <p:sldId xmlns:r="http://schemas.openxmlformats.org/officeDocument/2006/relationships" id="258" r:id="R513d309a97bc46f3"/>
    <p:sldId xmlns:r="http://schemas.openxmlformats.org/officeDocument/2006/relationships" id="259" r:id="R8db571db4ae24c8d"/>
    <p:sldId xmlns:r="http://schemas.openxmlformats.org/officeDocument/2006/relationships" id="260" r:id="R8615e651115d42f8"/>
    <p:sldId xmlns:r="http://schemas.openxmlformats.org/officeDocument/2006/relationships" id="261" r:id="Rebcea5f21df54f35"/>
    <p:sldId xmlns:r="http://schemas.openxmlformats.org/officeDocument/2006/relationships" id="262" r:id="R57e2fa0cf46f4faa"/>
    <p:sldId xmlns:r="http://schemas.openxmlformats.org/officeDocument/2006/relationships" id="263" r:id="Rd8cf1ec27e0e4ee9"/>
    <p:sldId xmlns:r="http://schemas.openxmlformats.org/officeDocument/2006/relationships" id="264" r:id="Rfa2cdd394b9f4b30"/>
    <p:sldId xmlns:r="http://schemas.openxmlformats.org/officeDocument/2006/relationships" id="265" r:id="Rbf6b9f0b17aa4905"/>
    <p:sldId xmlns:r="http://schemas.openxmlformats.org/officeDocument/2006/relationships" id="266" r:id="R2dfe20fced304208"/>
    <p:sldId xmlns:r="http://schemas.openxmlformats.org/officeDocument/2006/relationships" id="267" r:id="R3f0f68dd93ef461e"/>
    <p:sldId xmlns:r="http://schemas.openxmlformats.org/officeDocument/2006/relationships" id="268" r:id="Rdd081ec65a364b40"/>
    <p:sldId xmlns:r="http://schemas.openxmlformats.org/officeDocument/2006/relationships" id="269" r:id="Rb0193f09c59f4fe1"/>
    <p:sldId xmlns:r="http://schemas.openxmlformats.org/officeDocument/2006/relationships" id="270" r:id="R139b3519df7c425d"/>
    <p:sldId xmlns:r="http://schemas.openxmlformats.org/officeDocument/2006/relationships" id="271" r:id="Rc945c8110e22458a"/>
    <p:sldId xmlns:r="http://schemas.openxmlformats.org/officeDocument/2006/relationships" id="272" r:id="Raf84628634614586"/>
    <p:sldId xmlns:r="http://schemas.openxmlformats.org/officeDocument/2006/relationships" id="273" r:id="Ra18c76f7799844b6"/>
    <p:sldId xmlns:r="http://schemas.openxmlformats.org/officeDocument/2006/relationships" id="274" r:id="R8a257430e0dd4526"/>
    <p:sldId xmlns:r="http://schemas.openxmlformats.org/officeDocument/2006/relationships" id="275" r:id="R087d176bc2624cef"/>
    <p:sldId xmlns:r="http://schemas.openxmlformats.org/officeDocument/2006/relationships" id="276" r:id="R2b410f249a49400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c95d150f5c4c61" /><Relationship Type="http://schemas.openxmlformats.org/officeDocument/2006/relationships/slideMaster" Target="/ppt/slideMasters/slideMaster1.xml" Id="R38ed6f60bb034a6d" /><Relationship Type="http://schemas.openxmlformats.org/officeDocument/2006/relationships/notesMaster" Target="/ppt/notesMasters/notesMaster1.xml" Id="R5ee5a37049a4458e" /><Relationship Type="http://schemas.openxmlformats.org/officeDocument/2006/relationships/presProps" Target="/ppt/presProps.xml" Id="Ra0373e9edaae405d" /><Relationship Type="http://schemas.openxmlformats.org/officeDocument/2006/relationships/tableStyles" Target="/ppt/tableStyles.xml" Id="Rfe2f1026b43d48c0" /><Relationship Type="http://schemas.openxmlformats.org/officeDocument/2006/relationships/slide" Target="/ppt/slides/slide1.xml" Id="R743ba796ceef4d5d" /><Relationship Type="http://schemas.openxmlformats.org/officeDocument/2006/relationships/slide" Target="/ppt/slides/slide2.xml" Id="Rc00f01aaa7c7442f" /><Relationship Type="http://schemas.openxmlformats.org/officeDocument/2006/relationships/slide" Target="/ppt/slides/slide3.xml" Id="R513d309a97bc46f3" /><Relationship Type="http://schemas.openxmlformats.org/officeDocument/2006/relationships/slide" Target="/ppt/slides/slide4.xml" Id="R8db571db4ae24c8d" /><Relationship Type="http://schemas.openxmlformats.org/officeDocument/2006/relationships/slide" Target="/ppt/slides/slide5.xml" Id="R8615e651115d42f8" /><Relationship Type="http://schemas.openxmlformats.org/officeDocument/2006/relationships/slide" Target="/ppt/slides/slide6.xml" Id="Rebcea5f21df54f35" /><Relationship Type="http://schemas.openxmlformats.org/officeDocument/2006/relationships/slide" Target="/ppt/slides/slide7.xml" Id="R57e2fa0cf46f4faa" /><Relationship Type="http://schemas.openxmlformats.org/officeDocument/2006/relationships/slide" Target="/ppt/slides/slide8.xml" Id="Rd8cf1ec27e0e4ee9" /><Relationship Type="http://schemas.openxmlformats.org/officeDocument/2006/relationships/slide" Target="/ppt/slides/slide9.xml" Id="Rfa2cdd394b9f4b30" /><Relationship Type="http://schemas.openxmlformats.org/officeDocument/2006/relationships/slide" Target="/ppt/slides/slide10.xml" Id="Rbf6b9f0b17aa4905" /><Relationship Type="http://schemas.openxmlformats.org/officeDocument/2006/relationships/slide" Target="/ppt/slides/slide11.xml" Id="R2dfe20fced304208" /><Relationship Type="http://schemas.openxmlformats.org/officeDocument/2006/relationships/slide" Target="/ppt/slides/slide12.xml" Id="R3f0f68dd93ef461e" /><Relationship Type="http://schemas.openxmlformats.org/officeDocument/2006/relationships/slide" Target="/ppt/slides/slide13.xml" Id="Rdd081ec65a364b40" /><Relationship Type="http://schemas.openxmlformats.org/officeDocument/2006/relationships/slide" Target="/ppt/slides/slide14.xml" Id="Rb0193f09c59f4fe1" /><Relationship Type="http://schemas.openxmlformats.org/officeDocument/2006/relationships/slide" Target="/ppt/slides/slide15.xml" Id="R139b3519df7c425d" /><Relationship Type="http://schemas.openxmlformats.org/officeDocument/2006/relationships/slide" Target="/ppt/slides/slide16.xml" Id="Rc945c8110e22458a" /><Relationship Type="http://schemas.openxmlformats.org/officeDocument/2006/relationships/slide" Target="/ppt/slides/slide17.xml" Id="Raf84628634614586" /><Relationship Type="http://schemas.openxmlformats.org/officeDocument/2006/relationships/slide" Target="/ppt/slides/slide18.xml" Id="Ra18c76f7799844b6" /><Relationship Type="http://schemas.openxmlformats.org/officeDocument/2006/relationships/slide" Target="/ppt/slides/slide19.xml" Id="R8a257430e0dd4526" /><Relationship Type="http://schemas.openxmlformats.org/officeDocument/2006/relationships/slide" Target="/ppt/slides/slide20.xml" Id="R087d176bc2624cef" /><Relationship Type="http://schemas.openxmlformats.org/officeDocument/2006/relationships/slide" Target="/ppt/slides/slide21.xml" Id="R2b410f249a4940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4e11686bec48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2d98a55ca84d13" /><Relationship Type="http://schemas.openxmlformats.org/officeDocument/2006/relationships/notesMaster" Target="/ppt/notesMasters/notesMaster1.xml" Id="R89ee2f02079941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bf932c6438492c" /><Relationship Type="http://schemas.openxmlformats.org/officeDocument/2006/relationships/notesMaster" Target="/ppt/notesMasters/notesMaster1.xml" Id="Rc2a146e0340a43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5cc4712e7142d8" /><Relationship Type="http://schemas.openxmlformats.org/officeDocument/2006/relationships/notesMaster" Target="/ppt/notesMasters/notesMaster1.xml" Id="R9948d1fa523c41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da27dfa7fa4983" /><Relationship Type="http://schemas.openxmlformats.org/officeDocument/2006/relationships/notesMaster" Target="/ppt/notesMasters/notesMaster1.xml" Id="R229bed40531d44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660dfd02f44480" /><Relationship Type="http://schemas.openxmlformats.org/officeDocument/2006/relationships/notesMaster" Target="/ppt/notesMasters/notesMaster1.xml" Id="R6cca928ec1e24f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bcfe1ed34a4292" /><Relationship Type="http://schemas.openxmlformats.org/officeDocument/2006/relationships/notesMaster" Target="/ppt/notesMasters/notesMaster1.xml" Id="Rdd5a3ee0bb2c40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4aea37e9a774ad8" /><Relationship Type="http://schemas.openxmlformats.org/officeDocument/2006/relationships/notesMaster" Target="/ppt/notesMasters/notesMaster1.xml" Id="Rfa9edf16ff1d43b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9b8cab7f86e4da5" /><Relationship Type="http://schemas.openxmlformats.org/officeDocument/2006/relationships/notesMaster" Target="/ppt/notesMasters/notesMaster1.xml" Id="R1b746540067647b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cea4b33c4e4ddd" /><Relationship Type="http://schemas.openxmlformats.org/officeDocument/2006/relationships/notesMaster" Target="/ppt/notesMasters/notesMaster1.xml" Id="Rc122b47725c549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581fe65bfd430f" /><Relationship Type="http://schemas.openxmlformats.org/officeDocument/2006/relationships/notesMaster" Target="/ppt/notesMasters/notesMaster1.xml" Id="Rca9a5555972749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a761d1db8f64045" /><Relationship Type="http://schemas.openxmlformats.org/officeDocument/2006/relationships/notesMaster" Target="/ppt/notesMasters/notesMaster1.xml" Id="R32c4fef89cab40e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335060691f8406b" /><Relationship Type="http://schemas.openxmlformats.org/officeDocument/2006/relationships/notesMaster" Target="/ppt/notesMasters/notesMaster1.xml" Id="Re21e2167892c48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76edb99fdd247b6" /><Relationship Type="http://schemas.openxmlformats.org/officeDocument/2006/relationships/notesMaster" Target="/ppt/notesMasters/notesMaster1.xml" Id="Rc0322ee1afc048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7e9c561fe5545cd" /><Relationship Type="http://schemas.openxmlformats.org/officeDocument/2006/relationships/notesMaster" Target="/ppt/notesMasters/notesMaster1.xml" Id="R2977d30a87ed4c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9e55a547686452b" /><Relationship Type="http://schemas.openxmlformats.org/officeDocument/2006/relationships/notesMaster" Target="/ppt/notesMasters/notesMaster1.xml" Id="Rf7d04e918a5b4ae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23945e8af2a457d" /><Relationship Type="http://schemas.openxmlformats.org/officeDocument/2006/relationships/notesMaster" Target="/ppt/notesMasters/notesMaster1.xml" Id="R13c17585406a4b1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b065476a74143" /><Relationship Type="http://schemas.openxmlformats.org/officeDocument/2006/relationships/notesMaster" Target="/ppt/notesMasters/notesMaster1.xml" Id="Ree469470474444e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6393fe70714bbc" /><Relationship Type="http://schemas.openxmlformats.org/officeDocument/2006/relationships/notesMaster" Target="/ppt/notesMasters/notesMaster1.xml" Id="Rc6eb7d33fd2f477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3f115a1736a42a0" /><Relationship Type="http://schemas.openxmlformats.org/officeDocument/2006/relationships/notesMaster" Target="/ppt/notesMasters/notesMaster1.xml" Id="R28497157bdf94a1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58fbb3565c745ed" /><Relationship Type="http://schemas.openxmlformats.org/officeDocument/2006/relationships/notesMaster" Target="/ppt/notesMasters/notesMaster1.xml" Id="Rafc55939f57b46b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4b9c927ef3a4c3a" /><Relationship Type="http://schemas.openxmlformats.org/officeDocument/2006/relationships/notesMaster" Target="/ppt/notesMasters/notesMaster1.xml" Id="R658759f0151e4b0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Practical Test 2</a:t>
            </a:r>
          </a:p>
          <a:p>
            <a:r>
              <a:t>CML3111, Week 14, slide 1</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14, slide 2</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Rehearse previously taught modelling decisions.</a:t>
            </a:r>
          </a:p>
          <a:p>
            <a:r>
              <a:t/>
            </a:r>
          </a:p>
          <a:p>
            <a:r>
              <a:t>Practise saving the complete test notebook offline.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14, slide 3</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Can you name the target, fit only on training records and explain how you would keep the test untouched?</a:t>
            </a:r>
          </a:p>
          <a:p>
            <a:r>
              <a:t/>
            </a:r>
          </a:p>
          <a:p>
            <a:r>
              <a:t>Continue to</a:t>
            </a:r>
          </a:p>
          <a:p>
            <a:r>
              <a:t>Preparation happens before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happens before the test</a:t>
            </a:r>
          </a:p>
          <a:p>
            <a:r>
              <a:t>CML3111, Week 14, slide 4</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Practise the already taught error calculations and data-splitting rules.</a:t>
            </a:r>
          </a:p>
          <a:p>
            <a:r>
              <a:t/>
            </a:r>
          </a:p>
          <a:p>
            <a:r>
              <a:t>Use separate practice values.</a:t>
            </a:r>
          </a:p>
          <a:p>
            <a:r>
              <a:t/>
            </a:r>
          </a:p>
          <a:p>
            <a:r>
              <a:t>The timed session follows the issued test instructions.</a:t>
            </a:r>
          </a:p>
          <a:p>
            <a:r>
              <a:t/>
            </a:r>
          </a:p>
          <a:p>
            <a:r>
              <a:t>Continue to</a:t>
            </a:r>
          </a:p>
          <a:p>
            <a:r>
              <a:t>Rehearse the offline save procedure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Rehearse the offline save procedure</a:t>
            </a:r>
          </a:p>
          <a:p>
            <a:r>
              <a:t>CML3111, Week 14, slide 5</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Save your notebook on the prepared lab computer.</a:t>
            </a:r>
          </a:p>
          <a:p>
            <a:r>
              <a:t/>
            </a:r>
          </a:p>
          <a:p>
            <a:r>
              <a:t>Type Part B under My written evidence in the notebook.</a:t>
            </a:r>
          </a:p>
          <a:p>
            <a:r>
              <a:t/>
            </a:r>
          </a:p>
          <a:p>
            <a:r>
              <a:t>Locate and reopen the complete notebook without internet.</a:t>
            </a:r>
          </a:p>
          <a:p>
            <a:r>
              <a:t/>
            </a:r>
          </a:p>
          <a:p>
            <a:r>
              <a:t>Continue to</a:t>
            </a:r>
          </a:p>
          <a:p>
            <a:r>
              <a:t>A result needs an explanation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result needs an explanation</a:t>
            </a:r>
          </a:p>
          <a:p>
            <a:r>
              <a:t>CML3111, Week 14, slide 6</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Name the target and its unit or class.</a:t>
            </a:r>
          </a:p>
          <a:p>
            <a:r>
              <a:t/>
            </a:r>
          </a:p>
          <a:p>
            <a:r>
              <a:t>Explain which data fitted preprocessing and which data evaluated the model.</a:t>
            </a:r>
          </a:p>
          <a:p>
            <a:r>
              <a:t/>
            </a:r>
          </a:p>
          <a:p>
            <a:r>
              <a:t>A high score alone does not establish a useful engineering model.</a:t>
            </a:r>
          </a:p>
          <a:p>
            <a:r>
              <a:t/>
            </a:r>
          </a:p>
          <a:p>
            <a:r>
              <a:t>Continue to</a:t>
            </a:r>
          </a:p>
          <a:p>
            <a:r>
              <a:t>Practice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before test day</a:t>
            </a:r>
          </a:p>
          <a:p>
            <a:r>
              <a:t>CML3111, Week 14, slide 7</a:t>
            </a:r>
          </a:p>
          <a:p>
            <a:r>
              <a:t/>
            </a:r>
          </a:p>
          <a:p>
            <a:r>
              <a:t>Explanation to give</a:t>
            </a:r>
          </a:p>
          <a:p>
            <a:r>
              <a:t>Pair the actual and predicted values in order. The first absolute error is abs(4-5)=1; the second is abs(8-6)=2.</a:t>
            </a:r>
          </a:p>
          <a:p>
            <a:r>
              <a:t/>
            </a:r>
          </a:p>
          <a:p>
            <a:r>
              <a:t>Worked illustration / lecturer answer</a:t>
            </a:r>
          </a:p>
          <a:p>
            <a:r>
              <a:t>Their mean is (1+2)/2=1.5. The unit is the target unit. Both observations contribute once to the numerator and denominator.</a:t>
            </a:r>
          </a:p>
          <a:p>
            <a:r>
              <a:t/>
            </a:r>
          </a:p>
          <a:p>
            <a:r>
              <a:t>Misconception to address</a:t>
            </a:r>
          </a:p>
          <a:p>
            <a:r>
              <a:t>Use the practice values only before the assessed session. MAE 1.5 is an average, not a maximum error guarantee.</a:t>
            </a:r>
          </a:p>
          <a:p>
            <a:r>
              <a:t/>
            </a:r>
          </a:p>
          <a:p>
            <a:r>
              <a:t>Read the displayed code line by line</a:t>
            </a:r>
          </a:p>
          <a:p>
            <a:r>
              <a:t>actual = [4, 8]</a:t>
            </a:r>
          </a:p>
          <a:p>
            <a:r>
              <a:t>Evaluate the complete right-hand expression first, then assign its result to the name or selected field on the left.</a:t>
            </a:r>
          </a:p>
          <a:p>
            <a:r>
              <a:t/>
            </a:r>
          </a:p>
          <a:p>
            <a:r>
              <a:t>predicted = [5, 6]</a:t>
            </a:r>
          </a:p>
          <a:p>
            <a:r>
              <a:t>Evaluate the complete right-hand expression first, then assign its result to the name or selected field on the left.</a:t>
            </a:r>
          </a:p>
          <a:p>
            <a:r>
              <a:t/>
            </a:r>
          </a:p>
          <a:p>
            <a:r>
              <a:t>errors = []</a:t>
            </a:r>
          </a:p>
          <a:p>
            <a:r>
              <a:t>Evaluate the complete right-hand expression first, then assign its result to the name or selected field on the left.</a:t>
            </a:r>
          </a:p>
          <a:p>
            <a:r>
              <a:t/>
            </a:r>
          </a:p>
          <a:p>
            <a:r>
              <a:t>for a, p in zip(actual, predicted):</a:t>
            </a:r>
          </a:p>
          <a:p>
            <a:r>
              <a:t>Take each item or pair in turn, assign the loop name(s), and repeat the indented body.</a:t>
            </a:r>
          </a:p>
          <a:p>
            <a:r>
              <a:t/>
            </a:r>
          </a:p>
          <a:p>
            <a:r>
              <a:t>errors.append(abs(a - p))</a:t>
            </a:r>
          </a:p>
          <a:p>
            <a:r>
              <a:t>Evaluate the argument and add it as one new item at the end of this list.</a:t>
            </a:r>
          </a:p>
          <a:p>
            <a:r>
              <a:t/>
            </a:r>
          </a:p>
          <a:p>
            <a:r>
              <a:t>print(sum(errors) / len(errors))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Test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 session</a:t>
            </a:r>
          </a:p>
          <a:p>
            <a:r>
              <a:t>CML3111, Week 14, slide 8</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00–15 minutes: briefing and file check.</a:t>
            </a:r>
          </a:p>
          <a:p>
            <a:r>
              <a:t/>
            </a:r>
          </a:p>
          <a:p>
            <a:r>
              <a:t>15–135 minutes: individual practical work.</a:t>
            </a:r>
          </a:p>
          <a:p>
            <a:r>
              <a:t/>
            </a:r>
          </a:p>
          <a:p>
            <a:r>
              <a:t>135–160 minutes: typed offline reasoning, with code execution prohibited.</a:t>
            </a:r>
          </a:p>
          <a:p>
            <a:r>
              <a:t/>
            </a:r>
          </a:p>
          <a:p>
            <a:r>
              <a:t>160–180 minutes: save and hand in through invigilated offline collection.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CML3111, Week 14, slide 9</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Each learner can save and reopen the complete notebook in the offline setting.</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CML3111, Week 14, slide 10</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TEST2’s official brief, interfaces, time allocation, permitted resources and packet requirements.</a:t>
            </a:r>
          </a:p>
          <a:p>
            <a:r>
              <a:t/>
            </a:r>
          </a:p>
          <a:p>
            <a:r>
              <a:t>Follow the test instructions issued by your lecturer.</a:t>
            </a:r>
          </a:p>
          <a:p>
            <a:r>
              <a:t/>
            </a:r>
          </a:p>
          <a:p>
            <a:r>
              <a:t>Continue to</a:t>
            </a:r>
          </a:p>
          <a:p>
            <a:r>
              <a:t>Practical Test 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a:t>
            </a:r>
          </a:p>
          <a:p>
            <a:r>
              <a:t>CML3111, Week 14, slide 11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13</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Include captions and readable written evidence in the notebook.</a:t>
            </a:r>
          </a:p>
          <a:p>
            <a:r>
              <a:t/>
            </a:r>
          </a:p>
          <a:p>
            <a:r>
              <a:t>Task framing (10.0 total): The ML task is correctly identified, the target named, and regression vs classification correctly chosen and justified.</a:t>
            </a:r>
          </a:p>
          <a:p>
            <a:r>
              <a:t/>
            </a:r>
          </a:p>
          <a:p>
            <a:r>
              <a:t>Data preparation &amp; leakage control (20.0 total): Cleaning and encoding appropriate.</a:t>
            </a:r>
          </a:p>
          <a:p>
            <a:r>
              <a:t/>
            </a:r>
          </a:p>
          <a:p>
            <a:r>
              <a:t>Split made before any fitting.</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14</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Pipeline used.</a:t>
            </a:r>
          </a:p>
          <a:p>
            <a:r>
              <a:t/>
            </a:r>
          </a:p>
          <a:p>
            <a:r>
              <a:t>No leakage present - a leak found by the marker caps this criterion at zero.</a:t>
            </a:r>
          </a:p>
          <a:p>
            <a:r>
              <a:t/>
            </a:r>
          </a:p>
          <a:p>
            <a:r>
              <a:t>Modelling protocol (20.0 total): At least two models built and compared under identical conditions.</a:t>
            </a:r>
          </a:p>
          <a:p>
            <a:r>
              <a:t/>
            </a:r>
          </a:p>
          <a:p>
            <a:r>
              <a:t>Baseline included.</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15</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Hyperparameters handled sensibly.</a:t>
            </a:r>
          </a:p>
          <a:p>
            <a:r>
              <a:t/>
            </a:r>
          </a:p>
          <a:p>
            <a:r>
              <a:t>Evaluation &amp; metric justification (20.0 total): Correct metrics computed.</a:t>
            </a:r>
          </a:p>
          <a:p>
            <a:r>
              <a:t/>
            </a:r>
          </a:p>
          <a:p>
            <a:r>
              <a:t>Metric choice defended against the cost of error.</a:t>
            </a:r>
          </a:p>
          <a:p>
            <a:r>
              <a:t/>
            </a:r>
          </a:p>
          <a:p>
            <a:r>
              <a:t>Cross-validation reported with a spread, not a single number.</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16</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Engineering interpretation &amp; limits (20.0 total): The result is stated in physical or operational units.</a:t>
            </a:r>
          </a:p>
          <a:p>
            <a:r>
              <a:t/>
            </a:r>
          </a:p>
          <a:p>
            <a:r>
              <a:t>Three genuine limitations given.</a:t>
            </a:r>
          </a:p>
          <a:p>
            <a:r>
              <a:t/>
            </a:r>
          </a:p>
          <a:p>
            <a:r>
              <a:t>A clear position on whether it should be deployed.</a:t>
            </a:r>
          </a:p>
          <a:p>
            <a:r>
              <a:t/>
            </a:r>
          </a:p>
          <a:p>
            <a:r>
              <a:t>Code clarity (10.0 total): Runs top to bottom.</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17</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Readable.</a:t>
            </a:r>
          </a:p>
          <a:p>
            <a:r>
              <a:t/>
            </a:r>
          </a:p>
          <a:p>
            <a:r>
              <a:t>Commented where the intent is not obvious.</a:t>
            </a:r>
          </a:p>
          <a:p>
            <a:r>
              <a:t/>
            </a:r>
          </a:p>
          <a:p>
            <a:r>
              <a:t>Execution requirement for c2: Data-preparation credit requires the published leakage-safe split check to pass.</a:t>
            </a:r>
          </a:p>
          <a:p>
            <a:r>
              <a:t/>
            </a:r>
          </a:p>
          <a:p>
            <a:r>
              <a:t>If this check fails, written marks in that criterion are zero; other criteria remain independently scored.</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18</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Timing and Part B</a:t>
            </a:r>
          </a:p>
          <a:p>
            <a:r>
              <a:t/>
            </a:r>
          </a:p>
          <a:p>
            <a:r>
              <a:t>15 minutes setup, 120 minutes practical, 25 minutes typed offline reasoning with code execution prohibited, 20 minutes collection.</a:t>
            </a:r>
          </a:p>
          <a:p>
            <a:r>
              <a:t/>
            </a:r>
          </a:p>
          <a:p>
            <a:r>
              <a:t>No internet, messaging or AI.</a:t>
            </a:r>
          </a:p>
          <a:p>
            <a:r>
              <a:t/>
            </a:r>
          </a:p>
          <a:p>
            <a:r>
              <a:t>Answer: Why your main cleaning/model choice?</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CML3111, Week 14, slide 19</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What can your chart/metric not establish?</a:t>
            </a:r>
          </a:p>
          <a:p>
            <a:r>
              <a:t/>
            </a:r>
          </a:p>
          <a:p>
            <a:r>
              <a:t>What evidence would change your recommendation?</a:t>
            </a:r>
          </a:p>
          <a:p>
            <a:r>
              <a:t/>
            </a:r>
          </a:p>
          <a:p>
            <a:r>
              <a:t>What further data is required?</a:t>
            </a:r>
          </a:p>
          <a:p>
            <a:r>
              <a:t/>
            </a:r>
          </a:p>
          <a:p>
            <a:r>
              <a:t>Invigilated offline collection is authoritative; Google upload is a later transport step and must not impose an internet requirement during the test.</a:t>
            </a:r>
          </a:p>
          <a:p>
            <a:r>
              <a:t/>
            </a:r>
          </a:p>
          <a:p>
            <a:r>
              <a:t>Continue to</a:t>
            </a:r>
          </a:p>
          <a:p>
            <a:r>
              <a:t>Practical Test 2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submission</a:t>
            </a:r>
          </a:p>
          <a:p>
            <a:r>
              <a:t>CML3111, Week 14, slide 20</a:t>
            </a:r>
          </a:p>
          <a:p>
            <a:r>
              <a:t/>
            </a:r>
          </a:p>
          <a:p>
            <a:r>
              <a:t>Explanation to give</a:t>
            </a:r>
          </a:p>
          <a:p>
            <a:r>
              <a:t>This slide hands over CML3111 TEST2. Show the exact form title before uploading. The required packet is one completed .ipynb notebook.</a:t>
            </a:r>
          </a:p>
          <a:p>
            <a:r>
              <a:t/>
            </a:r>
          </a:p>
          <a:p>
            <a:r>
              <a:t>Worked illustration / lecturer answer</a:t>
            </a:r>
          </a:p>
          <a:p>
            <a:r>
              <a:t>For TEST1/TEST2, save Part B under My written evidence. Collect the complete notebook offline under invigilation; the later form upload only transports that collected version.</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Offline invigilated collection is authoritative.</a:t>
            </a:r>
          </a:p>
          <a:p>
            <a:r>
              <a:t/>
            </a:r>
          </a:p>
          <a:p>
            <a:r>
              <a:t>Google upload is a later transport step.</a:t>
            </a:r>
          </a:p>
          <a:p>
            <a:r>
              <a:t/>
            </a:r>
          </a:p>
          <a:p>
            <a:r>
              <a:t>Save one notebook with Part B under My written evidence.</a:t>
            </a:r>
          </a:p>
          <a:p>
            <a:r>
              <a:t/>
            </a:r>
          </a:p>
          <a:p>
            <a:r>
              <a:t>No internet, messaging or AI during the test.</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14, slide 21</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training-only preprocessing and locate your saved evidence.</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6f3282ed3304ec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91de961d824c7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a612927567a45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d2765fd319455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b881e9ed16d49a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59ac7bea6d84b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8F5B5FF-D826-4A63-9245-8DB023B3959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1E430F6-C518-478B-B8AF-D55717A55C4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547CE03-40C4-498F-AB99-A5B3954EE9B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C31D5C7-B420-4C0A-8185-1D3FB408662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A018AF9-A2E1-4007-9C1A-6F8DFF0E5CA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977D8D8-107E-406D-9CDA-B916AC3C77D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C5DC8C4-86FC-41EF-ADD2-195396EE3B9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81D53BE-0A45-4455-87DE-928A163459D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36D2886-1D7C-4587-9D1A-DCC6D00D666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5A7BC96-0F41-468E-BB83-147F4D03470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4057DF4-8E5E-4318-9029-44D4A04570E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3374E98-E238-46AE-9C7F-F0EA86C5BCE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E4532AA-2954-49CE-944C-54ECE30E1B6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B0A32C8-F8D2-4CE9-ABEA-2D35E36F02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121607D-6659-4660-8A3D-7049CEC353F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31aaaa13b324c2c" /><Relationship Type="http://schemas.openxmlformats.org/officeDocument/2006/relationships/slideLayout" Target="/ppt/slideLayouts/slideLayout1.xml" Id="Rd84a7b2a49094eeb" /><Relationship Type="http://schemas.openxmlformats.org/officeDocument/2006/relationships/slideLayout" Target="/ppt/slideLayouts/slideLayout2.xml" Id="R10111d9614b14cdf" /><Relationship Type="http://schemas.openxmlformats.org/officeDocument/2006/relationships/slideLayout" Target="/ppt/slideLayouts/slideLayout3.xml" Id="R5d047351fa0b47f9" /><Relationship Type="http://schemas.openxmlformats.org/officeDocument/2006/relationships/slideLayout" Target="/ppt/slideLayouts/slideLayout4.xml" Id="R74019cfe92694201" /><Relationship Type="http://schemas.openxmlformats.org/officeDocument/2006/relationships/slideLayout" Target="/ppt/slideLayouts/slideLayout5.xml" Id="R59deee019db04912" /><Relationship Type="http://schemas.openxmlformats.org/officeDocument/2006/relationships/slideLayout" Target="/ppt/slideLayouts/slideLayout6.xml" Id="R7253e8e8ea4a46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4a7b2a49094eeb"/>
    <p:sldLayoutId xmlns:r="http://schemas.openxmlformats.org/officeDocument/2006/relationships" id="2147483650" r:id="R10111d9614b14cdf"/>
    <p:sldLayoutId xmlns:r="http://schemas.openxmlformats.org/officeDocument/2006/relationships" id="2147483651" r:id="R5d047351fa0b47f9"/>
    <p:sldLayoutId xmlns:r="http://schemas.openxmlformats.org/officeDocument/2006/relationships" id="2147483652" r:id="R74019cfe92694201"/>
    <p:sldLayoutId xmlns:r="http://schemas.openxmlformats.org/officeDocument/2006/relationships" id="2147483653" r:id="R59deee019db04912"/>
    <p:sldLayoutId xmlns:r="http://schemas.openxmlformats.org/officeDocument/2006/relationships" id="2147483654" r:id="R7253e8e8ea4a46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1d85577d6ac4596" /><Relationship Type="http://schemas.openxmlformats.org/officeDocument/2006/relationships/image" Target="/ppt/media/image.png" Id="R6b60a20086a64487" /><Relationship Type="http://schemas.openxmlformats.org/officeDocument/2006/relationships/notesSlide" Target="/ppt/notesSlides/notesSlide1.xml" Id="Reb3e0262c08a4d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5cbc4e6d1f74fb4" /><Relationship Type="http://schemas.openxmlformats.org/officeDocument/2006/relationships/notesSlide" Target="/ppt/notesSlides/notesSlide2.xml" Id="R80e06ec5ff0447d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d5d9c7078d54335" /><Relationship Type="http://schemas.openxmlformats.org/officeDocument/2006/relationships/notesSlide" Target="/ppt/notesSlides/notesSlide3.xml" Id="R4650fecafc3645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88705544c364c3e" /><Relationship Type="http://schemas.openxmlformats.org/officeDocument/2006/relationships/notesSlide" Target="/ppt/notesSlides/notesSlide4.xml" Id="Rf0294c747069475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04a4142cff74077" /><Relationship Type="http://schemas.openxmlformats.org/officeDocument/2006/relationships/notesSlide" Target="/ppt/notesSlides/notesSlide5.xml" Id="Rddb734909bdb4f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e0585d1d744190" /><Relationship Type="http://schemas.openxmlformats.org/officeDocument/2006/relationships/notesSlide" Target="/ppt/notesSlides/notesSlide6.xml" Id="R8a63284d23be42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2596baf5ee485b" /><Relationship Type="http://schemas.openxmlformats.org/officeDocument/2006/relationships/notesSlide" Target="/ppt/notesSlides/notesSlide7.xml" Id="R3e0bce37ae494c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a407c7e88a349bb" /><Relationship Type="http://schemas.openxmlformats.org/officeDocument/2006/relationships/notesSlide" Target="/ppt/notesSlides/notesSlide8.xml" Id="Ra81ed83f273d41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796c02af6541c5" /><Relationship Type="http://schemas.openxmlformats.org/officeDocument/2006/relationships/notesSlide" Target="/ppt/notesSlides/notesSlide9.xml" Id="R6f8b8d630bb34e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c0623b3a8944ccd" /><Relationship Type="http://schemas.openxmlformats.org/officeDocument/2006/relationships/notesSlide" Target="/ppt/notesSlides/notesSlide10.xml" Id="Rf2d6528216b04a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793ace240864eec" /><Relationship Type="http://schemas.openxmlformats.org/officeDocument/2006/relationships/notesSlide" Target="/ppt/notesSlides/notesSlide11.xml" Id="R23c51bd0429748e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62dded5746f4da7" /><Relationship Type="http://schemas.openxmlformats.org/officeDocument/2006/relationships/notesSlide" Target="/ppt/notesSlides/notesSlide12.xml" Id="R1e5650d9eb0d4cc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d8a9a3641ed42a1" /><Relationship Type="http://schemas.openxmlformats.org/officeDocument/2006/relationships/notesSlide" Target="/ppt/notesSlides/notesSlide13.xml" Id="R2f3c6d9fd39a4c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03f0477aff34b55" /><Relationship Type="http://schemas.openxmlformats.org/officeDocument/2006/relationships/notesSlide" Target="/ppt/notesSlides/notesSlide14.xml" Id="Rf22f950135f049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849efe596f44d74" /><Relationship Type="http://schemas.openxmlformats.org/officeDocument/2006/relationships/notesSlide" Target="/ppt/notesSlides/notesSlide15.xml" Id="Re7f6e88bfa25406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3c4ca29b6e8438e" /><Relationship Type="http://schemas.openxmlformats.org/officeDocument/2006/relationships/notesSlide" Target="/ppt/notesSlides/notesSlide16.xml" Id="R7f4cd049e6764ae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9f73c27f1814b79" /><Relationship Type="http://schemas.openxmlformats.org/officeDocument/2006/relationships/notesSlide" Target="/ppt/notesSlides/notesSlide17.xml" Id="R9f2031bad3c6496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9304688d3514b05" /><Relationship Type="http://schemas.openxmlformats.org/officeDocument/2006/relationships/notesSlide" Target="/ppt/notesSlides/notesSlide18.xml" Id="Rb2cbd4cf5a334ef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1b5d1c07bef4479" /><Relationship Type="http://schemas.openxmlformats.org/officeDocument/2006/relationships/notesSlide" Target="/ppt/notesSlides/notesSlide19.xml" Id="R48e3a577ff4c4dd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3478f1bf3fb40ae" /><Relationship Type="http://schemas.openxmlformats.org/officeDocument/2006/relationships/hyperlink" Target="https://docs.google.com/forms/d/e/1FAIpQLSfOabwvSWjm6i8Hwl0WyoTKG0AtEsqrI4vqKuOoTWCw_DmcCQ/viewform" TargetMode="External" Id="R8a2e46e843504321" /><Relationship Type="http://schemas.openxmlformats.org/officeDocument/2006/relationships/notesSlide" Target="/ppt/notesSlides/notesSlide20.xml" Id="R3f7839d322a44d7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d05328cd4474814" /><Relationship Type="http://schemas.openxmlformats.org/officeDocument/2006/relationships/notesSlide" Target="/ppt/notesSlides/notesSlide21.xml" Id="Re25ddeebb9c4480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60a20086a6448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986A253-D7B7-4126-A91F-0A1AA4FD6B1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3641E92-A963-4C67-A156-3C46593A9D1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14</a:t>
            </a:r>
          </a:p>
        </p:txBody>
      </p:sp>
      <p:sp>
        <p:nvSpPr>
          <p:cNvPr id="4" name="">
            <a:extLst xmlns:a="http://schemas.openxmlformats.org/drawingml/2006/main">
              <a:ext uri="{FF2B5EF4-FFF2-40B4-BE49-F238E27FC236}">
                <a16:creationId xmlns:a16="http://schemas.microsoft.com/office/drawing/2014/main" id="{E5AAB200-5BD8-46F4-89F2-29CA0E374872}"/>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E74B24EF-C694-43D4-8B32-4DDB397936D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F523FA4-6051-4A91-95D4-80D79AEAE24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84772994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68BA1E-D66A-4E92-AE34-16B04DFBF2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4C97CE-E589-4CD0-B7AD-CD3A022C15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78DBB08-919D-45B6-A6F1-8FFA0F8AE8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02B6448-2B55-463A-918F-53267E1F641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B663FB-DAB0-48E2-B6D0-1877DCFBB57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2E53B12-3015-418A-9E85-079BA326DD8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the complete test notebook offline.</a:t>
            </a:r>
          </a:p>
        </p:txBody>
      </p:sp>
      <p:sp>
        <p:nvSpPr>
          <p:cNvPr id="7" name="">
            <a:extLst xmlns:a="http://schemas.openxmlformats.org/drawingml/2006/main">
              <a:ext uri="{FF2B5EF4-FFF2-40B4-BE49-F238E27FC236}">
                <a16:creationId xmlns:a16="http://schemas.microsoft.com/office/drawing/2014/main" id="{21D8EE83-A90D-4C44-9347-FF2F88E079F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7E6D239-889B-4283-8AEC-C264353D444F}"/>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806C0B12-2EDE-4257-B74A-2239662BA4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a:t>
            </a:r>
          </a:p>
        </p:txBody>
      </p:sp>
    </p:spTree>
    <p:extLst>
      <p:ext uri="{BB962C8B-B14F-4D97-AF65-F5344CB8AC3E}">
        <p14:creationId xmlns:p14="http://schemas.microsoft.com/office/powerpoint/2010/main" val="153964046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6F4A34-0D44-4DBF-BAF9-BAD5C3BF3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ACB1FD-2526-4E3F-A4E9-05EFBED9F8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704E9E-FF93-47B6-9252-199FD5B8BC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27E41520-FA33-4F8F-A246-B2BCA08D7C3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EED394-F766-4566-B430-FB8DEE270002}"/>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name the target, fit only on training records and explain how you would keep the test untouched?</a:t>
            </a:r>
          </a:p>
        </p:txBody>
      </p:sp>
      <p:sp>
        <p:nvSpPr>
          <p:cNvPr id="6" name="">
            <a:extLst xmlns:a="http://schemas.openxmlformats.org/drawingml/2006/main">
              <a:ext uri="{FF2B5EF4-FFF2-40B4-BE49-F238E27FC236}">
                <a16:creationId xmlns:a16="http://schemas.microsoft.com/office/drawing/2014/main" id="{FCC3F742-BA22-4DBE-909A-9C50CB3EC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a:t>
            </a:r>
          </a:p>
        </p:txBody>
      </p:sp>
    </p:spTree>
    <p:extLst>
      <p:ext uri="{BB962C8B-B14F-4D97-AF65-F5344CB8AC3E}">
        <p14:creationId xmlns:p14="http://schemas.microsoft.com/office/powerpoint/2010/main" val="13687816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CFA8DC-D88F-4904-BE2D-97D98FD85F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8E9555-C0CD-45E2-89EA-175B9E7B71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1FC184-6D5B-4020-B7BF-B172F5A9F1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BFF60280-938E-4A1E-82B1-D731D2FD98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EE94D4-E762-40F9-B3F4-C84AB8EC587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923379EE-C13A-494C-BAB1-85ED8E447C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3B9142-7F5D-4021-A80D-6E2F7AAC69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97BDC24A-C138-497F-B089-D6E237003AF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A3D698-80FE-45FA-BFC8-AC073F46F2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97CB40CF-7249-45FC-84CC-F50623D8E7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a:t>
            </a:r>
          </a:p>
        </p:txBody>
      </p:sp>
    </p:spTree>
    <p:extLst>
      <p:ext uri="{BB962C8B-B14F-4D97-AF65-F5344CB8AC3E}">
        <p14:creationId xmlns:p14="http://schemas.microsoft.com/office/powerpoint/2010/main" val="96766781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57A313-54C1-4697-9E8B-40409467E2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E1F965-C70B-48A3-9B27-AEE2DAEBBF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4AF49C-32D9-4295-8574-D7D7D6290C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xmlns:a="http://schemas.openxmlformats.org/drawingml/2006/main">
              <a:ext uri="{FF2B5EF4-FFF2-40B4-BE49-F238E27FC236}">
                <a16:creationId xmlns:a16="http://schemas.microsoft.com/office/drawing/2014/main" id="{679D9919-FA33-4030-A547-444180A626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36301B-429A-47CF-B29E-B84ED133016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xmlns:a="http://schemas.openxmlformats.org/drawingml/2006/main">
              <a:ext uri="{FF2B5EF4-FFF2-40B4-BE49-F238E27FC236}">
                <a16:creationId xmlns:a16="http://schemas.microsoft.com/office/drawing/2014/main" id="{5AFBB2EC-3AED-4162-A48A-9DCDC3FA90E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1A7C8B-3A67-48B9-85B6-C054144F17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xmlns:a="http://schemas.openxmlformats.org/drawingml/2006/main">
              <a:ext uri="{FF2B5EF4-FFF2-40B4-BE49-F238E27FC236}">
                <a16:creationId xmlns:a16="http://schemas.microsoft.com/office/drawing/2014/main" id="{9A866FC5-9250-4FC2-BF09-E5FEDC8E97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12415D-DF2A-4E72-8D68-AEA26B994BF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xmlns:a="http://schemas.openxmlformats.org/drawingml/2006/main">
              <a:ext uri="{FF2B5EF4-FFF2-40B4-BE49-F238E27FC236}">
                <a16:creationId xmlns:a16="http://schemas.microsoft.com/office/drawing/2014/main" id="{0C60935B-BF54-4E0F-BCB4-7343FADCA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a:t>
            </a:r>
          </a:p>
        </p:txBody>
      </p:sp>
    </p:spTree>
    <p:extLst>
      <p:ext uri="{BB962C8B-B14F-4D97-AF65-F5344CB8AC3E}">
        <p14:creationId xmlns:p14="http://schemas.microsoft.com/office/powerpoint/2010/main" val="4112416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1B1CF7-AEBB-43F0-86EB-8D1FD97F0B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3D3998-D422-4B1C-A121-3160D0F361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B58810-82F4-4F25-98E8-A3BACB396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EFA72B7E-EB17-43BE-9152-723CE623A1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7462FE-A2AB-4484-BB60-2A513ECBA6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D3A362C6-85A8-4899-8EC4-AE337E7606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A23506-9187-45A9-9575-1EF2C07AE0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BC812B75-DE5F-4DC1-8199-BD5EE4C855D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7CF821-0E69-4BB8-9C13-46C494966F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B54ADC8E-2A7F-4B67-A7B3-6A9BDA3004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a:t>
            </a:r>
          </a:p>
        </p:txBody>
      </p:sp>
    </p:spTree>
    <p:extLst>
      <p:ext uri="{BB962C8B-B14F-4D97-AF65-F5344CB8AC3E}">
        <p14:creationId xmlns:p14="http://schemas.microsoft.com/office/powerpoint/2010/main" val="9418980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3942142-7620-415C-8EC9-3FBB68BC7A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B6B274-02EE-4520-951B-F99005C9CA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1402446-E2CC-48EE-B785-F832611E8C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259F2A22-5930-4677-9933-1ABF2C3928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C1E1F6-35E7-4ADD-9365-2CA8750E63B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4D94698E-EB6C-402C-AE74-718235C4B00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72E2724-2B15-4300-8F07-00207B5934A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BFE4C0B-2E90-48C1-B2E6-F521C6F7D50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4514C953-A410-402F-9D85-B8D5D982ADB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6679A74-C7D6-43AB-9898-6F5E41CFE96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43BEE968-B1DA-43F0-8522-F2C20AA808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a:t>
            </a:r>
          </a:p>
        </p:txBody>
      </p:sp>
    </p:spTree>
    <p:extLst>
      <p:ext uri="{BB962C8B-B14F-4D97-AF65-F5344CB8AC3E}">
        <p14:creationId xmlns:p14="http://schemas.microsoft.com/office/powerpoint/2010/main" val="3822336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E22BDA-F203-433D-989D-F278A2A6D2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FA5BD0-8C40-4011-90C9-8637A9C39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E17676-5B31-4CC4-9D47-25EF457A33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8CF91801-7FF1-4F84-8E16-1CCA473FAB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A136F3-BC36-4322-9233-E33947660C9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B7CD1597-E9F1-4950-B871-CB935BCF405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3EB0AB-26C9-4334-AC46-61A7D3BC938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72326E92-1194-49D8-A62C-ED963110C8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333258-1833-4CB8-95AB-DC64D26B83B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5156BA27-FDF1-4659-8C03-DA150BA233C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697ADE3-9901-4425-A67C-A59ABA657DB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606EF7CC-6446-4D80-B857-71CCD185A7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8</a:t>
            </a:r>
          </a:p>
        </p:txBody>
      </p:sp>
    </p:spTree>
    <p:extLst>
      <p:ext uri="{BB962C8B-B14F-4D97-AF65-F5344CB8AC3E}">
        <p14:creationId xmlns:p14="http://schemas.microsoft.com/office/powerpoint/2010/main" val="9699959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191929-8B35-4BC5-947A-E2A122D547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D6F647-03EA-44FE-BF1C-FBE7D1113C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D976C9-B5E3-42A1-9F13-38440DA1D0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F1BAB304-0B0F-4925-8545-7A96B454525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83E64C-9AF8-470A-826A-AE9C21230AB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the complete notebook in the offline setting.</a:t>
            </a:r>
          </a:p>
        </p:txBody>
      </p:sp>
      <p:sp>
        <p:nvSpPr>
          <p:cNvPr id="6" name="">
            <a:extLst xmlns:a="http://schemas.openxmlformats.org/drawingml/2006/main">
              <a:ext uri="{FF2B5EF4-FFF2-40B4-BE49-F238E27FC236}">
                <a16:creationId xmlns:a16="http://schemas.microsoft.com/office/drawing/2014/main" id="{A77510C8-D60D-4689-B117-3FA220946D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9</a:t>
            </a:r>
          </a:p>
        </p:txBody>
      </p:sp>
    </p:spTree>
    <p:extLst>
      <p:ext uri="{BB962C8B-B14F-4D97-AF65-F5344CB8AC3E}">
        <p14:creationId xmlns:p14="http://schemas.microsoft.com/office/powerpoint/2010/main" val="7243891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F5B89B-162B-41D6-9066-19A03CFF1D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053686-CD16-4726-AE4B-72EE20E650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80A8E32-5233-4174-9BEA-F16139BEF9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97092BC4-75CB-475C-BB9B-AD2613D74F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B1DE54-0093-4A99-ABA6-6E831E31A382}"/>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EE09FEE8-E402-455D-8CB8-1968076F14D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8FA0C3-C152-4781-A427-8BA8B0A3C03D}"/>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9FF18181-DBB3-45DB-B178-46F6D9F4B6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10</a:t>
            </a:r>
          </a:p>
        </p:txBody>
      </p:sp>
    </p:spTree>
    <p:extLst>
      <p:ext uri="{BB962C8B-B14F-4D97-AF65-F5344CB8AC3E}">
        <p14:creationId xmlns:p14="http://schemas.microsoft.com/office/powerpoint/2010/main" val="934738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EFEA3F-2D49-4DE8-B623-4610A62F76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B212AF-647A-442F-9847-1FB2B21767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3FB522-B365-4437-8D07-DA3CC55910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3C51FC28-20CA-47FC-832D-7AEFC1F2CC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61A044-B3FC-42AE-920D-3B892C45B82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18ADB980-5230-426F-AE0D-71D57AFFFFB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51A16C-62D5-45B4-A6DB-1FBC1BC9ED4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A1AC51C0-F37B-434D-859E-496C13BCB0C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D5B1F1-8D57-4BDE-B0BD-2F90C1938CD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FAA79DF8-C207-4CFD-AA53-6DECF10B4AA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F0BC01-401D-4FFE-8567-241C12A30F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759372B-6B1F-4B5F-A097-B5FFA5D4C7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11</a:t>
            </a:r>
          </a:p>
        </p:txBody>
      </p:sp>
    </p:spTree>
    <p:extLst>
      <p:ext uri="{BB962C8B-B14F-4D97-AF65-F5344CB8AC3E}">
        <p14:creationId xmlns:p14="http://schemas.microsoft.com/office/powerpoint/2010/main" val="77381606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33148F-197C-4105-9A66-07DE6AED9F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10ADC0-7C14-44EC-8DB0-E37059DA6F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FC7475-814D-4014-8487-BC7A666C19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58AB1107-F85F-4D79-B5CE-2A9638620F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0CD814-DFDC-40C3-AEEC-C06C34273F9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31617343-C7E8-482F-AECE-5217BFD4062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CF76DF-21F3-47AF-9A28-C4550FDAC39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0052F534-99CD-4093-B2EA-C20E166C034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5DA1A2-2D19-4FC9-B60C-86FBB472652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5D577BFA-917A-4A79-8B63-726EC149AB7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3CCDE5B-7F97-42C1-BF16-0D6A2404F18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2F16FB34-F5BD-4EF8-84A5-5DC38925D2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12</a:t>
            </a:r>
          </a:p>
        </p:txBody>
      </p:sp>
    </p:spTree>
    <p:extLst>
      <p:ext uri="{BB962C8B-B14F-4D97-AF65-F5344CB8AC3E}">
        <p14:creationId xmlns:p14="http://schemas.microsoft.com/office/powerpoint/2010/main" val="1852145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EF8F50-92EF-4E37-B7F5-376489DFA1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917BEC-9138-4740-8FF2-B490119959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63BE76-1110-4777-9739-4E74DE1C02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EEE598F-606E-46F4-BF61-28AAD00319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A33A27-28BE-47F6-953E-5A76EFB494F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BE6F0CDF-E136-4B33-8C7E-017A46CF991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6A8F60-F06B-4332-800F-EA24ECA686F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xmlns:a="http://schemas.openxmlformats.org/drawingml/2006/main">
              <a:ext uri="{FF2B5EF4-FFF2-40B4-BE49-F238E27FC236}">
                <a16:creationId xmlns:a16="http://schemas.microsoft.com/office/drawing/2014/main" id="{C277AF75-130F-4F96-BD0D-F6B25196D1E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33DF89-305C-4E20-890C-A4FA67AAE38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xmlns:a="http://schemas.openxmlformats.org/drawingml/2006/main">
              <a:ext uri="{FF2B5EF4-FFF2-40B4-BE49-F238E27FC236}">
                <a16:creationId xmlns:a16="http://schemas.microsoft.com/office/drawing/2014/main" id="{1B28AC93-D42F-4FA6-BD32-FA6AECADFB4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225EC2-2BAD-439F-BDEA-25B369B181D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xmlns:a="http://schemas.openxmlformats.org/drawingml/2006/main">
              <a:ext uri="{FF2B5EF4-FFF2-40B4-BE49-F238E27FC236}">
                <a16:creationId xmlns:a16="http://schemas.microsoft.com/office/drawing/2014/main" id="{B17E22F2-8F04-4166-99A6-60546AC5B9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13</a:t>
            </a:r>
          </a:p>
        </p:txBody>
      </p:sp>
    </p:spTree>
    <p:extLst>
      <p:ext uri="{BB962C8B-B14F-4D97-AF65-F5344CB8AC3E}">
        <p14:creationId xmlns:p14="http://schemas.microsoft.com/office/powerpoint/2010/main" val="12987895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DB336D-C57E-4B44-8240-C415EC6B7A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BF2721-5817-4AAC-BD99-B5AA5B6A15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310FCB-C684-4041-97F6-5B05051D10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A0DBD250-F78F-4456-A47C-D7F436AB98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4B53C5-3B97-426D-8374-F5D781EC6CC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CD01F75F-FF0F-4141-88BB-51C8463E68C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DDA1A7-292A-4D48-9963-9396BEF52B0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41102FE3-72F3-4B28-9249-DEDB45DF666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E9F52B-2BDE-40B1-B456-493D2E66495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15A98CE4-FBE7-4177-B0D3-25B9E1EA909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9D65D8-6CAB-4205-9A52-738B72E0DFD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C4594022-820A-43F6-B518-416AE364D2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14</a:t>
            </a:r>
          </a:p>
        </p:txBody>
      </p:sp>
    </p:spTree>
    <p:extLst>
      <p:ext uri="{BB962C8B-B14F-4D97-AF65-F5344CB8AC3E}">
        <p14:creationId xmlns:p14="http://schemas.microsoft.com/office/powerpoint/2010/main" val="17086126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B804C5-CBE5-4455-8709-E74C1DB34C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8D6446-C00B-454A-9985-13F3D0DD8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B11CCB-E87E-49E4-929C-177EEDBF22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03CD10F-C724-4E25-8BB4-E5B2FC034B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9E5720-BA46-4A70-8C22-2C2251F43BB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B21DC41B-09D7-49F3-9B91-09A37FAA489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CD54F8-8C13-4FC4-80B9-E95DD596F77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885D6D69-B29C-4606-93E8-E96653A106D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E3C7EC-FBC9-4F38-A034-BE865CDACC1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1C9BE343-F43E-45C4-BB02-7F7D79FAD4C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FC366BC-6873-404B-9C8D-CEA7762769D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DC1EA69C-E871-41E1-8F69-680AC8F143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15</a:t>
            </a:r>
          </a:p>
        </p:txBody>
      </p:sp>
    </p:spTree>
    <p:extLst>
      <p:ext uri="{BB962C8B-B14F-4D97-AF65-F5344CB8AC3E}">
        <p14:creationId xmlns:p14="http://schemas.microsoft.com/office/powerpoint/2010/main" val="115871381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CCAA11-B850-4372-9121-3F4CED2825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FB368C-B943-4749-B3B9-B08D7577A0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CD13F6-757A-4240-9BEB-2B8B00F9AF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94CA30C2-C844-404F-8D71-298B3A36EF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6383A6-B508-42AE-B20B-69153DEE703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3C3303BF-5503-484F-8AA2-622275FDCBD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14FC68-D262-4CAA-8DDC-9279F7664A5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C0019DCE-5FFB-478F-8831-07349841DEC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C7CEAE-67B9-4A9E-95A3-E0C4E6ABE70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907A224E-64EC-4E2F-9AC5-9BB665A47E3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687E78B-A933-46C6-AF06-760B92378DC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0E210DFE-C4C4-4D5C-B09C-24402B6616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16</a:t>
            </a:r>
          </a:p>
        </p:txBody>
      </p:sp>
    </p:spTree>
    <p:extLst>
      <p:ext uri="{BB962C8B-B14F-4D97-AF65-F5344CB8AC3E}">
        <p14:creationId xmlns:p14="http://schemas.microsoft.com/office/powerpoint/2010/main" val="17224224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9F1F57-429E-41CB-8D1B-AA0153FB89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A4859C-B05D-493B-9E74-BB33A23DF2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53B27B-1871-4400-A22F-27CDE35EE5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4F9DE684-9EC4-45B5-90E4-876205FF59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150BF7-8338-4FB3-8FD4-D5708D9D70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2227F83A-506F-4EA3-890C-1BBD98491EF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E640B3-6276-4AE2-9205-C69BF1D951E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F66C9BF1-3205-41CB-844B-209B1418514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68EF4D-440C-4622-90EB-6D8B5A09015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E7504429-1322-41B5-9F66-1BE6C0B0B1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D37061-1003-4CD4-BA3D-82421DB214F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5D351CEF-5A0C-4F16-A367-F363E0A3D5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17</a:t>
            </a:r>
          </a:p>
        </p:txBody>
      </p:sp>
    </p:spTree>
    <p:extLst>
      <p:ext uri="{BB962C8B-B14F-4D97-AF65-F5344CB8AC3E}">
        <p14:creationId xmlns:p14="http://schemas.microsoft.com/office/powerpoint/2010/main" val="205455121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F16CC9-81CD-4E5E-A136-D9A2C0F64F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DDD9AB-700D-40BF-9E43-9EF22D0370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80CA4B-2149-4DFB-97E3-83EF0CCE93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D8EA2C2-93EF-4CB1-8440-D2341D2550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6B3DFA-EDE4-41F4-AD3B-6934E8764DE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6E22F7D8-5F43-49D9-84DF-C003F0F2E9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988EBA-7518-4F10-ADA0-06B443422CB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5D33D574-3E5A-4FFA-A352-202EA9FB665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0DEAEE-69F9-4539-B642-45A6614A6EB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93681972-D1CD-49A0-A4F7-CF17039BE03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BB6F587-497F-4418-A81F-AC643D4BAB7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14F91815-FC5A-4B5E-8E66-68D23BE150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18</a:t>
            </a:r>
          </a:p>
        </p:txBody>
      </p:sp>
    </p:spTree>
    <p:extLst>
      <p:ext uri="{BB962C8B-B14F-4D97-AF65-F5344CB8AC3E}">
        <p14:creationId xmlns:p14="http://schemas.microsoft.com/office/powerpoint/2010/main" val="87964321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2099927-069A-4964-83EA-D312A3EF9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CCFD43-A076-4D00-85FD-33F4FC143B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126DA9-14D6-4306-8895-9802384AE1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C25757FF-BC03-47C3-ADC0-349D2F11AB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897F02-5402-412F-8E4E-63C0974FD0F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566F3AA0-DAF4-468A-8AE6-4E0A50101BD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9EF2A9-4FBC-436C-A267-6E087BF2270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7A69C2A7-3A33-40E8-967E-7F1E968BAC8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ED8167-C941-4411-9C7A-0AF083377F4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DD69EC66-01DB-4956-B41E-0D9E9C1F386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7218D98-F4DE-44CF-A510-A08071BD14A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C2F1EA2B-CF3A-4847-A0A0-B9D930C70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19</a:t>
            </a:r>
          </a:p>
        </p:txBody>
      </p:sp>
    </p:spTree>
    <p:extLst>
      <p:ext uri="{BB962C8B-B14F-4D97-AF65-F5344CB8AC3E}">
        <p14:creationId xmlns:p14="http://schemas.microsoft.com/office/powerpoint/2010/main" val="108628738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A1DE25C-6C6E-40D1-8992-443739EBB3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8BEFC-4992-45D0-925F-E4010F7607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B7D00DB-99B8-4BFA-B948-B1A8A2ED2D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xmlns:a="http://schemas.openxmlformats.org/drawingml/2006/main">
              <a:ext uri="{FF2B5EF4-FFF2-40B4-BE49-F238E27FC236}">
                <a16:creationId xmlns:a16="http://schemas.microsoft.com/office/drawing/2014/main" id="{0EEA644E-7CAB-4E60-AAAE-A0CFBEFA9DC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E7E660-E334-4725-B87B-0E0547069AC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4C995699-7201-463E-A1D5-9AF02AA4946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406D63-2882-4430-BBD3-925C887E0A3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B4708CC0-E199-47A0-8091-6325AEB0FB4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43254B-E91B-43F2-97C9-6CD15239968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80054048-36F0-42FA-A137-8651C1D9FEF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E7BF9E-0D46-4176-B08A-B163CEE04E8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815C0284-1B51-4F0C-8812-634A2FD2A2E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A9CA8A7-1AC4-476C-8200-4127E66E015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a2e46e843504321"/>
              </a:rPr>
              <a:t>Open TEST2 assignment form</a:t>
            </a:r>
          </a:p>
        </p:txBody>
      </p:sp>
      <p:sp>
        <p:nvSpPr>
          <p:cNvPr id="14" name="">
            <a:extLst xmlns:a="http://schemas.openxmlformats.org/drawingml/2006/main">
              <a:ext uri="{FF2B5EF4-FFF2-40B4-BE49-F238E27FC236}">
                <a16:creationId xmlns:a16="http://schemas.microsoft.com/office/drawing/2014/main" id="{DFDC7C14-CA2A-4D80-A986-7811D0ACD98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https://docs.google.com/forms/d/e/1FAIpQLSfOabwvSWjm6i8Hwl0WyoTKG0AtEsqrI4vqKuOoTWCw_DmcCQ/viewform</a:t>
            </a:r>
          </a:p>
        </p:txBody>
      </p:sp>
      <p:sp>
        <p:nvSpPr>
          <p:cNvPr id="15" name="">
            <a:extLst xmlns:a="http://schemas.openxmlformats.org/drawingml/2006/main">
              <a:ext uri="{FF2B5EF4-FFF2-40B4-BE49-F238E27FC236}">
                <a16:creationId xmlns:a16="http://schemas.microsoft.com/office/drawing/2014/main" id="{D669CFD3-6DD5-4338-87F5-2FC6736717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20</a:t>
            </a:r>
          </a:p>
        </p:txBody>
      </p:sp>
    </p:spTree>
    <p:extLst>
      <p:ext uri="{BB962C8B-B14F-4D97-AF65-F5344CB8AC3E}">
        <p14:creationId xmlns:p14="http://schemas.microsoft.com/office/powerpoint/2010/main" val="1847315764"/>
      </p:ext>
    </p:extLst>
  </p:cSld>
</p:sld>
</file>

<file path=ppt/slides/slide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0A318083-4B38-4756-B93A-21C833D63EDF}"/>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D4DC3264-D749-4488-86F8-B8C0577FC55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E865A220-B481-4ECE-85C7-CD6302F8D795}"/>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84F98669-5C78-478C-B612-5718FF6140FB}"/>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0C7495EC-95C6-42CE-A667-3F4405E6EC78}"/>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2E5F8D4F-C317-4F36-9F5E-083635A8D33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14   21</a:t>
            </a:r>
          </a:p>
        </p:txBody>
      </p:sp>
    </p:spTree>
    <p:extLst>
      <p:ext uri="{BB962C8B-B14F-4D97-AF65-F5344CB8AC3E}">
        <ns3:creationId val="3074015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2026-09-28T21:45:38.6560000Z</dcterms:created>
  <dcterms:modified xsi:type="dcterms:W3CDTF">2026-09-28T21:45:38.6560000Z</dcterms:modified>
</coreProperties>
</file>