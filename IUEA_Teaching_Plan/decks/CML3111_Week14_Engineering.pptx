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d6ba9a6219347cc" /><Relationship Type="http://schemas.openxmlformats.org/officeDocument/2006/relationships/extended-properties" Target="/docProps/app.xml" Id="R40e3df58ee3d47df" /><Relationship Type="http://schemas.openxmlformats.org/officeDocument/2006/relationships/officeDocument" Target="/ppt/presentation.xml" Id="Rc1dd642366dc47a7" /></Relationships>
</file>

<file path=ppt/presentation.xml><?xml version="1.0" encoding="utf-8"?>
<p:presentation xmlns:p="http://schemas.openxmlformats.org/presentationml/2006/main">
  <p:sldMasterIdLst>
    <p:sldMasterId xmlns:r="http://schemas.openxmlformats.org/officeDocument/2006/relationships" id="2147483648" r:id="R6ac4cc68a0a34054"/>
  </p:sldMasterIdLst>
  <p:notesMasterIdLst>
    <p:notesMasterId xmlns:r="http://schemas.openxmlformats.org/officeDocument/2006/relationships" r:id="R514e6c607a184f50"/>
  </p:notesMasterIdLst>
  <p:sldIdLst>
    <p:sldId xmlns:r="http://schemas.openxmlformats.org/officeDocument/2006/relationships" id="256" r:id="R9f70b4d950f74078"/>
    <p:sldId xmlns:r="http://schemas.openxmlformats.org/officeDocument/2006/relationships" id="257" r:id="R2c70d88de8444cbc"/>
    <p:sldId xmlns:r="http://schemas.openxmlformats.org/officeDocument/2006/relationships" id="258" r:id="R24a4bdc4c84a4091"/>
    <p:sldId xmlns:r="http://schemas.openxmlformats.org/officeDocument/2006/relationships" id="259" r:id="R66c1d2d1911a4f5f"/>
    <p:sldId xmlns:r="http://schemas.openxmlformats.org/officeDocument/2006/relationships" id="260" r:id="R07ea2997bf78410d"/>
    <p:sldId xmlns:r="http://schemas.openxmlformats.org/officeDocument/2006/relationships" id="261" r:id="Rbad3a27a4232474b"/>
    <p:sldId xmlns:r="http://schemas.openxmlformats.org/officeDocument/2006/relationships" id="262" r:id="Re334c839628244db"/>
    <p:sldId xmlns:r="http://schemas.openxmlformats.org/officeDocument/2006/relationships" id="263" r:id="R505a178437fd4e90"/>
    <p:sldId xmlns:r="http://schemas.openxmlformats.org/officeDocument/2006/relationships" id="264" r:id="R43955f874414436a"/>
    <p:sldId xmlns:r="http://schemas.openxmlformats.org/officeDocument/2006/relationships" id="265" r:id="R8d066f3503f14cde"/>
    <p:sldId xmlns:r="http://schemas.openxmlformats.org/officeDocument/2006/relationships" id="266" r:id="Ra0546249e72a42af"/>
    <p:sldId xmlns:r="http://schemas.openxmlformats.org/officeDocument/2006/relationships" id="267" r:id="R6b25f613a60d4f46"/>
    <p:sldId xmlns:r="http://schemas.openxmlformats.org/officeDocument/2006/relationships" id="268" r:id="R0de9a9478aab428e"/>
    <p:sldId xmlns:r="http://schemas.openxmlformats.org/officeDocument/2006/relationships" id="269" r:id="R1f75a1f85a884214"/>
    <p:sldId xmlns:r="http://schemas.openxmlformats.org/officeDocument/2006/relationships" id="270" r:id="R043ebce9566c415a"/>
    <p:sldId xmlns:r="http://schemas.openxmlformats.org/officeDocument/2006/relationships" id="271" r:id="R48f33d26c9d44006"/>
    <p:sldId xmlns:r="http://schemas.openxmlformats.org/officeDocument/2006/relationships" id="272" r:id="Rb4dba1559e7f4052"/>
    <p:sldId xmlns:r="http://schemas.openxmlformats.org/officeDocument/2006/relationships" id="273" r:id="R202def2d393745ac"/>
    <p:sldId xmlns:r="http://schemas.openxmlformats.org/officeDocument/2006/relationships" id="274" r:id="Rf54bb4bf67e74327"/>
    <p:sldId xmlns:r="http://schemas.openxmlformats.org/officeDocument/2006/relationships" id="275" r:id="Re0b1233d48b74163"/>
    <p:sldId xmlns:r="http://schemas.openxmlformats.org/officeDocument/2006/relationships" id="276" r:id="R75748e0dd68045cc"/>
    <p:sldId xmlns:r="http://schemas.openxmlformats.org/officeDocument/2006/relationships" id="277" r:id="R796ddadbff314068"/>
    <p:sldId xmlns:r="http://schemas.openxmlformats.org/officeDocument/2006/relationships" id="278" r:id="R352a933ae7174031"/>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660c99733be4489" /><Relationship Type="http://schemas.openxmlformats.org/officeDocument/2006/relationships/slideMaster" Target="/ppt/slideMasters/slideMaster1.xml" Id="R6ac4cc68a0a34054" /><Relationship Type="http://schemas.openxmlformats.org/officeDocument/2006/relationships/notesMaster" Target="/ppt/notesMasters/notesMaster1.xml" Id="R514e6c607a184f50" /><Relationship Type="http://schemas.openxmlformats.org/officeDocument/2006/relationships/presProps" Target="/ppt/presProps.xml" Id="R731b820bcdc94b34" /><Relationship Type="http://schemas.openxmlformats.org/officeDocument/2006/relationships/tableStyles" Target="/ppt/tableStyles.xml" Id="Rd326ac54b2024953" /><Relationship Type="http://schemas.openxmlformats.org/officeDocument/2006/relationships/slide" Target="/ppt/slides/slide1.xml" Id="R9f70b4d950f74078" /><Relationship Type="http://schemas.openxmlformats.org/officeDocument/2006/relationships/slide" Target="/ppt/slides/slide2.xml" Id="R2c70d88de8444cbc" /><Relationship Type="http://schemas.openxmlformats.org/officeDocument/2006/relationships/slide" Target="/ppt/slides/slide3.xml" Id="R24a4bdc4c84a4091" /><Relationship Type="http://schemas.openxmlformats.org/officeDocument/2006/relationships/slide" Target="/ppt/slides/slide4.xml" Id="R66c1d2d1911a4f5f" /><Relationship Type="http://schemas.openxmlformats.org/officeDocument/2006/relationships/slide" Target="/ppt/slides/slide5.xml" Id="R07ea2997bf78410d" /><Relationship Type="http://schemas.openxmlformats.org/officeDocument/2006/relationships/slide" Target="/ppt/slides/slide6.xml" Id="Rbad3a27a4232474b" /><Relationship Type="http://schemas.openxmlformats.org/officeDocument/2006/relationships/slide" Target="/ppt/slides/slide7.xml" Id="Re334c839628244db" /><Relationship Type="http://schemas.openxmlformats.org/officeDocument/2006/relationships/slide" Target="/ppt/slides/slide8.xml" Id="R505a178437fd4e90" /><Relationship Type="http://schemas.openxmlformats.org/officeDocument/2006/relationships/slide" Target="/ppt/slides/slide9.xml" Id="R43955f874414436a" /><Relationship Type="http://schemas.openxmlformats.org/officeDocument/2006/relationships/slide" Target="/ppt/slides/slide10.xml" Id="R8d066f3503f14cde" /><Relationship Type="http://schemas.openxmlformats.org/officeDocument/2006/relationships/slide" Target="/ppt/slides/slide11.xml" Id="Ra0546249e72a42af" /><Relationship Type="http://schemas.openxmlformats.org/officeDocument/2006/relationships/slide" Target="/ppt/slides/slide12.xml" Id="R6b25f613a60d4f46" /><Relationship Type="http://schemas.openxmlformats.org/officeDocument/2006/relationships/slide" Target="/ppt/slides/slide13.xml" Id="R0de9a9478aab428e" /><Relationship Type="http://schemas.openxmlformats.org/officeDocument/2006/relationships/slide" Target="/ppt/slides/slide14.xml" Id="R1f75a1f85a884214" /><Relationship Type="http://schemas.openxmlformats.org/officeDocument/2006/relationships/slide" Target="/ppt/slides/slide15.xml" Id="R043ebce9566c415a" /><Relationship Type="http://schemas.openxmlformats.org/officeDocument/2006/relationships/slide" Target="/ppt/slides/slide16.xml" Id="R48f33d26c9d44006" /><Relationship Type="http://schemas.openxmlformats.org/officeDocument/2006/relationships/slide" Target="/ppt/slides/slide17.xml" Id="Rb4dba1559e7f4052" /><Relationship Type="http://schemas.openxmlformats.org/officeDocument/2006/relationships/slide" Target="/ppt/slides/slide18.xml" Id="R202def2d393745ac" /><Relationship Type="http://schemas.openxmlformats.org/officeDocument/2006/relationships/slide" Target="/ppt/slides/slide19.xml" Id="Rf54bb4bf67e74327" /><Relationship Type="http://schemas.openxmlformats.org/officeDocument/2006/relationships/slide" Target="/ppt/slides/slide20.xml" Id="Re0b1233d48b74163" /><Relationship Type="http://schemas.openxmlformats.org/officeDocument/2006/relationships/slide" Target="/ppt/slides/slide21.xml" Id="R75748e0dd68045cc" /><Relationship Type="http://schemas.openxmlformats.org/officeDocument/2006/relationships/slide" Target="/ppt/slides/slide22.xml" Id="R796ddadbff314068" /><Relationship Type="http://schemas.openxmlformats.org/officeDocument/2006/relationships/slide" Target="/ppt/slides/slide23.xml" Id="R352a933ae717403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1fdd44cd8a942b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246d56ebc1c4a10" /><Relationship Type="http://schemas.openxmlformats.org/officeDocument/2006/relationships/notesMaster" Target="/ppt/notesMasters/notesMaster1.xml" Id="R699fa8c9f69a40a6" /></Relationships>
</file>

<file path=ppt/notesSlides/_rels/notesSlide2.xml.rels>&#65279;<?xml version="1.0" encoding="utf-8"?><Relationships xmlns="http://schemas.openxmlformats.org/package/2006/relationships"><Relationship Type="http://schemas.openxmlformats.org/officeDocument/2006/relationships/slide" Target="/ppt/slides/slide2.xml" Id="R72666ade0f7048ca" /><Relationship Type="http://schemas.openxmlformats.org/officeDocument/2006/relationships/notesMaster" Target="/ppt/notesMasters/notesMaster1.xml" Id="Re55952c923324c4e" /></Relationships>
</file>

<file path=ppt/notesSlides/_rels/notesSlide3.xml.rels>&#65279;<?xml version="1.0" encoding="utf-8"?><Relationships xmlns="http://schemas.openxmlformats.org/package/2006/relationships"><Relationship Type="http://schemas.openxmlformats.org/officeDocument/2006/relationships/slide" Target="/ppt/slides/slide3.xml" Id="Rb17d7d177f234f78" /><Relationship Type="http://schemas.openxmlformats.org/officeDocument/2006/relationships/notesMaster" Target="/ppt/notesMasters/notesMaster1.xml" Id="Ra2023ec84fea4714" /></Relationships>
</file>

<file path=ppt/notesSlides/_rels/notesSlide4.xml.rels>&#65279;<?xml version="1.0" encoding="utf-8"?><Relationships xmlns="http://schemas.openxmlformats.org/package/2006/relationships"><Relationship Type="http://schemas.openxmlformats.org/officeDocument/2006/relationships/slide" Target="/ppt/slides/slide4.xml" Id="R779c638d03f5466a" /><Relationship Type="http://schemas.openxmlformats.org/officeDocument/2006/relationships/notesMaster" Target="/ppt/notesMasters/notesMaster1.xml" Id="R8e837f34f7c44775" /></Relationships>
</file>

<file path=ppt/notesSlides/_rels/notesSlide5.xml.rels>&#65279;<?xml version="1.0" encoding="utf-8"?><Relationships xmlns="http://schemas.openxmlformats.org/package/2006/relationships"><Relationship Type="http://schemas.openxmlformats.org/officeDocument/2006/relationships/slide" Target="/ppt/slides/slide5.xml" Id="R090ae6aa2c7d4c70" /><Relationship Type="http://schemas.openxmlformats.org/officeDocument/2006/relationships/notesMaster" Target="/ppt/notesMasters/notesMaster1.xml" Id="R0477dccfbdc84a73" /></Relationships>
</file>

<file path=ppt/notesSlides/_rels/notesSlide6.xml.rels>&#65279;<?xml version="1.0" encoding="utf-8"?><Relationships xmlns="http://schemas.openxmlformats.org/package/2006/relationships"><Relationship Type="http://schemas.openxmlformats.org/officeDocument/2006/relationships/slide" Target="/ppt/slides/slide6.xml" Id="R91e5a3596d344d8f" /><Relationship Type="http://schemas.openxmlformats.org/officeDocument/2006/relationships/notesMaster" Target="/ppt/notesMasters/notesMaster1.xml" Id="Rcef1e88249b54d91" /></Relationships>
</file>

<file path=ppt/notesSlides/_rels/notesSlide7.xml.rels>&#65279;<?xml version="1.0" encoding="utf-8"?><Relationships xmlns="http://schemas.openxmlformats.org/package/2006/relationships"><Relationship Type="http://schemas.openxmlformats.org/officeDocument/2006/relationships/slide" Target="/ppt/slides/slide7.xml" Id="R50076ad167904fcf" /><Relationship Type="http://schemas.openxmlformats.org/officeDocument/2006/relationships/notesMaster" Target="/ppt/notesMasters/notesMaster1.xml" Id="R1aee09ad507e4391" /></Relationships>
</file>

<file path=ppt/notesSlides/_rels/notesSlide8.xml.rels>&#65279;<?xml version="1.0" encoding="utf-8"?><Relationships xmlns="http://schemas.openxmlformats.org/package/2006/relationships"><Relationship Type="http://schemas.openxmlformats.org/officeDocument/2006/relationships/slide" Target="/ppt/slides/slide8.xml" Id="R1d1b0491843b4808" /><Relationship Type="http://schemas.openxmlformats.org/officeDocument/2006/relationships/notesMaster" Target="/ppt/notesMasters/notesMaster1.xml" Id="Ra9fdb3d18e414066" /></Relationships>
</file>

<file path=ppt/notesSlides/_rels/notesSlide9.xml.rels>&#65279;<?xml version="1.0" encoding="utf-8"?><Relationships xmlns="http://schemas.openxmlformats.org/package/2006/relationships"><Relationship Type="http://schemas.openxmlformats.org/officeDocument/2006/relationships/slide" Target="/ppt/slides/slide9.xml" Id="R8d4843a6b05d4030" /><Relationship Type="http://schemas.openxmlformats.org/officeDocument/2006/relationships/notesMaster" Target="/ppt/notesMasters/notesMaster1.xml" Id="R903a33b17dca44e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49fac148bea430b" /><Relationship Type="http://schemas.openxmlformats.org/officeDocument/2006/relationships/notesMaster" Target="/ppt/notesMasters/notesMaster1.xml" Id="Ra9c2be965ada442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3d75276638b4c4d" /><Relationship Type="http://schemas.openxmlformats.org/officeDocument/2006/relationships/notesMaster" Target="/ppt/notesMasters/notesMaster1.xml" Id="Rc917784a590441e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6c2ade251214bf1" /><Relationship Type="http://schemas.openxmlformats.org/officeDocument/2006/relationships/notesMaster" Target="/ppt/notesMasters/notesMaster1.xml" Id="R03456087ff724bc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b3f2152b77241ab" /><Relationship Type="http://schemas.openxmlformats.org/officeDocument/2006/relationships/notesMaster" Target="/ppt/notesMasters/notesMaster1.xml" Id="R902bf81dec5249e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225da685d4f4048" /><Relationship Type="http://schemas.openxmlformats.org/officeDocument/2006/relationships/notesMaster" Target="/ppt/notesMasters/notesMaster1.xml" Id="R12f45eb0f11b4da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2ad8435f23a42f6" /><Relationship Type="http://schemas.openxmlformats.org/officeDocument/2006/relationships/notesMaster" Target="/ppt/notesMasters/notesMaster1.xml" Id="R2dd99d4ce14f468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5fdaadb811b4361" /><Relationship Type="http://schemas.openxmlformats.org/officeDocument/2006/relationships/notesMaster" Target="/ppt/notesMasters/notesMaster1.xml" Id="R735029000fea4aa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cd60235ce3a4a2c" /><Relationship Type="http://schemas.openxmlformats.org/officeDocument/2006/relationships/notesMaster" Target="/ppt/notesMasters/notesMaster1.xml" Id="Raa02d74cb77f414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ff85b19865e4179" /><Relationship Type="http://schemas.openxmlformats.org/officeDocument/2006/relationships/notesMaster" Target="/ppt/notesMasters/notesMaster1.xml" Id="R09e6f8ba265b4d7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859f34ff7294cb9" /><Relationship Type="http://schemas.openxmlformats.org/officeDocument/2006/relationships/notesMaster" Target="/ppt/notesMasters/notesMaster1.xml" Id="R605b92b36f87492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443c17014e64d06" /><Relationship Type="http://schemas.openxmlformats.org/officeDocument/2006/relationships/notesMaster" Target="/ppt/notesMasters/notesMaster1.xml" Id="R88439b9c53d1464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9523088c2814e4f" /><Relationship Type="http://schemas.openxmlformats.org/officeDocument/2006/relationships/notesMaster" Target="/ppt/notesMasters/notesMaster1.xml" Id="Rf2dfb7ea0de9447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9cb869a4a934ef9" /><Relationship Type="http://schemas.openxmlformats.org/officeDocument/2006/relationships/notesMaster" Target="/ppt/notesMasters/notesMaster1.xml" Id="Rac051f3a168647c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76beee306cc4eeb" /><Relationship Type="http://schemas.openxmlformats.org/officeDocument/2006/relationships/notesMaster" Target="/ppt/notesMasters/notesMaster1.xml" Id="R0bd5dc5a6fdb4cd0"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Practical Test 2</a:t>
            </a:r>
          </a:p>
          <a:p>
            <a:r>
              <a:t/>
            </a:r>
          </a:p>
          <a:p>
            <a:r>
              <a:t>LECTURER CUE</a:t>
            </a:r>
          </a:p>
          <a:p>
            <a:r>
              <a:t>Read the specific public requirement shown on this slide. Explain the input, output and evidence before independent work; do not work the assessed answer for the class.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Preparing for Practical Test 2.</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Preparation happens before the test.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Preparation happens before the test</a:t>
            </a:r>
          </a:p>
          <a:p>
            <a:r>
              <a:t/>
            </a:r>
          </a:p>
          <a:p>
            <a:r>
              <a:t>CONNECT</a:t>
            </a:r>
          </a:p>
          <a:p>
            <a:r>
              <a:t>Build on the preceding slide: Recall and a first attempt.</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Rehearse the offline save procedure.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Rehearse the offline save procedure</a:t>
            </a:r>
          </a:p>
          <a:p>
            <a:r>
              <a:t/>
            </a:r>
          </a:p>
          <a:p>
            <a:r>
              <a:t>CONNECT</a:t>
            </a:r>
          </a:p>
          <a:p>
            <a:r>
              <a:t>Build on the preceding slide: Preparation happens before the test.</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A result needs an explanation.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result needs an explanation</a:t>
            </a:r>
          </a:p>
          <a:p>
            <a:r>
              <a:t/>
            </a:r>
          </a:p>
          <a:p>
            <a:r>
              <a:t>CONNECT</a:t>
            </a:r>
          </a:p>
          <a:p>
            <a:r>
              <a:t>Build on the preceding slide: Rehearse the offline save procedure.</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Practice before test day.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before test day</a:t>
            </a:r>
          </a:p>
          <a:p>
            <a:r>
              <a:t/>
            </a:r>
          </a:p>
          <a:p>
            <a:r>
              <a:t>CONNECT</a:t>
            </a:r>
          </a:p>
          <a:p>
            <a:r>
              <a:t>Build on the preceding slide: A result needs an explanation.</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WALK THROUGH THIS CODE</a:t>
            </a:r>
          </a:p>
          <a:p>
            <a:r>
              <a:t>for takes the next item. The indented block repeats.</a:t>
            </a:r>
          </a:p>
          <a:p>
            <a:r>
              <a:t>zip pairs items at matching positions in these equal-length lists.</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Rehearsal before Practical Test 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Rehearsal before Practical Test 2</a:t>
            </a:r>
          </a:p>
          <a:p>
            <a:r>
              <a:t/>
            </a:r>
          </a:p>
          <a:p>
            <a:r>
              <a:t>CONNECT</a:t>
            </a:r>
          </a:p>
          <a:p>
            <a:r>
              <a:t>Build on the preceding slide: Practice before test day.</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Rehearsal before Practical Test 2.</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Test session.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Test session</a:t>
            </a:r>
          </a:p>
          <a:p>
            <a:r>
              <a:t/>
            </a:r>
          </a:p>
          <a:p>
            <a:r>
              <a:t>CONNECT</a:t>
            </a:r>
          </a:p>
          <a:p>
            <a:r>
              <a:t>Build on the preceding slide: What the activity shows.</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Preparation checkpoint.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Preparation checkpoint</a:t>
            </a:r>
          </a:p>
          <a:p>
            <a:r>
              <a:t/>
            </a:r>
          </a:p>
          <a:p>
            <a:r>
              <a:t>CONNECT</a:t>
            </a:r>
          </a:p>
          <a:p>
            <a:r>
              <a:t>Build on the preceding slide: Test session.</a:t>
            </a:r>
          </a:p>
          <a:p>
            <a:r>
              <a:t/>
            </a:r>
          </a:p>
          <a:p>
            <a:r>
              <a:t>LECTURER CUE</a:t>
            </a:r>
          </a:p>
          <a:p>
            <a:r>
              <a:t>Read the specific public requirement shown on this slide. Explain the input, output and evidence before independent work; do not work the assessed answer for the class.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Your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evidence</a:t>
            </a:r>
          </a:p>
          <a:p>
            <a:r>
              <a:t/>
            </a:r>
          </a:p>
          <a:p>
            <a:r>
              <a:t>CONNECT</a:t>
            </a:r>
          </a:p>
          <a:p>
            <a:r>
              <a:t>Build on the preceding slide: Preparation checkpoint.</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2</a:t>
            </a:r>
          </a:p>
          <a:p>
            <a:r>
              <a:t/>
            </a:r>
          </a:p>
          <a:p>
            <a:r>
              <a:t>CONNECT</a:t>
            </a:r>
          </a:p>
          <a:p>
            <a:r>
              <a:t>Build on the preceding slide: Your evidence.</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2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2 continued</a:t>
            </a:r>
          </a:p>
          <a:p>
            <a:r>
              <a:t/>
            </a:r>
          </a:p>
          <a:p>
            <a:r>
              <a:t>CONNECT</a:t>
            </a:r>
          </a:p>
          <a:p>
            <a:r>
              <a:t>Build on the preceding slide: Practical Test 2.</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2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2 continued</a:t>
            </a:r>
          </a:p>
          <a:p>
            <a:r>
              <a:t/>
            </a:r>
          </a:p>
          <a:p>
            <a:r>
              <a:t>CONNECT</a:t>
            </a:r>
          </a:p>
          <a:p>
            <a:r>
              <a:t>Build on the preceding slide: Practical Test 2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2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2 continued</a:t>
            </a:r>
          </a:p>
          <a:p>
            <a:r>
              <a:t/>
            </a:r>
          </a:p>
          <a:p>
            <a:r>
              <a:t>CONNECT</a:t>
            </a:r>
          </a:p>
          <a:p>
            <a:r>
              <a:t>Build on the preceding slide: Practical Test 2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2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2 continued</a:t>
            </a:r>
          </a:p>
          <a:p>
            <a:r>
              <a:t/>
            </a:r>
          </a:p>
          <a:p>
            <a:r>
              <a:t>CONNECT</a:t>
            </a:r>
          </a:p>
          <a:p>
            <a:r>
              <a:t>Build on the preceding slide: Practical Test 2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2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2 continued</a:t>
            </a:r>
          </a:p>
          <a:p>
            <a:r>
              <a:t/>
            </a:r>
          </a:p>
          <a:p>
            <a:r>
              <a:t>CONNECT</a:t>
            </a:r>
          </a:p>
          <a:p>
            <a:r>
              <a:t>Build on the preceding slide: Practical Test 2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2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2 continued</a:t>
            </a:r>
          </a:p>
          <a:p>
            <a:r>
              <a:t/>
            </a:r>
          </a:p>
          <a:p>
            <a:r>
              <a:t>CONNECT</a:t>
            </a:r>
          </a:p>
          <a:p>
            <a:r>
              <a:t>Build on the preceding slide: Practical Test 2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2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2 continued</a:t>
            </a:r>
          </a:p>
          <a:p>
            <a:r>
              <a:t/>
            </a:r>
          </a:p>
          <a:p>
            <a:r>
              <a:t>CONNECT</a:t>
            </a:r>
          </a:p>
          <a:p>
            <a:r>
              <a:t>Build on the preceding slide: Practical Test 2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2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2 continued</a:t>
            </a:r>
          </a:p>
          <a:p>
            <a:r>
              <a:t/>
            </a:r>
          </a:p>
          <a:p>
            <a:r>
              <a:t>CONNECT</a:t>
            </a:r>
          </a:p>
          <a:p>
            <a:r>
              <a:t>Build on the preceding slide: Practical Test 2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2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2 submission</a:t>
            </a:r>
          </a:p>
          <a:p>
            <a:r>
              <a:t/>
            </a:r>
          </a:p>
          <a:p>
            <a:r>
              <a:t>CONNECT</a:t>
            </a:r>
          </a:p>
          <a:p>
            <a:r>
              <a:t>Build on the preceding slide: Practical Test 2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Practical Test 2 submission.</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788478d579e4c2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c57cdb916a04bda" /><Relationship Type="http://schemas.openxmlformats.org/officeDocument/2006/relationships/slideLayout" Target="/ppt/slideLayouts/slideLayout1.xml" Id="Rf89973a925d74cb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89973a925d74cb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b6b55180b204602" /><Relationship Type="http://schemas.openxmlformats.org/officeDocument/2006/relationships/image" Target="/ppt/media/image.png" Id="R239781ae6bbc4494" /><Relationship Type="http://schemas.openxmlformats.org/officeDocument/2006/relationships/notesSlide" Target="/ppt/notesSlides/notesSlide1.xml" Id="R7fa91ea677ce43e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d2897c4f0504916" /><Relationship Type="http://schemas.openxmlformats.org/officeDocument/2006/relationships/notesSlide" Target="/ppt/notesSlides/notesSlide2.xml" Id="Rdecd290697294be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16cf865ef4b4402" /><Relationship Type="http://schemas.openxmlformats.org/officeDocument/2006/relationships/notesSlide" Target="/ppt/notesSlides/notesSlide3.xml" Id="R7963b34b2ed14ce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a5ccbfcc45b42e1" /><Relationship Type="http://schemas.openxmlformats.org/officeDocument/2006/relationships/notesSlide" Target="/ppt/notesSlides/notesSlide4.xml" Id="R4825c8b1c309400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dd53e956bc748e8" /><Relationship Type="http://schemas.openxmlformats.org/officeDocument/2006/relationships/notesSlide" Target="/ppt/notesSlides/notesSlide5.xml" Id="R5e18676dbb2c467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ac58eb1aef9431f" /><Relationship Type="http://schemas.openxmlformats.org/officeDocument/2006/relationships/notesSlide" Target="/ppt/notesSlides/notesSlide6.xml" Id="Rc568e01e188141c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35db7a200e44f62" /><Relationship Type="http://schemas.openxmlformats.org/officeDocument/2006/relationships/notesSlide" Target="/ppt/notesSlides/notesSlide7.xml" Id="Rddac34ffa80e45a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88b27fef5ce4ddb" /><Relationship Type="http://schemas.openxmlformats.org/officeDocument/2006/relationships/notesSlide" Target="/ppt/notesSlides/notesSlide8.xml" Id="Ra068e98865544a9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8bbc5eaea364e59" /><Relationship Type="http://schemas.openxmlformats.org/officeDocument/2006/relationships/notesSlide" Target="/ppt/notesSlides/notesSlide9.xml" Id="R0cd5d7909242406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abee74324a640d5" /><Relationship Type="http://schemas.openxmlformats.org/officeDocument/2006/relationships/notesSlide" Target="/ppt/notesSlides/notesSlide10.xml" Id="R540d10f03a0e47e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70f36ffd2de4190" /><Relationship Type="http://schemas.openxmlformats.org/officeDocument/2006/relationships/notesSlide" Target="/ppt/notesSlides/notesSlide11.xml" Id="Rc898b5458622417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3d63a36c58f4b0b" /><Relationship Type="http://schemas.openxmlformats.org/officeDocument/2006/relationships/notesSlide" Target="/ppt/notesSlides/notesSlide12.xml" Id="Radb086357a1e4ea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6983ff0b1214eda" /><Relationship Type="http://schemas.openxmlformats.org/officeDocument/2006/relationships/notesSlide" Target="/ppt/notesSlides/notesSlide13.xml" Id="R3e808938061146c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a510a6fcf3448b1" /><Relationship Type="http://schemas.openxmlformats.org/officeDocument/2006/relationships/notesSlide" Target="/ppt/notesSlides/notesSlide14.xml" Id="R829dfbf0bb224cf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3df963ed61942fc" /><Relationship Type="http://schemas.openxmlformats.org/officeDocument/2006/relationships/notesSlide" Target="/ppt/notesSlides/notesSlide15.xml" Id="R0c9fa02824d84c9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849376406784338" /><Relationship Type="http://schemas.openxmlformats.org/officeDocument/2006/relationships/notesSlide" Target="/ppt/notesSlides/notesSlide16.xml" Id="R4a1256ba0a3448e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1a18fb5262d42b8" /><Relationship Type="http://schemas.openxmlformats.org/officeDocument/2006/relationships/notesSlide" Target="/ppt/notesSlides/notesSlide17.xml" Id="Rd15aeb0c2c2f4e9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e99e49b65ed45fe" /><Relationship Type="http://schemas.openxmlformats.org/officeDocument/2006/relationships/notesSlide" Target="/ppt/notesSlides/notesSlide18.xml" Id="Rdb0b8e845dcc4b9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2a2e936ab6a4c9b" /><Relationship Type="http://schemas.openxmlformats.org/officeDocument/2006/relationships/notesSlide" Target="/ppt/notesSlides/notesSlide19.xml" Id="Rf571996f26214f1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7a9f12856794029" /><Relationship Type="http://schemas.openxmlformats.org/officeDocument/2006/relationships/notesSlide" Target="/ppt/notesSlides/notesSlide20.xml" Id="Rdd9bcd527ea844e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6d87de227d04f87" /><Relationship Type="http://schemas.openxmlformats.org/officeDocument/2006/relationships/notesSlide" Target="/ppt/notesSlides/notesSlide21.xml" Id="Rb39e339cfd4449c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eec5c65c9b4040ed" /><Relationship Type="http://schemas.openxmlformats.org/officeDocument/2006/relationships/hyperlink" Target="https://docs.google.com/forms/d/e/1FAIpQLSfOabwvSWjm6i8Hwl0WyoTKG0AtEsqrI4vqKuOoTWCw_DmcCQ/viewform" TargetMode="External" Id="R4bc79c104f2d479f" /><Relationship Type="http://schemas.openxmlformats.org/officeDocument/2006/relationships/notesSlide" Target="/ppt/notesSlides/notesSlide22.xml" Id="R202fa7c7f915474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38cf037802c48df" /><Relationship Type="http://schemas.openxmlformats.org/officeDocument/2006/relationships/notesSlide" Target="/ppt/notesSlides/notesSlide23.xml" Id="R26871ef73d5945e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239781ae6bbc4494"/>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B835113-D9D0-4912-B6A5-F6625D2151FD}"/>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5FB6341-741D-476A-A8D7-2DF646195CC0}"/>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14</a:t>
            </a:r>
          </a:p>
        </p:txBody>
      </p:sp>
      <p:sp>
        <p:nvSpPr>
          <p:cNvPr id="4" name="">
            <a:extLst xmlns:a="http://schemas.openxmlformats.org/drawingml/2006/main">
              <a:ext uri="{FF2B5EF4-FFF2-40B4-BE49-F238E27FC236}">
                <a16:creationId xmlns:a16="http://schemas.microsoft.com/office/drawing/2014/main" id="{DE722AB6-223E-42C4-9997-7251AD2A8E60}"/>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2</a:t>
            </a:r>
          </a:p>
        </p:txBody>
      </p:sp>
      <p:sp>
        <p:nvSpPr>
          <p:cNvPr id="5" name="">
            <a:extLst xmlns:a="http://schemas.openxmlformats.org/drawingml/2006/main">
              <a:ext uri="{FF2B5EF4-FFF2-40B4-BE49-F238E27FC236}">
                <a16:creationId xmlns:a16="http://schemas.microsoft.com/office/drawing/2014/main" id="{A98CA648-B303-46B7-BD4E-70F8CF40ED1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4B8C0E51-9F06-42DB-A887-74B0B55FB090}"/>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64183194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F225E09-505B-468C-8FFC-82B15F20F3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0AF6A3A-0E44-4359-8CC7-9DEB77B4E5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51256F7E-65C4-490D-B95C-E5E4400416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CE85D101-7AAA-4170-972C-4CF847FD139C}"/>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063FBB5-AB72-42C7-936F-EF13016CA0EB}"/>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AF674C0A-2FAC-488B-9429-FCE83309699A}"/>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previously taught modelling decisions.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Practise saving both required test files offline.</a:t>
            </a:r>
          </a:p>
        </p:txBody>
      </p:sp>
      <p:sp>
        <p:nvSpPr>
          <p:cNvPr id="7" name="">
            <a:extLst xmlns:a="http://schemas.openxmlformats.org/drawingml/2006/main">
              <a:ext uri="{FF2B5EF4-FFF2-40B4-BE49-F238E27FC236}">
                <a16:creationId xmlns:a16="http://schemas.microsoft.com/office/drawing/2014/main" id="{35E49093-2079-42EB-B460-A6AA9E65C52E}"/>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87B632C8-30B9-43FE-AABD-92A5478F3FFD}"/>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training-only preprocessing and locate your saved evidence.</a:t>
            </a:r>
          </a:p>
        </p:txBody>
      </p:sp>
      <p:sp>
        <p:nvSpPr>
          <p:cNvPr id="9" name="">
            <a:extLst xmlns:a="http://schemas.openxmlformats.org/drawingml/2006/main">
              <a:ext uri="{FF2B5EF4-FFF2-40B4-BE49-F238E27FC236}">
                <a16:creationId xmlns:a16="http://schemas.microsoft.com/office/drawing/2014/main" id="{35AA90A2-D1CE-428B-B0BC-B06CCD7B89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a:t>
            </a:r>
          </a:p>
        </p:txBody>
      </p:sp>
    </p:spTree>
    <p:extLst>
      <p:ext uri="{BB962C8B-B14F-4D97-AF65-F5344CB8AC3E}">
        <p14:creationId xmlns:p14="http://schemas.microsoft.com/office/powerpoint/2010/main" val="151817913"/>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7DE8456-0759-44C5-97E8-6ED7D7EB9B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0A43504A-628D-4985-A7EE-6F182CA5CA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2AF0E8CC-7F18-4EA7-82A1-C8AF5878BBFD}"/>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81BA8AC6-C91E-40B4-B7B6-A12856F9760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Can you name the target, fit only on training records and explain how you would keep the test untouched?</a:t>
            </a:r>
          </a:p>
        </p:txBody>
      </p:sp>
      <p:sp>
        <p:nvSpPr>
          <p:cNvPr id="5" name="">
            <a:extLst xmlns:a="http://schemas.openxmlformats.org/drawingml/2006/main">
              <a:ext uri="{FF2B5EF4-FFF2-40B4-BE49-F238E27FC236}">
                <a16:creationId xmlns:a16="http://schemas.microsoft.com/office/drawing/2014/main" id="{29E0F8EF-1C60-47D6-9810-9B70867F64F7}"/>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A8EEFFB9-9F8C-4A54-AF2C-0B8A47E659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14   3</a:t>
            </a:r>
          </a:p>
        </p:txBody>
      </p:sp>
    </p:spTree>
    <p:extLst>
      <p:ext uri="{BB962C8B-B14F-4D97-AF65-F5344CB8AC3E}">
        <p14:creationId xmlns:p14="http://schemas.microsoft.com/office/powerpoint/2010/main" val="14048582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DC8F4AD-4B7A-40AC-9642-049F7C079D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A65C9B-B2AC-410B-844A-41F6011C76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D4E810F-2AEB-436E-AA2C-36D24A8A34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happens before the test</a:t>
            </a:r>
          </a:p>
        </p:txBody>
      </p:sp>
      <p:sp>
        <p:nvSpPr>
          <p:cNvPr id="4" name="">
            <a:extLst xmlns:a="http://schemas.openxmlformats.org/drawingml/2006/main">
              <a:ext uri="{FF2B5EF4-FFF2-40B4-BE49-F238E27FC236}">
                <a16:creationId xmlns:a16="http://schemas.microsoft.com/office/drawing/2014/main" id="{E88466AF-9CCC-4591-ADBE-ACE3706D8E2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CCF98D7-051E-4C04-9950-9FF8E4B6DD6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Practise the already taught error calculations and data-splitting rules.</a:t>
            </a:r>
          </a:p>
        </p:txBody>
      </p:sp>
      <p:sp>
        <p:nvSpPr>
          <p:cNvPr id="6" name="">
            <a:extLst xmlns:a="http://schemas.openxmlformats.org/drawingml/2006/main">
              <a:ext uri="{FF2B5EF4-FFF2-40B4-BE49-F238E27FC236}">
                <a16:creationId xmlns:a16="http://schemas.microsoft.com/office/drawing/2014/main" id="{0240EE68-D46F-49BF-9175-2BC382B5099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DDAABC0-E389-4289-BA47-BABC34864EF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separate practice values.</a:t>
            </a:r>
          </a:p>
        </p:txBody>
      </p:sp>
      <p:sp>
        <p:nvSpPr>
          <p:cNvPr id="8" name="">
            <a:extLst xmlns:a="http://schemas.openxmlformats.org/drawingml/2006/main">
              <a:ext uri="{FF2B5EF4-FFF2-40B4-BE49-F238E27FC236}">
                <a16:creationId xmlns:a16="http://schemas.microsoft.com/office/drawing/2014/main" id="{630E56E6-8C08-477B-92AB-C000E94BA05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A930B18-71B7-4E7D-9D56-92197840C22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timed session follows the issued test instructions.</a:t>
            </a:r>
          </a:p>
        </p:txBody>
      </p:sp>
      <p:sp>
        <p:nvSpPr>
          <p:cNvPr id="10" name="">
            <a:extLst xmlns:a="http://schemas.openxmlformats.org/drawingml/2006/main">
              <a:ext uri="{FF2B5EF4-FFF2-40B4-BE49-F238E27FC236}">
                <a16:creationId xmlns:a16="http://schemas.microsoft.com/office/drawing/2014/main" id="{1DB0A328-A6EC-4FB6-9046-D3BAFA0589D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4</a:t>
            </a:r>
          </a:p>
        </p:txBody>
      </p:sp>
    </p:spTree>
    <p:extLst>
      <p:ext uri="{BB962C8B-B14F-4D97-AF65-F5344CB8AC3E}">
        <p14:creationId xmlns:p14="http://schemas.microsoft.com/office/powerpoint/2010/main" val="2010055916"/>
      </p:ext>
    </p:extLst>
  </p:cSld>
</p:sld>
</file>

<file path=ppt/slides/slide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1" name="">
            <a:extLst>
              <a:ext uri="{FF2B5EF4-FFF2-40B4-BE49-F238E27FC236}">
                <ns2:creationId id="{C3FE6856-64BA-429B-93A9-D5C300ADE006}"/>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07B253B7-BF7E-4C33-AD76-3816184828DD}"/>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82ABF0C5-DC5F-4828-A055-71739D1D2990}"/>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Rehearse the offline save procedure</a:t>
            </a:r>
          </a:p>
        </p:txBody>
      </p:sp>
      <p:sp>
        <p:nvSpPr>
          <p:cNvPr id="4" name="">
            <a:extLst>
              <a:ext uri="{FF2B5EF4-FFF2-40B4-BE49-F238E27FC236}">
                <ns2:creationId id="{0E2836D1-F558-4AE0-A03F-C2BAF73F231D}"/>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2115B2E8-A1CD-46E4-AE2A-30920C8C9631}"/>
              </a:ext>
            </a:extLst>
          </p:cNvPr>
          <p:cNvSpPr>
            <a:spLocks noGrp="1"/>
          </p:cNvSpPr>
          <p:nvPr/>
        </p:nvSpPr>
        <p:spPr>
          <a:xfrm>
            <a:off x="1381125" y="17811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Save your notebook on the prepared lab computer.</a:t>
            </a:r>
          </a:p>
        </p:txBody>
      </p:sp>
      <p:sp>
        <p:nvSpPr>
          <p:cNvPr id="6" name="">
            <a:extLst>
              <a:ext uri="{FF2B5EF4-FFF2-40B4-BE49-F238E27FC236}">
                <ns2:creationId id="{1D1260FC-ADBA-40ED-9C3C-7BCC1FF40431}"/>
              </a:ext>
            </a:extLst>
          </p:cNvPr>
          <p:cNvSpPr>
            <a:spLocks noGrp="1"/>
          </p:cNvSpPr>
          <p:nvPr/>
        </p:nvSpPr>
        <p:spPr>
          <a:xfrm>
            <a:off x="590550" y="32099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10BDC91A-D44D-4B55-8D5D-9AEF65A67390}"/>
              </a:ext>
            </a:extLst>
          </p:cNvPr>
          <p:cNvSpPr>
            <a:spLocks noGrp="1"/>
          </p:cNvSpPr>
          <p:nvPr/>
        </p:nvSpPr>
        <p:spPr>
          <a:xfrm>
            <a:off x="1381125" y="320992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Type Part B under My written evidence in the notebook.</a:t>
            </a:r>
          </a:p>
        </p:txBody>
      </p:sp>
      <p:sp>
        <p:nvSpPr>
          <p:cNvPr id="8" name="">
            <a:extLst>
              <a:ext uri="{FF2B5EF4-FFF2-40B4-BE49-F238E27FC236}">
                <ns2:creationId id="{9F3C489F-E3E5-44C5-BD05-517AB95E3698}"/>
              </a:ext>
            </a:extLst>
          </p:cNvPr>
          <p:cNvSpPr>
            <a:spLocks noGrp="1"/>
          </p:cNvSpPr>
          <p:nvPr/>
        </p:nvSpPr>
        <p:spPr>
          <a:xfrm>
            <a:off x="590550" y="46386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40D24923-4D27-4DC6-9DD8-1ED8B03EB3D0}"/>
              </a:ext>
            </a:extLst>
          </p:cNvPr>
          <p:cNvSpPr>
            <a:spLocks noGrp="1"/>
          </p:cNvSpPr>
          <p:nvPr/>
        </p:nvSpPr>
        <p:spPr>
          <a:xfrm>
            <a:off x="1381125" y="46386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Locate and reopen the complete notebook without internet.</a:t>
            </a:r>
          </a:p>
        </p:txBody>
      </p:sp>
      <p:sp>
        <p:nvSpPr>
          <p:cNvPr id="10" name="">
            <a:extLst>
              <a:ext uri="{FF2B5EF4-FFF2-40B4-BE49-F238E27FC236}">
                <ns2:creationId id="{A62EF415-0BD8-45F5-AD2A-C25F9353B721}"/>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5</a:t>
            </a:r>
          </a:p>
        </p:txBody>
      </p:sp>
    </p:spTree>
    <p:extLst>
      <p:ext uri="{BB962C8B-B14F-4D97-AF65-F5344CB8AC3E}">
        <ns3:creationId val="180451306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CC9514B-5EDA-4C76-879E-C1F7F14864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42D03AA-C6B3-410C-A161-DA845AB430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365AF63-A887-40F4-9C47-9CB695CEFB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result needs an explanation</a:t>
            </a:r>
          </a:p>
        </p:txBody>
      </p:sp>
      <p:sp>
        <p:nvSpPr>
          <p:cNvPr id="4" name="">
            <a:extLst xmlns:a="http://schemas.openxmlformats.org/drawingml/2006/main">
              <a:ext uri="{FF2B5EF4-FFF2-40B4-BE49-F238E27FC236}">
                <a16:creationId xmlns:a16="http://schemas.microsoft.com/office/drawing/2014/main" id="{F9CEE868-A2D3-4CF7-8C11-AD1F6ED6A8C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66551F9-3FE4-40DE-B40D-1A7490829D8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target and its unit or class.</a:t>
            </a:r>
          </a:p>
        </p:txBody>
      </p:sp>
      <p:sp>
        <p:nvSpPr>
          <p:cNvPr id="6" name="">
            <a:extLst xmlns:a="http://schemas.openxmlformats.org/drawingml/2006/main">
              <a:ext uri="{FF2B5EF4-FFF2-40B4-BE49-F238E27FC236}">
                <a16:creationId xmlns:a16="http://schemas.microsoft.com/office/drawing/2014/main" id="{A63DBF63-49B9-4DF3-AADD-9351A35994E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0FC859C-C59B-43BF-8738-8B300D971A0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which data fitted preprocessing and which data evaluated the model.</a:t>
            </a:r>
          </a:p>
        </p:txBody>
      </p:sp>
      <p:sp>
        <p:nvSpPr>
          <p:cNvPr id="8" name="">
            <a:extLst xmlns:a="http://schemas.openxmlformats.org/drawingml/2006/main">
              <a:ext uri="{FF2B5EF4-FFF2-40B4-BE49-F238E27FC236}">
                <a16:creationId xmlns:a16="http://schemas.microsoft.com/office/drawing/2014/main" id="{55F92837-FF55-4B32-B10C-94B8BC73522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93106AA-FA09-48F9-A02F-DDA6AB66548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high score alone does not establish a useful engineering model.</a:t>
            </a:r>
          </a:p>
        </p:txBody>
      </p:sp>
      <p:sp>
        <p:nvSpPr>
          <p:cNvPr id="10" name="">
            <a:extLst xmlns:a="http://schemas.openxmlformats.org/drawingml/2006/main">
              <a:ext uri="{FF2B5EF4-FFF2-40B4-BE49-F238E27FC236}">
                <a16:creationId xmlns:a16="http://schemas.microsoft.com/office/drawing/2014/main" id="{733EE922-357E-4BE6-A148-B39FAD0035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6</a:t>
            </a:r>
          </a:p>
        </p:txBody>
      </p:sp>
    </p:spTree>
    <p:extLst>
      <p:ext uri="{BB962C8B-B14F-4D97-AF65-F5344CB8AC3E}">
        <p14:creationId xmlns:p14="http://schemas.microsoft.com/office/powerpoint/2010/main" val="242104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35BA9BF-3489-40B3-ADCB-ED9BBF92A2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45C04B-A159-4118-BD52-E391E38DB2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019D608-81FA-463F-93DD-8C95D272DC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before test day</a:t>
            </a:r>
          </a:p>
        </p:txBody>
      </p:sp>
      <p:sp>
        <p:nvSpPr>
          <p:cNvPr id="4" name="">
            <a:extLst xmlns:a="http://schemas.openxmlformats.org/drawingml/2006/main">
              <a:ext uri="{FF2B5EF4-FFF2-40B4-BE49-F238E27FC236}">
                <a16:creationId xmlns:a16="http://schemas.microsoft.com/office/drawing/2014/main" id="{FD4F0C9A-2848-4B66-A4C5-5A3B5ED1AD2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BBB52E2-BAEE-46A0-AFB0-725750277CA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actual = [4,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predicted = [5,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errors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a, p in zip(actual, predicted):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errors.append(abs(a - 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print(sum(errors) / len(errors))</a:t>
            </a:r>
          </a:p>
        </p:txBody>
      </p:sp>
      <p:sp>
        <p:nvSpPr>
          <p:cNvPr id="6" name="">
            <a:extLst xmlns:a="http://schemas.openxmlformats.org/drawingml/2006/main">
              <a:ext uri="{FF2B5EF4-FFF2-40B4-BE49-F238E27FC236}">
                <a16:creationId xmlns:a16="http://schemas.microsoft.com/office/drawing/2014/main" id="{2A479798-F28C-493A-9FEF-1A61F242806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5DBE458-DCA3-4968-9B70-916457DC9F7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CB743FB9-CC30-4526-AB0A-C8F3C29977F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9" name="">
            <a:extLst xmlns:a="http://schemas.openxmlformats.org/drawingml/2006/main">
              <a:ext uri="{FF2B5EF4-FFF2-40B4-BE49-F238E27FC236}">
                <a16:creationId xmlns:a16="http://schemas.microsoft.com/office/drawing/2014/main" id="{C5210D41-A563-421C-8ED9-96785F589222}"/>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5ABA98A6-D4C9-4626-ACDD-2A8D8091881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7FA92405-13DB-49F0-A058-A2343C28C8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7</a:t>
            </a:r>
          </a:p>
        </p:txBody>
      </p:sp>
    </p:spTree>
    <p:extLst>
      <p:ext uri="{BB962C8B-B14F-4D97-AF65-F5344CB8AC3E}">
        <p14:creationId xmlns:p14="http://schemas.microsoft.com/office/powerpoint/2010/main" val="682467461"/>
      </p:ext>
    </p:extLst>
  </p:cSld>
</p:sld>
</file>

<file path=ppt/slides/slide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ECF0B58A-7B3B-4281-8C4F-E52916BF1CF6}"/>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094ED6D4-6205-41E9-B16F-E5795C3FE140}"/>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a:ext uri="{FF2B5EF4-FFF2-40B4-BE49-F238E27FC236}">
                <ns2:creationId id="{D561E0D1-CB3B-4160-AE97-C3BDE2CCD39D}"/>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Rehearsal before Practical Test 2</a:t>
            </a:r>
          </a:p>
        </p:txBody>
      </p:sp>
      <p:sp>
        <p:nvSpPr>
          <p:cNvPr id="4" name="">
            <a:extLst>
              <a:ext uri="{FF2B5EF4-FFF2-40B4-BE49-F238E27FC236}">
                <ns2:creationId id="{5D6D03E4-B2B0-4F5D-9F69-6BC879DCFFF8}"/>
              </a:ext>
            </a:extLst>
          </p:cNvPr>
          <p:cNvSpPr>
            <a:spLocks noGrp="1"/>
          </p:cNvSpPr>
          <p:nvPr/>
        </p:nvSpPr>
        <p:spPr>
          <a:xfrm>
            <a:off x="619125" y="180975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692BBFF8-D45B-4402-9930-B75B9EA82477}"/>
              </a:ext>
            </a:extLst>
          </p:cNvPr>
          <p:cNvSpPr>
            <a:spLocks noGrp="1"/>
          </p:cNvSpPr>
          <p:nvPr/>
        </p:nvSpPr>
        <p:spPr>
          <a:xfrm>
            <a:off x="1409700" y="1809750"/>
            <a:ext cx="10001250" cy="125730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errors for actual [4,8] and predicted [5,6].</a:t>
            </a:r>
          </a:p>
        </p:txBody>
      </p:sp>
      <p:sp>
        <p:nvSpPr>
          <p:cNvPr id="6" name="">
            <a:extLst>
              <a:ext uri="{FF2B5EF4-FFF2-40B4-BE49-F238E27FC236}">
                <ns2:creationId id="{9CBF1AD8-2F5B-4205-B0F7-8B4F94004D78}"/>
              </a:ext>
            </a:extLst>
          </p:cNvPr>
          <p:cNvSpPr>
            <a:spLocks noGrp="1"/>
          </p:cNvSpPr>
          <p:nvPr/>
        </p:nvSpPr>
        <p:spPr>
          <a:xfrm>
            <a:off x="619125" y="314325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9F5BC160-1C50-4AD4-A157-9B799B3A1A67}"/>
              </a:ext>
            </a:extLst>
          </p:cNvPr>
          <p:cNvSpPr>
            <a:spLocks noGrp="1"/>
          </p:cNvSpPr>
          <p:nvPr/>
        </p:nvSpPr>
        <p:spPr>
          <a:xfrm>
            <a:off x="1409700" y="3143250"/>
            <a:ext cx="10001250" cy="125730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Save the notebook with a text cell explaining which data may fit preprocessing.</a:t>
            </a:r>
          </a:p>
        </p:txBody>
      </p:sp>
      <p:sp>
        <p:nvSpPr>
          <p:cNvPr id="8" name="">
            <a:extLst>
              <a:ext uri="{FF2B5EF4-FFF2-40B4-BE49-F238E27FC236}">
                <ns2:creationId id="{35F8F383-F693-4C4E-BFD7-C2BCAE48F627}"/>
              </a:ext>
            </a:extLst>
          </p:cNvPr>
          <p:cNvSpPr>
            <a:spLocks noGrp="1"/>
          </p:cNvSpPr>
          <p:nvPr/>
        </p:nvSpPr>
        <p:spPr>
          <a:xfrm>
            <a:off x="619125" y="447675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F24ECD85-1AF6-4DAE-8470-B988D8F42A31}"/>
              </a:ext>
            </a:extLst>
          </p:cNvPr>
          <p:cNvSpPr>
            <a:spLocks noGrp="1"/>
          </p:cNvSpPr>
          <p:nvPr/>
        </p:nvSpPr>
        <p:spPr>
          <a:xfrm>
            <a:off x="1409700" y="4476750"/>
            <a:ext cx="10001250" cy="125730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Locate the complete notebook in the required folder.</a:t>
            </a:r>
          </a:p>
        </p:txBody>
      </p:sp>
      <p:sp>
        <p:nvSpPr>
          <p:cNvPr id="10" name="">
            <a:extLst>
              <a:ext uri="{FF2B5EF4-FFF2-40B4-BE49-F238E27FC236}">
                <ns2:creationId id="{09860145-8767-48E7-AC14-B3A4D50082ED}"/>
              </a:ext>
            </a:extLst>
          </p:cNvPr>
          <p:cNvSpPr>
            <a:spLocks noGrp="1"/>
          </p:cNvSpPr>
          <p:nvPr/>
        </p:nvSpPr>
        <p:spPr>
          <a:xfrm>
            <a:off x="0" y="5915025"/>
            <a:ext cx="12191695" cy="466725"/>
          </a:xfrm>
          <a:prstGeom prst="rect">
            <a:avLst/>
          </a:prstGeom>
          <a:solidFill>
            <a:srgbClr val="E5F1EE"/>
          </a:solidFill>
          <a:ln w="0">
            <a:noFill/>
          </a:ln>
        </p:spPr>
      </p:sp>
      <p:sp>
        <p:nvSpPr>
          <p:cNvPr id="11" name="">
            <a:extLst>
              <a:ext uri="{FF2B5EF4-FFF2-40B4-BE49-F238E27FC236}">
                <ns2:creationId id="{C33CF287-BCC4-4C10-B622-CB1E2BDE126B}"/>
              </a:ext>
            </a:extLst>
          </p:cNvPr>
          <p:cNvSpPr>
            <a:spLocks noGrp="1"/>
          </p:cNvSpPr>
          <p:nvPr/>
        </p:nvSpPr>
        <p:spPr>
          <a:xfrm>
            <a:off x="619125" y="5981700"/>
            <a:ext cx="10810875" cy="361950"/>
          </a:xfrm>
          <a:prstGeom prst="rect">
            <a:avLst/>
          </a:prstGeom>
          <a:noFill/>
          <a:ln w="0">
            <a:noFill/>
          </a:ln>
        </p:spPr>
        <p:txBody>
          <a:bodyPr>
            <a:noAutofit/>
          </a:bodyPr>
          <a:lstStyle/>
          <a:p>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a:ext uri="{FF2B5EF4-FFF2-40B4-BE49-F238E27FC236}">
                <ns2:creationId id="{5D7C3CBE-C876-4314-9525-F5EAC95C1902}"/>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8</a:t>
            </a:r>
          </a:p>
        </p:txBody>
      </p:sp>
    </p:spTree>
    <p:extLst>
      <p:ext uri="{BB962C8B-B14F-4D97-AF65-F5344CB8AC3E}">
        <ns3:creationId val="32343307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FAAAC29-6A5E-4195-8108-A4BC40BD6A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0F6CCC-29C0-4F76-B513-434C3A6267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71AB96A5-1856-4522-91EF-54FF58079E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A42D830C-601D-4DF6-AC3E-03F4CFBB5FE1}"/>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E8B005-3B8D-46E7-8C47-324DFB2F4F70}"/>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Absolute errors are 1 and 2, so MAE is 1.5. Fit preprocessing on training records. This rehearsal happens before test time.</a:t>
            </a:r>
          </a:p>
        </p:txBody>
      </p:sp>
      <p:sp>
        <p:nvSpPr>
          <p:cNvPr id="6" name="">
            <a:extLst xmlns:a="http://schemas.openxmlformats.org/drawingml/2006/main">
              <a:ext uri="{FF2B5EF4-FFF2-40B4-BE49-F238E27FC236}">
                <a16:creationId xmlns:a16="http://schemas.microsoft.com/office/drawing/2014/main" id="{2C5E64EE-C24A-43D9-BAAE-8104DBB6CDB1}"/>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E897BE12-0360-4003-87E0-204F7AF96C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9</a:t>
            </a:r>
          </a:p>
        </p:txBody>
      </p:sp>
    </p:spTree>
    <p:extLst>
      <p:ext uri="{BB962C8B-B14F-4D97-AF65-F5344CB8AC3E}">
        <p14:creationId xmlns:p14="http://schemas.microsoft.com/office/powerpoint/2010/main" val="211796519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443AD01-BD3F-4075-AD85-88600A64C5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58090F7-891F-42BB-AF11-C270BDCFB1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6491CEA-711D-4759-AF21-0B5B38B502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session</a:t>
            </a:r>
          </a:p>
        </p:txBody>
      </p:sp>
      <p:sp>
        <p:nvSpPr>
          <p:cNvPr id="4" name="">
            <a:extLst xmlns:a="http://schemas.openxmlformats.org/drawingml/2006/main">
              <a:ext uri="{FF2B5EF4-FFF2-40B4-BE49-F238E27FC236}">
                <a16:creationId xmlns:a16="http://schemas.microsoft.com/office/drawing/2014/main" id="{6A0F48CD-5EF5-42C3-8A76-BD315A3CC9E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6C97B4E-394B-455B-BFE9-FA786191AEE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00–15 minutes: briefing and file check.</a:t>
            </a:r>
          </a:p>
        </p:txBody>
      </p:sp>
      <p:sp>
        <p:nvSpPr>
          <p:cNvPr id="6" name="">
            <a:extLst xmlns:a="http://schemas.openxmlformats.org/drawingml/2006/main">
              <a:ext uri="{FF2B5EF4-FFF2-40B4-BE49-F238E27FC236}">
                <a16:creationId xmlns:a16="http://schemas.microsoft.com/office/drawing/2014/main" id="{7682104F-E946-4520-80F0-D312DFE21F6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8DCAF4C-1A35-4E1A-87B1-713C3DAFC848}"/>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15–135 minutes: individual practical work.</a:t>
            </a:r>
          </a:p>
        </p:txBody>
      </p:sp>
      <p:sp>
        <p:nvSpPr>
          <p:cNvPr id="8" name="">
            <a:extLst xmlns:a="http://schemas.openxmlformats.org/drawingml/2006/main">
              <a:ext uri="{FF2B5EF4-FFF2-40B4-BE49-F238E27FC236}">
                <a16:creationId xmlns:a16="http://schemas.microsoft.com/office/drawing/2014/main" id="{B7E4A978-440A-4B76-85ED-B1B45427D73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0DDB255-4C24-433F-AECB-A08BCB30E0B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135–160 minutes: typed offline reasoning, with code execution prohibited.</a:t>
            </a:r>
          </a:p>
        </p:txBody>
      </p:sp>
      <p:sp>
        <p:nvSpPr>
          <p:cNvPr id="10" name="">
            <a:extLst xmlns:a="http://schemas.openxmlformats.org/drawingml/2006/main">
              <a:ext uri="{FF2B5EF4-FFF2-40B4-BE49-F238E27FC236}">
                <a16:creationId xmlns:a16="http://schemas.microsoft.com/office/drawing/2014/main" id="{6B1C45AF-F638-44FD-B94A-06E84E2A4D0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96024B8-4BA1-4F30-830C-9D1393582E2F}"/>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160–180 minutes: save and hand in through invigilated offline collection.</a:t>
            </a:r>
          </a:p>
        </p:txBody>
      </p:sp>
      <p:sp>
        <p:nvSpPr>
          <p:cNvPr id="12" name="">
            <a:extLst xmlns:a="http://schemas.openxmlformats.org/drawingml/2006/main">
              <a:ext uri="{FF2B5EF4-FFF2-40B4-BE49-F238E27FC236}">
                <a16:creationId xmlns:a16="http://schemas.microsoft.com/office/drawing/2014/main" id="{1A72947E-57C6-4828-B5C7-A59F4A4BEE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10</a:t>
            </a:r>
          </a:p>
        </p:txBody>
      </p:sp>
    </p:spTree>
    <p:extLst>
      <p:ext uri="{BB962C8B-B14F-4D97-AF65-F5344CB8AC3E}">
        <p14:creationId xmlns:p14="http://schemas.microsoft.com/office/powerpoint/2010/main" val="110974396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15269FC-9A79-4080-B605-67CE4CF4C7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01F12E-2348-4A82-91BC-1B9B5DFE4C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2E124DD-3495-451E-A98B-6AA6C6A755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CA9F7B31-68CF-49EA-8876-19F9C254BC8B}"/>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9858A4-7986-4EF8-A77C-7C4A365F07C5}"/>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Each learner can save and reopen both required file types in the offline setting.</a:t>
            </a:r>
          </a:p>
        </p:txBody>
      </p:sp>
      <p:sp>
        <p:nvSpPr>
          <p:cNvPr id="6" name="">
            <a:extLst xmlns:a="http://schemas.openxmlformats.org/drawingml/2006/main">
              <a:ext uri="{FF2B5EF4-FFF2-40B4-BE49-F238E27FC236}">
                <a16:creationId xmlns:a16="http://schemas.microsoft.com/office/drawing/2014/main" id="{B96A6C4B-3C4B-47F3-BEB2-A1A09C3736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11</a:t>
            </a:r>
          </a:p>
        </p:txBody>
      </p:sp>
    </p:spTree>
    <p:extLst>
      <p:ext uri="{BB962C8B-B14F-4D97-AF65-F5344CB8AC3E}">
        <p14:creationId xmlns:p14="http://schemas.microsoft.com/office/powerpoint/2010/main" val="91919797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6B296B4-92D9-4557-8954-F05AA8D240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5253A5-409B-44E1-8844-4E4685FCDF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AC26091-6025-4DCA-B082-300A5CC4A0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4C31F002-21A2-4B80-82EC-15049B77507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154EAB6-0AD1-47F8-9345-99F28BFBF72F}"/>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TEST2’s official brief, interfaces, time allocation, permitted resources and packet requirements.</a:t>
            </a:r>
          </a:p>
        </p:txBody>
      </p:sp>
      <p:sp>
        <p:nvSpPr>
          <p:cNvPr id="6" name="">
            <a:extLst xmlns:a="http://schemas.openxmlformats.org/drawingml/2006/main">
              <a:ext uri="{FF2B5EF4-FFF2-40B4-BE49-F238E27FC236}">
                <a16:creationId xmlns:a16="http://schemas.microsoft.com/office/drawing/2014/main" id="{02B130CF-3AD1-4115-B6D9-BE8DC608C78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1D66656-E44D-4606-9F8F-C10F5A5E4414}"/>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Follow the test instructions issued by your lecturer.</a:t>
            </a:r>
          </a:p>
        </p:txBody>
      </p:sp>
      <p:sp>
        <p:nvSpPr>
          <p:cNvPr id="8" name="">
            <a:extLst xmlns:a="http://schemas.openxmlformats.org/drawingml/2006/main">
              <a:ext uri="{FF2B5EF4-FFF2-40B4-BE49-F238E27FC236}">
                <a16:creationId xmlns:a16="http://schemas.microsoft.com/office/drawing/2014/main" id="{E68FCB3D-D054-48F7-95BE-92054B1A5C5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12</a:t>
            </a:r>
          </a:p>
        </p:txBody>
      </p:sp>
    </p:spTree>
    <p:extLst>
      <p:ext uri="{BB962C8B-B14F-4D97-AF65-F5344CB8AC3E}">
        <p14:creationId xmlns:p14="http://schemas.microsoft.com/office/powerpoint/2010/main" val="22847870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BED603B-7D50-4019-A09B-7AAE97C332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92338C-E21C-4C69-A0EC-74FA07BA14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E3DBB5D-5706-4352-8B13-8BD1F3D8AE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a:t>
            </a:r>
          </a:p>
        </p:txBody>
      </p:sp>
      <p:sp>
        <p:nvSpPr>
          <p:cNvPr id="4" name="">
            <a:extLst xmlns:a="http://schemas.openxmlformats.org/drawingml/2006/main">
              <a:ext uri="{FF2B5EF4-FFF2-40B4-BE49-F238E27FC236}">
                <a16:creationId xmlns:a16="http://schemas.microsoft.com/office/drawing/2014/main" id="{27F8C83D-2A5F-4EA8-90C7-134DFFA34E9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FD36473-361C-49BA-91BA-0C81BC71447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EF12DE71-D0C2-4023-8584-FBA50B978E8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1A30811-A9D1-4EAD-AD37-339E7ED5903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CDD05935-090F-4461-89FC-467F7F292DF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47640ED-2993-4828-9364-F495D6391C8D}"/>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97CC77D0-CD4A-451C-90B7-B18E3E5DDC7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CF5A4FE-692A-45AF-9933-6D29C3FED78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2DE01921-8261-492A-A9C2-390B06C099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13</a:t>
            </a:r>
          </a:p>
        </p:txBody>
      </p:sp>
    </p:spTree>
    <p:extLst>
      <p:ext uri="{BB962C8B-B14F-4D97-AF65-F5344CB8AC3E}">
        <p14:creationId xmlns:p14="http://schemas.microsoft.com/office/powerpoint/2010/main" val="2853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E36EEC2-4DA2-43B1-846F-6056C14FB8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27E49A-82A8-4C09-84FC-5194E8C8B4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2DF95C6-69F2-4A48-897B-106DD839B6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AB069FD2-3E74-44FA-B300-37907A1E8E2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DF50876-83BC-47C8-8F87-E675025F26E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31036F16-7FAE-4728-9C51-E543779AA5A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472278D-765B-4BD5-8D50-2A0523BAB41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BAD5DA5D-313B-4621-8A84-D2B1929D9953}"/>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C3D226D-7017-429D-B34A-29173BF49198}"/>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C902B7B9-9D26-4B10-9DC0-4A3074FBEA5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52C4D60-4947-486C-BEC2-19CA805A7A7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C8E04834-1B97-444B-8DC9-734FF31190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14</a:t>
            </a:r>
          </a:p>
        </p:txBody>
      </p:sp>
    </p:spTree>
    <p:extLst>
      <p:ext uri="{BB962C8B-B14F-4D97-AF65-F5344CB8AC3E}">
        <p14:creationId xmlns:p14="http://schemas.microsoft.com/office/powerpoint/2010/main" val="1237674376"/>
      </p:ext>
    </p:extLst>
  </p:cSld>
</p:sld>
</file>

<file path=ppt/slides/slide1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575794F3-4EEE-4F46-8E13-87A9648F423A}"/>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2C356680-5FA5-49D2-A04F-7D1B9C3E3A61}"/>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3113C2B8-4834-4C0D-91FD-6321CA75E9C2}"/>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a:ext uri="{FF2B5EF4-FFF2-40B4-BE49-F238E27FC236}">
                <ns2:creationId id="{B87C1089-3417-4152-AE75-D59F50A0ABE4}"/>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D95FD1D6-35CC-4BB4-9E94-187FAF97A60F}"/>
              </a:ext>
            </a:extLst>
          </p:cNvPr>
          <p:cNvSpPr>
            <a:spLocks noGrp="1"/>
          </p:cNvSpPr>
          <p:nvPr/>
        </p:nvSpPr>
        <p:spPr>
          <a:xfrm>
            <a:off x="1381125" y="1781175"/>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readable written evidence in the notebook.</a:t>
            </a:r>
          </a:p>
        </p:txBody>
      </p:sp>
      <p:sp>
        <p:nvSpPr>
          <p:cNvPr id="6" name="">
            <a:extLst>
              <a:ext uri="{FF2B5EF4-FFF2-40B4-BE49-F238E27FC236}">
                <ns2:creationId id="{6A22B311-9A52-4C0F-A922-7F3E41E9AFC5}"/>
              </a:ext>
            </a:extLst>
          </p:cNvPr>
          <p:cNvSpPr>
            <a:spLocks noGrp="1"/>
          </p:cNvSpPr>
          <p:nvPr/>
        </p:nvSpPr>
        <p:spPr>
          <a:xfrm>
            <a:off x="590550" y="28527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7ABB0026-ADEC-4379-81B0-63E0A9E5CF5A}"/>
              </a:ext>
            </a:extLst>
          </p:cNvPr>
          <p:cNvSpPr>
            <a:spLocks noGrp="1"/>
          </p:cNvSpPr>
          <p:nvPr/>
        </p:nvSpPr>
        <p:spPr>
          <a:xfrm>
            <a:off x="1381125" y="2852738"/>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Task framing (10.0 total): The ML task is correctly identified, the target named, and regression vs classification correctly chosen and justified.</a:t>
            </a:r>
          </a:p>
        </p:txBody>
      </p:sp>
      <p:sp>
        <p:nvSpPr>
          <p:cNvPr id="8" name="">
            <a:extLst>
              <a:ext uri="{FF2B5EF4-FFF2-40B4-BE49-F238E27FC236}">
                <ns2:creationId id="{7204EF68-47C6-483E-9028-2054F69B2010}"/>
              </a:ext>
            </a:extLst>
          </p:cNvPr>
          <p:cNvSpPr>
            <a:spLocks noGrp="1"/>
          </p:cNvSpPr>
          <p:nvPr/>
        </p:nvSpPr>
        <p:spPr>
          <a:xfrm>
            <a:off x="590550" y="392430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EE61BC7C-9F9D-4D98-9B66-9B09D73D386B}"/>
              </a:ext>
            </a:extLst>
          </p:cNvPr>
          <p:cNvSpPr>
            <a:spLocks noGrp="1"/>
          </p:cNvSpPr>
          <p:nvPr/>
        </p:nvSpPr>
        <p:spPr>
          <a:xfrm>
            <a:off x="1381125" y="3924300"/>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Data preparation &amp; leakage control (20.0 total): Cleaning and encoding appropriate.</a:t>
            </a:r>
          </a:p>
        </p:txBody>
      </p:sp>
      <p:sp>
        <p:nvSpPr>
          <p:cNvPr id="10" name="">
            <a:extLst>
              <a:ext uri="{FF2B5EF4-FFF2-40B4-BE49-F238E27FC236}">
                <ns2:creationId id="{6E15E7B9-ABAA-486E-B07B-ADE4FE56661F}"/>
              </a:ext>
            </a:extLst>
          </p:cNvPr>
          <p:cNvSpPr>
            <a:spLocks noGrp="1"/>
          </p:cNvSpPr>
          <p:nvPr/>
        </p:nvSpPr>
        <p:spPr>
          <a:xfrm>
            <a:off x="590550" y="49958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3B704423-8A6B-49B1-BC44-8B08535E2DD4}"/>
              </a:ext>
            </a:extLst>
          </p:cNvPr>
          <p:cNvSpPr>
            <a:spLocks noGrp="1"/>
          </p:cNvSpPr>
          <p:nvPr/>
        </p:nvSpPr>
        <p:spPr>
          <a:xfrm>
            <a:off x="1381125" y="4995863"/>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Split made before any fitting.</a:t>
            </a:r>
          </a:p>
        </p:txBody>
      </p:sp>
      <p:sp>
        <p:nvSpPr>
          <p:cNvPr id="12" name="">
            <a:extLst>
              <a:ext uri="{FF2B5EF4-FFF2-40B4-BE49-F238E27FC236}">
                <ns2:creationId id="{AE97EE83-D887-4B3A-A774-22E1EDEB2E65}"/>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15</a:t>
            </a:r>
          </a:p>
        </p:txBody>
      </p:sp>
    </p:spTree>
    <p:extLst>
      <p:ext uri="{BB962C8B-B14F-4D97-AF65-F5344CB8AC3E}">
        <ns3:creationId val="195043519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84D4158-E362-4333-B04E-AC420DEE4D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176548-EAAA-475D-8655-7467440BF4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2FE707A-C1C4-4DA0-BF02-A1E7AB7B7B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046B090C-6C1E-4DA3-B9CE-BA7AD065881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0498009-478C-4D79-B5D8-5430266AF6D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 used.</a:t>
            </a:r>
          </a:p>
        </p:txBody>
      </p:sp>
      <p:sp>
        <p:nvSpPr>
          <p:cNvPr id="6" name="">
            <a:extLst xmlns:a="http://schemas.openxmlformats.org/drawingml/2006/main">
              <a:ext uri="{FF2B5EF4-FFF2-40B4-BE49-F238E27FC236}">
                <a16:creationId xmlns:a16="http://schemas.microsoft.com/office/drawing/2014/main" id="{1D194534-6014-4B83-B9E0-31DBCD91D96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8D4842B-8736-41E5-B0A9-1C38EE083DD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leakage present - a leak found by the marker caps this criterion at zero.</a:t>
            </a:r>
          </a:p>
        </p:txBody>
      </p:sp>
      <p:sp>
        <p:nvSpPr>
          <p:cNvPr id="8" name="">
            <a:extLst xmlns:a="http://schemas.openxmlformats.org/drawingml/2006/main">
              <a:ext uri="{FF2B5EF4-FFF2-40B4-BE49-F238E27FC236}">
                <a16:creationId xmlns:a16="http://schemas.microsoft.com/office/drawing/2014/main" id="{3632E5BC-76D6-4A7C-9F71-5475821AD8B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0C6C3C-B8D4-458C-BF8A-DCA3C8FBED3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Modelling protocol (20.0 total): At least two models built and compared under identical conditions.</a:t>
            </a:r>
          </a:p>
        </p:txBody>
      </p:sp>
      <p:sp>
        <p:nvSpPr>
          <p:cNvPr id="10" name="">
            <a:extLst xmlns:a="http://schemas.openxmlformats.org/drawingml/2006/main">
              <a:ext uri="{FF2B5EF4-FFF2-40B4-BE49-F238E27FC236}">
                <a16:creationId xmlns:a16="http://schemas.microsoft.com/office/drawing/2014/main" id="{5278D22B-BCB7-4CB9-B2E3-8B8DAA5C053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D86AB57-E5EB-4267-90D9-0C8EBECBB9F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Baseline included.</a:t>
            </a:r>
          </a:p>
        </p:txBody>
      </p:sp>
      <p:sp>
        <p:nvSpPr>
          <p:cNvPr id="12" name="">
            <a:extLst xmlns:a="http://schemas.openxmlformats.org/drawingml/2006/main">
              <a:ext uri="{FF2B5EF4-FFF2-40B4-BE49-F238E27FC236}">
                <a16:creationId xmlns:a16="http://schemas.microsoft.com/office/drawing/2014/main" id="{7865F834-AB93-4A5D-950A-EA2A8FEFBE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16</a:t>
            </a:r>
          </a:p>
        </p:txBody>
      </p:sp>
    </p:spTree>
    <p:extLst>
      <p:ext uri="{BB962C8B-B14F-4D97-AF65-F5344CB8AC3E}">
        <p14:creationId xmlns:p14="http://schemas.microsoft.com/office/powerpoint/2010/main" val="29588488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18ADFB7-5603-4A3B-9971-53E1C434B0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7AE13AE-1618-4C24-AE93-4A1207F453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473B476-370E-4416-A803-14F2132705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CCEA623F-2189-440D-AD7A-2B89CDC4370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70BAB7B-B731-4913-9CAE-915939F0B10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Hyperparameters handled sensibly.</a:t>
            </a:r>
          </a:p>
        </p:txBody>
      </p:sp>
      <p:sp>
        <p:nvSpPr>
          <p:cNvPr id="6" name="">
            <a:extLst xmlns:a="http://schemas.openxmlformats.org/drawingml/2006/main">
              <a:ext uri="{FF2B5EF4-FFF2-40B4-BE49-F238E27FC236}">
                <a16:creationId xmlns:a16="http://schemas.microsoft.com/office/drawing/2014/main" id="{3C31A1FE-9B51-4C3E-BCFD-24911F5B7E3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242BB90-2FCB-40BC-A32C-EA1DAF6DCF3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Evaluation &amp; metric justification (20.0 total): Correct metrics computed.</a:t>
            </a:r>
          </a:p>
        </p:txBody>
      </p:sp>
      <p:sp>
        <p:nvSpPr>
          <p:cNvPr id="8" name="">
            <a:extLst xmlns:a="http://schemas.openxmlformats.org/drawingml/2006/main">
              <a:ext uri="{FF2B5EF4-FFF2-40B4-BE49-F238E27FC236}">
                <a16:creationId xmlns:a16="http://schemas.microsoft.com/office/drawing/2014/main" id="{6872A6BB-6F55-4841-BEE9-BDFC48A3032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DFE9809-B72B-4834-864E-DC4E73972FB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Metric choice defended against the cost of error.</a:t>
            </a:r>
          </a:p>
        </p:txBody>
      </p:sp>
      <p:sp>
        <p:nvSpPr>
          <p:cNvPr id="10" name="">
            <a:extLst xmlns:a="http://schemas.openxmlformats.org/drawingml/2006/main">
              <a:ext uri="{FF2B5EF4-FFF2-40B4-BE49-F238E27FC236}">
                <a16:creationId xmlns:a16="http://schemas.microsoft.com/office/drawing/2014/main" id="{83549702-DC77-4A44-9629-C953E853102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82B7DBB-61F8-4609-9CA3-7109DA25F1D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Cross-validation reported with a spread, not a single number.</a:t>
            </a:r>
          </a:p>
        </p:txBody>
      </p:sp>
      <p:sp>
        <p:nvSpPr>
          <p:cNvPr id="12" name="">
            <a:extLst xmlns:a="http://schemas.openxmlformats.org/drawingml/2006/main">
              <a:ext uri="{FF2B5EF4-FFF2-40B4-BE49-F238E27FC236}">
                <a16:creationId xmlns:a16="http://schemas.microsoft.com/office/drawing/2014/main" id="{99D867A8-8B2B-46DC-A5C3-118930A4CA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17</a:t>
            </a:r>
          </a:p>
        </p:txBody>
      </p:sp>
    </p:spTree>
    <p:extLst>
      <p:ext uri="{BB962C8B-B14F-4D97-AF65-F5344CB8AC3E}">
        <p14:creationId xmlns:p14="http://schemas.microsoft.com/office/powerpoint/2010/main" val="142548540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1F68ED2-18F1-4B13-9091-315318298F0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219740-30BB-44F2-AAF1-8C71831980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08EC5CD-ED63-4D07-BB80-BDF0ECA0C6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4159F80C-BECE-4148-8303-0C971753894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C4BFB8D-2321-4753-AA21-1F25EFA362A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interpretation &amp; limits (20.0 total): The result is stated in physical or operational units.</a:t>
            </a:r>
          </a:p>
        </p:txBody>
      </p:sp>
      <p:sp>
        <p:nvSpPr>
          <p:cNvPr id="6" name="">
            <a:extLst xmlns:a="http://schemas.openxmlformats.org/drawingml/2006/main">
              <a:ext uri="{FF2B5EF4-FFF2-40B4-BE49-F238E27FC236}">
                <a16:creationId xmlns:a16="http://schemas.microsoft.com/office/drawing/2014/main" id="{A04C64D9-FE5A-4EC7-8AC6-39D73FB5C49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91D2335-5096-4794-92EF-CDDCCEEE677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genuine limitations given.</a:t>
            </a:r>
          </a:p>
        </p:txBody>
      </p:sp>
      <p:sp>
        <p:nvSpPr>
          <p:cNvPr id="8" name="">
            <a:extLst xmlns:a="http://schemas.openxmlformats.org/drawingml/2006/main">
              <a:ext uri="{FF2B5EF4-FFF2-40B4-BE49-F238E27FC236}">
                <a16:creationId xmlns:a16="http://schemas.microsoft.com/office/drawing/2014/main" id="{49DE9C10-9681-4CC4-AEC3-DB24730C190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1428218-0A28-4932-A6B5-700CF3EE493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clear position on whether it should be deployed.</a:t>
            </a:r>
          </a:p>
        </p:txBody>
      </p:sp>
      <p:sp>
        <p:nvSpPr>
          <p:cNvPr id="10" name="">
            <a:extLst xmlns:a="http://schemas.openxmlformats.org/drawingml/2006/main">
              <a:ext uri="{FF2B5EF4-FFF2-40B4-BE49-F238E27FC236}">
                <a16:creationId xmlns:a16="http://schemas.microsoft.com/office/drawing/2014/main" id="{C3AF8E5A-A711-409C-88CE-4058C86580B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EB7BAB5-CEDD-4BF6-B136-8B960342BDD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clarity (10.0 total): Runs top to bottom.</a:t>
            </a:r>
          </a:p>
        </p:txBody>
      </p:sp>
      <p:sp>
        <p:nvSpPr>
          <p:cNvPr id="12" name="">
            <a:extLst xmlns:a="http://schemas.openxmlformats.org/drawingml/2006/main">
              <a:ext uri="{FF2B5EF4-FFF2-40B4-BE49-F238E27FC236}">
                <a16:creationId xmlns:a16="http://schemas.microsoft.com/office/drawing/2014/main" id="{D2F0CD39-863F-411E-9A77-2E8BE8630D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18</a:t>
            </a:r>
          </a:p>
        </p:txBody>
      </p:sp>
    </p:spTree>
    <p:extLst>
      <p:ext uri="{BB962C8B-B14F-4D97-AF65-F5344CB8AC3E}">
        <p14:creationId xmlns:p14="http://schemas.microsoft.com/office/powerpoint/2010/main" val="93650838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8C14DC3-C660-422A-92B5-322CFAD992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65BC01-DDC0-4313-81EC-55D6FD006E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736BAE5-CB4F-4D55-96B4-C4CA5BBB1C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E0E9654D-690B-4E67-93AF-5F13E9D6A13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916A989-8124-4CA2-AB96-47CC1830541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Readable.</a:t>
            </a:r>
          </a:p>
        </p:txBody>
      </p:sp>
      <p:sp>
        <p:nvSpPr>
          <p:cNvPr id="6" name="">
            <a:extLst xmlns:a="http://schemas.openxmlformats.org/drawingml/2006/main">
              <a:ext uri="{FF2B5EF4-FFF2-40B4-BE49-F238E27FC236}">
                <a16:creationId xmlns:a16="http://schemas.microsoft.com/office/drawing/2014/main" id="{C3E72279-E97A-4A8D-BEBD-B1494374AA8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63A9BC2-3F43-415E-83DF-DA933354E3C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Commented where the intent is not obvious.</a:t>
            </a:r>
          </a:p>
        </p:txBody>
      </p:sp>
      <p:sp>
        <p:nvSpPr>
          <p:cNvPr id="8" name="">
            <a:extLst xmlns:a="http://schemas.openxmlformats.org/drawingml/2006/main">
              <a:ext uri="{FF2B5EF4-FFF2-40B4-BE49-F238E27FC236}">
                <a16:creationId xmlns:a16="http://schemas.microsoft.com/office/drawing/2014/main" id="{E720DA94-582F-4B73-9D8C-343FFA7B65E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E96C2C-A00D-4B13-AECF-E9723B1B48D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Execution requirement for c2: Data-preparation credit requires the published leakage-safe split check to pass.</a:t>
            </a:r>
          </a:p>
        </p:txBody>
      </p:sp>
      <p:sp>
        <p:nvSpPr>
          <p:cNvPr id="10" name="">
            <a:extLst xmlns:a="http://schemas.openxmlformats.org/drawingml/2006/main">
              <a:ext uri="{FF2B5EF4-FFF2-40B4-BE49-F238E27FC236}">
                <a16:creationId xmlns:a16="http://schemas.microsoft.com/office/drawing/2014/main" id="{B1F3A2F7-4547-4CF8-AD14-C237F4E49F6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D819073-62DC-4131-8F1F-CBE0B2A5DE4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this check fails, written marks in that criterion are zero; other criteria remain independently scored.</a:t>
            </a:r>
          </a:p>
        </p:txBody>
      </p:sp>
      <p:sp>
        <p:nvSpPr>
          <p:cNvPr id="12" name="">
            <a:extLst xmlns:a="http://schemas.openxmlformats.org/drawingml/2006/main">
              <a:ext uri="{FF2B5EF4-FFF2-40B4-BE49-F238E27FC236}">
                <a16:creationId xmlns:a16="http://schemas.microsoft.com/office/drawing/2014/main" id="{B046A1AE-EF33-4AFE-8713-C92D256DEA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19</a:t>
            </a:r>
          </a:p>
        </p:txBody>
      </p:sp>
    </p:spTree>
    <p:extLst>
      <p:ext uri="{BB962C8B-B14F-4D97-AF65-F5344CB8AC3E}">
        <p14:creationId xmlns:p14="http://schemas.microsoft.com/office/powerpoint/2010/main" val="25927317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5DDECE2-9830-48B4-9F5C-8F55E6D8A0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5EECA55-4402-46BC-A5DA-84E6F997EF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5F91CB-8C1D-4686-A747-108421EA83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73E3A14C-8734-4DB5-B797-89B3D30B8E8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1CB093F-FF14-42AD-9E6D-CD201521B68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Timing and Part B</a:t>
            </a:r>
          </a:p>
        </p:txBody>
      </p:sp>
      <p:sp>
        <p:nvSpPr>
          <p:cNvPr id="6" name="">
            <a:extLst xmlns:a="http://schemas.openxmlformats.org/drawingml/2006/main">
              <a:ext uri="{FF2B5EF4-FFF2-40B4-BE49-F238E27FC236}">
                <a16:creationId xmlns:a16="http://schemas.microsoft.com/office/drawing/2014/main" id="{EFCE5D70-A8D4-4304-9AB9-F895302C72C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2103FD0-A597-4E22-BFCB-6ECB85E28E08}"/>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 minutes setup, 120 minutes practical, 25 minutes typed offline reasoning with code execution prohibited, 20 minutes collection.</a:t>
            </a:r>
          </a:p>
        </p:txBody>
      </p:sp>
      <p:sp>
        <p:nvSpPr>
          <p:cNvPr id="8" name="">
            <a:extLst xmlns:a="http://schemas.openxmlformats.org/drawingml/2006/main">
              <a:ext uri="{FF2B5EF4-FFF2-40B4-BE49-F238E27FC236}">
                <a16:creationId xmlns:a16="http://schemas.microsoft.com/office/drawing/2014/main" id="{8ED5AA20-D519-46AA-A681-FDBCFEBDA13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B262F16-1FD4-4ED4-A39A-2E1C5EFED1A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a:t>
            </a:r>
          </a:p>
        </p:txBody>
      </p:sp>
      <p:sp>
        <p:nvSpPr>
          <p:cNvPr id="10" name="">
            <a:extLst xmlns:a="http://schemas.openxmlformats.org/drawingml/2006/main">
              <a:ext uri="{FF2B5EF4-FFF2-40B4-BE49-F238E27FC236}">
                <a16:creationId xmlns:a16="http://schemas.microsoft.com/office/drawing/2014/main" id="{EDAB6D46-5CB0-4CC7-86AE-09EEB1BA2382}"/>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1415023-555D-4539-83E1-8CDAEF9A528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Why your main cleaning/model choice?</a:t>
            </a:r>
          </a:p>
        </p:txBody>
      </p:sp>
      <p:sp>
        <p:nvSpPr>
          <p:cNvPr id="12" name="">
            <a:extLst xmlns:a="http://schemas.openxmlformats.org/drawingml/2006/main">
              <a:ext uri="{FF2B5EF4-FFF2-40B4-BE49-F238E27FC236}">
                <a16:creationId xmlns:a16="http://schemas.microsoft.com/office/drawing/2014/main" id="{2CA7DD8D-CB70-42E6-A22F-52F61A3EFC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20</a:t>
            </a:r>
          </a:p>
        </p:txBody>
      </p:sp>
    </p:spTree>
    <p:extLst>
      <p:ext uri="{BB962C8B-B14F-4D97-AF65-F5344CB8AC3E}">
        <p14:creationId xmlns:p14="http://schemas.microsoft.com/office/powerpoint/2010/main" val="135523988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DD513F4-DD91-437B-A459-FAC1DE914D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A9D45DE-6004-4AD1-9288-9B5413BF58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4DF4215-C837-454C-B447-CBEA567AAC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63276835-6B1A-424B-B5ED-10528C66652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DED2FD7-1541-409F-BA82-733E7160A05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can your chart/metric not establish?</a:t>
            </a:r>
          </a:p>
        </p:txBody>
      </p:sp>
      <p:sp>
        <p:nvSpPr>
          <p:cNvPr id="6" name="">
            <a:extLst xmlns:a="http://schemas.openxmlformats.org/drawingml/2006/main">
              <a:ext uri="{FF2B5EF4-FFF2-40B4-BE49-F238E27FC236}">
                <a16:creationId xmlns:a16="http://schemas.microsoft.com/office/drawing/2014/main" id="{95342C3F-4A24-49BC-A7D6-31D2E739962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3F88F95-1DE3-450E-99DA-FBB77369CFA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evidence would change your recommendation?</a:t>
            </a:r>
          </a:p>
        </p:txBody>
      </p:sp>
      <p:sp>
        <p:nvSpPr>
          <p:cNvPr id="8" name="">
            <a:extLst xmlns:a="http://schemas.openxmlformats.org/drawingml/2006/main">
              <a:ext uri="{FF2B5EF4-FFF2-40B4-BE49-F238E27FC236}">
                <a16:creationId xmlns:a16="http://schemas.microsoft.com/office/drawing/2014/main" id="{A2A95E42-7C00-4CC2-A1E6-1BB459F59F7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259A164-1214-4799-AFC2-1ABCBCB9633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further data is required?</a:t>
            </a:r>
          </a:p>
        </p:txBody>
      </p:sp>
      <p:sp>
        <p:nvSpPr>
          <p:cNvPr id="10" name="">
            <a:extLst xmlns:a="http://schemas.openxmlformats.org/drawingml/2006/main">
              <a:ext uri="{FF2B5EF4-FFF2-40B4-BE49-F238E27FC236}">
                <a16:creationId xmlns:a16="http://schemas.microsoft.com/office/drawing/2014/main" id="{779ACAAF-F32F-4810-98D1-CBDFBB5EF87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02380FE-55D5-4A10-B0BD-9F938B7F34F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Invigilated offline collection is authoritative; Google upload is a later transport step and must not impose an internet requirement during the test.</a:t>
            </a:r>
          </a:p>
        </p:txBody>
      </p:sp>
      <p:sp>
        <p:nvSpPr>
          <p:cNvPr id="12" name="">
            <a:extLst xmlns:a="http://schemas.openxmlformats.org/drawingml/2006/main">
              <a:ext uri="{FF2B5EF4-FFF2-40B4-BE49-F238E27FC236}">
                <a16:creationId xmlns:a16="http://schemas.microsoft.com/office/drawing/2014/main" id="{88ABA5EC-400E-45E1-AFF5-4C1459E2EA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21</a:t>
            </a:r>
          </a:p>
        </p:txBody>
      </p:sp>
    </p:spTree>
    <p:extLst>
      <p:ext uri="{BB962C8B-B14F-4D97-AF65-F5344CB8AC3E}">
        <p14:creationId xmlns:p14="http://schemas.microsoft.com/office/powerpoint/2010/main" val="540550910"/>
      </p:ext>
    </p:extLst>
  </p:cSld>
</p:sld>
</file>

<file path=ppt/slides/slide2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6" name="">
            <a:extLst>
              <a:ext uri="{FF2B5EF4-FFF2-40B4-BE49-F238E27FC236}">
                <ns2:creationId id="{1858724F-45EC-4F4F-8324-09A07760E069}"/>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B8EF19EC-23F1-426A-A15C-14A298A06AC3}"/>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a:ext uri="{FF2B5EF4-FFF2-40B4-BE49-F238E27FC236}">
                <ns2:creationId id="{1D8921CC-EA21-4E01-8548-0ADE5E1F2613}"/>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submission</a:t>
            </a:r>
          </a:p>
        </p:txBody>
      </p:sp>
      <p:sp>
        <p:nvSpPr>
          <p:cNvPr id="4" name="">
            <a:extLst>
              <a:ext uri="{FF2B5EF4-FFF2-40B4-BE49-F238E27FC236}">
                <ns2:creationId id="{587D2374-8D85-4947-A675-B8B223E034BE}"/>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C8169A50-E86E-41C1-93C5-DE8FC52158C0}"/>
              </a:ext>
            </a:extLst>
          </p:cNvPr>
          <p:cNvSpPr>
            <a:spLocks noGrp="1"/>
          </p:cNvSpPr>
          <p:nvPr/>
        </p:nvSpPr>
        <p:spPr>
          <a:xfrm>
            <a:off x="1381125" y="1724025"/>
            <a:ext cx="1009650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Offline invigilated collection is authoritative.</a:t>
            </a:r>
          </a:p>
        </p:txBody>
      </p:sp>
      <p:sp>
        <p:nvSpPr>
          <p:cNvPr id="6" name="">
            <a:extLst>
              <a:ext uri="{FF2B5EF4-FFF2-40B4-BE49-F238E27FC236}">
                <ns2:creationId id="{DB23DCCA-A444-4F2C-8BD3-F3EE1F734BE0}"/>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862C6760-CA40-49A5-A075-3B6AFE950832}"/>
              </a:ext>
            </a:extLst>
          </p:cNvPr>
          <p:cNvSpPr>
            <a:spLocks noGrp="1"/>
          </p:cNvSpPr>
          <p:nvPr/>
        </p:nvSpPr>
        <p:spPr>
          <a:xfrm>
            <a:off x="1381125" y="2521744"/>
            <a:ext cx="1009650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Google upload is a later transport step.</a:t>
            </a:r>
          </a:p>
        </p:txBody>
      </p:sp>
      <p:sp>
        <p:nvSpPr>
          <p:cNvPr id="8" name="">
            <a:extLst>
              <a:ext uri="{FF2B5EF4-FFF2-40B4-BE49-F238E27FC236}">
                <ns2:creationId id="{3F621DCE-0388-4181-A034-105BEBC1AEEC}"/>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98BD3843-00FD-4A05-AB9A-D866A7FB25B4}"/>
              </a:ext>
            </a:extLst>
          </p:cNvPr>
          <p:cNvSpPr>
            <a:spLocks noGrp="1"/>
          </p:cNvSpPr>
          <p:nvPr/>
        </p:nvSpPr>
        <p:spPr>
          <a:xfrm>
            <a:off x="1381125" y="3319463"/>
            <a:ext cx="1009650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Save one notebook with Part B under My written evidence.</a:t>
            </a:r>
          </a:p>
        </p:txBody>
      </p:sp>
      <p:sp>
        <p:nvSpPr>
          <p:cNvPr id="10" name="">
            <a:extLst>
              <a:ext uri="{FF2B5EF4-FFF2-40B4-BE49-F238E27FC236}">
                <ns2:creationId id="{422D0ACC-852F-40F6-A93D-D749E927B66B}"/>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388212D9-C90E-4561-927B-C49267DE20C1}"/>
              </a:ext>
            </a:extLst>
          </p:cNvPr>
          <p:cNvSpPr>
            <a:spLocks noGrp="1"/>
          </p:cNvSpPr>
          <p:nvPr/>
        </p:nvSpPr>
        <p:spPr>
          <a:xfrm>
            <a:off x="1381125" y="4117181"/>
            <a:ext cx="1009650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 during the test.</a:t>
            </a:r>
          </a:p>
        </p:txBody>
      </p:sp>
      <p:sp>
        <p:nvSpPr>
          <p:cNvPr id="12" name="">
            <a:extLst>
              <a:ext uri="{FF2B5EF4-FFF2-40B4-BE49-F238E27FC236}">
                <ns2:creationId id="{8FC078D9-71DC-40FB-B844-2BAA481E42B0}"/>
              </a:ext>
            </a:extLst>
          </p:cNvPr>
          <p:cNvSpPr>
            <a:spLocks noGrp="1"/>
          </p:cNvSpPr>
          <p:nvPr/>
        </p:nvSpPr>
        <p:spPr>
          <a:xfrm>
            <a:off x="590550" y="5143500"/>
            <a:ext cx="11010900" cy="657225"/>
          </a:xfrm>
          <a:prstGeom prst="rect">
            <a:avLst/>
          </a:prstGeom>
          <a:solidFill>
            <a:srgbClr val="E5F1EE"/>
          </a:solidFill>
          <a:ln w="0">
            <a:noFill/>
          </a:ln>
        </p:spPr>
      </p:sp>
      <p:sp>
        <p:nvSpPr>
          <p:cNvPr id="13" name="">
            <a:extLst>
              <a:ext uri="{FF2B5EF4-FFF2-40B4-BE49-F238E27FC236}">
                <ns2:creationId id="{DA1B9C30-15CC-4431-8D00-F030DA9681A7}"/>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4bc79c104f2d479f"/>
              </a:rPr>
              <a:t>Open TEST2 assignment form</a:t>
            </a:r>
          </a:p>
        </p:txBody>
      </p:sp>
      <p:sp>
        <p:nvSpPr>
          <p:cNvPr id="14" name="">
            <a:extLst>
              <a:ext uri="{FF2B5EF4-FFF2-40B4-BE49-F238E27FC236}">
                <ns2:creationId id="{E049B72F-4EF6-48CF-BDA4-BB7FA614D957}"/>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https://docs.google.com/forms/d/e/1FAIpQLSfOabwvSWjm6i8Hwl0WyoTKG0AtEsqrI4vqKuOoTWCw_DmcCQ/viewform</a:t>
            </a:r>
          </a:p>
        </p:txBody>
      </p:sp>
      <p:sp>
        <p:nvSpPr>
          <p:cNvPr id="15" name="">
            <a:extLst>
              <a:ext uri="{FF2B5EF4-FFF2-40B4-BE49-F238E27FC236}">
                <ns2:creationId id="{D68C7EA5-A7E2-46AD-BACD-5475AE754B08}"/>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22</a:t>
            </a:r>
          </a:p>
        </p:txBody>
      </p:sp>
    </p:spTree>
    <p:extLst>
      <p:ext uri="{BB962C8B-B14F-4D97-AF65-F5344CB8AC3E}">
        <ns4:creationId val="2133021470"/>
      </p:ext>
    </p:extLst>
  </p:cSld>
</p:sld>
</file>

<file path=ppt/slides/slide2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7AF0371-3E59-4674-9684-0540213A8E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F6C3EFD3-4048-47E4-9C08-D85E5BBE0E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8425DCBF-6F9B-4164-AF01-30161C6A48EB}"/>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8E85A1FF-AA2A-4978-8EA4-11DDD6B66187}"/>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training-only preprocessing and locate your saved evidence.</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4C97A575-F805-4E8B-AA8F-14DB7462B344}"/>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27BF51C9-9719-426F-8F6E-A3371FB445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14   23</a:t>
            </a:r>
          </a:p>
        </p:txBody>
      </p:sp>
    </p:spTree>
    <p:extLst>
      <p:ext uri="{BB962C8B-B14F-4D97-AF65-F5344CB8AC3E}">
        <p14:creationId xmlns:p14="http://schemas.microsoft.com/office/powerpoint/2010/main" val="81295612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2026-09-16T11:11:10.2500000Z</dcterms:created>
  <dcterms:modified xsi:type="dcterms:W3CDTF">2026-09-16T11:11:10.2500000Z</dcterms:modified>
</coreProperties>
</file>