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502bed7ef0d447e" /><Relationship Type="http://schemas.openxmlformats.org/officeDocument/2006/relationships/extended-properties" Target="/docProps/app.xml" Id="R3e383c24a7ed44ed" /><Relationship Type="http://schemas.openxmlformats.org/officeDocument/2006/relationships/officeDocument" Target="/ppt/presentation.xml" Id="Rce4f430d548f4fda" /></Relationships>
</file>

<file path=ppt/presentation.xml><?xml version="1.0" encoding="utf-8"?>
<p:presentation xmlns:p="http://schemas.openxmlformats.org/presentationml/2006/main">
  <p:sldMasterIdLst>
    <p:sldMasterId xmlns:r="http://schemas.openxmlformats.org/officeDocument/2006/relationships" id="2147483648" r:id="Rbef0de86be26465e"/>
  </p:sldMasterIdLst>
  <p:notesMasterIdLst>
    <p:notesMasterId xmlns:r="http://schemas.openxmlformats.org/officeDocument/2006/relationships" r:id="Ra8a0fcc417a748e5"/>
  </p:notesMasterIdLst>
  <p:sldIdLst>
    <p:sldId xmlns:r="http://schemas.openxmlformats.org/officeDocument/2006/relationships" id="256" r:id="Rb39a9e43370e49bf"/>
    <p:sldId xmlns:r="http://schemas.openxmlformats.org/officeDocument/2006/relationships" id="257" r:id="R139f187cc42443f2"/>
    <p:sldId xmlns:r="http://schemas.openxmlformats.org/officeDocument/2006/relationships" id="258" r:id="R8757db0a23654fd7"/>
    <p:sldId xmlns:r="http://schemas.openxmlformats.org/officeDocument/2006/relationships" id="259" r:id="R6201c9f67fdd439c"/>
    <p:sldId xmlns:r="http://schemas.openxmlformats.org/officeDocument/2006/relationships" id="260" r:id="R6289f21386324aeb"/>
    <p:sldId xmlns:r="http://schemas.openxmlformats.org/officeDocument/2006/relationships" id="261" r:id="Rde720d5a098e42bf"/>
    <p:sldId xmlns:r="http://schemas.openxmlformats.org/officeDocument/2006/relationships" id="262" r:id="Rf0c904d06ad247dc"/>
    <p:sldId xmlns:r="http://schemas.openxmlformats.org/officeDocument/2006/relationships" id="263" r:id="R1306ff0909c1464c"/>
    <p:sldId xmlns:r="http://schemas.openxmlformats.org/officeDocument/2006/relationships" id="264" r:id="Rea6386a05bd54b61"/>
    <p:sldId xmlns:r="http://schemas.openxmlformats.org/officeDocument/2006/relationships" id="265" r:id="Rdbe8a8ec1c3248d7"/>
    <p:sldId xmlns:r="http://schemas.openxmlformats.org/officeDocument/2006/relationships" id="266" r:id="Rc69195cb8dcc4cf3"/>
    <p:sldId xmlns:r="http://schemas.openxmlformats.org/officeDocument/2006/relationships" id="267" r:id="R69130d4f0c204d7e"/>
    <p:sldId xmlns:r="http://schemas.openxmlformats.org/officeDocument/2006/relationships" id="268" r:id="R0a58e4fa895a4a9f"/>
    <p:sldId xmlns:r="http://schemas.openxmlformats.org/officeDocument/2006/relationships" id="269" r:id="R5759949b12de4916"/>
    <p:sldId xmlns:r="http://schemas.openxmlformats.org/officeDocument/2006/relationships" id="270" r:id="Reabded2e4e8145b7"/>
    <p:sldId xmlns:r="http://schemas.openxmlformats.org/officeDocument/2006/relationships" id="271" r:id="R02926e4e53cd4ea1"/>
    <p:sldId xmlns:r="http://schemas.openxmlformats.org/officeDocument/2006/relationships" id="272" r:id="Rd4656450064c47c4"/>
    <p:sldId xmlns:r="http://schemas.openxmlformats.org/officeDocument/2006/relationships" id="273" r:id="R2c47ec43de704817"/>
    <p:sldId xmlns:r="http://schemas.openxmlformats.org/officeDocument/2006/relationships" id="274" r:id="R74267924424945a5"/>
    <p:sldId xmlns:r="http://schemas.openxmlformats.org/officeDocument/2006/relationships" id="275" r:id="R825568c43f274e3c"/>
    <p:sldId xmlns:r="http://schemas.openxmlformats.org/officeDocument/2006/relationships" id="276" r:id="Rb382e12727d34ee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9f22d5f8804a3a" /><Relationship Type="http://schemas.openxmlformats.org/officeDocument/2006/relationships/slideMaster" Target="/ppt/slideMasters/slideMaster1.xml" Id="Rbef0de86be26465e" /><Relationship Type="http://schemas.openxmlformats.org/officeDocument/2006/relationships/notesMaster" Target="/ppt/notesMasters/notesMaster1.xml" Id="Ra8a0fcc417a748e5" /><Relationship Type="http://schemas.openxmlformats.org/officeDocument/2006/relationships/presProps" Target="/ppt/presProps.xml" Id="R78502e3fe648476b" /><Relationship Type="http://schemas.openxmlformats.org/officeDocument/2006/relationships/tableStyles" Target="/ppt/tableStyles.xml" Id="R1d4504d916a04042" /><Relationship Type="http://schemas.openxmlformats.org/officeDocument/2006/relationships/slide" Target="/ppt/slides/slide1.xml" Id="Rb39a9e43370e49bf" /><Relationship Type="http://schemas.openxmlformats.org/officeDocument/2006/relationships/slide" Target="/ppt/slides/slide2.xml" Id="R139f187cc42443f2" /><Relationship Type="http://schemas.openxmlformats.org/officeDocument/2006/relationships/slide" Target="/ppt/slides/slide3.xml" Id="R8757db0a23654fd7" /><Relationship Type="http://schemas.openxmlformats.org/officeDocument/2006/relationships/slide" Target="/ppt/slides/slide4.xml" Id="R6201c9f67fdd439c" /><Relationship Type="http://schemas.openxmlformats.org/officeDocument/2006/relationships/slide" Target="/ppt/slides/slide5.xml" Id="R6289f21386324aeb" /><Relationship Type="http://schemas.openxmlformats.org/officeDocument/2006/relationships/slide" Target="/ppt/slides/slide6.xml" Id="Rde720d5a098e42bf" /><Relationship Type="http://schemas.openxmlformats.org/officeDocument/2006/relationships/slide" Target="/ppt/slides/slide7.xml" Id="Rf0c904d06ad247dc" /><Relationship Type="http://schemas.openxmlformats.org/officeDocument/2006/relationships/slide" Target="/ppt/slides/slide8.xml" Id="R1306ff0909c1464c" /><Relationship Type="http://schemas.openxmlformats.org/officeDocument/2006/relationships/slide" Target="/ppt/slides/slide9.xml" Id="Rea6386a05bd54b61" /><Relationship Type="http://schemas.openxmlformats.org/officeDocument/2006/relationships/slide" Target="/ppt/slides/slide10.xml" Id="Rdbe8a8ec1c3248d7" /><Relationship Type="http://schemas.openxmlformats.org/officeDocument/2006/relationships/slide" Target="/ppt/slides/slide11.xml" Id="Rc69195cb8dcc4cf3" /><Relationship Type="http://schemas.openxmlformats.org/officeDocument/2006/relationships/slide" Target="/ppt/slides/slide12.xml" Id="R69130d4f0c204d7e" /><Relationship Type="http://schemas.openxmlformats.org/officeDocument/2006/relationships/slide" Target="/ppt/slides/slide13.xml" Id="R0a58e4fa895a4a9f" /><Relationship Type="http://schemas.openxmlformats.org/officeDocument/2006/relationships/slide" Target="/ppt/slides/slide14.xml" Id="R5759949b12de4916" /><Relationship Type="http://schemas.openxmlformats.org/officeDocument/2006/relationships/slide" Target="/ppt/slides/slide15.xml" Id="Reabded2e4e8145b7" /><Relationship Type="http://schemas.openxmlformats.org/officeDocument/2006/relationships/slide" Target="/ppt/slides/slide16.xml" Id="R02926e4e53cd4ea1" /><Relationship Type="http://schemas.openxmlformats.org/officeDocument/2006/relationships/slide" Target="/ppt/slides/slide17.xml" Id="Rd4656450064c47c4" /><Relationship Type="http://schemas.openxmlformats.org/officeDocument/2006/relationships/slide" Target="/ppt/slides/slide18.xml" Id="R2c47ec43de704817" /><Relationship Type="http://schemas.openxmlformats.org/officeDocument/2006/relationships/slide" Target="/ppt/slides/slide19.xml" Id="R74267924424945a5" /><Relationship Type="http://schemas.openxmlformats.org/officeDocument/2006/relationships/slide" Target="/ppt/slides/slide20.xml" Id="R825568c43f274e3c" /><Relationship Type="http://schemas.openxmlformats.org/officeDocument/2006/relationships/slide" Target="/ppt/slides/slide21.xml" Id="Rb382e12727d34e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53f5e2f3d84b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82b6dd74c341a2" /><Relationship Type="http://schemas.openxmlformats.org/officeDocument/2006/relationships/notesMaster" Target="/ppt/notesMasters/notesMaster1.xml" Id="Rf733b434e6cb4b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b4ae19fd154ab5" /><Relationship Type="http://schemas.openxmlformats.org/officeDocument/2006/relationships/notesMaster" Target="/ppt/notesMasters/notesMaster1.xml" Id="R44a844888ca843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485d27de184bb0" /><Relationship Type="http://schemas.openxmlformats.org/officeDocument/2006/relationships/notesMaster" Target="/ppt/notesMasters/notesMaster1.xml" Id="R09510a80cc354a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41e23a49984c2c" /><Relationship Type="http://schemas.openxmlformats.org/officeDocument/2006/relationships/notesMaster" Target="/ppt/notesMasters/notesMaster1.xml" Id="Ra4a81157f92c459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9f118f2e1f4114" /><Relationship Type="http://schemas.openxmlformats.org/officeDocument/2006/relationships/notesMaster" Target="/ppt/notesMasters/notesMaster1.xml" Id="R14d5d0fec47447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a9f58b50b44291" /><Relationship Type="http://schemas.openxmlformats.org/officeDocument/2006/relationships/notesMaster" Target="/ppt/notesMasters/notesMaster1.xml" Id="Rc1a1bec823c44c2c"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95b146940944d1" /><Relationship Type="http://schemas.openxmlformats.org/officeDocument/2006/relationships/notesMaster" Target="/ppt/notesMasters/notesMaster1.xml" Id="Rc5c34f34f47a4d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edbe484a17f4500" /><Relationship Type="http://schemas.openxmlformats.org/officeDocument/2006/relationships/notesMaster" Target="/ppt/notesMasters/notesMaster1.xml" Id="Ra5abe5b61ccb47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d3b6a64bd3b64441" /><Relationship Type="http://schemas.openxmlformats.org/officeDocument/2006/relationships/notesMaster" Target="/ppt/notesMasters/notesMaster1.xml" Id="Ra604a4f090c347e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681f81032834446" /><Relationship Type="http://schemas.openxmlformats.org/officeDocument/2006/relationships/notesMaster" Target="/ppt/notesMasters/notesMaster1.xml" Id="Rc3b95eccf0d947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c7e787ce174346" /><Relationship Type="http://schemas.openxmlformats.org/officeDocument/2006/relationships/notesMaster" Target="/ppt/notesMasters/notesMaster1.xml" Id="Rb45bc66b1e6b41b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f4da2783b14e60" /><Relationship Type="http://schemas.openxmlformats.org/officeDocument/2006/relationships/notesMaster" Target="/ppt/notesMasters/notesMaster1.xml" Id="Rc9706a467353416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7f82cfee0fa4e93" /><Relationship Type="http://schemas.openxmlformats.org/officeDocument/2006/relationships/notesMaster" Target="/ppt/notesMasters/notesMaster1.xml" Id="R2ce1b8af31b046b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7952fa74df41ed" /><Relationship Type="http://schemas.openxmlformats.org/officeDocument/2006/relationships/notesMaster" Target="/ppt/notesMasters/notesMaster1.xml" Id="R398f6dad3b4641d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b440a982f494135" /><Relationship Type="http://schemas.openxmlformats.org/officeDocument/2006/relationships/notesMaster" Target="/ppt/notesMasters/notesMaster1.xml" Id="Rf2e8cfd2bb1e411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ae38bd028af445c" /><Relationship Type="http://schemas.openxmlformats.org/officeDocument/2006/relationships/notesMaster" Target="/ppt/notesMasters/notesMaster1.xml" Id="Rd5433eccc67f42c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51caf3aeb1c46b4" /><Relationship Type="http://schemas.openxmlformats.org/officeDocument/2006/relationships/notesMaster" Target="/ppt/notesMasters/notesMaster1.xml" Id="R84b58a1609a5443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23ccba98884763" /><Relationship Type="http://schemas.openxmlformats.org/officeDocument/2006/relationships/notesMaster" Target="/ppt/notesMasters/notesMaster1.xml" Id="R75145ea4ab5243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a96775a95640b8" /><Relationship Type="http://schemas.openxmlformats.org/officeDocument/2006/relationships/notesMaster" Target="/ppt/notesMasters/notesMaster1.xml" Id="Re782950a607d4bb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1a6c7a9e1394df0" /><Relationship Type="http://schemas.openxmlformats.org/officeDocument/2006/relationships/notesMaster" Target="/ppt/notesMasters/notesMaster1.xml" Id="R1fbb6b732cf54cc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a57f4e8393b44ce" /><Relationship Type="http://schemas.openxmlformats.org/officeDocument/2006/relationships/notesMaster" Target="/ppt/notesMasters/notesMaster1.xml" Id="Rfd3988bc883840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2</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Rehearse previously taught modelling decisions.</a:t>
            </a:r>
          </a:p>
          <a:p xmlns:a="http://schemas.openxmlformats.org/drawingml/2006/main">
            <a:r>
              <a:t/>
            </a:r>
          </a:p>
          <a:p xmlns:a="http://schemas.openxmlformats.org/drawingml/2006/main">
            <a:r>
              <a:t>Practise saving the complete test notebook offline.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name the target, fit only on training records and explain how you would keep the test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happens before the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happens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Practise the already taught error calculations and data-splitting rules.</a:t>
            </a:r>
          </a:p>
          <a:p xmlns:a="http://schemas.openxmlformats.org/drawingml/2006/main">
            <a:r>
              <a:t/>
            </a:r>
          </a:p>
          <a:p xmlns:a="http://schemas.openxmlformats.org/drawingml/2006/main">
            <a:r>
              <a:t>Use separate practice values.</a:t>
            </a:r>
          </a:p>
          <a:p xmlns:a="http://schemas.openxmlformats.org/drawingml/2006/main">
            <a:r>
              <a:t/>
            </a:r>
          </a:p>
          <a:p xmlns:a="http://schemas.openxmlformats.org/drawingml/2006/main">
            <a:r>
              <a:t>The timed session follows the issued test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the offline save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the offline save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Preparation happens before the test. Explain why this example is needed before running it.</a:t>
            </a:r>
          </a:p>
          <a:p xmlns:a="http://schemas.openxmlformats.org/drawingml/2006/main">
            <a:r>
              <a:t/>
            </a:r>
          </a:p>
          <a:p xmlns:a="http://schemas.openxmlformats.org/drawingml/2006/main">
            <a:r>
              <a:t>EXPLAIN</a:t>
            </a:r>
          </a:p>
          <a:p xmlns:a="http://schemas.openxmlformats.org/drawingml/2006/main">
            <a:r>
              <a:t>Save your notebook on the prepared lab computer.</a:t>
            </a:r>
          </a:p>
          <a:p xmlns:a="http://schemas.openxmlformats.org/drawingml/2006/main">
            <a:r>
              <a:t/>
            </a:r>
          </a:p>
          <a:p xmlns:a="http://schemas.openxmlformats.org/drawingml/2006/main">
            <a:r>
              <a:t>Type Part B under My written evidence in the notebook.</a:t>
            </a:r>
          </a:p>
          <a:p xmlns:a="http://schemas.openxmlformats.org/drawingml/2006/main">
            <a:r>
              <a:t/>
            </a:r>
          </a:p>
          <a:p xmlns:a="http://schemas.openxmlformats.org/drawingml/2006/main">
            <a:r>
              <a:t>Locate and reopen the complete notebook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the preceding slide: Preparation happens before the test.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A result needs an explanation.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result needs an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Rehearse the offline save procedure. Explain why this example is needed before running it.</a:t>
            </a:r>
          </a:p>
          <a:p xmlns:a="http://schemas.openxmlformats.org/drawingml/2006/main">
            <a:r>
              <a:t/>
            </a:r>
          </a:p>
          <a:p xmlns:a="http://schemas.openxmlformats.org/drawingml/2006/main">
            <a:r>
              <a:t>EXPLAIN</a:t>
            </a:r>
          </a:p>
          <a:p xmlns:a="http://schemas.openxmlformats.org/drawingml/2006/main">
            <a:r>
              <a:t>Name the target and its unit or class.</a:t>
            </a:r>
          </a:p>
          <a:p xmlns:a="http://schemas.openxmlformats.org/drawingml/2006/main">
            <a:r>
              <a:t/>
            </a:r>
          </a:p>
          <a:p xmlns:a="http://schemas.openxmlformats.org/drawingml/2006/main">
            <a:r>
              <a:t>Explain which data fitted preprocessing and which data evaluated the model.</a:t>
            </a:r>
          </a:p>
          <a:p xmlns:a="http://schemas.openxmlformats.org/drawingml/2006/main">
            <a:r>
              <a:t/>
            </a:r>
          </a:p>
          <a:p xmlns:a="http://schemas.openxmlformats.org/drawingml/2006/main">
            <a:r>
              <a:t>A high score alone does not establish a useful engineering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the preceding slide: Rehearse the offline save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A result needs an explanation.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A result needs an explanation.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Rehearsal before 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Each learner can save and reopen the complete notebook in the offline setting.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TEST2’s official brief, interfaces, time allocation, permitted resources and packet requirements.</a:t>
            </a:r>
          </a:p>
          <a:p xmlns:a="http://schemas.openxmlformats.org/drawingml/2006/main">
            <a:r>
              <a:t/>
            </a:r>
          </a:p>
          <a:p xmlns:a="http://schemas.openxmlformats.org/drawingml/2006/main">
            <a:r>
              <a:t>Follow the test instructions issued by your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Task framing (10.0 total): The ML task is correctly identified, the target named, and regression vs classification correctly chosen and justified.</a:t>
            </a:r>
          </a:p>
          <a:p xmlns:a="http://schemas.openxmlformats.org/drawingml/2006/main">
            <a:r>
              <a:t/>
            </a:r>
          </a:p>
          <a:p xmlns:a="http://schemas.openxmlformats.org/drawingml/2006/main">
            <a:r>
              <a:t>Data preparation &amp; leakage control (20.0 total): Cleaning and encoding appropriate.</a:t>
            </a:r>
          </a:p>
          <a:p xmlns:a="http://schemas.openxmlformats.org/drawingml/2006/main">
            <a:r>
              <a:t/>
            </a:r>
          </a:p>
          <a:p xmlns:a="http://schemas.openxmlformats.org/drawingml/2006/main">
            <a:r>
              <a:t>Split made before any fitting.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No leakage present - a leak found by the marker caps this criterion at zero.</a:t>
            </a:r>
          </a:p>
          <a:p xmlns:a="http://schemas.openxmlformats.org/drawingml/2006/main">
            <a:r>
              <a:t/>
            </a:r>
          </a:p>
          <a:p xmlns:a="http://schemas.openxmlformats.org/drawingml/2006/main">
            <a:r>
              <a:t>Modelling protocol (20.0 total): At least two models built and compared under identical conditions.</a:t>
            </a:r>
          </a:p>
          <a:p xmlns:a="http://schemas.openxmlformats.org/drawingml/2006/main">
            <a:r>
              <a:t/>
            </a:r>
          </a:p>
          <a:p xmlns:a="http://schemas.openxmlformats.org/drawingml/2006/main">
            <a:r>
              <a:t>Baseline included.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Hyperparameters handled sensibly.</a:t>
            </a:r>
          </a:p>
          <a:p xmlns:a="http://schemas.openxmlformats.org/drawingml/2006/main">
            <a:r>
              <a:t/>
            </a:r>
          </a:p>
          <a:p xmlns:a="http://schemas.openxmlformats.org/drawingml/2006/main">
            <a:r>
              <a:t>Evaluation &amp; metric justification (20.0 total): Correct metrics computed.</a:t>
            </a:r>
          </a:p>
          <a:p xmlns:a="http://schemas.openxmlformats.org/drawingml/2006/main">
            <a:r>
              <a:t/>
            </a:r>
          </a:p>
          <a:p xmlns:a="http://schemas.openxmlformats.org/drawingml/2006/main">
            <a:r>
              <a:t>Metric choice defended against the cost of error.</a:t>
            </a:r>
          </a:p>
          <a:p xmlns:a="http://schemas.openxmlformats.org/drawingml/2006/main">
            <a:r>
              <a:t/>
            </a:r>
          </a:p>
          <a:p xmlns:a="http://schemas.openxmlformats.org/drawingml/2006/main">
            <a:r>
              <a:t>Cross-validation reported with a spread, not a single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Engineering interpretation &amp; limits (20.0 total): The result is stated in physical or operational units.</a:t>
            </a:r>
          </a:p>
          <a:p xmlns:a="http://schemas.openxmlformats.org/drawingml/2006/main">
            <a:r>
              <a:t/>
            </a:r>
          </a:p>
          <a:p xmlns:a="http://schemas.openxmlformats.org/drawingml/2006/main">
            <a:r>
              <a:t>Three genuine limitations given.</a:t>
            </a:r>
          </a:p>
          <a:p xmlns:a="http://schemas.openxmlformats.org/drawingml/2006/main">
            <a:r>
              <a:t/>
            </a:r>
          </a:p>
          <a:p xmlns:a="http://schemas.openxmlformats.org/drawingml/2006/main">
            <a:r>
              <a:t>A clear position on whether it should be deployed.</a:t>
            </a:r>
          </a:p>
          <a:p xmlns:a="http://schemas.openxmlformats.org/drawingml/2006/main">
            <a:r>
              <a:t/>
            </a:r>
          </a:p>
          <a:p xmlns:a="http://schemas.openxmlformats.org/drawingml/2006/main">
            <a:r>
              <a:t>Code clarity (10.0 total): Runs top to bottom.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Readable.</a:t>
            </a:r>
          </a:p>
          <a:p xmlns:a="http://schemas.openxmlformats.org/drawingml/2006/main">
            <a:r>
              <a:t/>
            </a:r>
          </a:p>
          <a:p xmlns:a="http://schemas.openxmlformats.org/drawingml/2006/main">
            <a:r>
              <a:t>Commented where the intent is not obvious.</a:t>
            </a:r>
          </a:p>
          <a:p xmlns:a="http://schemas.openxmlformats.org/drawingml/2006/main">
            <a:r>
              <a:t/>
            </a:r>
          </a:p>
          <a:p xmlns:a="http://schemas.openxmlformats.org/drawingml/2006/main">
            <a:r>
              <a:t>Execution requirement for c2: Data-preparation credit requires the published leakage-safe split check to pass.</a:t>
            </a:r>
          </a:p>
          <a:p xmlns:a="http://schemas.openxmlformats.org/drawingml/2006/main">
            <a:r>
              <a:t/>
            </a:r>
          </a:p>
          <a:p xmlns:a="http://schemas.openxmlformats.org/drawingml/2006/main">
            <a:r>
              <a:t>If this check fails, written marks in that criterion are zero; other criteria remain independently scored.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2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training-only preprocessing and locate your saved evidence.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2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c29bd8433c34bd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d99d398eb73499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856d09e7d5a499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0e260a311d4ec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96ec2ad2e4944f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146e4253014e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41D5167-8FCC-4ABE-82D8-C9334204E53B}"/>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255D642-3A7B-4077-9AC7-2C55B4B59CA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81A0B09-58A8-4B00-BA3B-A8BFE4C0BD9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8457EE8-E27B-497C-AC1C-4B0FEF0767B7}"/>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47A1F1D-6DFB-4321-B5B5-0720CC76718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EB2B108-13CE-4541-8C71-89B52184CBD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89B9B04-AB4B-477C-AD48-6934498026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C24F984-4C49-4BE4-9917-2AAC6B64195C}"/>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C9987C95-C86C-4D68-9A11-8A64DEDC17F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C3ADF5B-01FC-4648-9F38-24DEA4E18C0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38648F1-F16C-42CA-9DA8-6BF97FE753E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B33D81A-62AC-42A7-B9AB-5B5BFB301A0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1CDCDA6-D874-4B3F-A5AA-A3807C93322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4FC9213-7771-4BA4-B6B3-7AB0F5B75E6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DCC2399-E55E-40BE-9213-405E43771D0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d1a52a9710f4cba" /><Relationship Type="http://schemas.openxmlformats.org/officeDocument/2006/relationships/slideLayout" Target="/ppt/slideLayouts/slideLayout1.xml" Id="R11935f866ea94310" /><Relationship Type="http://schemas.openxmlformats.org/officeDocument/2006/relationships/slideLayout" Target="/ppt/slideLayouts/slideLayout2.xml" Id="Rfb9ab14b3d8144dd" /><Relationship Type="http://schemas.openxmlformats.org/officeDocument/2006/relationships/slideLayout" Target="/ppt/slideLayouts/slideLayout3.xml" Id="R38b17375027747a4" /><Relationship Type="http://schemas.openxmlformats.org/officeDocument/2006/relationships/slideLayout" Target="/ppt/slideLayouts/slideLayout4.xml" Id="Rbf144f206f8644f0" /><Relationship Type="http://schemas.openxmlformats.org/officeDocument/2006/relationships/slideLayout" Target="/ppt/slideLayouts/slideLayout5.xml" Id="R6a29f1ec992342a8" /><Relationship Type="http://schemas.openxmlformats.org/officeDocument/2006/relationships/slideLayout" Target="/ppt/slideLayouts/slideLayout6.xml" Id="R8be0f51a2ff543f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935f866ea94310"/>
    <p:sldLayoutId xmlns:r="http://schemas.openxmlformats.org/officeDocument/2006/relationships" id="2147483650" r:id="Rfb9ab14b3d8144dd"/>
    <p:sldLayoutId xmlns:r="http://schemas.openxmlformats.org/officeDocument/2006/relationships" id="2147483651" r:id="R38b17375027747a4"/>
    <p:sldLayoutId xmlns:r="http://schemas.openxmlformats.org/officeDocument/2006/relationships" id="2147483652" r:id="Rbf144f206f8644f0"/>
    <p:sldLayoutId xmlns:r="http://schemas.openxmlformats.org/officeDocument/2006/relationships" id="2147483653" r:id="R6a29f1ec992342a8"/>
    <p:sldLayoutId xmlns:r="http://schemas.openxmlformats.org/officeDocument/2006/relationships" id="2147483654" r:id="R8be0f51a2ff543f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a04572d869548cb" /><Relationship Type="http://schemas.openxmlformats.org/officeDocument/2006/relationships/image" Target="/ppt/media/image.png" Id="Ref112efed990412d" /><Relationship Type="http://schemas.openxmlformats.org/officeDocument/2006/relationships/notesSlide" Target="/ppt/notesSlides/notesSlide1.xml" Id="R9f7c073b3675449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5f91716d35648a7" /><Relationship Type="http://schemas.openxmlformats.org/officeDocument/2006/relationships/notesSlide" Target="/ppt/notesSlides/notesSlide2.xml" Id="Rd4f050c7a92545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ed120ef13b14926" /><Relationship Type="http://schemas.openxmlformats.org/officeDocument/2006/relationships/notesSlide" Target="/ppt/notesSlides/notesSlide3.xml" Id="Rcc44ff4bba5640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aec8453a0934c79" /><Relationship Type="http://schemas.openxmlformats.org/officeDocument/2006/relationships/notesSlide" Target="/ppt/notesSlides/notesSlide4.xml" Id="Rc229320914c444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d2b91c44eff4255" /><Relationship Type="http://schemas.openxmlformats.org/officeDocument/2006/relationships/notesSlide" Target="/ppt/notesSlides/notesSlide5.xml" Id="Re34c46dfa32c42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b530929d87c449a" /><Relationship Type="http://schemas.openxmlformats.org/officeDocument/2006/relationships/notesSlide" Target="/ppt/notesSlides/notesSlide6.xml" Id="R8bd2b718966146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0651162432342b3" /><Relationship Type="http://schemas.openxmlformats.org/officeDocument/2006/relationships/notesSlide" Target="/ppt/notesSlides/notesSlide7.xml" Id="R55baed93148d46f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f781ae81ded41ca" /><Relationship Type="http://schemas.openxmlformats.org/officeDocument/2006/relationships/notesSlide" Target="/ppt/notesSlides/notesSlide8.xml" Id="Rb7e985aed53e48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a74e344af8a4065" /><Relationship Type="http://schemas.openxmlformats.org/officeDocument/2006/relationships/notesSlide" Target="/ppt/notesSlides/notesSlide9.xml" Id="R78ef83ab3b4048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06f045ef2b54aee" /><Relationship Type="http://schemas.openxmlformats.org/officeDocument/2006/relationships/notesSlide" Target="/ppt/notesSlides/notesSlide10.xml" Id="Rc0a93bd48b6348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83fa9c7729b4052" /><Relationship Type="http://schemas.openxmlformats.org/officeDocument/2006/relationships/notesSlide" Target="/ppt/notesSlides/notesSlide11.xml" Id="R41b21c9ff6ca43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90204388bb4782" /><Relationship Type="http://schemas.openxmlformats.org/officeDocument/2006/relationships/notesSlide" Target="/ppt/notesSlides/notesSlide12.xml" Id="R651f83b1cbdd42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9ba77175ac941f9" /><Relationship Type="http://schemas.openxmlformats.org/officeDocument/2006/relationships/notesSlide" Target="/ppt/notesSlides/notesSlide13.xml" Id="R20893985513b4e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a4a3c50820744eb" /><Relationship Type="http://schemas.openxmlformats.org/officeDocument/2006/relationships/notesSlide" Target="/ppt/notesSlides/notesSlide14.xml" Id="R016924618658491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a3fa9caa276495b" /><Relationship Type="http://schemas.openxmlformats.org/officeDocument/2006/relationships/notesSlide" Target="/ppt/notesSlides/notesSlide15.xml" Id="R3bcf4d60ff7d404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481558c982e46f9" /><Relationship Type="http://schemas.openxmlformats.org/officeDocument/2006/relationships/notesSlide" Target="/ppt/notesSlides/notesSlide16.xml" Id="R75cc39d69ea74ec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b4668c9ea644f99" /><Relationship Type="http://schemas.openxmlformats.org/officeDocument/2006/relationships/notesSlide" Target="/ppt/notesSlides/notesSlide17.xml" Id="Rd7fadcc4f75c44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51615b65d2049b6" /><Relationship Type="http://schemas.openxmlformats.org/officeDocument/2006/relationships/notesSlide" Target="/ppt/notesSlides/notesSlide18.xml" Id="Rcfdb0d95b4c9445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1e6b97973634014" /><Relationship Type="http://schemas.openxmlformats.org/officeDocument/2006/relationships/notesSlide" Target="/ppt/notesSlides/notesSlide19.xml" Id="Re36a61e080a740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6046b7907584c95" /><Relationship Type="http://schemas.openxmlformats.org/officeDocument/2006/relationships/hyperlink" Target="https://docs.google.com/forms/d/e/1FAIpQLSfOabwvSWjm6i8Hwl0WyoTKG0AtEsqrI4vqKuOoTWCw_DmcCQ/viewform" TargetMode="External" Id="Ra264c24d71d04c1d" /><Relationship Type="http://schemas.openxmlformats.org/officeDocument/2006/relationships/notesSlide" Target="/ppt/notesSlides/notesSlide20.xml" Id="R8a641c847f26432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dcc5d0cf93d4403" /><Relationship Type="http://schemas.openxmlformats.org/officeDocument/2006/relationships/notesSlide" Target="/ppt/notesSlides/notesSlide21.xml" Id="R70d0c64f9f264a1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f112efed990412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378635-37CA-44C2-9455-F111EAB90A91}"/>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2923F90-E27E-4152-A892-368E6E682F9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14</a:t>
            </a:r>
          </a:p>
        </p:txBody>
      </p:sp>
      <p:sp>
        <p:nvSpPr>
          <p:cNvPr id="4" name="">
            <a:extLst xmlns:a="http://schemas.openxmlformats.org/drawingml/2006/main">
              <a:ext uri="{FF2B5EF4-FFF2-40B4-BE49-F238E27FC236}">
                <a16:creationId xmlns:a16="http://schemas.microsoft.com/office/drawing/2014/main" id="{C0B8503C-BB9D-4140-BDEE-2853FF28F72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F0EA7368-9C4F-4714-B5AC-69E203CB91A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D8195AA9-785D-48C2-8999-3FCA2DC7109A}"/>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148715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7196FC4-D01A-45E2-AC1C-9BEAFD6C00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8DC8DB-8A15-4DDA-BDF6-A1BC3551C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8089236-C65E-4FCC-9A4B-4228C375FF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58C8986F-A6A8-42DF-A881-8BD9173C1510}"/>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B52C02-7F16-4DF3-B955-E7108488D83E}"/>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45B4A07F-0EBD-4D1F-83BF-054A205AA39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89BF3A0E-C135-438F-9C63-95B71A80FC7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74A97905-0556-430A-8122-46FE62B2F15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972CD1A4-1830-416E-8441-0A3C980561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a:t>
            </a:r>
          </a:p>
        </p:txBody>
      </p:sp>
    </p:spTree>
    <p:extLst>
      <p:ext uri="{BB962C8B-B14F-4D97-AF65-F5344CB8AC3E}">
        <p14:creationId xmlns:p14="http://schemas.microsoft.com/office/powerpoint/2010/main" val="7849347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B5A91F-545B-491D-8648-D216DD9F0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C20CA6-AA68-49A8-96C6-DC7CE0DB1F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A4E21E-FD39-401C-B228-0CFD9EFF3C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8133B40-B495-4144-8AAF-26EE61D5A07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A7277F-B467-43D2-9F98-D7CBDE4BE94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1BE0455C-13CF-438F-AF30-9F17777F0A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a:t>
            </a:r>
          </a:p>
        </p:txBody>
      </p:sp>
    </p:spTree>
    <p:extLst>
      <p:ext uri="{BB962C8B-B14F-4D97-AF65-F5344CB8AC3E}">
        <p14:creationId xmlns:p14="http://schemas.microsoft.com/office/powerpoint/2010/main" val="84116037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F0CF68-A94F-4DB9-8C66-D836FE27C5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A2B280-DEA2-4EB4-825C-0D327AC2F7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92480E-0267-47FD-92A8-C0873CF59D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3DA4200D-5E31-4265-8E2A-0BF8B0A544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144C93-B07A-4C87-8401-B2C94C70F96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B77CEC9E-8CFB-4FFA-95FF-49566F8A682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3A0A8D-4261-405B-93DA-64B31DB9260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9B56D59E-0919-43AD-B0E7-559F77074F6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E35E8C-0A49-4575-B869-AB2D074D5A0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725483A5-FEB1-4971-8C6B-3AF3544D0B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a:t>
            </a:r>
          </a:p>
        </p:txBody>
      </p:sp>
    </p:spTree>
    <p:extLst>
      <p:ext uri="{BB962C8B-B14F-4D97-AF65-F5344CB8AC3E}">
        <p14:creationId xmlns:p14="http://schemas.microsoft.com/office/powerpoint/2010/main" val="19217937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C87CD5-A5F8-4A7C-8C69-E2D5E0AC49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7AB453-7E55-489C-8758-A2F73330B2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890069-C13B-4234-81DD-44738550FE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476AFCF7-3F8F-464F-A690-77ED4D4A26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DD8C8C-02B3-4FAF-B573-8036536616A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4DA73AED-C11E-49E6-838E-578D2F50433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C448E9-83DD-4CF7-9714-93E9647728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C9C16E41-1134-4F01-AE77-4FA703F02C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51B985-645F-47B6-8E9D-A43AC2D84A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9A453086-354E-43CF-8230-638E25A055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a:t>
            </a:r>
          </a:p>
        </p:txBody>
      </p:sp>
    </p:spTree>
    <p:extLst>
      <p:ext uri="{BB962C8B-B14F-4D97-AF65-F5344CB8AC3E}">
        <p14:creationId xmlns:p14="http://schemas.microsoft.com/office/powerpoint/2010/main" val="8784355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D66D87-EE44-470D-A6A3-C9366456EC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9037E8-A4B5-4CD7-94FE-08B78DB55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B2265A-DD2C-4F04-B4B5-31F147649D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C9091CD6-6D91-4D48-8024-0B7565F8AF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C66FF1-E7B2-445D-B569-92D016837A2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32D944DF-4A4A-4DE5-A86B-7040EC86BC9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764CFA-0029-46C0-AA32-423A3F158C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3FF40C10-DCD6-447A-8646-E066057C039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C45B72-395D-40F8-A74F-8DF48A9B82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CA5DF489-E761-44D8-BCF4-209CE84667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a:t>
            </a:r>
          </a:p>
        </p:txBody>
      </p:sp>
    </p:spTree>
    <p:extLst>
      <p:ext uri="{BB962C8B-B14F-4D97-AF65-F5344CB8AC3E}">
        <p14:creationId xmlns:p14="http://schemas.microsoft.com/office/powerpoint/2010/main" val="3450728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7C0533-340B-4924-B906-87B056E707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E5E0B-F5BF-4324-84F6-6DB0EFCE20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B6C0ECD-511D-468B-83DD-A4EC32618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A27BF123-1807-4C69-AFA6-C075DA940A7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559AF5-0FD1-4F60-87AB-9C327CB813A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F19EB8A3-8493-442D-B880-447526BF4DE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BE265DC-190D-4B73-BF85-82660274A60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F27F731-69D9-4563-BDF6-7CCE4FDF947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1E6F232D-7518-4F84-A737-75DF608F93F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F2A0C30-B292-4190-9970-617C5E99405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066263E-7650-4F18-A3A8-40B82AF969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a:t>
            </a:r>
          </a:p>
        </p:txBody>
      </p:sp>
    </p:spTree>
    <p:extLst>
      <p:ext uri="{BB962C8B-B14F-4D97-AF65-F5344CB8AC3E}">
        <p14:creationId xmlns:p14="http://schemas.microsoft.com/office/powerpoint/2010/main" val="11887571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7EEDD33-94E3-48F3-ACB3-1AD80FFA4A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3802F7-2868-41BD-8906-687E85A3D4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D18334A-F8E6-4695-BAAF-46F8D96D14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40A3CA62-7104-4CBD-8251-1F99776DD3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112175-E26B-4B44-824F-2764022A453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4EE3666B-F704-4A7D-A2BD-56108764330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9066D7-A670-46D0-B80C-E3B9E9610DB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1F330BDB-230D-46F7-B9DD-EF971E69D2A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DAB0D2-4E58-4818-B21F-17A9E66270D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85B44BAD-D519-4104-A3E2-42E530E554A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BA2246F-5DC9-4327-8050-A8E94A63386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3D55810D-DBB9-4FC1-AEEF-6E2E86DDD4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8</a:t>
            </a:r>
          </a:p>
        </p:txBody>
      </p:sp>
    </p:spTree>
    <p:extLst>
      <p:ext uri="{BB962C8B-B14F-4D97-AF65-F5344CB8AC3E}">
        <p14:creationId xmlns:p14="http://schemas.microsoft.com/office/powerpoint/2010/main" val="31787635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B1CA1F-CD2C-4EDA-9619-45024278D6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BE6FAA-3F74-4B37-AEEB-40F02FDFCB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0014EB-8F01-4330-B35F-A9F57C1790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8F781BEF-8F02-4A11-89E4-E80F04A91A4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E35E99-CAF1-4FC8-A4EE-407F6177C3F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C402163F-B247-48E5-88B8-AF31359C21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9</a:t>
            </a:r>
          </a:p>
        </p:txBody>
      </p:sp>
    </p:spTree>
    <p:extLst>
      <p:ext uri="{BB962C8B-B14F-4D97-AF65-F5344CB8AC3E}">
        <p14:creationId xmlns:p14="http://schemas.microsoft.com/office/powerpoint/2010/main" val="151939766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02DAB5-D637-4B4E-9570-E60AB48819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174AE7-7E6B-45E0-B1A0-82D9E86F4B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83F3F6-40D8-4263-BF15-B7A8DAA5D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6ACC64F2-7619-47A7-AC57-96DBF209C99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C33CDB-8BE2-4C49-B794-D72384E82BD9}"/>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6ECC1793-E07B-42CF-BED0-A2DDDCE5854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ABD171-755C-432A-AB60-0C2F1002792B}"/>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809B037B-18DE-43BA-9171-BD5AE43136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10</a:t>
            </a:r>
          </a:p>
        </p:txBody>
      </p:sp>
    </p:spTree>
    <p:extLst>
      <p:ext uri="{BB962C8B-B14F-4D97-AF65-F5344CB8AC3E}">
        <p14:creationId xmlns:p14="http://schemas.microsoft.com/office/powerpoint/2010/main" val="40991964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006F85-1672-4217-90A7-10D4D84D60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C5FDDB-5A19-47C0-AC4C-8A4AB2DD65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15EA1D-C9F7-4BF2-BE8C-AC3A3DFA2B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C665734D-A6A3-429A-83A6-C0FA7BEC6E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C6E177-E6CB-41E3-838F-DD3361FB284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D99745A6-6660-4C2A-A745-FD101D1C25B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7A4DCD-F695-4F09-8AAA-7C63B0744FC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BDEE88A8-5A7D-4D02-A6FA-71ACADBD3A3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A9D9A6-43CB-4166-934D-1B2720D6000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04948FF6-09D8-4EB9-9BB6-05A339C3E34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77E37DC-24F4-4F0A-A8CB-880F8A6C991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90FA4503-1A40-4EE9-B726-12593E29C9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11</a:t>
            </a:r>
          </a:p>
        </p:txBody>
      </p:sp>
    </p:spTree>
    <p:extLst>
      <p:ext uri="{BB962C8B-B14F-4D97-AF65-F5344CB8AC3E}">
        <p14:creationId xmlns:p14="http://schemas.microsoft.com/office/powerpoint/2010/main" val="12617101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DC6267-96B8-4675-B6C6-B531EE4E10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68E675-3F2C-4970-88E8-5DF0E7CB6E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32F94F-3BDB-449D-9949-BAB2312C18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97F0D80-D947-4660-950E-9836B9C9F5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2DB807-1ABA-43D7-BB8A-FFD667953CB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82975ADC-162A-417A-8D7D-C960D511F07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71F52E-504B-43EC-991C-386F0446BDE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4B7F2896-A684-42EC-8EBA-6FCE31FDCC9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2539A4-DF24-4939-8A22-104D6A259D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B8ACC398-AB3E-4515-83F1-B89AD7068EB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3C09B12-6AF8-4352-BD85-75B4C389AF6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731885AC-35CA-4573-97A9-0CEAEE3C5B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12</a:t>
            </a:r>
          </a:p>
        </p:txBody>
      </p:sp>
    </p:spTree>
    <p:extLst>
      <p:ext uri="{BB962C8B-B14F-4D97-AF65-F5344CB8AC3E}">
        <p14:creationId xmlns:p14="http://schemas.microsoft.com/office/powerpoint/2010/main" val="21302609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647F4A6-3ED6-41D4-AF5D-BD2ECDF7F1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8E6ED6-399F-472D-8CA2-123D2D9CC7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ED6A9E7-BACC-4CA2-ABD3-F5DE6D5282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4BC418F2-CA08-4630-A584-5066D21228C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58D1A3-30A5-428F-87E8-0046776FCB6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DF128966-F872-4E7E-926F-45C7594E2CA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2CB12F-D0C0-4C38-875B-1E0774C0B5D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464F99CE-46BA-49DB-BC5C-70D543E4353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9DAD46-7184-414D-AE6C-27AE9C13D78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8A8579C4-1CE3-42A1-995C-0A9C8CC02AD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828508-14C2-4FD2-AC59-318B094DE53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CD583492-4259-46C3-B59A-4E9E992A04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13</a:t>
            </a:r>
          </a:p>
        </p:txBody>
      </p:sp>
    </p:spTree>
    <p:extLst>
      <p:ext uri="{BB962C8B-B14F-4D97-AF65-F5344CB8AC3E}">
        <p14:creationId xmlns:p14="http://schemas.microsoft.com/office/powerpoint/2010/main" val="92217820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A90BEEC-A332-4E10-B6EB-1D403C323B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7799EB-FE96-4E15-9685-E62C20FAD9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A88082-DA37-4555-9832-3066992D8E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34B483DB-5C8B-4D2A-8396-95175EBA14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CF51FB-4FAB-4D12-95B5-B25FF09328A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4E73E896-4E58-4AD6-8E45-5CB1E2EA95F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E2E1E1-50DB-4AF5-A304-D602DAAB508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14033407-F0F4-4397-A697-D091F656CDA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4A1507-E989-4F5C-BC81-0FD7C9C1C43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7A9B03C1-5077-4D70-80AD-A4616BBB5A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E19DDC-8A4B-497F-A051-0F21103D8CF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879F4FD0-1E1F-4642-B27B-AC3AD1CD29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14</a:t>
            </a:r>
          </a:p>
        </p:txBody>
      </p:sp>
    </p:spTree>
    <p:extLst>
      <p:ext uri="{BB962C8B-B14F-4D97-AF65-F5344CB8AC3E}">
        <p14:creationId xmlns:p14="http://schemas.microsoft.com/office/powerpoint/2010/main" val="1839502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CD91FC-927E-4365-9E12-176F0447AE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9D7070-A3BA-4693-9925-4A01038D6E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E2A6D1A-D9F0-47BF-9A77-0B0B2FC1AA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A8C4533A-D663-467A-9110-6CE106BAFF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CF1040-8895-414B-9EDF-02B28B9CA06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E489F577-7D52-489E-A1CE-7D613C85747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2A4164-37A7-470A-A859-DF71E074E6E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153D1F1C-1B0A-4FF6-833D-45F87C424ED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A51DFB-BEAB-4A2D-857F-F0768D5B161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5D07A59E-324C-45BC-A988-8094D0D1B0E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B1DC2B-7F79-4B3F-A752-9C388AAF67F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A6ACDA3E-B67A-4E51-92E5-597DF3ABD7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15</a:t>
            </a:r>
          </a:p>
        </p:txBody>
      </p:sp>
    </p:spTree>
    <p:extLst>
      <p:ext uri="{BB962C8B-B14F-4D97-AF65-F5344CB8AC3E}">
        <p14:creationId xmlns:p14="http://schemas.microsoft.com/office/powerpoint/2010/main" val="12112360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1B043E-2752-4C2D-98D0-64022B6C01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3343CF-8997-439A-9844-402DAE9033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F362F1-4BD2-4188-ACDF-2172331028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A411D0ED-03F0-48A2-AA9B-F458D751AD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6634A9-9755-4D21-B10A-2E61F533D77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0B1B9DEB-5735-4EA9-8237-22FD2B8F4C3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D11B3A-C98E-4AE5-9B33-3D19E64A72D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B152B335-6511-43E5-B287-699F0084B5E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925014-522A-49E8-8EF6-15E916B4421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71056920-97AC-4A66-86FA-45A117E6A71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C52B8B-F103-456D-A1DE-B6D39043DDC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E3EF1D59-599A-4AC1-8EA4-4A23D17781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16</a:t>
            </a:r>
          </a:p>
        </p:txBody>
      </p:sp>
    </p:spTree>
    <p:extLst>
      <p:ext uri="{BB962C8B-B14F-4D97-AF65-F5344CB8AC3E}">
        <p14:creationId xmlns:p14="http://schemas.microsoft.com/office/powerpoint/2010/main" val="8207103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33945B-6BBB-44C2-8303-2D9E6C2CFE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815654-0AE9-4B46-84E0-62494FC208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FDCAFB-0C88-4EDF-8403-08C8A2D74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5783E6C-E8E6-4A01-8C45-CD709CC46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D15B84-DC5F-4339-A99B-7FD514206CB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7641C5CC-5238-4CB3-B660-A220A616308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9DC6EB-7F3F-4DF4-B188-C833DB4AEA9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A3B9E964-F0F9-472B-AB5D-8DAE77A5CCD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CCFB7D-14B4-4BBB-A813-422A5A7FDAC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83EE7CB2-8AC2-4B17-B5E3-5480039CA13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5CF13E-728C-4D19-9753-695D7189138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A90F31EE-61A3-4D11-AA22-D941CC5AB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17</a:t>
            </a:r>
          </a:p>
        </p:txBody>
      </p:sp>
    </p:spTree>
    <p:extLst>
      <p:ext uri="{BB962C8B-B14F-4D97-AF65-F5344CB8AC3E}">
        <p14:creationId xmlns:p14="http://schemas.microsoft.com/office/powerpoint/2010/main" val="148690259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AD7CE9-C6E1-4EE4-8679-D63217274D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108E9-8901-4CF1-B732-4A60F343BA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46AF95-2F47-4821-8983-B04B7EE89A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77E81462-8350-4E53-B5AC-EAF4744A0A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9A92CE-57A7-4D87-96B4-BB27DE2B457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771A41E1-CAA0-47A7-AEC9-3BCC0EFCE2E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F1EDDA-C052-45DC-ADF7-C0F3C7B2607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B30845E8-5064-44EE-A133-084422B525E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759261-100B-45FC-818A-3D7BDE8B81C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93485733-250A-4B94-A3E9-1BBA8211194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489EAE-F0C9-4727-945E-2D7698885CC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076336D0-2185-4931-85D8-E426B54809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18</a:t>
            </a:r>
          </a:p>
        </p:txBody>
      </p:sp>
    </p:spTree>
    <p:extLst>
      <p:ext uri="{BB962C8B-B14F-4D97-AF65-F5344CB8AC3E}">
        <p14:creationId xmlns:p14="http://schemas.microsoft.com/office/powerpoint/2010/main" val="206734698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F64B9E-D095-4DE9-8FEE-FC62FE152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979CA4-AD68-4EE9-8155-75321FCB08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9A04C-E320-4A28-8BCB-491B4180EE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851ACBD-E34E-42A5-AB6D-24382B6981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8CCB99-FCE7-4A28-8806-24DC37B645A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469E85BD-AF4B-48D6-87BD-52E887F5F58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5CC514-AD6A-4BAC-AE2D-794BDD3C1DE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7A110C72-A7CD-4DA2-8335-0F0B3AFE285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738191-1555-4695-A997-AD7BAFD6612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0E8955C9-0755-498B-A53D-5FD617DF7B5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FA12A4-EABF-4E92-A87A-A5187013FA0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BDB35017-0BFF-4CE9-B0D0-F22BF5EB7E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19</a:t>
            </a:r>
          </a:p>
        </p:txBody>
      </p:sp>
    </p:spTree>
    <p:extLst>
      <p:ext uri="{BB962C8B-B14F-4D97-AF65-F5344CB8AC3E}">
        <p14:creationId xmlns:p14="http://schemas.microsoft.com/office/powerpoint/2010/main" val="149665227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7F0A483-AB6B-480E-AA3A-5620FAB296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534A87-0848-4851-84A5-7D195C1196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C60D6D2-6B0A-48E9-9FFB-A1038BD409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C74D47E5-6EEE-4457-AD08-69A137E1B31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BFF1FD-468C-4699-80F6-57E647A49AD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FF728EFB-A3C2-4BC3-9EFD-10954A60D88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8875A7-E8F5-41F7-8C32-2C17B436E32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0A3E2A9A-91C2-4257-95FF-4308B1E5D63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AF5431-6D05-4F0A-BB71-0789F769238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53CC63D8-A4C6-4831-9CD8-CD28418769E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53CEEBE-CF4B-48AA-8D24-4AE617F990A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9A8D6C4A-0797-48DF-A71A-B15E49A7974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EB4FD19-2F31-42AE-817A-162975F6404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64c24d71d04c1d"/>
              </a:rPr>
              <a:t>Open TEST2 assignment form</a:t>
            </a:r>
          </a:p>
        </p:txBody>
      </p:sp>
      <p:sp>
        <p:nvSpPr>
          <p:cNvPr id="14" name="">
            <a:extLst xmlns:a="http://schemas.openxmlformats.org/drawingml/2006/main">
              <a:ext uri="{FF2B5EF4-FFF2-40B4-BE49-F238E27FC236}">
                <a16:creationId xmlns:a16="http://schemas.microsoft.com/office/drawing/2014/main" id="{C7A80CF1-CB3A-4055-8671-C5D7D589016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https://docs.google.com/forms/d/e/1FAIpQLSfOabwvSWjm6i8Hwl0WyoTKG0AtEsqrI4vqKuOoTWCw_DmcCQ/viewform</a:t>
            </a:r>
          </a:p>
        </p:txBody>
      </p:sp>
      <p:sp>
        <p:nvSpPr>
          <p:cNvPr id="15" name="">
            <a:extLst xmlns:a="http://schemas.openxmlformats.org/drawingml/2006/main">
              <a:ext uri="{FF2B5EF4-FFF2-40B4-BE49-F238E27FC236}">
                <a16:creationId xmlns:a16="http://schemas.microsoft.com/office/drawing/2014/main" id="{E971C14F-CAB1-4A36-927E-2A757FB208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20</a:t>
            </a:r>
          </a:p>
        </p:txBody>
      </p:sp>
    </p:spTree>
    <p:extLst>
      <p:ext uri="{BB962C8B-B14F-4D97-AF65-F5344CB8AC3E}">
        <p14:creationId xmlns:p14="http://schemas.microsoft.com/office/powerpoint/2010/main" val="1494407925"/>
      </p:ext>
    </p:extLst>
  </p:cSld>
</p:sld>
</file>

<file path=ppt/slides/slide2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B0B738-8E2E-4162-8737-8789F824B7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AF8E2B1-0801-4021-8CD7-FB9B01565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F911BD5D-6F22-40DF-974F-DB33467955B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BF3774D-DACB-4621-B567-A1A3B55FD27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4736ABB-5CCF-4439-ABDB-08664F7DAF0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67E8DCDA-BBBF-4278-908B-6D400F3802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14   21</a:t>
            </a:r>
          </a:p>
        </p:txBody>
      </p:sp>
    </p:spTree>
    <p:extLst>
      <p:ext uri="{BB962C8B-B14F-4D97-AF65-F5344CB8AC3E}">
        <p14:creationId xmlns:p14="http://schemas.microsoft.com/office/powerpoint/2010/main" val="13143630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2026-09-28T21:15:42.1180000Z</dcterms:created>
  <dcterms:modified xsi:type="dcterms:W3CDTF">2026-09-28T21:15:42.1180000Z</dcterms:modified>
</coreProperties>
</file>