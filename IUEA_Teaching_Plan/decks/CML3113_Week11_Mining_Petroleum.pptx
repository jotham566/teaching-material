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0b7084c56854af3" Type="http://schemas.openxmlformats.org/officeDocument/2006/relationships/extended-properties" Target="docProps/app.xml"/><Relationship Id="R40d922c3cbcf461b" Type="http://schemas.openxmlformats.org/officeDocument/2006/relationships/officeDocument" Target="ppt/presentation.xml"/><Relationship Id="R5f5a6a2f99ba4aa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60e0818e0da44e2"/>
  </p:sldMasterIdLst>
  <p:notesMasterIdLst>
    <p:notesMasterId xmlns:r="http://schemas.openxmlformats.org/officeDocument/2006/relationships" r:id="R1bfa24c7882e43a7"/>
  </p:notesMasterIdLst>
  <p:sldIdLst>
    <p:sldId xmlns:r="http://schemas.openxmlformats.org/officeDocument/2006/relationships" id="256" r:id="R9bbf65fa16954325"/>
    <p:sldId xmlns:r="http://schemas.openxmlformats.org/officeDocument/2006/relationships" id="257" r:id="Raf5ace5a09b4496f"/>
    <p:sldId xmlns:ns0="http://schemas.openxmlformats.org/officeDocument/2006/relationships" id="306" ns0:id="rId56"/>
    <p:sldId xmlns:r="http://schemas.openxmlformats.org/officeDocument/2006/relationships" id="258" r:id="R68b509161c9a4d07"/>
    <p:sldId xmlns:r="http://schemas.openxmlformats.org/officeDocument/2006/relationships" id="262" r:id="R071eab066c904bc2"/>
    <p:sldId xmlns:r="http://schemas.openxmlformats.org/officeDocument/2006/relationships" id="268" r:id="R90a773815c2740e0"/>
    <p:sldId xmlns:r="http://schemas.openxmlformats.org/officeDocument/2006/relationships" id="269" r:id="Rba284bb04d304201"/>
    <p:sldId xmlns:r="http://schemas.openxmlformats.org/officeDocument/2006/relationships" id="270" r:id="R26ecc93c9e9a47c4"/>
    <p:sldId xmlns:r="http://schemas.openxmlformats.org/officeDocument/2006/relationships" id="271" r:id="Rd6ee564d7d39428d"/>
    <p:sldId xmlns:r="http://schemas.openxmlformats.org/officeDocument/2006/relationships" id="272" r:id="Ra50ba9f3e61c4a93"/>
    <p:sldId xmlns:r="http://schemas.openxmlformats.org/officeDocument/2006/relationships" id="273" r:id="R1472eebe60674772"/>
    <p:sldId xmlns:ns0="http://schemas.openxmlformats.org/officeDocument/2006/relationships" id="307" ns0:id="rId57"/>
    <p:sldId xmlns:r="http://schemas.openxmlformats.org/officeDocument/2006/relationships" id="274" r:id="R6552e98600794c7a"/>
    <p:sldId xmlns:r="http://schemas.openxmlformats.org/officeDocument/2006/relationships" id="275" r:id="R592afcd12db74903"/>
    <p:sldId xmlns:r="http://schemas.openxmlformats.org/officeDocument/2006/relationships" id="276" r:id="R55cfaf60d1924fda"/>
    <p:sldId xmlns:r="http://schemas.openxmlformats.org/officeDocument/2006/relationships" id="277" r:id="Re9fe2cda25074779"/>
    <p:sldId xmlns:r="http://schemas.openxmlformats.org/officeDocument/2006/relationships" id="278" r:id="Rd887ab17ff934d56"/>
    <p:sldId xmlns:ns0="http://schemas.openxmlformats.org/officeDocument/2006/relationships" id="308" ns0:id="rId58"/>
    <p:sldId xmlns:r="http://schemas.openxmlformats.org/officeDocument/2006/relationships" id="279" r:id="R3424d0f69a554421"/>
    <p:sldId xmlns:r="http://schemas.openxmlformats.org/officeDocument/2006/relationships" id="284" r:id="R0c57cc7c28e646ee"/>
    <p:sldId xmlns:r="http://schemas.openxmlformats.org/officeDocument/2006/relationships" id="285" r:id="R1fda3b9ed3fa4d20"/>
    <p:sldId xmlns:r="http://schemas.openxmlformats.org/officeDocument/2006/relationships" id="286" r:id="R4b430d77192941cb"/>
    <p:sldId xmlns:r="http://schemas.openxmlformats.org/officeDocument/2006/relationships" id="287" r:id="R59cceec3ae504e71"/>
    <p:sldId xmlns:r="http://schemas.openxmlformats.org/officeDocument/2006/relationships" id="288" r:id="R429991f00fda4259"/>
    <p:sldId xmlns:r="http://schemas.openxmlformats.org/officeDocument/2006/relationships" id="289" r:id="R184d85189fd84b5c"/>
    <p:sldId xmlns:r="http://schemas.openxmlformats.org/officeDocument/2006/relationships" id="290" r:id="R1ec502b24ea64b9a"/>
    <p:sldId xmlns:r="http://schemas.openxmlformats.org/officeDocument/2006/relationships" id="291" r:id="R5615e25cdb1e4919"/>
    <p:sldId xmlns:r="http://schemas.openxmlformats.org/officeDocument/2006/relationships" id="292" r:id="Rd00dfb4e59b44ab8"/>
    <p:sldId xmlns:r="http://schemas.openxmlformats.org/officeDocument/2006/relationships" id="293" r:id="Red28d18f28004bb6"/>
    <p:sldId xmlns:ns0="http://schemas.openxmlformats.org/officeDocument/2006/relationships" id="309" ns0:id="rId59"/>
    <p:sldId xmlns:ns0="http://schemas.openxmlformats.org/officeDocument/2006/relationships" id="310" ns0:id="rId60"/>
    <p:sldId xmlns:ns0="http://schemas.openxmlformats.org/officeDocument/2006/relationships" id="312" ns0:id="rId46"/>
    <p:sldId xmlns:r="http://schemas.openxmlformats.org/officeDocument/2006/relationships" id="298" r:id="R3726022ee466409b"/>
    <p:sldId xmlns:r="http://schemas.openxmlformats.org/officeDocument/2006/relationships" id="299" r:id="Rf049cede2aa7470d"/>
    <p:sldId xmlns:r="http://schemas.openxmlformats.org/officeDocument/2006/relationships" id="300" r:id="R0e9df5627b5f44ad"/>
    <p:sldId xmlns:r="http://schemas.openxmlformats.org/officeDocument/2006/relationships" id="301" r:id="Rc085278205de47ed"/>
    <p:sldId xmlns:r="http://schemas.openxmlformats.org/officeDocument/2006/relationships" id="303" r:id="Rbf7acf87fdbc4afa"/>
    <p:sldId xmlns:ns0="http://schemas.openxmlformats.org/officeDocument/2006/relationships" id="311" ns0:id="rId61"/>
    <p:sldId xmlns:r="http://schemas.openxmlformats.org/officeDocument/2006/relationships" id="305" r:id="R5854a15b85ba40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1eab066c904bc2" Type="http://schemas.openxmlformats.org/officeDocument/2006/relationships/slide" Target="slides/slide5.xml"/><Relationship Id="R0c57cc7c28e646ee" Type="http://schemas.openxmlformats.org/officeDocument/2006/relationships/slide" Target="slides/slide20.xml"/><Relationship Id="R0e9df5627b5f44ad" Type="http://schemas.openxmlformats.org/officeDocument/2006/relationships/slide" Target="slides/slide35.xml"/><Relationship Id="R13973ce4f88c4d89" Type="http://schemas.openxmlformats.org/officeDocument/2006/relationships/presProps" Target="presProps.xml"/><Relationship Id="R1472eebe60674772" Type="http://schemas.openxmlformats.org/officeDocument/2006/relationships/slide" Target="slides/slide11.xml"/><Relationship Id="R184d85189fd84b5c" Type="http://schemas.openxmlformats.org/officeDocument/2006/relationships/slide" Target="slides/slide25.xml"/><Relationship Id="R1bfa24c7882e43a7" Type="http://schemas.openxmlformats.org/officeDocument/2006/relationships/notesMaster" Target="notesMasters/notesMaster1.xml"/><Relationship Id="R1ec502b24ea64b9a" Type="http://schemas.openxmlformats.org/officeDocument/2006/relationships/slide" Target="slides/slide26.xml"/><Relationship Id="R1fda3b9ed3fa4d20" Type="http://schemas.openxmlformats.org/officeDocument/2006/relationships/slide" Target="slides/slide21.xml"/><Relationship Id="R260e0818e0da44e2" Type="http://schemas.openxmlformats.org/officeDocument/2006/relationships/slideMaster" Target="slideMasters/slideMaster1.xml"/><Relationship Id="R26ecc93c9e9a47c4" Type="http://schemas.openxmlformats.org/officeDocument/2006/relationships/slide" Target="slides/slide8.xml"/><Relationship Id="R3424d0f69a554421" Type="http://schemas.openxmlformats.org/officeDocument/2006/relationships/slide" Target="slides/slide19.xml"/><Relationship Id="R3726022ee466409b" Type="http://schemas.openxmlformats.org/officeDocument/2006/relationships/slide" Target="slides/slide33.xml"/><Relationship Id="R429991f00fda4259" Type="http://schemas.openxmlformats.org/officeDocument/2006/relationships/slide" Target="slides/slide24.xml"/><Relationship Id="R4b430d77192941cb" Type="http://schemas.openxmlformats.org/officeDocument/2006/relationships/slide" Target="slides/slide22.xml"/><Relationship Id="R55cfaf60d1924fda" Type="http://schemas.openxmlformats.org/officeDocument/2006/relationships/slide" Target="slides/slide15.xml"/><Relationship Id="R5615e25cdb1e4919" Type="http://schemas.openxmlformats.org/officeDocument/2006/relationships/slide" Target="slides/slide27.xml"/><Relationship Id="R5854a15b85ba406d" Type="http://schemas.openxmlformats.org/officeDocument/2006/relationships/slide" Target="slides/slide39.xml"/><Relationship Id="R592afcd12db74903" Type="http://schemas.openxmlformats.org/officeDocument/2006/relationships/slide" Target="slides/slide14.xml"/><Relationship Id="R59cceec3ae504e71" Type="http://schemas.openxmlformats.org/officeDocument/2006/relationships/slide" Target="slides/slide23.xml"/><Relationship Id="R6552e98600794c7a" Type="http://schemas.openxmlformats.org/officeDocument/2006/relationships/slide" Target="slides/slide13.xml"/><Relationship Id="R68b509161c9a4d07" Type="http://schemas.openxmlformats.org/officeDocument/2006/relationships/slide" Target="slides/slide4.xml"/><Relationship Id="R7c3e3f37634748e6" Type="http://schemas.openxmlformats.org/officeDocument/2006/relationships/theme" Target="theme/theme1.xml"/><Relationship Id="R8f611a970f7d458c" Type="http://schemas.openxmlformats.org/officeDocument/2006/relationships/tableStyles" Target="tableStyles.xml"/><Relationship Id="R90a773815c2740e0" Type="http://schemas.openxmlformats.org/officeDocument/2006/relationships/slide" Target="slides/slide6.xml"/><Relationship Id="R9bbf65fa16954325" Type="http://schemas.openxmlformats.org/officeDocument/2006/relationships/slide" Target="slides/slide1.xml"/><Relationship Id="Ra50ba9f3e61c4a93" Type="http://schemas.openxmlformats.org/officeDocument/2006/relationships/slide" Target="slides/slide10.xml"/><Relationship Id="Raf5ace5a09b4496f" Type="http://schemas.openxmlformats.org/officeDocument/2006/relationships/slide" Target="slides/slide2.xml"/><Relationship Id="Rba284bb04d304201" Type="http://schemas.openxmlformats.org/officeDocument/2006/relationships/slide" Target="slides/slide7.xml"/><Relationship Id="Rbf7acf87fdbc4afa" Type="http://schemas.openxmlformats.org/officeDocument/2006/relationships/slide" Target="slides/slide37.xml"/><Relationship Id="Rc085278205de47ed" Type="http://schemas.openxmlformats.org/officeDocument/2006/relationships/slide" Target="slides/slide36.xml"/><Relationship Id="Rd00dfb4e59b44ab8" Type="http://schemas.openxmlformats.org/officeDocument/2006/relationships/slide" Target="slides/slide28.xml"/><Relationship Id="Rd6ee564d7d39428d" Type="http://schemas.openxmlformats.org/officeDocument/2006/relationships/slide" Target="slides/slide9.xml"/><Relationship Id="Rd887ab17ff934d56" Type="http://schemas.openxmlformats.org/officeDocument/2006/relationships/slide" Target="slides/slide17.xml"/><Relationship Id="Re9fe2cda25074779" Type="http://schemas.openxmlformats.org/officeDocument/2006/relationships/slide" Target="slides/slide16.xml"/><Relationship Id="Red28d18f28004bb6" Type="http://schemas.openxmlformats.org/officeDocument/2006/relationships/slide" Target="slides/slide29.xml"/><Relationship Id="Rf049cede2aa7470d" Type="http://schemas.openxmlformats.org/officeDocument/2006/relationships/slide" Target="slides/slide34.xml"/><Relationship Id="rId46" Type="http://schemas.openxmlformats.org/officeDocument/2006/relationships/slide" Target="slides/slide32.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1b68993dfc8f47e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97f058e88b14272" Type="http://schemas.openxmlformats.org/officeDocument/2006/relationships/slide" Target="../slides/slide1.xml"/><Relationship Id="R7f682555e446478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78c4e395bd34206" Type="http://schemas.openxmlformats.org/officeDocument/2006/relationships/slide" Target="../slides/slide2.xml"/><Relationship Id="Re7c264596a184de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26d5f54ebff48a9" Type="http://schemas.openxmlformats.org/officeDocument/2006/relationships/slide" Target="../slides/slide4.xml"/><Relationship Id="Rfd2df5bb43424d4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6ece564dc7b4f47" Type="http://schemas.openxmlformats.org/officeDocument/2006/relationships/notesMaster" Target="../notesMasters/notesMaster1.xml"/><Relationship Id="Rc7c9c67de4da4a5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0b1876b5baa433d" Type="http://schemas.openxmlformats.org/officeDocument/2006/relationships/slide" Target="../slides/slide6.xml"/><Relationship Id="R8c08b1f1d3454a7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01dbb27cda94897" Type="http://schemas.openxmlformats.org/officeDocument/2006/relationships/notesMaster" Target="../notesMasters/notesMaster1.xml"/><Relationship Id="Raaf636a5581745e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c28ccaa6f13408a" Type="http://schemas.openxmlformats.org/officeDocument/2006/relationships/notesMaster" Target="../notesMasters/notesMaster1.xml"/><Relationship Id="Ra6c30cc30eee4b5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260ac4f30134e1a" Type="http://schemas.openxmlformats.org/officeDocument/2006/relationships/slide" Target="../slides/slide9.xml"/><Relationship Id="R8f765d1376fb4c4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cd6838241b84b98" Type="http://schemas.openxmlformats.org/officeDocument/2006/relationships/slide" Target="../slides/slide10.xml"/><Relationship Id="R2333f2d975624d3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6d7153fc51d4ab2" Type="http://schemas.openxmlformats.org/officeDocument/2006/relationships/notesMaster" Target="../notesMasters/notesMaster1.xml"/><Relationship Id="R954be7258517441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03772cbdacb4197" Type="http://schemas.openxmlformats.org/officeDocument/2006/relationships/notesMaster" Target="../notesMasters/notesMaster1.xml"/><Relationship Id="Rd6f732574608426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dffce98f7ae4842" Type="http://schemas.openxmlformats.org/officeDocument/2006/relationships/notesMaster" Target="../notesMasters/notesMaster1.xml"/><Relationship Id="R5724d4dd41544c7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e1b72daec749464a" Type="http://schemas.openxmlformats.org/officeDocument/2006/relationships/notesMaster" Target="../notesMasters/notesMaster1.xml"/><Relationship Id="Re62d63fc797d4ec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0328ef3cd644b09" Type="http://schemas.openxmlformats.org/officeDocument/2006/relationships/notesMaster" Target="../notesMasters/notesMaster1.xml"/><Relationship Id="Rba80e583e49f4f8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c35c3d2f8c0b45c8" Type="http://schemas.openxmlformats.org/officeDocument/2006/relationships/notesMaster" Target="../notesMasters/notesMaster1.xml"/><Relationship Id="Rf970424e1e28457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c1b82c7d98a465c" Type="http://schemas.openxmlformats.org/officeDocument/2006/relationships/slide" Target="../slides/slide19.xml"/><Relationship Id="Rd614c046281c460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a0c6b8d790643b0" Type="http://schemas.openxmlformats.org/officeDocument/2006/relationships/notesMaster" Target="../notesMasters/notesMaster1.xml"/><Relationship Id="Rb82ede087dc94398"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882bdc7d3d14820" Type="http://schemas.openxmlformats.org/officeDocument/2006/relationships/slide" Target="../slides/slide21.xml"/><Relationship Id="R9de479722b9a445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2f437a0a2245c5" Type="http://schemas.openxmlformats.org/officeDocument/2006/relationships/notesMaster" Target="../notesMasters/notesMaster1.xml"/><Relationship Id="R52a5661f1bc844b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c2e2892e77043ea" Type="http://schemas.openxmlformats.org/officeDocument/2006/relationships/slide" Target="../slides/slide23.xml"/><Relationship Id="R9d6720772bd54ab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66ea09d0dd74d27" Type="http://schemas.openxmlformats.org/officeDocument/2006/relationships/notesMaster" Target="../notesMasters/notesMaster1.xml"/><Relationship Id="R7d3af63aa257468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a8a0ea1b08984d13" Type="http://schemas.openxmlformats.org/officeDocument/2006/relationships/notesMaster" Target="../notesMasters/notesMaster1.xml"/><Relationship Id="Rc0d50cca916d499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0b36eba57bc4490f" Type="http://schemas.openxmlformats.org/officeDocument/2006/relationships/notesMaster" Target="../notesMasters/notesMaster1.xml"/><Relationship Id="R5d0e9aa5a4104d5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747bec6768e4386" Type="http://schemas.openxmlformats.org/officeDocument/2006/relationships/notesMaster" Target="../notesMasters/notesMaster1.xml"/><Relationship Id="R53dfe762e103440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3847a7530b304f12" Type="http://schemas.openxmlformats.org/officeDocument/2006/relationships/slide" Target="../slides/slide28.xml"/><Relationship Id="R4103d93a5be74dc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7d60a71b708f455f" Type="http://schemas.openxmlformats.org/officeDocument/2006/relationships/notesMaster" Target="../notesMasters/notesMaster1.xml"/><Relationship Id="Refed60616226439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75b6d63cc1c542df" Type="http://schemas.openxmlformats.org/officeDocument/2006/relationships/slide" Target="../slides/slide33.xml"/><Relationship Id="Rad847694c382465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8252aa8d63c49aa" Type="http://schemas.openxmlformats.org/officeDocument/2006/relationships/notesMaster" Target="../notesMasters/notesMaster1.xml"/><Relationship Id="R5cb9d5b508a9479c"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18aa103bec01420c" Type="http://schemas.openxmlformats.org/officeDocument/2006/relationships/slide" Target="../slides/slide35.xml"/><Relationship Id="R27c1af46b117427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6d27cec3e8834957" Type="http://schemas.openxmlformats.org/officeDocument/2006/relationships/slide" Target="../slides/slide36.xml"/><Relationship Id="Rc4c8844cdfc749db"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2ecebdbccb824e38" Type="http://schemas.openxmlformats.org/officeDocument/2006/relationships/slide" Target="../slides/slide37.xml"/><Relationship Id="Rb75d52d1c85c409b"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c839c96115464271" Type="http://schemas.openxmlformats.org/officeDocument/2006/relationships/notesMaster" Target="../notesMasters/notesMaster1.xml"/><Relationship Id="Rc9ee951dc86f4c52" Type="http://schemas.openxmlformats.org/officeDocument/2006/relationships/slide" Target="../slides/slide3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0.16 for ambient temperature looks bigger than 0.12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2.7 kWh/t, and one typical swing of ambient temperature changes it by 0.7 kWh/t.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kWh/t.</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crusher energy demand for every row, in kWh/t.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kWh/t.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crusher energy demand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crusher energy demand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kWh/t,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0.6732 kWh/t. Adding the interaction, load times ambient, gives 0.6740. The change is +0.0008.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2 covers Weeks 11, 12 and 13: features and ablation; choosing a model; regularisation, nearest neighbours and reproducibility.</a:t>
            </a:r>
          </a:p>
          <a:p/>
          <a:p>
            <a:r>
              <a:t>Today's tasks are part A of the Block 2 assignment pack. It is worth 20 of the pack's 40 marks. The next part arrives in Week 12. Week 13 has no graded notebook, so its content is assessed in the Block 2 quiz and in your project.</a:t>
            </a:r>
          </a:p>
          <a:p/>
          <a:p>
            <a:r>
              <a:t>Nothing is submitted after today's class, and there is no quiz. We hand in all 2 parts together by Thursday 10 December at 23:59 Kampala time. The Block 2 quiz has fifteen questions, five from each week. It opens after the Week 13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crusher energy demand, and its unit is kWh/t.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kWh/t.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The code and the written evidence for this part go in one complete notebook, and that notebook goes into the Block 2 pack.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hand in your notebooks,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024b7452630452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dcdafa2c3e24a7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9cbf1670cdc4e9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afa1d2c444c49d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67ff6841bf8a481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dcd97ed0a5642e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B75F55-E14A-4474-86DC-5C68541CA4D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B66E44-2C76-4441-8F0E-8BC9EC93516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3E4CF41-8F15-4A02-9D40-5858D60837D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4E4FB1-5A04-44AD-B0B0-622D7A1C3E2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31ABF5-46F7-4B68-BD78-3C694A18042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AEEAF5E-D636-46BD-AF36-F6B18436F6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D821C7-F720-40C6-9948-AD5F3B7E3D7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D1EBE3-DAFA-47C9-BCCD-67495D10702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0632DA-1422-497F-AC93-7D84F6F5BC1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BAEFD8-DBC9-4D45-B23E-9A0FF5C19F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17ca5e4b01d4144" Type="http://schemas.openxmlformats.org/officeDocument/2006/relationships/slideLayout" Target="../slideLayouts/slideLayout3.xml"/><Relationship Id="R33356e79072c4624" Type="http://schemas.openxmlformats.org/officeDocument/2006/relationships/slideLayout" Target="../slideLayouts/slideLayout6.xml"/><Relationship Id="R3a3f96e84d3b4875" Type="http://schemas.openxmlformats.org/officeDocument/2006/relationships/theme" Target="theme/theme2.xml"/><Relationship Id="R4e3d8ec0049b49eb" Type="http://schemas.openxmlformats.org/officeDocument/2006/relationships/slideLayout" Target="../slideLayouts/slideLayout5.xml"/><Relationship Id="Rbdaf1639f747413e" Type="http://schemas.openxmlformats.org/officeDocument/2006/relationships/slideLayout" Target="../slideLayouts/slideLayout2.xml"/><Relationship Id="Rd830311e54e14c4c" Type="http://schemas.openxmlformats.org/officeDocument/2006/relationships/slideLayout" Target="../slideLayouts/slideLayout4.xml"/><Relationship Id="Rfb7fdd6e31db4b1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7fdd6e31db4b12"/>
    <p:sldLayoutId xmlns:r="http://schemas.openxmlformats.org/officeDocument/2006/relationships" id="2147483650" r:id="Rbdaf1639f747413e"/>
    <p:sldLayoutId xmlns:r="http://schemas.openxmlformats.org/officeDocument/2006/relationships" id="2147483651" r:id="R217ca5e4b01d4144"/>
    <p:sldLayoutId xmlns:r="http://schemas.openxmlformats.org/officeDocument/2006/relationships" id="2147483652" r:id="Rd830311e54e14c4c"/>
    <p:sldLayoutId xmlns:r="http://schemas.openxmlformats.org/officeDocument/2006/relationships" id="2147483653" r:id="R4e3d8ec0049b49eb"/>
    <p:sldLayoutId xmlns:r="http://schemas.openxmlformats.org/officeDocument/2006/relationships" id="2147483654" r:id="R33356e79072c46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2ecb00c1a064e51" Type="http://schemas.openxmlformats.org/officeDocument/2006/relationships/image" Target="../media/image.png"/><Relationship Id="R7c6a192776f24dc9" Type="http://schemas.openxmlformats.org/officeDocument/2006/relationships/notesSlide" Target="../notesSlides/notesSlide1.xml"/><Relationship Id="Reb215d8a81c04779"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1dcaa8d3eb40479b" Type="http://schemas.openxmlformats.org/officeDocument/2006/relationships/notesSlide" Target="../notesSlides/notesSlide2.xml"/><Relationship Id="Rfbe69f31d56c4b5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02a5a241255403f" Type="http://schemas.openxmlformats.org/officeDocument/2006/relationships/notesSlide" Target="../notesSlides/notesSlide4.xml"/><Relationship Id="Rb17f18812729413b"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6196a37eefc14d27" Type="http://schemas.openxmlformats.org/officeDocument/2006/relationships/notesSlide" Target="../notesSlides/notesSlide5.xml"/><Relationship Id="R89e8915145ef4d7a"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ce2e82481ed498c" Type="http://schemas.openxmlformats.org/officeDocument/2006/relationships/notesSlide" Target="../notesSlides/notesSlide6.xml"/><Relationship Id="Rd5b4055d8d984e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5f71391926944c38" Type="http://schemas.openxmlformats.org/officeDocument/2006/relationships/slideLayout" Target="../slideLayouts/slideLayout6.xml"/><Relationship Id="Raa60eaad128543a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ae5904fa7dfd4430" Type="http://schemas.openxmlformats.org/officeDocument/2006/relationships/slideLayout" Target="../slideLayouts/slideLayout6.xml"/><Relationship Id="Rb277171f8bcd4c0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0beddfa2cac4e88" Type="http://schemas.openxmlformats.org/officeDocument/2006/relationships/slideLayout" Target="../slideLayouts/slideLayout6.xml"/><Relationship Id="Rba1d8d330a0945a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2a7b73e94735469c" Type="http://schemas.openxmlformats.org/officeDocument/2006/relationships/notesSlide" Target="../notesSlides/notesSlide10.xml"/><Relationship Id="Rd9fbf837971d4eb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bbd3873e5f64d36" Type="http://schemas.openxmlformats.org/officeDocument/2006/relationships/slideLayout" Target="../slideLayouts/slideLayout6.xml"/><Relationship Id="R95e9238bfb9f44ee" Type="http://schemas.openxmlformats.org/officeDocument/2006/relationships/image" Target="../media/image2.png"/><Relationship Id="Rd85c676de4554f8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214d384b9354807" Type="http://schemas.openxmlformats.org/officeDocument/2006/relationships/notesSlide" Target="../notesSlides/notesSlide13.xml"/><Relationship Id="Ra2ba8bd4c27f4f7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0cc7ba81b50e4afa" Type="http://schemas.openxmlformats.org/officeDocument/2006/relationships/notesSlide" Target="../notesSlides/notesSlide14.xml"/><Relationship Id="Rd6212fd370a6486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994781ae9b464ec9" Type="http://schemas.openxmlformats.org/officeDocument/2006/relationships/slideLayout" Target="../slideLayouts/slideLayout6.xml"/><Relationship Id="Rf3b0b736c47b4ee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bccb8a7822f4cf0" Type="http://schemas.openxmlformats.org/officeDocument/2006/relationships/slideLayout" Target="../slideLayouts/slideLayout6.xml"/><Relationship Id="Ra2e1b52396074cad"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9cf598decbb4263" Type="http://schemas.openxmlformats.org/officeDocument/2006/relationships/slideLayout" Target="../slideLayouts/slideLayout6.xml"/><Relationship Id="Rdbb1cd8f8f2a401f"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0d32747bcaff4079" Type="http://schemas.openxmlformats.org/officeDocument/2006/relationships/notesSlide" Target="../notesSlides/notesSlide19.xml"/><Relationship Id="Ra46887b38e4a4aec"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92fa8b309c041bd" Type="http://schemas.openxmlformats.org/officeDocument/2006/relationships/notesSlide" Target="../notesSlides/notesSlide20.xml"/><Relationship Id="R7967941a9e9f42a9"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cd81b57ff224b85" Type="http://schemas.openxmlformats.org/officeDocument/2006/relationships/slideLayout" Target="../slideLayouts/slideLayout6.xml"/><Relationship Id="Rcee702cd3e5946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4976994e8bd4dd1" Type="http://schemas.openxmlformats.org/officeDocument/2006/relationships/slideLayout" Target="../slideLayouts/slideLayout6.xml"/><Relationship Id="Rd7dfa2b8c7b94bd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a629808d40a45cc" Type="http://schemas.openxmlformats.org/officeDocument/2006/relationships/notesSlide" Target="../notesSlides/notesSlide23.xml"/><Relationship Id="Reb7f3580b1244754"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7268771b7c114b8e" Type="http://schemas.openxmlformats.org/officeDocument/2006/relationships/notesSlide" Target="../notesSlides/notesSlide24.xml"/><Relationship Id="Rc5c84154659547b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668a5041d35a4556" Type="http://schemas.openxmlformats.org/officeDocument/2006/relationships/notesSlide" Target="../notesSlides/notesSlide25.xml"/><Relationship Id="Rcae496378d9c4066"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58470b45199a466d" Type="http://schemas.openxmlformats.org/officeDocument/2006/relationships/notesSlide" Target="../notesSlides/notesSlide26.xml"/><Relationship Id="R5bf54e6793d64af4"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e9a29400ff5440a" Type="http://schemas.openxmlformats.org/officeDocument/2006/relationships/notesSlide" Target="../notesSlides/notesSlide27.xml"/><Relationship Id="Rb05be602431342d4"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1103194fdb94aba" Type="http://schemas.openxmlformats.org/officeDocument/2006/relationships/notesSlide" Target="../notesSlides/notesSlide28.xml"/><Relationship Id="Ra6d044d8d7174d8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3680da768f05480c" Type="http://schemas.openxmlformats.org/officeDocument/2006/relationships/slideLayout" Target="../slideLayouts/slideLayout6.xml"/><Relationship Id="Rf1658223259f496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1f915065c5ae4b8f" Type="http://schemas.openxmlformats.org/officeDocument/2006/relationships/notesSlide" Target="../notesSlides/notesSlide33.xml"/><Relationship Id="R5d9bc93fb5b14532"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5cc35d4f5fd84b98" Type="http://schemas.openxmlformats.org/officeDocument/2006/relationships/notesSlide" Target="../notesSlides/notesSlide34.xml"/><Relationship Id="Rb3db0aa7537a427d"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ae0c5a02277e4883" Type="http://schemas.openxmlformats.org/officeDocument/2006/relationships/notesSlide" Target="../notesSlides/notesSlide35.xml"/><Relationship Id="Rbede74dd2ef0480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19a8931a81fc4ea7" Type="http://schemas.openxmlformats.org/officeDocument/2006/relationships/notesSlide" Target="../notesSlides/notesSlide36.xml"/><Relationship Id="R7861d70d5c1048f8"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818bcc8566674cd6" Type="http://schemas.openxmlformats.org/officeDocument/2006/relationships/slideLayout" Target="../slideLayouts/slideLayout6.xml"/><Relationship Id="Rf0b6c9f8465f46fe"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5d2dfb7528a34568" Type="http://schemas.openxmlformats.org/officeDocument/2006/relationships/notesSlide" Target="../notesSlides/notesSlide39.xml"/><Relationship Id="Rcbb1277aee1b4ab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1CC2394-69A8-4E18-AD41-5614A8244791}"/>
              </a:ext>
            </a:extLst>
          </p:cNvPr>
          <p:cNvPicPr>
            <a:picLocks xmlns:a="http://schemas.openxmlformats.org/drawingml/2006/main" noChangeAspect="1"/>
          </p:cNvPicPr>
          <p:nvPr/>
        </p:nvPicPr>
        <p:blipFill>
          <a:blip xmlns:r="http://schemas.openxmlformats.org/officeDocument/2006/relationships" xmlns:a="http://schemas.openxmlformats.org/drawingml/2006/main" r:embed="R52ecb00c1a064e5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685D23-6C2C-4006-B5DB-E8037779B9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13E2315-C2EB-4B42-BF0A-F24BECE73E4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B3435895-C871-47F2-9296-F7B6C0B15BC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33745A96-57B8-4B1D-B8B6-672983BCAD4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9CEE19E-A2A4-4B0F-852F-928BF2F78D9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6932850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878A59-89D6-49C0-8D1F-39C8C6E39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DFF71D-58CD-433C-B7B2-00D6E57847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35EF0B-7EBB-4667-97D4-5C4E1DAA94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246617-2D8F-4C16-82D0-3F46D25904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9B91F1-91E0-47C3-B8C4-9AFAF7FA27F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2C92A7F-2152-48A3-BD71-0F6F6A1715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4EFB16F2-22FE-4A06-BEEF-11991C6D1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B85782A5-64B5-45EB-89AD-A0965C27B3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199020943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B734CB-374F-4B81-90A4-9BECEDF966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493AB-3C43-4646-B24C-C5BECFB87E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E3E65C-6C0E-4DD0-9F50-08AE15E2D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A943EA6-906C-46BE-B7C1-21F46C98C4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9CD3243-C1B3-4E9A-B3D2-86B58BE109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32FF25B-FC8C-4B22-A9E4-5ECF782713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B02EBC68-AABF-4010-B85B-A9AC4590F6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7EBC3C62-4B99-4C4F-92F7-B29F47EB8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16771165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79AED7-70D2-470A-BA0A-416276B53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648441-1049-4EE9-9AA4-78CCD55964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E319CB7-E915-4AA2-9117-7842A6D3A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2A3D973-4F41-4BFC-AE2F-D974424D01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5ACC81-FA57-4F83-8EB3-6E5C21ABAE2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4F38A74-5C80-4E5A-8C0A-BDA93B2532F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EEBD463C-C124-447B-B817-50FA028F4B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B2051C3-0FD3-4F66-9403-D038FB320D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8384947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F2CF0-7341-4D4E-AD4B-042E8FEBC2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F96B45-D81A-400C-B4A7-47F309992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176206-82A6-4232-9F7E-BBCBD4D768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4D0BDE16-872A-46C5-B432-832D67AE8EE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A5D378-283F-48C0-B773-DB967B32F7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53C039-F679-4679-8BA7-FDBDC9DC81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02236EAC-5569-458B-9171-0B69C319AF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A12DE19-3441-4DB0-A82F-353841B03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1782059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4F4B9E-53C2-44C9-AF09-2D318DD074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09641B-5A39-4181-9A6D-872343A49D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A77F4C-15F0-49C4-8BD0-7FA6D69E7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94132A-284B-4E60-957B-A124C020A5C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6DC4CD-9686-47F9-8DAC-FE0B991A086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37047B7-AE1B-4778-8E72-5C10101D73F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6B8DBAE7-4714-4C9C-9664-5C84643F61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14996986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A488D0-9AA4-45C6-9418-02E4D90E8D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3FFE0C-6C05-4203-8872-018E23E41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A5A27C-908F-4449-A6D6-D91F23A6B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8E1AEC98-422E-4E04-9A97-42CAD7AC9FE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BB12C7E-3E94-4593-9D31-935F4F870DC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3986F7F1-F8C9-42E8-9917-DC9D0DF7F68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B9E7A38-DD71-47B8-9924-A978609311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C2EAC56-C545-4BD1-8CDE-E08AB761E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1941300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90C523-55EA-489E-A91F-4BD066F3BE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F47EA9-0D38-4193-B557-842E3AECE4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E28908-A059-4596-9D1A-52547910A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BC432ECA-D435-4103-88A4-11F63123B5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C27B52-BCCE-4093-A872-73521390CB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041D9CB-2481-4C20-9C31-5B42C68062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50B79C72-D186-4523-9350-AF3C194AF7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70EE86EF-7CD3-4824-B1E0-05DA3AD1E6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1414691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1A285E-0F29-4297-A7EB-AE03EF4D66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A3815C-752A-4DB3-B20A-FD3C8ADB0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3AF98C-4459-4D05-99DA-871D9DC257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51801E9E-CC40-4F18-91A7-802DC1F39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DB8208-AA30-403C-83EC-BCA800E870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CA650A5-2596-40CE-91EF-0027946BD90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686818-73AD-41FA-9909-42EBD062B3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102DDFE-CBC0-46E0-AC7D-1B5936382E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36725098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18D30C-06AB-4F91-830A-E8E458594AD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B08E0F-EDB2-4799-8B71-42F075AA6D4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E57D8BAF-CC44-4DF7-8919-735A355ACE15}"/>
              </a:ext>
            </a:extLst>
          </p:cNvPr>
          <p:cNvPicPr>
            <a:picLocks xmlns:a="http://schemas.openxmlformats.org/drawingml/2006/main" noChangeAspect="1"/>
          </p:cNvPicPr>
          <p:nvPr/>
        </p:nvPicPr>
        <p:blipFill>
          <a:blip xmlns:r="http://schemas.openxmlformats.org/officeDocument/2006/relationships" xmlns:a="http://schemas.openxmlformats.org/drawingml/2006/main" r:embed="R95e9238bfb9f44e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2C4F7DA-5E8A-46B4-84A4-1A7E4F80E3A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F1E329-60E1-42EA-A454-58181F01BE6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30BCDF20-F87E-4E1B-9946-E02541CB9F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1055775046"/>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687D89-9A82-44E4-837A-70DDBEAD1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204309-4FEE-45EE-9CEF-861A7C9179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E9B935-9D5F-4A2C-9765-8A34E0440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01C215D8-D730-4402-BE21-9A883DB6957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43694F-2D91-4DE9-98E3-9BC7081B2DE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7E3E58-F304-4547-885F-0DE93D28CC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D2D0119C-0AB6-4E1F-A6A0-4F95D14117D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E99BCD60-FDEB-4BED-9BF1-3AD36D680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16479947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DA2E6D-65BF-44CF-8D14-E74E702431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357C12-5CB1-4857-B56C-5D25984B06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5807AC-7D9B-4C79-9DB4-7443EEA493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63049C4-E76B-4C46-85DF-CAF50CF23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3E33967-1326-4880-A2DB-54F32BFA14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30107D-083E-414D-813E-5E147FCAF2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B3EC4818-E0A8-4BD6-BB7B-9BDD567A8C0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3EDBCFA-745C-4DD7-BA67-5E4BF7D7F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10398465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8C21A7-290D-4C08-A4D5-0BD26A2B66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B9A707-9F31-403B-933F-F127E8C13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87883B-77E5-4F02-BCD7-38A8A9A2F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95BE32C6-D0E0-460C-AF6D-423AD95000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64C217-BAD2-45C2-8AC7-B8361C8ED04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6BF611FB-F209-4C20-8C50-6E29F85C0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66255563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5D5794-6FEB-45B2-B92E-B33FFAF44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610468-448B-40B7-AB96-9C1EAF46C2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BE5546-B8B4-4685-BADC-E2E372DF5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F8825A87-20F4-47BA-87DE-4E4ED07E28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9006AC5-C45F-44A2-AB21-C8AEFD270B2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B95DC9B-89EB-42A3-8CD5-8E21D35437B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0FFADD6-704A-4635-BBB0-3934D11141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0AEFCA21-5B18-4554-998B-17BC6B0CD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59562353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D16BFA-7304-4A03-BF72-422CCF7F4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F0B087-A924-454F-8E25-212CB978D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7E20B4-F54C-4EEF-9A24-777F160D22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12DCF9C6-0B31-4DE7-AC5E-950D7C7D13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9AEE71-CEDF-4B45-A0F7-C15C21DEA9E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ECE5EFB-3527-48EE-AF40-28A89F390EB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E7F56F54-A755-4B2D-858A-71C500EC3F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6C6D21-98D9-4C31-A190-147650BF9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302562861"/>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(kWh/t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(kWh/t)</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0.120</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2.7</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0.159</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0.7</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C20E0B-6E7A-43DA-9F07-07CC3D2091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9EB0D2-AC79-477B-82F9-FCD6C0170E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8AF178-D345-42D7-B15C-EBFCE9416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B8FE8BA4-2E79-4AF2-B900-723E6B6269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51C383-8B79-48AF-A841-69B2071561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767A0EB-BCA0-4137-A711-63985CEB3B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0DA7134C-8786-4F11-89BC-32FE0514CA0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A54049B3-2F9B-4D6E-AF32-0264CD816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3424146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C86EC9-6730-4600-A3F2-18C1F7446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304430-037F-412D-ABCF-EF76B19E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54AA80-BFC4-4B6B-88FB-5DDCE5800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8A4E414D-4A2A-42F1-A691-22C5C7B3AB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577775-441E-4BD9-A7B5-5F53F250C0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AF169103-158C-4AFB-9392-A143CDAC1D9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E86BAF67-D11D-43A1-9505-208D1509F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1140601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5E9DD2-E832-40CA-B7E1-7B5B85EA7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96223F-5A61-4120-9A32-1E76DA8945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B9715-C377-48B9-ACC3-2DC30416BE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4AC5CE15-7E20-48E3-9199-9221D44330B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6754C9-7737-4C34-BBB2-1C46652A9C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D4F36C71-5F97-4D58-806A-FB44D1DA396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FF7952F-02C8-4BD5-9CDC-6184293C85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A2A7D63-6EF7-4B61-B486-B9877279AF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20722763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D0DDEB-4898-4865-94F8-2B0EEA71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B19569-96B3-4187-A0E8-5706B9CDDB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B7DCE0-6E4D-4091-A685-DB9F72831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2EDEB314-1E30-4B5D-BFBC-74CB368A40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3A4AC21-1A02-414F-83C7-CEDF7CE4AA7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72B08C62-376E-489C-83CE-E8F00F49C9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CECED04F-4F60-4F88-ACF6-C5BF1B0C78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124371083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C319BF-EC82-44BB-9E80-9B56E35753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98DDD7-421B-42FF-B572-83607777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49611B-FDBF-45E3-A7B5-D63574EBD7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37701FB8-713D-4B62-8320-25AA3BA5568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BC1670-24AA-45A3-8712-3F94FF67B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2D293B7-55BC-4740-A9E1-7E7AE385C0F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16D7DF9F-487A-4397-96C6-D898E7B367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715E1CF8-04A5-4C7A-A6AB-30BEF321CC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18364811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3C7797-9B11-4BBD-AFAD-75C6FBB8D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648F27-C3CD-4DCE-836B-F25C96C64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FA86C0-A3BA-4B09-A4E5-A14B6A2F3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0189C5CD-C76C-4129-A3EF-F41D90694F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95D8CD-A110-4230-938C-B5B198E53B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B89B5B6C-CB92-4173-AAC2-05E4E604BE6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B4F64F8F-7D27-4358-A353-655D4E15AAE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AC6445-6C87-47D6-9E4D-019DCCDA53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24</a:t>
            </a:r>
          </a:p>
        </p:txBody>
      </p:sp>
    </p:spTree>
    <p:extLst>
      <p:ext uri="{BB962C8B-B14F-4D97-AF65-F5344CB8AC3E}">
        <p14:creationId xmlns:p14="http://schemas.microsoft.com/office/powerpoint/2010/main" val="14214643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4B0338-0627-48BA-B611-BE818FDEE9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E1BCA1-7181-44AA-B652-ACF23DEA70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66C44F-E4E4-401A-A7AD-051890765E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D7AFC2C1-8552-400D-906B-44C710873B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D61DF5-2A6B-478A-82EE-E42934147B7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5A9F93C8-221E-49D9-B350-6F745B0099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A1046BF4-940C-40F3-AF17-B74F17A4BD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193432072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13B183-E318-4487-AC09-BA6CB5CCD3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F10744-E9EA-4587-913E-287E1ED423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A7B282-6D7E-4260-A293-570DB39487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0E9C2C8E-58D8-407C-9B75-4C0F495D0F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12C513-FAFC-44EF-AAC7-39F217E6695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3FAA924-1BE4-4998-842A-68C8A648B0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D36B396-D4F2-4F25-B06C-FB4650D7D8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3BD912D-764C-45F3-9E27-CE16550C26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19613541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69E8A-4550-479D-AC8F-600C20928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7B7B1B-35E7-484B-B94A-AB8523E5CA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ECA040-F833-47BF-ABE6-AA021391AD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9BF84A5F-00E7-4980-A1D0-0BA88DF08A0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5E615C-3B8B-4B58-997A-E751E8E253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03060BE-189E-4982-9AC9-89AE056CB6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97F0A9D9-B077-4988-9E2E-F40BB1A0E1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7EFECEEF-BA55-499E-959E-B130B3D14B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13175003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0CAAE1-C0D6-4AC8-A79E-E7C83F16D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61A7AD-5249-407B-98BF-35DB4ECBCC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53EC9A-3B10-492B-A80F-0C7034146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5F84F29D-284C-4950-932E-8BE2AD17A9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6305BC-9CF8-48E0-A9DC-1D526739F90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3172449B-C9DA-41D1-ACE7-1ADB2AF4D7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11FE75DD-9FC0-4912-B172-532ECE719F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9D4AC274-250A-4838-BCA0-C09C042969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136852859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AF7603-6A08-43E2-9B19-D4CF520CFB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9FB6CF-4126-43D1-B9D2-DCC605258C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F87664-11B7-4931-9C28-2A9B7AA8C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5FEE45AD-34D9-406B-BF25-4E9243591F2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D6DE0E-E411-420C-AABD-4DEDDA50188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A136A5DF-93BA-4BFA-AE31-E4CE0A06C53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528A5244-9956-487B-8280-A58DCE82F4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CC0C141-D92A-4A3B-B8B0-CBE9A28423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09686495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0.6732 kWh/t. With load × ambient 0.6740 kWh/t.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+0.0008 kWh/t.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how Weeks 11, 12 and 13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2 pack, worth 20 of its 40 marks. Week 13 has no graded notebook. It is assessed in the Block 2 quiz and in your project.</a:t>
            </a:r>
          </a:p>
          <a:p>
            <a:pPr>
              <a:spcAft>
                <a:spcPts val="900"/>
              </a:spcAft>
            </a:pPr>
            <a:r>
              <a:rPr sz="2200" b="0">
                <a:solidFill>
                  <a:srgbClr val="1C3144"/>
                </a:solidFill>
                <a:latin typeface="Calibri"/>
              </a:rPr>
              <a:t>Nothing is submitted and there is no quiz after today's class. You hand in all 2 parts together by Thursday 10 December 2026, 23:59 Kampala time.</a:t>
            </a:r>
          </a:p>
          <a:p>
            <a:pPr>
              <a:spcAft>
                <a:spcPts val="900"/>
              </a:spcAft>
            </a:pPr>
            <a:r>
              <a:rPr sz="2200" b="0">
                <a:solidFill>
                  <a:srgbClr val="1C3144"/>
                </a:solidFill>
                <a:latin typeface="Calibri"/>
              </a:rPr>
              <a:t>The Block 2 quiz has 15 questions, five from each of the three weeks. You sit it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32</a:t>
            </a:r>
          </a:p>
        </p:txBody>
      </p:sp>
    </p:spTree>
  </p:cSld>
  <p:clrMapOvr>
    <a:masterClrMapping/>
  </p:clrMapOvr>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24431B-A115-4A2B-9504-31BB94B0A7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2D542C-5B41-4321-93AE-8D9929B675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DC96D9DC-4670-4028-B277-2D25D45048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4254075-8FAB-443D-ACA2-A4D8F07E00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FE2BE3-7D3F-4F93-B6E9-9A242D4E9DA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CBA93692-03C1-4839-995A-0D2CB9EEE6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FFB383-D3AD-46C3-AAF3-5B771D72B6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A5A099D-8091-4942-BE01-E57D5FA5AFA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588892-5A77-432A-985B-B6CBBBFDD6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015FB94-7261-4C5C-804F-DD241811C3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C6525EC-9292-40A0-9B01-A850CC4BCC8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596557-1C03-45A5-8288-B9D030F29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33</a:t>
            </a:r>
          </a:p>
        </p:txBody>
      </p:sp>
    </p:spTree>
    <p:extLst>
      <p:ext uri="{BB962C8B-B14F-4D97-AF65-F5344CB8AC3E}">
        <p14:creationId xmlns:p14="http://schemas.microsoft.com/office/powerpoint/2010/main" val="58214930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4F2CCC-190C-479A-A5D4-1529378EC5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AFCF07-76A2-4683-A5C9-3BD886361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6F39EF80-1879-4802-ACCB-36CC3CB06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D7CEDDD4-AEDF-4DE4-ACD6-AC66CB6C8B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CEA503-25F3-4B0D-A124-E89021F680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1F80850F-5112-454D-9D0B-8CBC5CC9FA6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A484207-D99D-4A36-AE9F-06AB55E7152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BA38D4-6407-4AE4-ACC6-AD7012B84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34</a:t>
            </a:r>
          </a:p>
        </p:txBody>
      </p:sp>
    </p:spTree>
    <p:extLst>
      <p:ext uri="{BB962C8B-B14F-4D97-AF65-F5344CB8AC3E}">
        <p14:creationId xmlns:p14="http://schemas.microsoft.com/office/powerpoint/2010/main" val="49962498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B965B3-C436-4392-9ADB-722D0ABD3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70A74F-F7F4-4636-BA3F-452DD0337E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45763515-8651-4D74-A5A7-343625713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11FF3E3E-BADC-4345-978C-C34F92FD539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991A7B-B77F-4580-A060-CF85623147B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D721AE1D-5121-4C4E-AB78-C91D3BF21E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0713BFA-FF2F-4637-B576-251876ED2D0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DF38420-51D1-48B9-9BE7-56CE386D8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35</a:t>
            </a:r>
          </a:p>
        </p:txBody>
      </p:sp>
    </p:spTree>
    <p:extLst>
      <p:ext uri="{BB962C8B-B14F-4D97-AF65-F5344CB8AC3E}">
        <p14:creationId xmlns:p14="http://schemas.microsoft.com/office/powerpoint/2010/main" val="102608691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5CC9F4-2A27-40D2-AF55-4D14170D1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E61177-AA38-45F1-A987-0508A29543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6084609C-926C-4515-BFFB-2FEA5F67C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D7468D8-EB70-4A15-BF1E-FAB605FB3D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A9A93F-FB27-4DB3-A2AE-C7FF186687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9643AAA-B9DA-4904-8A91-8AD534C9F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5A049-2CC1-4080-8088-2021583FF9F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2B40495-2EA2-44CF-B2BD-9AE9C4030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D8B1A0-F217-429A-A060-E8DC67596A2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6F8B9B7-AA91-4976-8E46-B3CDFF044E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BFB406-790C-41B6-8326-93C8F27881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0B2AB720-A165-4AE1-9129-A69DC84EE6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36</a:t>
            </a:r>
          </a:p>
        </p:txBody>
      </p:sp>
    </p:spTree>
    <p:extLst>
      <p:ext uri="{BB962C8B-B14F-4D97-AF65-F5344CB8AC3E}">
        <p14:creationId xmlns:p14="http://schemas.microsoft.com/office/powerpoint/2010/main" val="181695656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7CD0C3-58E9-432B-8F7D-7023CBEE62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2833E3-BF3C-400D-B67F-5DF194F88B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0C33129-077C-49D3-9CA7-4CF53D4180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C48D80A-FD85-48EA-B316-02EA77F224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0A7332-2FA7-450C-8753-CC44D1B7C8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BA1C790A-0BA4-40E8-B660-64361D7233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4A2BB8-5F19-4B8E-BF10-BF40E9FD4A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CA3B5923-A855-48F1-B6AA-444BC8F9B7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F13309-7FFA-457C-A3EF-F5E66295084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92392BD-170A-4790-8AD0-760E0D150A0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A9E1DB-BDAE-44C9-BEDF-6D80D7790C7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04F5F1E0-3EEC-4C5D-AE0D-198025355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37</a:t>
            </a:r>
          </a:p>
        </p:txBody>
      </p:sp>
    </p:spTree>
    <p:extLst>
      <p:ext uri="{BB962C8B-B14F-4D97-AF65-F5344CB8AC3E}">
        <p14:creationId xmlns:p14="http://schemas.microsoft.com/office/powerpoint/2010/main" val="750411544"/>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2.7, ambient 0.7 kWh/t</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+0.0008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57C2C1-D3E8-4901-B365-EFE5F6D61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3FAC597-2186-4580-A3F1-D473A80814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09E9FAA-D1AA-4C63-B13E-FA7532DFDA3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DA484D5-569E-4308-95D2-706D5940028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0F26FBE7-8BE7-4553-B1C6-6DB344F4482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860820C-EF30-4E77-B3DD-E0C25A84B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39</a:t>
            </a:r>
          </a:p>
        </p:txBody>
      </p:sp>
    </p:spTree>
    <p:extLst>
      <p:ext uri="{BB962C8B-B14F-4D97-AF65-F5344CB8AC3E}">
        <p14:creationId xmlns:p14="http://schemas.microsoft.com/office/powerpoint/2010/main" val="1317109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2026-10-20T18:01:14.7170000Z</dcterms:created>
  <dcterms:modified xsi:type="dcterms:W3CDTF">2026-10-20T18:01:14.7170000Z</dcterms:modified>
  <keywords>BLOCK-PATCHED</keywords>
</coreProperties>
</file>