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96b5674b974cad" /><Relationship Type="http://schemas.openxmlformats.org/officeDocument/2006/relationships/extended-properties" Target="/docProps/app.xml" Id="R274fb6ae6fff4a71" /><Relationship Type="http://schemas.openxmlformats.org/officeDocument/2006/relationships/officeDocument" Target="/ppt/presentation.xml" Id="Rcbda325959c346e7" /></Relationships>
</file>

<file path=ppt/presentation.xml><?xml version="1.0" encoding="utf-8"?>
<p:presentation xmlns:p="http://schemas.openxmlformats.org/presentationml/2006/main">
  <p:sldMasterIdLst>
    <p:sldMasterId xmlns:r="http://schemas.openxmlformats.org/officeDocument/2006/relationships" id="2147483648" r:id="R106c87bd453e43f3"/>
  </p:sldMasterIdLst>
  <p:notesMasterIdLst>
    <p:notesMasterId xmlns:r="http://schemas.openxmlformats.org/officeDocument/2006/relationships" r:id="R844d9eee50c6414e"/>
  </p:notesMasterIdLst>
  <p:sldIdLst>
    <p:sldId xmlns:r="http://schemas.openxmlformats.org/officeDocument/2006/relationships" id="256" r:id="Rd6fb26a507434a91"/>
    <p:sldId xmlns:r="http://schemas.openxmlformats.org/officeDocument/2006/relationships" id="257" r:id="R280e681280ea4d94"/>
    <p:sldId xmlns:r="http://schemas.openxmlformats.org/officeDocument/2006/relationships" id="258" r:id="Rc971f6739f3e46b4"/>
    <p:sldId xmlns:r="http://schemas.openxmlformats.org/officeDocument/2006/relationships" id="259" r:id="R4a1008ab33ee4d27"/>
    <p:sldId xmlns:r="http://schemas.openxmlformats.org/officeDocument/2006/relationships" id="260" r:id="Ra4f6f03acf6a448c"/>
    <p:sldId xmlns:r="http://schemas.openxmlformats.org/officeDocument/2006/relationships" id="261" r:id="R5907dfb1cd004320"/>
    <p:sldId xmlns:r="http://schemas.openxmlformats.org/officeDocument/2006/relationships" id="262" r:id="R0b05b328e89b4e46"/>
    <p:sldId xmlns:r="http://schemas.openxmlformats.org/officeDocument/2006/relationships" id="263" r:id="R2be1b68b06194130"/>
    <p:sldId xmlns:r="http://schemas.openxmlformats.org/officeDocument/2006/relationships" id="264" r:id="R9cf007c153f541ee"/>
    <p:sldId xmlns:r="http://schemas.openxmlformats.org/officeDocument/2006/relationships" id="265" r:id="R85453be9c2df4ba9"/>
    <p:sldId xmlns:r="http://schemas.openxmlformats.org/officeDocument/2006/relationships" id="266" r:id="R0231abaf74424752"/>
    <p:sldId xmlns:r="http://schemas.openxmlformats.org/officeDocument/2006/relationships" id="267" r:id="R6b178a1718704268"/>
    <p:sldId xmlns:r="http://schemas.openxmlformats.org/officeDocument/2006/relationships" id="268" r:id="R24a14d229ce74f55"/>
    <p:sldId xmlns:r="http://schemas.openxmlformats.org/officeDocument/2006/relationships" id="269" r:id="R994e0a0cc0cb4a0a"/>
    <p:sldId xmlns:r="http://schemas.openxmlformats.org/officeDocument/2006/relationships" id="270" r:id="R3d698c60c9d1433e"/>
    <p:sldId xmlns:r="http://schemas.openxmlformats.org/officeDocument/2006/relationships" id="271" r:id="R33f1755348fd490d"/>
    <p:sldId xmlns:r="http://schemas.openxmlformats.org/officeDocument/2006/relationships" id="272" r:id="R3e014610ca0041cc"/>
    <p:sldId xmlns:r="http://schemas.openxmlformats.org/officeDocument/2006/relationships" id="273" r:id="Rb55a40da292d426b"/>
    <p:sldId xmlns:r="http://schemas.openxmlformats.org/officeDocument/2006/relationships" id="274" r:id="R262c9b939273490c"/>
    <p:sldId xmlns:r="http://schemas.openxmlformats.org/officeDocument/2006/relationships" id="275" r:id="R3fe19d7c1a3e41c9"/>
    <p:sldId xmlns:r="http://schemas.openxmlformats.org/officeDocument/2006/relationships" id="276" r:id="Rf3141a4983e241a0"/>
    <p:sldId xmlns:r="http://schemas.openxmlformats.org/officeDocument/2006/relationships" id="277" r:id="R20a770a7d65544fb"/>
    <p:sldId xmlns:r="http://schemas.openxmlformats.org/officeDocument/2006/relationships" id="278" r:id="R91f5e078c07d4acf"/>
    <p:sldId xmlns:r="http://schemas.openxmlformats.org/officeDocument/2006/relationships" id="279" r:id="Ra59bc062905740f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154cd762b24a98" /><Relationship Type="http://schemas.openxmlformats.org/officeDocument/2006/relationships/slideMaster" Target="/ppt/slideMasters/slideMaster1.xml" Id="R106c87bd453e43f3" /><Relationship Type="http://schemas.openxmlformats.org/officeDocument/2006/relationships/notesMaster" Target="/ppt/notesMasters/notesMaster1.xml" Id="R844d9eee50c6414e" /><Relationship Type="http://schemas.openxmlformats.org/officeDocument/2006/relationships/presProps" Target="/ppt/presProps.xml" Id="R06bc992bf1344b62" /><Relationship Type="http://schemas.openxmlformats.org/officeDocument/2006/relationships/tableStyles" Target="/ppt/tableStyles.xml" Id="R22fa33dd2ded4a11" /><Relationship Type="http://schemas.openxmlformats.org/officeDocument/2006/relationships/slide" Target="/ppt/slides/slide1.xml" Id="Rd6fb26a507434a91" /><Relationship Type="http://schemas.openxmlformats.org/officeDocument/2006/relationships/slide" Target="/ppt/slides/slide2.xml" Id="R280e681280ea4d94" /><Relationship Type="http://schemas.openxmlformats.org/officeDocument/2006/relationships/slide" Target="/ppt/slides/slide3.xml" Id="Rc971f6739f3e46b4" /><Relationship Type="http://schemas.openxmlformats.org/officeDocument/2006/relationships/slide" Target="/ppt/slides/slide4.xml" Id="R4a1008ab33ee4d27" /><Relationship Type="http://schemas.openxmlformats.org/officeDocument/2006/relationships/slide" Target="/ppt/slides/slide5.xml" Id="Ra4f6f03acf6a448c" /><Relationship Type="http://schemas.openxmlformats.org/officeDocument/2006/relationships/slide" Target="/ppt/slides/slide6.xml" Id="R5907dfb1cd004320" /><Relationship Type="http://schemas.openxmlformats.org/officeDocument/2006/relationships/slide" Target="/ppt/slides/slide7.xml" Id="R0b05b328e89b4e46" /><Relationship Type="http://schemas.openxmlformats.org/officeDocument/2006/relationships/slide" Target="/ppt/slides/slide8.xml" Id="R2be1b68b06194130" /><Relationship Type="http://schemas.openxmlformats.org/officeDocument/2006/relationships/slide" Target="/ppt/slides/slide9.xml" Id="R9cf007c153f541ee" /><Relationship Type="http://schemas.openxmlformats.org/officeDocument/2006/relationships/slide" Target="/ppt/slides/slide10.xml" Id="R85453be9c2df4ba9" /><Relationship Type="http://schemas.openxmlformats.org/officeDocument/2006/relationships/slide" Target="/ppt/slides/slide11.xml" Id="R0231abaf74424752" /><Relationship Type="http://schemas.openxmlformats.org/officeDocument/2006/relationships/slide" Target="/ppt/slides/slide12.xml" Id="R6b178a1718704268" /><Relationship Type="http://schemas.openxmlformats.org/officeDocument/2006/relationships/slide" Target="/ppt/slides/slide13.xml" Id="R24a14d229ce74f55" /><Relationship Type="http://schemas.openxmlformats.org/officeDocument/2006/relationships/slide" Target="/ppt/slides/slide14.xml" Id="R994e0a0cc0cb4a0a" /><Relationship Type="http://schemas.openxmlformats.org/officeDocument/2006/relationships/slide" Target="/ppt/slides/slide15.xml" Id="R3d698c60c9d1433e" /><Relationship Type="http://schemas.openxmlformats.org/officeDocument/2006/relationships/slide" Target="/ppt/slides/slide16.xml" Id="R33f1755348fd490d" /><Relationship Type="http://schemas.openxmlformats.org/officeDocument/2006/relationships/slide" Target="/ppt/slides/slide17.xml" Id="R3e014610ca0041cc" /><Relationship Type="http://schemas.openxmlformats.org/officeDocument/2006/relationships/slide" Target="/ppt/slides/slide18.xml" Id="Rb55a40da292d426b" /><Relationship Type="http://schemas.openxmlformats.org/officeDocument/2006/relationships/slide" Target="/ppt/slides/slide19.xml" Id="R262c9b939273490c" /><Relationship Type="http://schemas.openxmlformats.org/officeDocument/2006/relationships/slide" Target="/ppt/slides/slide20.xml" Id="R3fe19d7c1a3e41c9" /><Relationship Type="http://schemas.openxmlformats.org/officeDocument/2006/relationships/slide" Target="/ppt/slides/slide21.xml" Id="Rf3141a4983e241a0" /><Relationship Type="http://schemas.openxmlformats.org/officeDocument/2006/relationships/slide" Target="/ppt/slides/slide22.xml" Id="R20a770a7d65544fb" /><Relationship Type="http://schemas.openxmlformats.org/officeDocument/2006/relationships/slide" Target="/ppt/slides/slide23.xml" Id="R91f5e078c07d4acf" /><Relationship Type="http://schemas.openxmlformats.org/officeDocument/2006/relationships/slide" Target="/ppt/slides/slide24.xml" Id="Ra59bc062905740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eeed63ddd242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469b8dae5a94db2" /><Relationship Type="http://schemas.openxmlformats.org/officeDocument/2006/relationships/notesMaster" Target="/ppt/notesMasters/notesMaster1.xml" Id="Rf87296781b424b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438adeac5d426a" /><Relationship Type="http://schemas.openxmlformats.org/officeDocument/2006/relationships/notesMaster" Target="/ppt/notesMasters/notesMaster1.xml" Id="Re530075e563a44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ac083e292e464f" /><Relationship Type="http://schemas.openxmlformats.org/officeDocument/2006/relationships/notesMaster" Target="/ppt/notesMasters/notesMaster1.xml" Id="Ra2b8e7675eb948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bf88dabd1648d4" /><Relationship Type="http://schemas.openxmlformats.org/officeDocument/2006/relationships/notesMaster" Target="/ppt/notesMasters/notesMaster1.xml" Id="Rb0b7167c745f43b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fa9b45a6ef4c73" /><Relationship Type="http://schemas.openxmlformats.org/officeDocument/2006/relationships/notesMaster" Target="/ppt/notesMasters/notesMaster1.xml" Id="R48535e317af84b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b6df050e674e9a" /><Relationship Type="http://schemas.openxmlformats.org/officeDocument/2006/relationships/notesMaster" Target="/ppt/notesMasters/notesMaster1.xml" Id="R85c35f048db249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178550d507446c" /><Relationship Type="http://schemas.openxmlformats.org/officeDocument/2006/relationships/notesMaster" Target="/ppt/notesMasters/notesMaster1.xml" Id="Ra6013f94f17c40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9829b2be5d4e41" /><Relationship Type="http://schemas.openxmlformats.org/officeDocument/2006/relationships/notesMaster" Target="/ppt/notesMasters/notesMaster1.xml" Id="R44e1783123a845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b9bae9642745da" /><Relationship Type="http://schemas.openxmlformats.org/officeDocument/2006/relationships/notesMaster" Target="/ppt/notesMasters/notesMaster1.xml" Id="R0bbc923035fd4a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dec1020fee4ea2" /><Relationship Type="http://schemas.openxmlformats.org/officeDocument/2006/relationships/notesMaster" Target="/ppt/notesMasters/notesMaster1.xml" Id="R0d10042ee68f405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ab565d43d545e9" /><Relationship Type="http://schemas.openxmlformats.org/officeDocument/2006/relationships/notesMaster" Target="/ppt/notesMasters/notesMaster1.xml" Id="Rb942e5d0b1f541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77d8464722450b" /><Relationship Type="http://schemas.openxmlformats.org/officeDocument/2006/relationships/notesMaster" Target="/ppt/notesMasters/notesMaster1.xml" Id="R989a96839b06479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1d4d35ea4f44f01" /><Relationship Type="http://schemas.openxmlformats.org/officeDocument/2006/relationships/notesMaster" Target="/ppt/notesMasters/notesMaster1.xml" Id="Rf8b6780c8c2f47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62ce51a7de4d3f" /><Relationship Type="http://schemas.openxmlformats.org/officeDocument/2006/relationships/notesMaster" Target="/ppt/notesMasters/notesMaster1.xml" Id="R6dded37bb8e9496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a4bc8ac7c194979" /><Relationship Type="http://schemas.openxmlformats.org/officeDocument/2006/relationships/notesMaster" Target="/ppt/notesMasters/notesMaster1.xml" Id="R98b144d3e1534ef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ba0132476e0431b" /><Relationship Type="http://schemas.openxmlformats.org/officeDocument/2006/relationships/notesMaster" Target="/ppt/notesMasters/notesMaster1.xml" Id="R0abf60e6601243c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7a1b80840d4efa" /><Relationship Type="http://schemas.openxmlformats.org/officeDocument/2006/relationships/notesMaster" Target="/ppt/notesMasters/notesMaster1.xml" Id="R881ed2da688b4ae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1ea22c09bce42b2" /><Relationship Type="http://schemas.openxmlformats.org/officeDocument/2006/relationships/notesMaster" Target="/ppt/notesMasters/notesMaster1.xml" Id="Rd33e2a847f17467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822d8b3a5f0403f" /><Relationship Type="http://schemas.openxmlformats.org/officeDocument/2006/relationships/notesMaster" Target="/ppt/notesMasters/notesMaster1.xml" Id="R5ca6455806fc42a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31e3e366c0e4e1b" /><Relationship Type="http://schemas.openxmlformats.org/officeDocument/2006/relationships/notesMaster" Target="/ppt/notesMasters/notesMaster1.xml" Id="R43caf40f8c0b4a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157b1357f2e4379" /><Relationship Type="http://schemas.openxmlformats.org/officeDocument/2006/relationships/notesMaster" Target="/ppt/notesMasters/notesMaster1.xml" Id="R4f37d66e7ea14e0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eed55f9180f45e9" /><Relationship Type="http://schemas.openxmlformats.org/officeDocument/2006/relationships/notesMaster" Target="/ppt/notesMasters/notesMaster1.xml" Id="Ra088bb215928491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2e58d25526b4e92" /><Relationship Type="http://schemas.openxmlformats.org/officeDocument/2006/relationships/notesMaster" Target="/ppt/notesMasters/notesMaster1.xml" Id="Rad4d29662d08488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235cc85e3914b0c" /><Relationship Type="http://schemas.openxmlformats.org/officeDocument/2006/relationships/notesMaster" Target="/ppt/notesMasters/notesMaster1.xml" Id="R478b5172fbf846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Presenting the project and individual contribution</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Presenting the project and individual contribution</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Presenting the project and individual contribution. Explain why this example is needed before running it.</a:t>
            </a:r>
          </a:p>
          <a:p xmlns:a="http://schemas.openxmlformats.org/drawingml/2006/main">
            <a:r>
              <a:t/>
            </a:r>
          </a:p>
          <a:p xmlns:a="http://schemas.openxmlformats.org/drawingml/2006/main">
            <a:r>
              <a:t>EXPLAIN</a:t>
            </a:r>
          </a:p>
          <a:p xmlns:a="http://schemas.openxmlformats.org/drawingml/2006/main">
            <a:r>
              <a:t>Explain your question and one supported finding.</a:t>
            </a:r>
          </a:p>
          <a:p xmlns:a="http://schemas.openxmlformats.org/drawingml/2006/main">
            <a:r>
              <a:t/>
            </a:r>
          </a:p>
          <a:p xmlns:a="http://schemas.openxmlformats.org/drawingml/2006/main">
            <a:r>
              <a:t>State a limitation and your individual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Presenting the project and individual contribution.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New models and a last-minute redesign are unnecessary. Fix broken run instructions first.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What question did your team investigate, and what result can you support with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 presentation connects a claim to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presentation connects a claim to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POINT TO THE DEFINITION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NEXT</a:t>
            </a:r>
          </a:p>
          <a:p xmlns:a="http://schemas.openxmlformats.org/drawingml/2006/main">
            <a:r>
              <a:t>A six-minute presentation.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six-minute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Build on A presentation connects a claim to evidence. Explain why this example is needed before running it.</a:t>
            </a:r>
          </a:p>
          <a:p xmlns:a="http://schemas.openxmlformats.org/drawingml/2006/main">
            <a:r>
              <a:t/>
            </a:r>
          </a:p>
          <a:p xmlns:a="http://schemas.openxmlformats.org/drawingml/2006/main">
            <a:r>
              <a:t>EXPLAIN</a:t>
            </a:r>
          </a:p>
          <a:p xmlns:a="http://schemas.openxmlformats.org/drawingml/2006/main">
            <a:r>
              <a:t>Minutes 1–2: explain the question and data.</a:t>
            </a:r>
          </a:p>
          <a:p xmlns:a="http://schemas.openxmlformats.org/drawingml/2006/main">
            <a:r>
              <a:t/>
            </a:r>
          </a:p>
          <a:p xmlns:a="http://schemas.openxmlformats.org/drawingml/2006/main">
            <a:r>
              <a:t>Minutes 3–4: show the method and one supported result.</a:t>
            </a:r>
          </a:p>
          <a:p xmlns:a="http://schemas.openxmlformats.org/drawingml/2006/main">
            <a:r>
              <a:t/>
            </a:r>
          </a:p>
          <a:p xmlns:a="http://schemas.openxmlformats.org/drawingml/2006/main">
            <a:r>
              <a:t>Minutes 5–6: explain limitations, contributions and a next step.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Build on the preceding slide: A presentation connects a claim to evidence.</a:t>
            </a:r>
          </a:p>
          <a:p xmlns:a="http://schemas.openxmlformats.org/drawingml/2006/main">
            <a:r>
              <a:t/>
            </a:r>
          </a:p>
          <a:p xmlns:a="http://schemas.openxmlformats.org/drawingml/2006/main">
            <a:r>
              <a:t>LECTURER CUE</a:t>
            </a:r>
          </a:p>
          <a:p xmlns:a="http://schemas.openxmlformats.org/drawingml/2006/main">
            <a:r>
              <a:t>Model a six-minute presentation: one minute for the problem, one for the data, two for the method and result, one for limitations and one for contribution and next step.</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Make the evidence readable.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Make the evidence readable.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Build on A six-minute presentation. Explain why this example is needed before running it.</a:t>
            </a:r>
          </a:p>
          <a:p xmlns:a="http://schemas.openxmlformats.org/drawingml/2006/main">
            <a:r>
              <a:t/>
            </a:r>
          </a:p>
          <a:p xmlns:a="http://schemas.openxmlformats.org/drawingml/2006/main">
            <a:r>
              <a:t>EXPLAIN</a:t>
            </a:r>
          </a:p>
          <a:p xmlns:a="http://schemas.openxmlformats.org/drawingml/2006/main">
            <a:r>
              <a:t>Name the chart axes and their units.</a:t>
            </a:r>
          </a:p>
          <a:p xmlns:a="http://schemas.openxmlformats.org/drawingml/2006/main">
            <a:r>
              <a:t/>
            </a:r>
          </a:p>
          <a:p xmlns:a="http://schemas.openxmlformats.org/drawingml/2006/main">
            <a:r>
              <a:t>State the measured evaluation result and how you obtained it.</a:t>
            </a:r>
          </a:p>
          <a:p xmlns:a="http://schemas.openxmlformats.org/drawingml/2006/main">
            <a:r>
              <a:t/>
            </a:r>
          </a:p>
          <a:p xmlns:a="http://schemas.openxmlformats.org/drawingml/2006/main">
            <a:r>
              <a:t>Point to the particular table, plot or calculation that supports your claim.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Build on the preceding slide: A six-minute presentation.</a:t>
            </a:r>
          </a:p>
          <a:p xmlns:a="http://schemas.openxmlformats.org/drawingml/2006/main">
            <a:r>
              <a:t/>
            </a:r>
          </a:p>
          <a:p xmlns:a="http://schemas.openxmlformats.org/drawingml/2006/main">
            <a:r>
              <a:t>LECTURER CUE</a:t>
            </a:r>
          </a:p>
          <a:p xmlns:a="http://schemas.openxmlformats.org/drawingml/2006/main">
            <a:r>
              <a:t>Explain each chart’s axes and unit before stating its finding. Use the actual measured validation results and state how they were obtained.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Explain the limits honestly.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Explain the limits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Build on Make the evidence readable. Explain why this example is needed before running it.</a:t>
            </a:r>
          </a:p>
          <a:p xmlns:a="http://schemas.openxmlformats.org/drawingml/2006/main">
            <a:r>
              <a:t/>
            </a:r>
          </a:p>
          <a:p xmlns:a="http://schemas.openxmlformats.org/drawingml/2006/main">
            <a:r>
              <a:t>EXPLAIN</a:t>
            </a:r>
          </a:p>
          <a:p xmlns:a="http://schemas.openxmlformats.org/drawingml/2006/main">
            <a:r>
              <a:t>State what your investigation can support.</a:t>
            </a:r>
          </a:p>
          <a:p xmlns:a="http://schemas.openxmlformats.org/drawingml/2006/main">
            <a:r>
              <a:t/>
            </a:r>
          </a:p>
          <a:p xmlns:a="http://schemas.openxmlformats.org/drawingml/2006/main">
            <a:r>
              <a:t>If an answer is unknown, say what evidence would resolve it.</a:t>
            </a:r>
          </a:p>
          <a:p xmlns:a="http://schemas.openxmlformats.org/drawingml/2006/main">
            <a:r>
              <a:t/>
            </a:r>
          </a:p>
          <a:p xmlns:a="http://schemas.openxmlformats.org/drawingml/2006/main">
            <a:r>
              <a:t>Teaching data alone do not establish readiness for real operation.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Build on the preceding slide: Make the evidence readable.</a:t>
            </a:r>
          </a:p>
          <a:p xmlns:a="http://schemas.openxmlformats.org/drawingml/2006/main">
            <a:r>
              <a:t/>
            </a:r>
          </a:p>
          <a:p xmlns:a="http://schemas.openxmlformats.org/drawingml/2006/main">
            <a:r>
              <a:t>LECTURER CUE</a:t>
            </a:r>
          </a:p>
          <a:p xmlns:a="http://schemas.openxmlformats.org/drawingml/2006/main">
            <a:r>
              <a:t>Practise saying “I do not know yet” followed by the evidence needed to resolve the question. Do not claim deployment readiness from a teaching dataset.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 are explaining to a colleague.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Explain the limits honestly. Explain why this example is needed before running it.</a:t>
            </a:r>
          </a:p>
          <a:p xmlns:a="http://schemas.openxmlformats.org/drawingml/2006/main">
            <a:r>
              <a:t/>
            </a:r>
          </a:p>
          <a:p xmlns:a="http://schemas.openxmlformats.org/drawingml/2006/main">
            <a:r>
              <a:t>EXPLAIN</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project and DEMO requirements.</a:t>
            </a:r>
          </a:p>
          <a:p xmlns:a="http://schemas.openxmlformats.org/drawingml/2006/main">
            <a:r>
              <a:t/>
            </a:r>
          </a:p>
          <a:p xmlns:a="http://schemas.openxmlformats.org/drawingml/2006/main">
            <a:r>
              <a:t>Each individual submits their own typed defence and reflection through the designated route.</a:t>
            </a:r>
          </a:p>
          <a:p xmlns:a="http://schemas.openxmlformats.org/drawingml/2006/main">
            <a:r>
              <a:t/>
            </a:r>
          </a:p>
          <a:p xmlns:a="http://schemas.openxmlformats.org/drawingml/2006/main">
            <a:r>
              <a:t>Submit your own written defence and reflection as instructed.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Use the published project and DEMO requirements. Each individual submits their own typed defence and reflection through the designated route. Live questioning and peer comments support learning; they are not a new manual marking workload.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Problem definition (15.0 total): The engineering problem is real, specific and bounded.</a:t>
            </a:r>
          </a:p>
          <a:p xmlns:a="http://schemas.openxmlformats.org/drawingml/2006/main">
            <a:r>
              <a:t/>
            </a:r>
          </a:p>
          <a:p xmlns:a="http://schemas.openxmlformats.org/drawingml/2006/main">
            <a:r>
              <a:t>The ML task is correctly derived from it.</a:t>
            </a:r>
          </a:p>
          <a:p xmlns:a="http://schemas.openxmlformats.org/drawingml/2006/main">
            <a:r>
              <a:t/>
            </a:r>
          </a:p>
          <a:p xmlns:a="http://schemas.openxmlformats.org/drawingml/2006/main">
            <a:r>
              <a:t>The target variable is justified, not merely available.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Data understanding (15.0 total): Provenance, licence and collection method stated.</a:t>
            </a:r>
          </a:p>
          <a:p xmlns:a="http://schemas.openxmlformats.org/drawingml/2006/main">
            <a:r>
              <a:t/>
            </a:r>
          </a:p>
          <a:p xmlns:a="http://schemas.openxmlformats.org/drawingml/2006/main">
            <a:r>
              <a:t>Defects found and handled with justification.</a:t>
            </a:r>
          </a:p>
          <a:p xmlns:a="http://schemas.openxmlformats.org/drawingml/2006/main">
            <a:r>
              <a:t/>
            </a:r>
          </a:p>
          <a:p xmlns:a="http://schemas.openxmlformats.org/drawingml/2006/main">
            <a:r>
              <a:t>Limitations of the data acknowledged before any modelling.</a:t>
            </a:r>
          </a:p>
          <a:p xmlns:a="http://schemas.openxmlformats.org/drawingml/2006/main">
            <a:r>
              <a:t/>
            </a:r>
          </a:p>
          <a:p xmlns:a="http://schemas.openxmlformats.org/drawingml/2006/main">
            <a:r>
              <a:t>Methodology (20.0 total): Appropriate models chosen and compared under one protocol.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Hyperparameters handled sensibly.</a:t>
            </a:r>
          </a:p>
          <a:p xmlns:a="http://schemas.openxmlformats.org/drawingml/2006/main">
            <a:r>
              <a:t/>
            </a:r>
          </a:p>
          <a:p xmlns:a="http://schemas.openxmlformats.org/drawingml/2006/main">
            <a:r>
              <a:t>Choices explained rather than defaulted to.</a:t>
            </a:r>
          </a:p>
          <a:p xmlns:a="http://schemas.openxmlformats.org/drawingml/2006/main">
            <a:r>
              <a:t/>
            </a:r>
          </a:p>
          <a:p xmlns:a="http://schemas.openxmlformats.org/drawingml/2006/main">
            <a:r>
              <a:t>Engineering reasoning (20.0 total): Domain knowledge visibly enters the work through features, banding, metric choice or interpretation.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The result is discussed as engineering, not as a score.</a:t>
            </a:r>
          </a:p>
          <a:p xmlns:a="http://schemas.openxmlformats.org/drawingml/2006/main">
            <a:r>
              <a:t/>
            </a:r>
          </a:p>
          <a:p xmlns:a="http://schemas.openxmlformats.org/drawingml/2006/main">
            <a:r>
              <a:t>Validation (15.0 total): Correct train/test discipline, cross-validation with a reported spread, leakage explicitly checked and ruled out, metric justified against the cost of error.</a:t>
            </a:r>
          </a:p>
          <a:p xmlns:a="http://schemas.openxmlformats.org/drawingml/2006/main">
            <a:r>
              <a:t/>
            </a:r>
          </a:p>
          <a:p xmlns:a="http://schemas.openxmlformats.org/drawingml/2006/main">
            <a:r>
              <a:t>Communication (10.0 total): The 2-page brief is readable by a non-specialist engineer.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Charts answer questions and are captioned with findings.</a:t>
            </a:r>
          </a:p>
          <a:p xmlns:a="http://schemas.openxmlformats.org/drawingml/2006/main">
            <a:r>
              <a:t/>
            </a:r>
          </a:p>
          <a:p xmlns:a="http://schemas.openxmlformats.org/drawingml/2006/main">
            <a:r>
              <a:t>Uncertainty and limitations stated honestly.</a:t>
            </a:r>
          </a:p>
          <a:p xmlns:a="http://schemas.openxmlformats.org/drawingml/2006/main">
            <a:r>
              <a:t/>
            </a:r>
          </a:p>
          <a:p xmlns:a="http://schemas.openxmlformats.org/drawingml/2006/main">
            <a:r>
              <a:t>Reproducibility &amp; documentation (5.0 total): Repository runs from a clean clone.</a:t>
            </a:r>
          </a:p>
          <a:p xmlns:a="http://schemas.openxmlformats.org/drawingml/2006/main">
            <a:r>
              <a:t/>
            </a:r>
          </a:p>
          <a:p xmlns:a="http://schemas.openxmlformats.org/drawingml/2006/main">
            <a:r>
              <a:t>README complete. requirements.txt present.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Seeds set.</a:t>
            </a:r>
          </a:p>
          <a:p xmlns:a="http://schemas.openxmlformats.org/drawingml/2006/main">
            <a:r>
              <a:t/>
            </a:r>
          </a:p>
          <a:p xmlns:a="http://schemas.openxmlformats.org/drawingml/2006/main">
            <a:r>
              <a:t>AI use declared.</a:t>
            </a:r>
          </a:p>
          <a:p xmlns:a="http://schemas.openxmlformats.org/drawingml/2006/main">
            <a:r>
              <a:t/>
            </a:r>
          </a:p>
          <a:p xmlns:a="http://schemas.openxmlformats.org/drawingml/2006/main">
            <a:r>
              <a:t>Contribution log present.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CML3112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24 Nov 2026, 11:00 Kampala</a:t>
            </a:r>
          </a:p>
          <a:p xmlns:a="http://schemas.openxmlformats.org/drawingml/2006/main">
            <a:r>
              <a:t/>
            </a:r>
          </a:p>
          <a:p xmlns:a="http://schemas.openxmlformats.org/drawingml/2006/main">
            <a:r>
              <a:t>Deadline: 15 Dec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Presentation evidence (35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Presentation evidence (35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Build on Engineering ML project submission. Explain why this example is needed before running it.</a:t>
            </a:r>
          </a:p>
          <a:p xmlns:a="http://schemas.openxmlformats.org/drawingml/2006/main">
            <a:r>
              <a:t/>
            </a:r>
          </a:p>
          <a:p xmlns:a="http://schemas.openxmlformats.org/drawingml/2006/main">
            <a:r>
              <a:t>EXPLAIN</a:t>
            </a:r>
          </a:p>
          <a:p xmlns:a="http://schemas.openxmlformats.org/drawingml/2006/main">
            <a:r>
              <a:t>Slides and narration notes explain the question, method, evidence and limitations for an engineering audience.</a:t>
            </a:r>
          </a:p>
          <a:p xmlns:a="http://schemas.openxmlformats.org/drawingml/2006/main">
            <a:r>
              <a:t/>
            </a:r>
          </a:p>
          <a:p xmlns:a="http://schemas.openxmlformats.org/drawingml/2006/main">
            <a:r>
              <a:t>The local text grader does not assess visual styling or spoken delivery.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Build on the preceding slide: Engineering ML project submission.</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Individual written defence (40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Individual written defence (40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Build on Presentation evidence (35 marks). Explain why this example is needed before running it.</a:t>
            </a:r>
          </a:p>
          <a:p xmlns:a="http://schemas.openxmlformats.org/drawingml/2006/main">
            <a:r>
              <a:t/>
            </a:r>
          </a:p>
          <a:p xmlns:a="http://schemas.openxmlformats.org/drawingml/2006/main">
            <a:r>
              <a:t>EXPLAIN</a:t>
            </a:r>
          </a:p>
          <a:p xmlns:a="http://schemas.openxmlformats.org/drawingml/2006/main">
            <a:r>
              <a:t>Two typed answers about the student's own repository identify specific cells/results and explain the decisions.</a:t>
            </a:r>
          </a:p>
          <a:p xmlns:a="http://schemas.openxmlformats.org/drawingml/2006/main">
            <a:r>
              <a:t/>
            </a:r>
          </a:p>
          <a:p xmlns:a="http://schemas.openxmlformats.org/drawingml/2006/main">
            <a:r>
              <a:t>Credit is based on the submitted evidence; live questioning is formative.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Build on the preceding slide: Presentation evidence (35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Reflection (20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Reflection (20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Build on Individual written defence (40 marks). Explain why this example is needed before running it.</a:t>
            </a:r>
          </a:p>
          <a:p xmlns:a="http://schemas.openxmlformats.org/drawingml/2006/main">
            <a:r>
              <a:t/>
            </a:r>
          </a:p>
          <a:p xmlns:a="http://schemas.openxmlformats.org/drawingml/2006/main">
            <a:r>
              <a:t>EXPLAIN</a:t>
            </a:r>
          </a:p>
          <a:p xmlns:a="http://schemas.openxmlformats.org/drawingml/2006/main">
            <a:r>
              <a:t>500 words.</a:t>
            </a:r>
          </a:p>
          <a:p xmlns:a="http://schemas.openxmlformats.org/drawingml/2006/main">
            <a:r>
              <a:t/>
            </a:r>
          </a:p>
          <a:p xmlns:a="http://schemas.openxmlformats.org/drawingml/2006/main">
            <a:r>
              <a:t>Specific about what changed since Week 1, what remains difficult, and two concrete Semester 2 goals.</a:t>
            </a:r>
          </a:p>
          <a:p xmlns:a="http://schemas.openxmlformats.org/drawingml/2006/main">
            <a:r>
              <a:t/>
            </a:r>
          </a:p>
          <a:p xmlns:a="http://schemas.openxmlformats.org/drawingml/2006/main">
            <a:r>
              <a:t>Generic reflection scores low.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Build on the preceding slide: Individual written defence (40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NEXT</a:t>
            </a:r>
          </a:p>
          <a:p xmlns:a="http://schemas.openxmlformats.org/drawingml/2006/main">
            <a:r>
              <a:t>AI-use declaration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AI-use declaration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Build on Reflection (20 marks). Explain why this example is needed before running it.</a:t>
            </a:r>
          </a:p>
          <a:p xmlns:a="http://schemas.openxmlformats.org/drawingml/2006/main">
            <a:r>
              <a:t/>
            </a:r>
          </a:p>
          <a:p xmlns:a="http://schemas.openxmlformats.org/drawingml/2006/main">
            <a:r>
              <a:t>EXPLAIN</a:t>
            </a:r>
          </a:p>
          <a:p xmlns:a="http://schemas.openxmlformats.org/drawingml/2006/main">
            <a:r>
              <a:t>Present, complete and plausible against the repository history.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Build on the preceding slide: Reflection (20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Presentation and individual reflection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Presentation and individual reflection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Build on AI-use declaration (5 marks). Explain why this example is needed before running it.</a:t>
            </a:r>
          </a:p>
          <a:p xmlns:a="http://schemas.openxmlformats.org/drawingml/2006/main">
            <a:r>
              <a:t/>
            </a:r>
          </a:p>
          <a:p xmlns:a="http://schemas.openxmlformats.org/drawingml/2006/main">
            <a:r>
              <a:t>EXPLAIN</a:t>
            </a:r>
          </a:p>
          <a:p xmlns:a="http://schemas.openxmlformats.org/drawingml/2006/main">
            <a:r>
              <a:t>Opens: 24 Nov 2026, 11:00 Kampala</a:t>
            </a:r>
          </a:p>
          <a:p xmlns:a="http://schemas.openxmlformats.org/drawingml/2006/main">
            <a:r>
              <a:t/>
            </a:r>
          </a:p>
          <a:p xmlns:a="http://schemas.openxmlformats.org/drawingml/2006/main">
            <a:r>
              <a:t>Deadline: 15 Dec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Build on the preceding slide: AI-use declaration (5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Presentation and individual reflection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point to the evidence behind one decision you personally worked 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Presentation and individual reflection submission.</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ad0b2b7ed8c4b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b4c4d0655044d4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ec1bd36be56490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1e645383815429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bc8a1a0052b4a8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e96dd6319e441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B65DCF-8E7C-41C4-836A-A1684FC85EE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13A1CD8-4D11-4356-8901-61A06F08550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5C24B2F-6BE1-49DD-820D-634D6A63432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50F9172-669E-4F2A-B12C-7F729C37EE4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B1F1D60-193A-491A-9570-2959BED882E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E7D344E-2045-4D4D-8CB9-F8328EF1CFD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BA43CB3-E95E-406C-95B1-193705BC3E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F491BF5-5237-4F21-AC0C-7B77B612B05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88DEAA1-8483-4B07-BE52-5A72BFF8958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59A841E-0FAE-4AB8-A98F-C2E7BF31826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081F0EB-AA9C-47B5-A4DD-6CA08AA4102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FDE513B-7D96-4483-9BDA-FF5475A4E020}"/>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070892A-6FEB-4F31-97E8-C35A0FD5FA4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E0FE808-B8DC-4A2F-BBB8-C720587FA30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968E940-B64A-4C12-9BA0-BE95F4B10C7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661bc0047234ac9" /><Relationship Type="http://schemas.openxmlformats.org/officeDocument/2006/relationships/slideLayout" Target="/ppt/slideLayouts/slideLayout1.xml" Id="R8e313cce363d41cf" /><Relationship Type="http://schemas.openxmlformats.org/officeDocument/2006/relationships/slideLayout" Target="/ppt/slideLayouts/slideLayout2.xml" Id="R79c4e74630444162" /><Relationship Type="http://schemas.openxmlformats.org/officeDocument/2006/relationships/slideLayout" Target="/ppt/slideLayouts/slideLayout3.xml" Id="R414f90279acb4c49" /><Relationship Type="http://schemas.openxmlformats.org/officeDocument/2006/relationships/slideLayout" Target="/ppt/slideLayouts/slideLayout4.xml" Id="R0cd035443145426f" /><Relationship Type="http://schemas.openxmlformats.org/officeDocument/2006/relationships/slideLayout" Target="/ppt/slideLayouts/slideLayout5.xml" Id="Rfbc397f0b5ec4cc0" /><Relationship Type="http://schemas.openxmlformats.org/officeDocument/2006/relationships/slideLayout" Target="/ppt/slideLayouts/slideLayout6.xml" Id="Rb5c234fde58b4d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313cce363d41cf"/>
    <p:sldLayoutId xmlns:r="http://schemas.openxmlformats.org/officeDocument/2006/relationships" id="2147483650" r:id="R79c4e74630444162"/>
    <p:sldLayoutId xmlns:r="http://schemas.openxmlformats.org/officeDocument/2006/relationships" id="2147483651" r:id="R414f90279acb4c49"/>
    <p:sldLayoutId xmlns:r="http://schemas.openxmlformats.org/officeDocument/2006/relationships" id="2147483652" r:id="R0cd035443145426f"/>
    <p:sldLayoutId xmlns:r="http://schemas.openxmlformats.org/officeDocument/2006/relationships" id="2147483653" r:id="Rfbc397f0b5ec4cc0"/>
    <p:sldLayoutId xmlns:r="http://schemas.openxmlformats.org/officeDocument/2006/relationships" id="2147483654" r:id="Rb5c234fde58b4d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f1d65c80ac24551" /><Relationship Type="http://schemas.openxmlformats.org/officeDocument/2006/relationships/image" Target="/ppt/media/image.png" Id="R4a36764bccdc4024" /><Relationship Type="http://schemas.openxmlformats.org/officeDocument/2006/relationships/notesSlide" Target="/ppt/notesSlides/notesSlide1.xml" Id="Rb00a709c37e54d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3de3f1e32a844e5" /><Relationship Type="http://schemas.openxmlformats.org/officeDocument/2006/relationships/notesSlide" Target="/ppt/notesSlides/notesSlide2.xml" Id="R8126797db0cc4a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be01b54bff47b3" /><Relationship Type="http://schemas.openxmlformats.org/officeDocument/2006/relationships/notesSlide" Target="/ppt/notesSlides/notesSlide3.xml" Id="R65582850047246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a8f51dd16cb46d4" /><Relationship Type="http://schemas.openxmlformats.org/officeDocument/2006/relationships/notesSlide" Target="/ppt/notesSlides/notesSlide4.xml" Id="R19259c1b161846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d1582de7944a21" /><Relationship Type="http://schemas.openxmlformats.org/officeDocument/2006/relationships/notesSlide" Target="/ppt/notesSlides/notesSlide5.xml" Id="Rd5ad95fd0bd74e9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0f2a0e88e1d42bc" /><Relationship Type="http://schemas.openxmlformats.org/officeDocument/2006/relationships/notesSlide" Target="/ppt/notesSlides/notesSlide6.xml" Id="Rc0c409d5a55c44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3fe6b2b71034888" /><Relationship Type="http://schemas.openxmlformats.org/officeDocument/2006/relationships/notesSlide" Target="/ppt/notesSlides/notesSlide7.xml" Id="R91babf9973ec46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1c6a2f888f4fa1" /><Relationship Type="http://schemas.openxmlformats.org/officeDocument/2006/relationships/notesSlide" Target="/ppt/notesSlides/notesSlide8.xml" Id="R0ab4488c8fa7456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d5a5b2dcb034959" /><Relationship Type="http://schemas.openxmlformats.org/officeDocument/2006/relationships/notesSlide" Target="/ppt/notesSlides/notesSlide9.xml" Id="R5ea33f31c66145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5c885cde4df4cde" /><Relationship Type="http://schemas.openxmlformats.org/officeDocument/2006/relationships/notesSlide" Target="/ppt/notesSlides/notesSlide10.xml" Id="Rb637e2a305304d0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f02c7fb67334ec3" /><Relationship Type="http://schemas.openxmlformats.org/officeDocument/2006/relationships/notesSlide" Target="/ppt/notesSlides/notesSlide11.xml" Id="R3ce85d22b1244f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31235406bfe480f" /><Relationship Type="http://schemas.openxmlformats.org/officeDocument/2006/relationships/notesSlide" Target="/ppt/notesSlides/notesSlide12.xml" Id="Rf99cb273934a4f3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16259507bfa449b" /><Relationship Type="http://schemas.openxmlformats.org/officeDocument/2006/relationships/notesSlide" Target="/ppt/notesSlides/notesSlide13.xml" Id="Rfd389f65466d444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fba01bff6ba4e9f" /><Relationship Type="http://schemas.openxmlformats.org/officeDocument/2006/relationships/notesSlide" Target="/ppt/notesSlides/notesSlide14.xml" Id="R8bb0c980eee1470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689a99b0f304251" /><Relationship Type="http://schemas.openxmlformats.org/officeDocument/2006/relationships/notesSlide" Target="/ppt/notesSlides/notesSlide15.xml" Id="Rdd0de4d4bac644c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b7cb6f8c91042f9" /><Relationship Type="http://schemas.openxmlformats.org/officeDocument/2006/relationships/notesSlide" Target="/ppt/notesSlides/notesSlide16.xml" Id="Rf5ba85c1e2a249e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626eb7657c2416c" /><Relationship Type="http://schemas.openxmlformats.org/officeDocument/2006/relationships/notesSlide" Target="/ppt/notesSlides/notesSlide17.xml" Id="R22103b33c0fe41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3431b73860e4f13" /><Relationship Type="http://schemas.openxmlformats.org/officeDocument/2006/relationships/hyperlink" Target="https://docs.google.com/forms/d/e/1FAIpQLScD30Pc6ce5oxjODx1WAXBoNeXE65KXD488S4ja9tgKPAWnsQ/viewform" TargetMode="External" Id="R503b4b8b03524355" /><Relationship Type="http://schemas.openxmlformats.org/officeDocument/2006/relationships/notesSlide" Target="/ppt/notesSlides/notesSlide18.xml" Id="R3ceb03f25208405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40310be38374989" /><Relationship Type="http://schemas.openxmlformats.org/officeDocument/2006/relationships/notesSlide" Target="/ppt/notesSlides/notesSlide19.xml" Id="R9370aaa0d9c5443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1d51c5f002a41fd" /><Relationship Type="http://schemas.openxmlformats.org/officeDocument/2006/relationships/notesSlide" Target="/ppt/notesSlides/notesSlide20.xml" Id="R6d9c4e0161ca49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32590b04bc74624" /><Relationship Type="http://schemas.openxmlformats.org/officeDocument/2006/relationships/notesSlide" Target="/ppt/notesSlides/notesSlide21.xml" Id="R3da92385fe3540f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95b072b215f4353" /><Relationship Type="http://schemas.openxmlformats.org/officeDocument/2006/relationships/notesSlide" Target="/ppt/notesSlides/notesSlide22.xml" Id="Rb91875db2527401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d63b3c732714623" /><Relationship Type="http://schemas.openxmlformats.org/officeDocument/2006/relationships/hyperlink" Target="https://docs.google.com/forms/d/e/1FAIpQLSeysbLBKvHp3A-2GvSz_4KodUPaS9D2oASV9-j-qx_IDXPzlw/viewform" TargetMode="External" Id="R0a2ba765392347bb" /><Relationship Type="http://schemas.openxmlformats.org/officeDocument/2006/relationships/notesSlide" Target="/ppt/notesSlides/notesSlide23.xml" Id="R02440b662dc94a5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9635d2cdb4241ed" /><Relationship Type="http://schemas.openxmlformats.org/officeDocument/2006/relationships/notesSlide" Target="/ppt/notesSlides/notesSlide24.xml" Id="R436efad7106a49f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a36764bccdc402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986E70A-E761-469C-8FB5-9CF648A935B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CEBEEF9-5C76-4A6B-B8C0-4A65CC2F038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15</a:t>
            </a:r>
          </a:p>
        </p:txBody>
      </p:sp>
      <p:sp>
        <p:nvSpPr>
          <p:cNvPr id="4" name="">
            <a:extLst xmlns:a="http://schemas.openxmlformats.org/drawingml/2006/main">
              <a:ext uri="{FF2B5EF4-FFF2-40B4-BE49-F238E27FC236}">
                <a16:creationId xmlns:a16="http://schemas.microsoft.com/office/drawing/2014/main" id="{0118057B-7B00-4296-93A7-FCC266ABA63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EEEB49A2-C82B-43C4-A500-EE6A8ADA51D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1C78DA28-E6EF-473B-BD9B-8F74F699FBB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15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8744752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74C842-A8E4-4ACD-9E57-3A181A5189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37834A-E787-4A69-96DD-4E96C1F1C1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B6DD4AF-A526-45E4-A0C6-A8AAD878DE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52FBCE5-9D11-4E5C-A33F-A7975751497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4DC6B8-52C2-4B7A-99F5-E51D5543812E}"/>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1A4AF13-AA96-460D-B775-C077B940E08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C0B6F092-9046-415E-B631-C29A2CF48E5E}"/>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B64CC21-374A-4C6D-A259-1A13EE6C7F5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BFF8BADB-7E29-4678-A731-7308BAC731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a:t>
            </a:r>
          </a:p>
        </p:txBody>
      </p:sp>
    </p:spTree>
    <p:extLst>
      <p:ext uri="{BB962C8B-B14F-4D97-AF65-F5344CB8AC3E}">
        <p14:creationId xmlns:p14="http://schemas.microsoft.com/office/powerpoint/2010/main" val="199326722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AF4AE5-AFE6-4E7C-9BBB-EE339AEF09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8CB5F7-11D4-4B1B-AA4B-EF8C700B60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58E6CA-CE32-4B77-A02C-F9B371BFAB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8D78788-4A86-4405-900A-965007211BC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F733A0-93C1-42CC-BB4E-640F405EF7A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DF92A53C-909E-4166-BCC7-F5B2453C7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3</a:t>
            </a:r>
          </a:p>
        </p:txBody>
      </p:sp>
    </p:spTree>
    <p:extLst>
      <p:ext uri="{BB962C8B-B14F-4D97-AF65-F5344CB8AC3E}">
        <p14:creationId xmlns:p14="http://schemas.microsoft.com/office/powerpoint/2010/main" val="1345706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2016F0-68D7-4FE1-9D6D-9E12ED4C79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0572CF-9D4C-45BC-BBDC-B064E70D6B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A36694B-1663-46C6-901C-9BF60ED620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DBE7B75B-1ACC-4E79-A295-A78DDD20AC6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892DFF-8A9A-46DF-91E6-4EBA18B55B2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49A8CB21-4BE5-4A12-AF64-1850C0FD058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F7DB71EA-0FB7-42E1-8231-1694AA0ECE2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3962CA1-B102-41C5-B365-33F973316A0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ADEF39E7-C101-4C18-859D-F34038FB104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8EB763F2-B8A3-4996-8D74-BEA47302C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4</a:t>
            </a:r>
          </a:p>
        </p:txBody>
      </p:sp>
    </p:spTree>
    <p:extLst>
      <p:ext uri="{BB962C8B-B14F-4D97-AF65-F5344CB8AC3E}">
        <p14:creationId xmlns:p14="http://schemas.microsoft.com/office/powerpoint/2010/main" val="770119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EB83E6-C03A-4DD4-867E-52B4FC414F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08E08D-1669-458C-8784-3099B5D01D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7F5B4C-319D-4EBF-987A-719EF26DA7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7A326429-FEEF-4EF3-A0A9-7A17E9EE604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88E84D-0790-48B9-A4A0-62217E6CCDC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D5896F79-B015-4B0C-A382-8DF4032D28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1E38E0-9BDA-4444-864C-6A5FE36609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D59CA6AE-F627-4A86-A6A1-76AEDEE1C77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D0D5FE-36EB-4F8B-9E65-45DA298B90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EF1BD63D-EBA2-47E7-9518-258B4627C8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5</a:t>
            </a:r>
          </a:p>
        </p:txBody>
      </p:sp>
    </p:spTree>
    <p:extLst>
      <p:ext uri="{BB962C8B-B14F-4D97-AF65-F5344CB8AC3E}">
        <p14:creationId xmlns:p14="http://schemas.microsoft.com/office/powerpoint/2010/main" val="21246189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D23C7B-BB18-4F6C-8673-B955171D0D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68CC1C-98C9-4886-9AE2-A5C3254A8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466D203-F8D3-4642-AC02-DAA02A539E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51F3520F-01DB-40AC-B95D-ACC3C3C22B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349B52-0EEF-4396-BDB0-3E733FF960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C286C12E-F187-4425-BBF5-C0323EF9521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7807B4-F0B5-4385-80DA-0060A184DA9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4E1784B9-6637-4ED6-B896-7610B9F0BEC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BDF655-15FA-45BC-87AC-F4F0C277B2A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1DB405CD-FF97-474C-A49E-4DE51AB229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6</a:t>
            </a:r>
          </a:p>
        </p:txBody>
      </p:sp>
    </p:spTree>
    <p:extLst>
      <p:ext uri="{BB962C8B-B14F-4D97-AF65-F5344CB8AC3E}">
        <p14:creationId xmlns:p14="http://schemas.microsoft.com/office/powerpoint/2010/main" val="2014200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655A97-6C85-4799-8CB5-4A031E054E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7EAF77-7ECC-4E9E-90E0-A03E062EAD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188714-54BF-40FC-B77E-CBE83DB256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B7054B7E-BA22-4042-BAB2-78F4938263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10477A-4128-4000-833A-69FA37C018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C08CC121-B061-4937-A12F-58A29473323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3B3376-A342-412C-818B-4A7B9B3474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3D4D69E7-E2F3-4F2B-B7D6-FAE8C5705E4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81E03E-51E4-4E97-80C7-89875BA19F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FD0FB6F0-0216-42AB-A02C-5244B45CB5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7</a:t>
            </a:r>
          </a:p>
        </p:txBody>
      </p:sp>
    </p:spTree>
    <p:extLst>
      <p:ext uri="{BB962C8B-B14F-4D97-AF65-F5344CB8AC3E}">
        <p14:creationId xmlns:p14="http://schemas.microsoft.com/office/powerpoint/2010/main" val="100352114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495294-86A5-498E-B9CA-A77E45438D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542315-EB3F-457D-82C1-17F48155A2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AFEB2F-AE04-4C6B-8B4E-8B56B9677F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4A059E4E-EF2F-48D0-B659-AC0F1836D30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5B19CD-2475-4EC0-9E86-ABC079BCAE5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BE465E97-3D73-4729-83B0-AD5644DE74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8</a:t>
            </a:r>
          </a:p>
        </p:txBody>
      </p:sp>
    </p:spTree>
    <p:extLst>
      <p:ext uri="{BB962C8B-B14F-4D97-AF65-F5344CB8AC3E}">
        <p14:creationId xmlns:p14="http://schemas.microsoft.com/office/powerpoint/2010/main" val="126652878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99E988-08D1-4012-BFA2-C21775052F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4EC75E-3076-464C-9553-27F2EFBCBE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511B66A-F276-4CB7-B0D5-EC8C348CDB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B3B5120F-4243-489E-8DD2-DE0C2BFC17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E95D54-57DF-49C4-AA54-5A78AC6937E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CB1F4CD9-2C03-478F-9B86-78EE57C86BA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8DB911-5FCD-40D4-9558-A6970BCCCFF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9404A063-38A5-4DDE-8031-43805573D50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E43F19-3BC1-4C85-AFFF-C0A43BD8BDD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39B1DAB7-80DB-458F-9F8A-4122E68DE7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9</a:t>
            </a:r>
          </a:p>
        </p:txBody>
      </p:sp>
    </p:spTree>
    <p:extLst>
      <p:ext uri="{BB962C8B-B14F-4D97-AF65-F5344CB8AC3E}">
        <p14:creationId xmlns:p14="http://schemas.microsoft.com/office/powerpoint/2010/main" val="3502816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8584A7-295D-41BC-B2DA-4FC628A2D7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8A0DCF-D904-4C1A-A1A8-FFA002E7F4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A5667A-7A5D-48F9-A89F-AE0B10390F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DBBA86A2-5DBB-4E85-B8A0-EB59BEF303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5C9038-EC63-449E-B2E4-D002DE27FD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AE515048-B18B-4067-A2C3-D8FC5350299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7CA450-16DC-46F6-9DBD-D4ECA9449C7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47149581-ABDD-4363-8814-330B310B36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56177B-A6B0-42FA-95FB-20A587CCA51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E0E361E3-E88A-47E2-9C36-7D184F108B1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69A66C-7AC6-45D1-B3D9-968A142C9D0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DC101B4-29C2-44FF-87EB-D775F597CC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10</a:t>
            </a:r>
          </a:p>
        </p:txBody>
      </p:sp>
    </p:spTree>
    <p:extLst>
      <p:ext uri="{BB962C8B-B14F-4D97-AF65-F5344CB8AC3E}">
        <p14:creationId xmlns:p14="http://schemas.microsoft.com/office/powerpoint/2010/main" val="144548507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B929BD1-A10E-4CF2-A980-E0269BBD87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E0EDD7-16B8-4EB6-ACB8-BFA22F171A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A3207D-D569-4402-9B2F-788FE6AB93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48C0AEB-FECC-40BD-B208-BE38E8C456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93321B-1348-4F92-939A-86EC08346FC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48DDC645-CF06-45B9-8FFF-1093CD33090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02F6A0-6997-46F9-92B2-0B6520B6E95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C10B963E-FC9B-4800-9966-C66A2803672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57DA3A-D5F1-4FEE-829F-A70A5E08DDB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E5CCABFD-634C-42A5-BFA0-85437AFE951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39E565-BC2D-46CA-B49D-B8AF1AA3494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8CADABEA-A012-488F-9636-D1DA125792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11</a:t>
            </a:r>
          </a:p>
        </p:txBody>
      </p:sp>
    </p:spTree>
    <p:extLst>
      <p:ext uri="{BB962C8B-B14F-4D97-AF65-F5344CB8AC3E}">
        <p14:creationId xmlns:p14="http://schemas.microsoft.com/office/powerpoint/2010/main" val="162889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F3800F-7526-45F7-B265-90B95FD317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365BEC-E08D-418A-A1D5-9CB8D40883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DA7F5C-5AD0-4029-872C-DC84A6A872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2237DEF-92DB-4208-BB6D-BAFDA225BD8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672FAB-1A1D-433B-AC2A-A9A630C696A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0CB3B4B5-A1DC-490A-9859-817381DC41B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3E6D0F-76C6-4468-887D-9C1F0C0E23E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94F37BD6-C16D-4E32-9BB0-EA832FA8FA6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018E8F-2108-45A0-8C6F-873D1BE6826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8E052D89-7BF3-4D46-BE9A-4CB1D5F8A02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9B222A-FDAC-4816-BF99-6349CC477E0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D0269F9D-ECDB-4571-B89A-E2691A72F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12</a:t>
            </a:r>
          </a:p>
        </p:txBody>
      </p:sp>
    </p:spTree>
    <p:extLst>
      <p:ext uri="{BB962C8B-B14F-4D97-AF65-F5344CB8AC3E}">
        <p14:creationId xmlns:p14="http://schemas.microsoft.com/office/powerpoint/2010/main" val="5342421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67965F-59E2-4815-8BBF-251350D697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17BBD4-042F-4D46-8483-3CC3F000D2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586FA3-1DA9-4974-8341-82A017B58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0B955FE-3490-41A8-8CF3-7C40081536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721427-D48E-408A-8C89-E0BF1A33BE7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9CCF078A-0FBD-42F3-92EC-AAD2C8FE16E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34578D-B636-40B1-9E21-066246C4E74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E61664ED-BE02-4C04-9D01-B4F3F6804E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5C6CDB-91D5-49C4-ABB4-5B22D2360FC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BE2AE424-F1C6-41FC-B823-B0F2750BDFD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F27100-9282-4A4F-96D6-BAFD980C699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D8FB8604-7158-4342-9B45-7793C90514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13</a:t>
            </a:r>
          </a:p>
        </p:txBody>
      </p:sp>
    </p:spTree>
    <p:extLst>
      <p:ext uri="{BB962C8B-B14F-4D97-AF65-F5344CB8AC3E}">
        <p14:creationId xmlns:p14="http://schemas.microsoft.com/office/powerpoint/2010/main" val="3185337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EF6C1C-C901-4B76-8AB8-DF904D3CD1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13A34E-533A-40E8-9E8C-EAD8070D8F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FA7FB5-495F-4BE9-AB7A-182FE8498B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BD12F44-2DF8-4FEA-8454-C170DD7DD1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6D4921-A549-43B0-833B-E0F581FC906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E9CA5251-BAF0-474D-A11A-36F924A4FAA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760FC5-1254-4CD8-9553-200EC293BB2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9E460F6F-846E-4416-9899-265F0A37AD3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89AE66-52F4-408C-9A34-E96F15F1ABF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5873B832-0D3A-4626-9F6F-E9A9A80C415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581E83F-746F-42B5-A202-49C0A23A827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AA4A47A9-4F7C-45EA-8580-47B2F0F07B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14</a:t>
            </a:r>
          </a:p>
        </p:txBody>
      </p:sp>
    </p:spTree>
    <p:extLst>
      <p:ext uri="{BB962C8B-B14F-4D97-AF65-F5344CB8AC3E}">
        <p14:creationId xmlns:p14="http://schemas.microsoft.com/office/powerpoint/2010/main" val="214401811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5338892-5BAF-4E82-A7FB-F6D40EA480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B22FEF-D54A-4981-A334-8BBF64B72A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296469-4682-4D16-92EC-AB48E25761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07826D1C-9DD9-4DF6-929B-579D60570C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0A1668-D5C4-42A4-BB5E-56F09CC29F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7BC85980-D08A-4A85-90B0-F832DBE4615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9972E5-F731-49B1-A7B4-4BD75EBAAFF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D8324C30-F4F4-4938-AFC1-8856A9E95F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40165F-664D-4483-9E6E-2392DE4C7E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9E38B343-A75E-454F-B7FF-16EB3FA68C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15</a:t>
            </a:r>
          </a:p>
        </p:txBody>
      </p:sp>
    </p:spTree>
    <p:extLst>
      <p:ext uri="{BB962C8B-B14F-4D97-AF65-F5344CB8AC3E}">
        <p14:creationId xmlns:p14="http://schemas.microsoft.com/office/powerpoint/2010/main" val="184838710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A01177-D44F-47B9-8AF0-0F06D6CA5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CA45F3-9D40-4778-9ADC-36C3771FE4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8EDB05-CE16-4DFE-AC01-D7C91B413A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9585DE1-5153-4C53-8B6A-C6AAD6991C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528672-3295-4C8F-BFA1-0BA1A445476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D45EFD90-8A34-4E26-8C2F-9B441594FF7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730C74-6209-4313-B4B3-132E7DCA30A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84823F6A-A918-436B-9805-5E63DB78ADF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5AF2A9-829A-4E73-A87E-C6A60AB8FD6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E9FAE01B-28AB-42F3-AA57-2FE286725D3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25102C-CE25-48F8-9C5C-C1F0C5990E3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630B9E93-9186-4CF8-BEAF-1558EA137B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16</a:t>
            </a:r>
          </a:p>
        </p:txBody>
      </p:sp>
    </p:spTree>
    <p:extLst>
      <p:ext uri="{BB962C8B-B14F-4D97-AF65-F5344CB8AC3E}">
        <p14:creationId xmlns:p14="http://schemas.microsoft.com/office/powerpoint/2010/main" val="15346820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782B00-064D-405A-A9F7-47491D9DCF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399EF1-CD74-4215-ABFB-331099F3B1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E43997-4B51-478B-9B0F-7A437C9E73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4AB6689-F0BD-4EBB-BF2D-C2762F49A6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CF3F52-1E35-46F7-8779-03997180E15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9BD7640A-E39E-4F98-A1FB-90591439D16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750DBA-6AF9-45B7-BC0D-9D706A787C2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527C615D-CAAF-44DD-BE7B-1946DB1C6A3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39E2C9-0F4E-407B-841F-59979F07F97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91E5551B-0634-4EE4-BA08-5CDF81AB1C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17</a:t>
            </a:r>
          </a:p>
        </p:txBody>
      </p:sp>
    </p:spTree>
    <p:extLst>
      <p:ext uri="{BB962C8B-B14F-4D97-AF65-F5344CB8AC3E}">
        <p14:creationId xmlns:p14="http://schemas.microsoft.com/office/powerpoint/2010/main" val="943755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5831AC5-1384-4901-9A4C-5BAA6149F0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5286E4-37EE-4E90-923C-EF386A6005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531C529-73D5-4D85-96E6-CC6CCBDE86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5DC8E93A-4EAD-42DB-9ED2-599645FA938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70F33B2-09CD-4D61-80C0-7AC971132BB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58B20ACE-D3A2-4DDB-A690-852F0B66E49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42AB3B-556A-48D8-A492-B510D019998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11:00 Kampala</a:t>
            </a:r>
          </a:p>
        </p:txBody>
      </p:sp>
      <p:sp>
        <p:nvSpPr>
          <p:cNvPr id="8" name="">
            <a:extLst xmlns:a="http://schemas.openxmlformats.org/drawingml/2006/main">
              <a:ext uri="{FF2B5EF4-FFF2-40B4-BE49-F238E27FC236}">
                <a16:creationId xmlns:a16="http://schemas.microsoft.com/office/drawing/2014/main" id="{04D8C3A1-D48E-450F-9C7F-4920683BF4A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2FF194-1AC1-49F4-A938-0C96D49A24E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6AB445F-7E96-4D2B-8F72-53DEB17CAFC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7DB14B7-0D90-49CA-AD26-9CA118D85FC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E74E7B5-9EC2-476A-8BBE-7E114D1A039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981D402-644F-4102-9FA4-03A64D0761F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03b4b8b03524355"/>
              </a:rPr>
              <a:t>Open ML_PROJECT assignment form</a:t>
            </a:r>
          </a:p>
        </p:txBody>
      </p:sp>
      <p:sp>
        <p:nvSpPr>
          <p:cNvPr id="14" name="">
            <a:extLst xmlns:a="http://schemas.openxmlformats.org/drawingml/2006/main">
              <a:ext uri="{FF2B5EF4-FFF2-40B4-BE49-F238E27FC236}">
                <a16:creationId xmlns:a16="http://schemas.microsoft.com/office/drawing/2014/main" id="{6F9089C4-8B81-4792-A87C-FA49787D37F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https://docs.google.com/forms/d/e/1FAIpQLScD30Pc6ce5oxjODx1WAXBoNeXE65KXD488S4ja9tgKPAWnsQ/viewform</a:t>
            </a:r>
          </a:p>
        </p:txBody>
      </p:sp>
      <p:sp>
        <p:nvSpPr>
          <p:cNvPr id="15" name="">
            <a:extLst xmlns:a="http://schemas.openxmlformats.org/drawingml/2006/main">
              <a:ext uri="{FF2B5EF4-FFF2-40B4-BE49-F238E27FC236}">
                <a16:creationId xmlns:a16="http://schemas.microsoft.com/office/drawing/2014/main" id="{C3AA89F2-33A4-41B1-BC91-DCEAC00EFA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18</a:t>
            </a:r>
          </a:p>
        </p:txBody>
      </p:sp>
    </p:spTree>
    <p:extLst>
      <p:ext uri="{BB962C8B-B14F-4D97-AF65-F5344CB8AC3E}">
        <p14:creationId xmlns:p14="http://schemas.microsoft.com/office/powerpoint/2010/main" val="7486689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66E921-E673-4D00-A441-915A3D976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D856E2-307F-4C99-9FA3-8B765BB66E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6099E75-F6A5-42A6-B1DE-BB2F3F502A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CC9518E9-8E52-4A51-BA0C-DEF7FD7FB0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C9A711-976F-4374-AE88-EE8B3CA0460D}"/>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D003BC72-9F01-464D-B07B-D922C8561A3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045565-BF4A-4834-9376-85F9E09FB76B}"/>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DAA12034-269E-4EF1-B1A3-467A6EDF11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19</a:t>
            </a:r>
          </a:p>
        </p:txBody>
      </p:sp>
    </p:spTree>
    <p:extLst>
      <p:ext uri="{BB962C8B-B14F-4D97-AF65-F5344CB8AC3E}">
        <p14:creationId xmlns:p14="http://schemas.microsoft.com/office/powerpoint/2010/main" val="16253966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D2786F-DCA1-4ADD-BBFD-C00059BB8B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013CD7-41BE-41C4-8ABA-AF49332879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DDF56F-AFD1-483B-B893-5760544B01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6343D9AB-2544-436B-A5B2-458BBFE2E5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62E101-852F-4AE2-B1A8-355D47B4656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B90C4C-C092-44EA-B153-49699F51EF2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B155A191-DD08-4CC6-9435-B4BD426D64A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B4773AF2-706E-4D8E-B7FD-7BC3C0F3BE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20</a:t>
            </a:r>
          </a:p>
        </p:txBody>
      </p:sp>
    </p:spTree>
    <p:extLst>
      <p:ext uri="{BB962C8B-B14F-4D97-AF65-F5344CB8AC3E}">
        <p14:creationId xmlns:p14="http://schemas.microsoft.com/office/powerpoint/2010/main" val="115596468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4A83DD-D30A-4316-953C-64F7FDCFA2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790AC9-B732-4ACB-8B5A-94D556B13B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FB802C-94A9-466A-A506-5E992A0F7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4779C8E7-38CC-44A4-88C0-0455EBAA02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8F4AE9-F7FF-4257-B6D9-44944AC6A0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46236F5E-854D-4D52-9E6C-D09A8542EB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338176-5630-4354-A58C-A77BCF44E0B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1594A596-252C-4226-BB75-E98FDDC5206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B798AE-3260-406F-8A29-7F7AC4D93DC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4BE2384A-B503-40C3-9F1E-4FC011EAB5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21</a:t>
            </a:r>
          </a:p>
        </p:txBody>
      </p:sp>
    </p:spTree>
    <p:extLst>
      <p:ext uri="{BB962C8B-B14F-4D97-AF65-F5344CB8AC3E}">
        <p14:creationId xmlns:p14="http://schemas.microsoft.com/office/powerpoint/2010/main" val="20733902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14A23F-5149-4398-B085-94FA066F5E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651341-0899-4D75-AE04-44B51B8A73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385B8-BE47-4507-AF56-4308E297E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3A828A05-C901-47BA-A500-C4D44AB4BE3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1523DA-330B-4F16-97CA-A28715ADFCE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955A33A3-9811-48D4-AFE1-39D495B6F0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22</a:t>
            </a:r>
          </a:p>
        </p:txBody>
      </p:sp>
    </p:spTree>
    <p:extLst>
      <p:ext uri="{BB962C8B-B14F-4D97-AF65-F5344CB8AC3E}">
        <p14:creationId xmlns:p14="http://schemas.microsoft.com/office/powerpoint/2010/main" val="174074180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6BE4DE-797E-4DF2-B144-1BC869FA3A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B591CD-581C-457D-87A2-BA799C417B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17BE922-C111-454F-B669-174933052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17304841-F13A-4627-9D68-56B1FD01A86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9CC3A1-88A9-4D1A-B562-9808A299D66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40DB0214-D302-43A0-9AAF-841C021F039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0198EE-A64B-4919-8048-D99787A595F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14:00 Kampala</a:t>
            </a:r>
          </a:p>
        </p:txBody>
      </p:sp>
      <p:sp>
        <p:nvSpPr>
          <p:cNvPr id="8" name="">
            <a:extLst xmlns:a="http://schemas.openxmlformats.org/drawingml/2006/main">
              <a:ext uri="{FF2B5EF4-FFF2-40B4-BE49-F238E27FC236}">
                <a16:creationId xmlns:a16="http://schemas.microsoft.com/office/drawing/2014/main" id="{1DFA2A82-33EC-45B5-A219-25860A5B6B8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BCAE41-E816-4EA8-BD44-B6CF96C4F3D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AA0E77EF-49E6-4992-BBB4-5A275A2BE34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968FE7-F60C-436D-BD9C-958693E6382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49E4CED-35AA-41A5-83BE-344E52028FD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4E4DE23-9DBC-490F-A1F3-048C08C362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a2ba765392347bb"/>
              </a:rPr>
              <a:t>Open DEMO assignment form</a:t>
            </a:r>
          </a:p>
        </p:txBody>
      </p:sp>
      <p:sp>
        <p:nvSpPr>
          <p:cNvPr id="14" name="">
            <a:extLst xmlns:a="http://schemas.openxmlformats.org/drawingml/2006/main">
              <a:ext uri="{FF2B5EF4-FFF2-40B4-BE49-F238E27FC236}">
                <a16:creationId xmlns:a16="http://schemas.microsoft.com/office/drawing/2014/main" id="{BAA2B0ED-F754-4CE5-8A4C-E83D6DFE44C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https://docs.google.com/forms/d/e/1FAIpQLSeysbLBKvHp3A-2GvSz_4KodUPaS9D2oASV9-j-qx_IDXPzlw/viewform</a:t>
            </a:r>
          </a:p>
        </p:txBody>
      </p:sp>
      <p:sp>
        <p:nvSpPr>
          <p:cNvPr id="15" name="">
            <a:extLst xmlns:a="http://schemas.openxmlformats.org/drawingml/2006/main">
              <a:ext uri="{FF2B5EF4-FFF2-40B4-BE49-F238E27FC236}">
                <a16:creationId xmlns:a16="http://schemas.microsoft.com/office/drawing/2014/main" id="{C2735801-7908-4F43-B412-3587E61B9B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23</a:t>
            </a:r>
          </a:p>
        </p:txBody>
      </p:sp>
    </p:spTree>
    <p:extLst>
      <p:ext uri="{BB962C8B-B14F-4D97-AF65-F5344CB8AC3E}">
        <p14:creationId xmlns:p14="http://schemas.microsoft.com/office/powerpoint/2010/main" val="1005872718"/>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0BE781-1226-4DDE-9885-60B37D9B1C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4FEF1BD-7CBD-43EA-B30D-5896959280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BDD6E9B-ECAD-4A6B-BCA6-9BC4E9E61D7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05AF7B9-9B0C-47BD-99FC-562C1017401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D674BF65-D078-471C-9CAA-4C9BC4CBE82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6F5B57E-7859-4922-8A4A-B75E5679F6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24</a:t>
            </a:r>
          </a:p>
        </p:txBody>
      </p:sp>
    </p:spTree>
    <p:extLst>
      <p:ext uri="{BB962C8B-B14F-4D97-AF65-F5344CB8AC3E}">
        <p14:creationId xmlns:p14="http://schemas.microsoft.com/office/powerpoint/2010/main" val="18618312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2026-09-28T21:15:46.4030000Z</dcterms:created>
  <dcterms:modified xsi:type="dcterms:W3CDTF">2026-09-28T21:15:46.4030000Z</dcterms:modified>
</coreProperties>
</file>