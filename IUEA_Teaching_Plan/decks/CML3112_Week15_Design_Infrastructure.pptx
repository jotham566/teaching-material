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4f23df904b4464" /><Relationship Type="http://schemas.openxmlformats.org/officeDocument/2006/relationships/extended-properties" Target="/docProps/app.xml" Id="Redbed07f51c643f4" /><Relationship Type="http://schemas.openxmlformats.org/officeDocument/2006/relationships/officeDocument" Target="/ppt/presentation.xml" Id="Re6bd8d8a753746dc" /></Relationships>
</file>

<file path=ppt/presentation.xml><?xml version="1.0" encoding="utf-8"?>
<p:presentation xmlns:p="http://schemas.openxmlformats.org/presentationml/2006/main">
  <p:sldMasterIdLst>
    <p:sldMasterId xmlns:r="http://schemas.openxmlformats.org/officeDocument/2006/relationships" id="2147483648" r:id="Rd6714256bfad4344"/>
  </p:sldMasterIdLst>
  <p:notesMasterIdLst>
    <p:notesMasterId xmlns:r="http://schemas.openxmlformats.org/officeDocument/2006/relationships" r:id="R12cc7e58f5884248"/>
  </p:notesMasterIdLst>
  <p:sldIdLst>
    <p:sldId xmlns:r="http://schemas.openxmlformats.org/officeDocument/2006/relationships" id="256" r:id="Re68a7220dd194c9b"/>
    <p:sldId xmlns:r="http://schemas.openxmlformats.org/officeDocument/2006/relationships" id="257" r:id="Rff2c9c8acea648c9"/>
    <p:sldId xmlns:r="http://schemas.openxmlformats.org/officeDocument/2006/relationships" id="258" r:id="R66c928b6798240b4"/>
    <p:sldId xmlns:r="http://schemas.openxmlformats.org/officeDocument/2006/relationships" id="259" r:id="Ra4a8a84e1ccb44eb"/>
    <p:sldId xmlns:r="http://schemas.openxmlformats.org/officeDocument/2006/relationships" id="260" r:id="Rfb4610a02e6c405a"/>
    <p:sldId xmlns:r="http://schemas.openxmlformats.org/officeDocument/2006/relationships" id="261" r:id="R5aa5cb3c77ff4d83"/>
    <p:sldId xmlns:r="http://schemas.openxmlformats.org/officeDocument/2006/relationships" id="262" r:id="R0566a09c093a4f61"/>
    <p:sldId xmlns:r="http://schemas.openxmlformats.org/officeDocument/2006/relationships" id="263" r:id="Rd3d4d18244b34f1f"/>
    <p:sldId xmlns:r="http://schemas.openxmlformats.org/officeDocument/2006/relationships" id="264" r:id="R83e66ed96e904d27"/>
    <p:sldId xmlns:r="http://schemas.openxmlformats.org/officeDocument/2006/relationships" id="265" r:id="R64234feb34c74bea"/>
    <p:sldId xmlns:r="http://schemas.openxmlformats.org/officeDocument/2006/relationships" id="266" r:id="Rc5f99e4db4ec4923"/>
    <p:sldId xmlns:r="http://schemas.openxmlformats.org/officeDocument/2006/relationships" id="267" r:id="R2341ddc1e86f43ae"/>
    <p:sldId xmlns:r="http://schemas.openxmlformats.org/officeDocument/2006/relationships" id="268" r:id="R37de139c5f8641dc"/>
    <p:sldId xmlns:r="http://schemas.openxmlformats.org/officeDocument/2006/relationships" id="269" r:id="Rb4de99c0885840ba"/>
    <p:sldId xmlns:r="http://schemas.openxmlformats.org/officeDocument/2006/relationships" id="270" r:id="R4707599536c04896"/>
    <p:sldId xmlns:r="http://schemas.openxmlformats.org/officeDocument/2006/relationships" id="271" r:id="Rc484112254284146"/>
    <p:sldId xmlns:r="http://schemas.openxmlformats.org/officeDocument/2006/relationships" id="272" r:id="Rbc8c960e9a704495"/>
    <p:sldId xmlns:r="http://schemas.openxmlformats.org/officeDocument/2006/relationships" id="273" r:id="Rff96c08e8c6649ae"/>
    <p:sldId xmlns:r="http://schemas.openxmlformats.org/officeDocument/2006/relationships" id="274" r:id="R1549a3c64b184466"/>
    <p:sldId xmlns:r="http://schemas.openxmlformats.org/officeDocument/2006/relationships" id="275" r:id="R56770a48f7a145c8"/>
    <p:sldId xmlns:r="http://schemas.openxmlformats.org/officeDocument/2006/relationships" id="276" r:id="R16adfa596bef465d"/>
    <p:sldId xmlns:r="http://schemas.openxmlformats.org/officeDocument/2006/relationships" id="277" r:id="Rb6b212a79f414924"/>
    <p:sldId xmlns:r="http://schemas.openxmlformats.org/officeDocument/2006/relationships" id="278" r:id="R4a6f79fb4aa7436e"/>
    <p:sldId xmlns:r="http://schemas.openxmlformats.org/officeDocument/2006/relationships" id="279" r:id="R15c86c3bef354c77"/>
    <p:sldId xmlns:r="http://schemas.openxmlformats.org/officeDocument/2006/relationships" id="280" r:id="Rc2c1e3fb732d4cb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70785846f34eb0" /><Relationship Type="http://schemas.openxmlformats.org/officeDocument/2006/relationships/slideMaster" Target="/ppt/slideMasters/slideMaster1.xml" Id="Rd6714256bfad4344" /><Relationship Type="http://schemas.openxmlformats.org/officeDocument/2006/relationships/notesMaster" Target="/ppt/notesMasters/notesMaster1.xml" Id="R12cc7e58f5884248" /><Relationship Type="http://schemas.openxmlformats.org/officeDocument/2006/relationships/presProps" Target="/ppt/presProps.xml" Id="R42da87cb3d894c97" /><Relationship Type="http://schemas.openxmlformats.org/officeDocument/2006/relationships/tableStyles" Target="/ppt/tableStyles.xml" Id="Rc002d5de9e1e4343" /><Relationship Type="http://schemas.openxmlformats.org/officeDocument/2006/relationships/slide" Target="/ppt/slides/slide1.xml" Id="Re68a7220dd194c9b" /><Relationship Type="http://schemas.openxmlformats.org/officeDocument/2006/relationships/slide" Target="/ppt/slides/slide2.xml" Id="Rff2c9c8acea648c9" /><Relationship Type="http://schemas.openxmlformats.org/officeDocument/2006/relationships/slide" Target="/ppt/slides/slide3.xml" Id="R66c928b6798240b4" /><Relationship Type="http://schemas.openxmlformats.org/officeDocument/2006/relationships/slide" Target="/ppt/slides/slide4.xml" Id="Ra4a8a84e1ccb44eb" /><Relationship Type="http://schemas.openxmlformats.org/officeDocument/2006/relationships/slide" Target="/ppt/slides/slide5.xml" Id="Rfb4610a02e6c405a" /><Relationship Type="http://schemas.openxmlformats.org/officeDocument/2006/relationships/slide" Target="/ppt/slides/slide6.xml" Id="R5aa5cb3c77ff4d83" /><Relationship Type="http://schemas.openxmlformats.org/officeDocument/2006/relationships/slide" Target="/ppt/slides/slide7.xml" Id="R0566a09c093a4f61" /><Relationship Type="http://schemas.openxmlformats.org/officeDocument/2006/relationships/slide" Target="/ppt/slides/slide8.xml" Id="Rd3d4d18244b34f1f" /><Relationship Type="http://schemas.openxmlformats.org/officeDocument/2006/relationships/slide" Target="/ppt/slides/slide9.xml" Id="R83e66ed96e904d27" /><Relationship Type="http://schemas.openxmlformats.org/officeDocument/2006/relationships/slide" Target="/ppt/slides/slide10.xml" Id="R64234feb34c74bea" /><Relationship Type="http://schemas.openxmlformats.org/officeDocument/2006/relationships/slide" Target="/ppt/slides/slide11.xml" Id="Rc5f99e4db4ec4923" /><Relationship Type="http://schemas.openxmlformats.org/officeDocument/2006/relationships/slide" Target="/ppt/slides/slide12.xml" Id="R2341ddc1e86f43ae" /><Relationship Type="http://schemas.openxmlformats.org/officeDocument/2006/relationships/slide" Target="/ppt/slides/slide13.xml" Id="R37de139c5f8641dc" /><Relationship Type="http://schemas.openxmlformats.org/officeDocument/2006/relationships/slide" Target="/ppt/slides/slide14.xml" Id="Rb4de99c0885840ba" /><Relationship Type="http://schemas.openxmlformats.org/officeDocument/2006/relationships/slide" Target="/ppt/slides/slide15.xml" Id="R4707599536c04896" /><Relationship Type="http://schemas.openxmlformats.org/officeDocument/2006/relationships/slide" Target="/ppt/slides/slide16.xml" Id="Rc484112254284146" /><Relationship Type="http://schemas.openxmlformats.org/officeDocument/2006/relationships/slide" Target="/ppt/slides/slide17.xml" Id="Rbc8c960e9a704495" /><Relationship Type="http://schemas.openxmlformats.org/officeDocument/2006/relationships/slide" Target="/ppt/slides/slide18.xml" Id="Rff96c08e8c6649ae" /><Relationship Type="http://schemas.openxmlformats.org/officeDocument/2006/relationships/slide" Target="/ppt/slides/slide19.xml" Id="R1549a3c64b184466" /><Relationship Type="http://schemas.openxmlformats.org/officeDocument/2006/relationships/slide" Target="/ppt/slides/slide20.xml" Id="R56770a48f7a145c8" /><Relationship Type="http://schemas.openxmlformats.org/officeDocument/2006/relationships/slide" Target="/ppt/slides/slide21.xml" Id="R16adfa596bef465d" /><Relationship Type="http://schemas.openxmlformats.org/officeDocument/2006/relationships/slide" Target="/ppt/slides/slide22.xml" Id="Rb6b212a79f414924" /><Relationship Type="http://schemas.openxmlformats.org/officeDocument/2006/relationships/slide" Target="/ppt/slides/slide23.xml" Id="R4a6f79fb4aa7436e" /><Relationship Type="http://schemas.openxmlformats.org/officeDocument/2006/relationships/slide" Target="/ppt/slides/slide24.xml" Id="R15c86c3bef354c77" /><Relationship Type="http://schemas.openxmlformats.org/officeDocument/2006/relationships/slide" Target="/ppt/slides/slide25.xml" Id="Rc2c1e3fb732d4c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2801a8eed647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4f97d5eda44fc1" /><Relationship Type="http://schemas.openxmlformats.org/officeDocument/2006/relationships/notesMaster" Target="/ppt/notesMasters/notesMaster1.xml" Id="Rf74dfd79e57e43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f1b965a71ae4a47" /><Relationship Type="http://schemas.openxmlformats.org/officeDocument/2006/relationships/notesMaster" Target="/ppt/notesMasters/notesMaster1.xml" Id="R54070976874b4a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b49acd5f2c94e21" /><Relationship Type="http://schemas.openxmlformats.org/officeDocument/2006/relationships/notesMaster" Target="/ppt/notesMasters/notesMaster1.xml" Id="R45732cc9399b44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ab31a77d654ca2" /><Relationship Type="http://schemas.openxmlformats.org/officeDocument/2006/relationships/notesMaster" Target="/ppt/notesMasters/notesMaster1.xml" Id="Rb15d61ea537744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7e20b8504142d5" /><Relationship Type="http://schemas.openxmlformats.org/officeDocument/2006/relationships/notesMaster" Target="/ppt/notesMasters/notesMaster1.xml" Id="R998c9a096fe64f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387b6903754b83" /><Relationship Type="http://schemas.openxmlformats.org/officeDocument/2006/relationships/notesMaster" Target="/ppt/notesMasters/notesMaster1.xml" Id="R230fe01cff1f44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72722694d14049" /><Relationship Type="http://schemas.openxmlformats.org/officeDocument/2006/relationships/notesMaster" Target="/ppt/notesMasters/notesMaster1.xml" Id="Ra402f806acbf44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0aacb9d25948cf" /><Relationship Type="http://schemas.openxmlformats.org/officeDocument/2006/relationships/notesMaster" Target="/ppt/notesMasters/notesMaster1.xml" Id="R1c0a7eb2bfdc47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5b3c0d0b7044ae" /><Relationship Type="http://schemas.openxmlformats.org/officeDocument/2006/relationships/notesMaster" Target="/ppt/notesMasters/notesMaster1.xml" Id="R4372172bd4bb420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63fd24ac9c4c3a" /><Relationship Type="http://schemas.openxmlformats.org/officeDocument/2006/relationships/notesMaster" Target="/ppt/notesMasters/notesMaster1.xml" Id="Rf28e43ad67fe44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b5a7657258479c" /><Relationship Type="http://schemas.openxmlformats.org/officeDocument/2006/relationships/notesMaster" Target="/ppt/notesMasters/notesMaster1.xml" Id="Rb6cda638ad424e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c9f6469f3484a69" /><Relationship Type="http://schemas.openxmlformats.org/officeDocument/2006/relationships/notesMaster" Target="/ppt/notesMasters/notesMaster1.xml" Id="R18d4767244dd458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f579e4f3d6d4e4d" /><Relationship Type="http://schemas.openxmlformats.org/officeDocument/2006/relationships/notesMaster" Target="/ppt/notesMasters/notesMaster1.xml" Id="Rbeb8cf6ae48a4f7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52b110be6ab4a97" /><Relationship Type="http://schemas.openxmlformats.org/officeDocument/2006/relationships/notesMaster" Target="/ppt/notesMasters/notesMaster1.xml" Id="Rf592bff19c874e4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c1f623f5711405a" /><Relationship Type="http://schemas.openxmlformats.org/officeDocument/2006/relationships/notesMaster" Target="/ppt/notesMasters/notesMaster1.xml" Id="Rde6fab51e82d42e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418643f6df4cb1" /><Relationship Type="http://schemas.openxmlformats.org/officeDocument/2006/relationships/notesMaster" Target="/ppt/notesMasters/notesMaster1.xml" Id="R725eed166145401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47c006dfd464925" /><Relationship Type="http://schemas.openxmlformats.org/officeDocument/2006/relationships/notesMaster" Target="/ppt/notesMasters/notesMaster1.xml" Id="R844b56e43cbd45b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d2b78979e2741da" /><Relationship Type="http://schemas.openxmlformats.org/officeDocument/2006/relationships/notesMaster" Target="/ppt/notesMasters/notesMaster1.xml" Id="R58de44fc01944ea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d280b66386049fe" /><Relationship Type="http://schemas.openxmlformats.org/officeDocument/2006/relationships/notesMaster" Target="/ppt/notesMasters/notesMaster1.xml" Id="R60174725feb1496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ec9bda695234229" /><Relationship Type="http://schemas.openxmlformats.org/officeDocument/2006/relationships/notesMaster" Target="/ppt/notesMasters/notesMaster1.xml" Id="R021075ebc743491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03ceec31b04421f" /><Relationship Type="http://schemas.openxmlformats.org/officeDocument/2006/relationships/notesMaster" Target="/ppt/notesMasters/notesMaster1.xml" Id="Rd06403368b46472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6693bde840b47e0" /><Relationship Type="http://schemas.openxmlformats.org/officeDocument/2006/relationships/notesMaster" Target="/ppt/notesMasters/notesMaster1.xml" Id="R15295562a38b435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5ae2a907a7342d6" /><Relationship Type="http://schemas.openxmlformats.org/officeDocument/2006/relationships/notesMaster" Target="/ppt/notesMasters/notesMaster1.xml" Id="Radac6cea2656455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a9889c802b947e6" /><Relationship Type="http://schemas.openxmlformats.org/officeDocument/2006/relationships/notesMaster" Target="/ppt/notesMasters/notesMaster1.xml" Id="R545aa152e4e5462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171bfcb03b447b4" /><Relationship Type="http://schemas.openxmlformats.org/officeDocument/2006/relationships/notesMaster" Target="/ppt/notesMasters/notesMaster1.xml" Id="Rd2e91df7d9c445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Presenting the project and individual contribution</a:t>
            </a:r>
          </a:p>
          <a:p xmlns:a="http://schemas.openxmlformats.org/drawingml/2006/main">
            <a:r>
              <a:t>Explanation to give</a:t>
            </a:r>
          </a:p>
          <a:p xmlns:a="http://schemas.openxmlformats.org/drawingml/2006/main">
            <a:r>
              <a:t>Explain a supported finding, its limitation and the individual work behind it. The team project and each learner’s defence are distinct evidence.</a:t>
            </a:r>
          </a:p>
          <a:p xmlns:a="http://schemas.openxmlformats.org/drawingml/2006/main">
            <a:r>
              <a:t/>
            </a:r>
          </a:p>
          <a:p xmlns:a="http://schemas.openxmlformats.org/drawingml/2006/main">
            <a:r>
              <a:t>Worked illustration / lecturer answer</a:t>
            </a:r>
          </a:p>
          <a:p xmlns:a="http://schemas.openxmlformats.org/drawingml/2006/main">
            <a:r>
              <a:t>A claim should point to a named plot or result, its target unit, the evaluated sample and the decision it supports. “Our model is good” supplies none of these.</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Explanation to give</a:t>
            </a:r>
          </a:p>
          <a:p xmlns:a="http://schemas.openxmlformats.org/drawingml/2006/main">
            <a:r>
              <a:t>Explain a supported finding, its limitation and the individual work behind it. The team project and each learner’s defence are distinct evidence.</a:t>
            </a:r>
          </a:p>
          <a:p xmlns:a="http://schemas.openxmlformats.org/drawingml/2006/main">
            <a:r>
              <a:t/>
            </a:r>
          </a:p>
          <a:p xmlns:a="http://schemas.openxmlformats.org/drawingml/2006/main">
            <a:r>
              <a:t>Worked illustration / lecturer answer</a:t>
            </a:r>
          </a:p>
          <a:p xmlns:a="http://schemas.openxmlformats.org/drawingml/2006/main">
            <a:r>
              <a:t>A claim should point to a named plot or result, its target unit, the evaluated sample and the decision it supports. “Our model is good” supplies none of these.</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Explain your question and one supported finding.</a:t>
            </a:r>
          </a:p>
          <a:p xmlns:a="http://schemas.openxmlformats.org/drawingml/2006/main">
            <a:r>
              <a:t/>
            </a:r>
          </a:p>
          <a:p xmlns:a="http://schemas.openxmlformats.org/drawingml/2006/main">
            <a:r>
              <a:t>State a limitation and your individual contribution.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Connection to the previous lesson</a:t>
            </a:r>
          </a:p>
          <a:p xmlns:a="http://schemas.openxmlformats.org/drawingml/2006/main">
            <a:r>
              <a:t>Explanation to give</a:t>
            </a:r>
          </a:p>
          <a:p xmlns:a="http://schemas.openxmlformats.org/drawingml/2006/main">
            <a:r>
              <a:t>Explain a supported finding, its limitation and the individual work behind it. The team project and each learner’s defence are distinct evidence.</a:t>
            </a:r>
          </a:p>
          <a:p xmlns:a="http://schemas.openxmlformats.org/drawingml/2006/main">
            <a:r>
              <a:t/>
            </a:r>
          </a:p>
          <a:p xmlns:a="http://schemas.openxmlformats.org/drawingml/2006/main">
            <a:r>
              <a:t>Worked illustration / lecturer answer</a:t>
            </a:r>
          </a:p>
          <a:p xmlns:a="http://schemas.openxmlformats.org/drawingml/2006/main">
            <a:r>
              <a:t>A claim should point to a named plot or result, its target unit, the evaluated sample and the decision it supports. “Our model is good” supplies none of these.</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What question did your team investigate, and what result can you support with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revision, not a new test requirement. Lists can name columns or hold returned predictions, but students do not need to rebuild table operations with manual CSV loops. Existing function signatures, marks and allowed-resource rules stay unchanged.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presentation connects a claim to evidence</a:t>
            </a:r>
          </a:p>
          <a:p xmlns:a="http://schemas.openxmlformats.org/drawingml/2006/main">
            <a:r>
              <a:t>Explanation to give</a:t>
            </a:r>
          </a:p>
          <a:p xmlns:a="http://schemas.openxmlformats.org/drawingml/2006/main">
            <a:r>
              <a:t>Explain the chain from engineering question to measured evidence to a bounded recommendation. A finding states what was observed; a limitation identifies where that evidence may not apply.</a:t>
            </a:r>
          </a:p>
          <a:p xmlns:a="http://schemas.openxmlformats.org/drawingml/2006/main">
            <a:r>
              <a:t/>
            </a:r>
          </a:p>
          <a:p xmlns:a="http://schemas.openxmlformats.org/drawingml/2006/main">
            <a:r>
              <a:t>Worked illustration / lecturer answer</a:t>
            </a:r>
          </a:p>
          <a:p xmlns:a="http://schemas.openxmlformats.org/drawingml/2006/main">
            <a:r>
              <a:t>“On this held-out sample, MAE was 3 kW” states a result. “The sample contains only one site” limits the claim. Neither statement alone justifies deployment at every site.</a:t>
            </a:r>
          </a:p>
          <a:p xmlns:a="http://schemas.openxmlformats.org/drawingml/2006/main">
            <a:r>
              <a:t/>
            </a:r>
          </a:p>
          <a:p xmlns:a="http://schemas.openxmlformats.org/drawingml/2006/main">
            <a:r>
              <a:t>Misconception to address</a:t>
            </a:r>
          </a:p>
          <a:p xmlns:a="http://schemas.openxmlformats.org/drawingml/2006/main">
            <a:r>
              <a:t>A polished chart cannot replace a defined target, correct units or an honest description of the evaluation sample.</a:t>
            </a:r>
          </a:p>
          <a:p xmlns:a="http://schemas.openxmlformats.org/drawingml/2006/main">
            <a:r>
              <a:t/>
            </a:r>
          </a:p>
          <a:p xmlns:a="http://schemas.openxmlformats.org/drawingml/2006/main">
            <a:r>
              <a:t>On this slide</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six-minute presentation</a:t>
            </a:r>
          </a:p>
          <a:p xmlns:a="http://schemas.openxmlformats.org/drawingml/2006/main">
            <a:r>
              <a:t>Explanation to give</a:t>
            </a:r>
          </a:p>
          <a:p xmlns:a="http://schemas.openxmlformats.org/drawingml/2006/main">
            <a:r>
              <a:t>Explain the chain from engineering question to measured evidence to a bounded recommendation. A finding states what was observed; a limitation identifies where that evidence may not apply.</a:t>
            </a:r>
          </a:p>
          <a:p xmlns:a="http://schemas.openxmlformats.org/drawingml/2006/main">
            <a:r>
              <a:t/>
            </a:r>
          </a:p>
          <a:p xmlns:a="http://schemas.openxmlformats.org/drawingml/2006/main">
            <a:r>
              <a:t>Worked illustration / lecturer answer</a:t>
            </a:r>
          </a:p>
          <a:p xmlns:a="http://schemas.openxmlformats.org/drawingml/2006/main">
            <a:r>
              <a:t>“On this held-out sample, MAE was 3 kW” states a result. “The sample contains only one site” limits the claim. Neither statement alone justifies deployment at every site.</a:t>
            </a:r>
          </a:p>
          <a:p xmlns:a="http://schemas.openxmlformats.org/drawingml/2006/main">
            <a:r>
              <a:t/>
            </a:r>
          </a:p>
          <a:p xmlns:a="http://schemas.openxmlformats.org/drawingml/2006/main">
            <a:r>
              <a:t>Misconception to address</a:t>
            </a:r>
          </a:p>
          <a:p xmlns:a="http://schemas.openxmlformats.org/drawingml/2006/main">
            <a:r>
              <a:t>A polished chart cannot replace a defined target, correct units or an honest description of the evaluation sample.</a:t>
            </a:r>
          </a:p>
          <a:p xmlns:a="http://schemas.openxmlformats.org/drawingml/2006/main">
            <a:r>
              <a:t/>
            </a:r>
          </a:p>
          <a:p xmlns:a="http://schemas.openxmlformats.org/drawingml/2006/main">
            <a:r>
              <a:t>On this slide</a:t>
            </a:r>
          </a:p>
          <a:p xmlns:a="http://schemas.openxmlformats.org/drawingml/2006/main">
            <a:r>
              <a:t>Minutes 1–2: explain the question and data.</a:t>
            </a:r>
          </a:p>
          <a:p xmlns:a="http://schemas.openxmlformats.org/drawingml/2006/main">
            <a:r>
              <a:t/>
            </a:r>
          </a:p>
          <a:p xmlns:a="http://schemas.openxmlformats.org/drawingml/2006/main">
            <a:r>
              <a:t>Minutes 3–4: show the method and one supported result.</a:t>
            </a:r>
          </a:p>
          <a:p xmlns:a="http://schemas.openxmlformats.org/drawingml/2006/main">
            <a:r>
              <a:t/>
            </a:r>
          </a:p>
          <a:p xmlns:a="http://schemas.openxmlformats.org/drawingml/2006/main">
            <a:r>
              <a:t>Minutes 5–6: explain limitations, contributions and a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the evidence readable</a:t>
            </a:r>
          </a:p>
          <a:p xmlns:a="http://schemas.openxmlformats.org/drawingml/2006/main">
            <a:r>
              <a:t>Explanation to give</a:t>
            </a:r>
          </a:p>
          <a:p xmlns:a="http://schemas.openxmlformats.org/drawingml/2006/main">
            <a:r>
              <a:t>Explain the chain from engineering question to measured evidence to a bounded recommendation. A finding states what was observed; a limitation identifies where that evidence may not apply.</a:t>
            </a:r>
          </a:p>
          <a:p xmlns:a="http://schemas.openxmlformats.org/drawingml/2006/main">
            <a:r>
              <a:t/>
            </a:r>
          </a:p>
          <a:p xmlns:a="http://schemas.openxmlformats.org/drawingml/2006/main">
            <a:r>
              <a:t>Worked illustration / lecturer answer</a:t>
            </a:r>
          </a:p>
          <a:p xmlns:a="http://schemas.openxmlformats.org/drawingml/2006/main">
            <a:r>
              <a:t>“On this held-out sample, MAE was 3 kW” states a result. “The sample contains only one site” limits the claim. Neither statement alone justifies deployment at every site.</a:t>
            </a:r>
          </a:p>
          <a:p xmlns:a="http://schemas.openxmlformats.org/drawingml/2006/main">
            <a:r>
              <a:t/>
            </a:r>
          </a:p>
          <a:p xmlns:a="http://schemas.openxmlformats.org/drawingml/2006/main">
            <a:r>
              <a:t>Misconception to address</a:t>
            </a:r>
          </a:p>
          <a:p xmlns:a="http://schemas.openxmlformats.org/drawingml/2006/main">
            <a:r>
              <a:t>A polished chart cannot replace a defined target, correct units or an honest description of the evaluation sample.</a:t>
            </a:r>
          </a:p>
          <a:p xmlns:a="http://schemas.openxmlformats.org/drawingml/2006/main">
            <a:r>
              <a:t/>
            </a:r>
          </a:p>
          <a:p xmlns:a="http://schemas.openxmlformats.org/drawingml/2006/main">
            <a:r>
              <a:t>On this slide</a:t>
            </a:r>
          </a:p>
          <a:p xmlns:a="http://schemas.openxmlformats.org/drawingml/2006/main">
            <a:r>
              <a:t>Name the chart axes and their units.</a:t>
            </a:r>
          </a:p>
          <a:p xmlns:a="http://schemas.openxmlformats.org/drawingml/2006/main">
            <a:r>
              <a:t/>
            </a:r>
          </a:p>
          <a:p xmlns:a="http://schemas.openxmlformats.org/drawingml/2006/main">
            <a:r>
              <a:t>State the measured evaluation result and how you obtained it.</a:t>
            </a:r>
          </a:p>
          <a:p xmlns:a="http://schemas.openxmlformats.org/drawingml/2006/main">
            <a:r>
              <a:t/>
            </a:r>
          </a:p>
          <a:p xmlns:a="http://schemas.openxmlformats.org/drawingml/2006/main">
            <a:r>
              <a:t>Point to the particular table, plot or calculation that supports your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Limitations of the results</a:t>
            </a:r>
          </a:p>
          <a:p xmlns:a="http://schemas.openxmlformats.org/drawingml/2006/main">
            <a:r>
              <a:t>Explanation to give</a:t>
            </a:r>
          </a:p>
          <a:p xmlns:a="http://schemas.openxmlformats.org/drawingml/2006/main">
            <a:r>
              <a:t>Explain the chain from engineering question to measured evidence to a bounded recommendation. A finding states what was observed; a limitation identifies where that evidence may not apply.</a:t>
            </a:r>
          </a:p>
          <a:p xmlns:a="http://schemas.openxmlformats.org/drawingml/2006/main">
            <a:r>
              <a:t/>
            </a:r>
          </a:p>
          <a:p xmlns:a="http://schemas.openxmlformats.org/drawingml/2006/main">
            <a:r>
              <a:t>Worked illustration / lecturer answer</a:t>
            </a:r>
          </a:p>
          <a:p xmlns:a="http://schemas.openxmlformats.org/drawingml/2006/main">
            <a:r>
              <a:t>“On this held-out sample, MAE was 3 kW” states a result. “The sample contains only one site” limits the claim. Neither statement alone justifies deployment at every site.</a:t>
            </a:r>
          </a:p>
          <a:p xmlns:a="http://schemas.openxmlformats.org/drawingml/2006/main">
            <a:r>
              <a:t/>
            </a:r>
          </a:p>
          <a:p xmlns:a="http://schemas.openxmlformats.org/drawingml/2006/main">
            <a:r>
              <a:t>Misconception to address</a:t>
            </a:r>
          </a:p>
          <a:p xmlns:a="http://schemas.openxmlformats.org/drawingml/2006/main">
            <a:r>
              <a:t>A polished chart cannot replace a defined target, correct units or an honest description of the evaluation sample.</a:t>
            </a:r>
          </a:p>
          <a:p xmlns:a="http://schemas.openxmlformats.org/drawingml/2006/main">
            <a:r>
              <a:t/>
            </a:r>
          </a:p>
          <a:p xmlns:a="http://schemas.openxmlformats.org/drawingml/2006/main">
            <a:r>
              <a:t>On this slide</a:t>
            </a:r>
          </a:p>
          <a:p xmlns:a="http://schemas.openxmlformats.org/drawingml/2006/main">
            <a:r>
              <a:t>State what your investigation can support.</a:t>
            </a:r>
          </a:p>
          <a:p xmlns:a="http://schemas.openxmlformats.org/drawingml/2006/main">
            <a:r>
              <a:t/>
            </a:r>
          </a:p>
          <a:p xmlns:a="http://schemas.openxmlformats.org/drawingml/2006/main">
            <a:r>
              <a:t>If an answer is unknown, say what evidence would resolve it.</a:t>
            </a:r>
          </a:p>
          <a:p xmlns:a="http://schemas.openxmlformats.org/drawingml/2006/main">
            <a:r>
              <a:t/>
            </a:r>
          </a:p>
          <a:p xmlns:a="http://schemas.openxmlformats.org/drawingml/2006/main">
            <a:r>
              <a:t>Teaching data alone do not establish readiness for real operation.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 checkpoint</a:t>
            </a:r>
          </a:p>
          <a:p xmlns:a="http://schemas.openxmlformats.org/drawingml/2006/main">
            <a:r>
              <a:t>Explanation to give</a:t>
            </a:r>
          </a:p>
          <a:p xmlns:a="http://schemas.openxmlformats.org/drawingml/2006/main">
            <a:r>
              <a:t>Each learner should be able to explain one decision they personally worked on and point to its evidence in the project.</a:t>
            </a:r>
          </a:p>
          <a:p xmlns:a="http://schemas.openxmlformats.org/drawingml/2006/main">
            <a:r>
              <a:t/>
            </a:r>
          </a:p>
          <a:p xmlns:a="http://schemas.openxmlformats.org/drawingml/2006/main">
            <a:r>
              <a:t>Worked illustration / lecturer answer</a:t>
            </a:r>
          </a:p>
          <a:p xmlns:a="http://schemas.openxmlformats.org/drawingml/2006/main">
            <a:r>
              <a:t>Ask for the relevant cell, chart or contribution entry, then a reason for that choice and a limitation. This connects authorship to understanding.</a:t>
            </a:r>
          </a:p>
          <a:p xmlns:a="http://schemas.openxmlformats.org/drawingml/2006/main">
            <a:r>
              <a:t/>
            </a:r>
          </a:p>
          <a:p xmlns:a="http://schemas.openxmlformats.org/drawingml/2006/main">
            <a:r>
              <a:t>Misconception to address</a:t>
            </a:r>
          </a:p>
          <a:p xmlns:a="http://schemas.openxmlformats.org/drawingml/2006/main">
            <a:r>
              <a:t>Live discussion is formative. Collect the individual written evidence required by DEMO so the automatic assessment has the explanation in an accessible form.</a:t>
            </a:r>
          </a:p>
          <a:p xmlns:a="http://schemas.openxmlformats.org/drawingml/2006/main">
            <a:r>
              <a:t/>
            </a:r>
          </a:p>
          <a:p xmlns:a="http://schemas.openxmlformats.org/drawingml/2006/main">
            <a:r>
              <a:t>On this slide</a:t>
            </a:r>
          </a:p>
          <a:p xmlns:a="http://schemas.openxmlformats.org/drawingml/2006/main">
            <a:r>
              <a:t>Each student can explain one decision they personally worked on and point to its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evidence</a:t>
            </a:r>
          </a:p>
          <a:p xmlns:a="http://schemas.openxmlformats.org/drawingml/2006/main">
            <a:r>
              <a:t>Explanation to give</a:t>
            </a:r>
          </a:p>
          <a:p xmlns:a="http://schemas.openxmlformats.org/drawingml/2006/main">
            <a:r>
              <a:t>The team project and the individual DEMO evidence have separate purposes. Each learner submits their own explanation of decisions and reflection on learning.</a:t>
            </a:r>
          </a:p>
          <a:p xmlns:a="http://schemas.openxmlformats.org/drawingml/2006/main">
            <a:r>
              <a:t/>
            </a:r>
          </a:p>
          <a:p xmlns:a="http://schemas.openxmlformats.org/drawingml/2006/main">
            <a:r>
              <a:t>Worked illustration / lecturer answer</a:t>
            </a:r>
          </a:p>
          <a:p xmlns:a="http://schemas.openxmlformats.org/drawingml/2006/main">
            <a:r>
              <a:t>A defence points to specific cells or results in the project. A reflection describes changed understanding, remaining difficulties and the required Semester 2 goals.</a:t>
            </a:r>
          </a:p>
          <a:p xmlns:a="http://schemas.openxmlformats.org/drawingml/2006/main">
            <a:r>
              <a:t/>
            </a:r>
          </a:p>
          <a:p xmlns:a="http://schemas.openxmlformats.org/drawingml/2006/main">
            <a:r>
              <a:t>Misconception to address</a:t>
            </a:r>
          </a:p>
          <a:p xmlns:a="http://schemas.openxmlformats.org/drawingml/2006/main">
            <a:r>
              <a:t>Do not submit one generic team reflection for everybody. Follow the DEMO guide’s presentation and written-document requirements.</a:t>
            </a:r>
          </a:p>
          <a:p xmlns:a="http://schemas.openxmlformats.org/drawingml/2006/main">
            <a:r>
              <a:t/>
            </a:r>
          </a:p>
          <a:p xmlns:a="http://schemas.openxmlformats.org/drawingml/2006/main">
            <a:r>
              <a:t>On this slide</a:t>
            </a:r>
          </a:p>
          <a:p xmlns:a="http://schemas.openxmlformats.org/drawingml/2006/main">
            <a:r>
              <a:t>Use the published project and DEMO requirements.</a:t>
            </a:r>
          </a:p>
          <a:p xmlns:a="http://schemas.openxmlformats.org/drawingml/2006/main">
            <a:r>
              <a:t/>
            </a:r>
          </a:p>
          <a:p xmlns:a="http://schemas.openxmlformats.org/drawingml/2006/main">
            <a:r>
              <a:t>Each individual submits their own typed defence and reflection through the designated route.</a:t>
            </a:r>
          </a:p>
          <a:p xmlns:a="http://schemas.openxmlformats.org/drawingml/2006/main">
            <a:r>
              <a:t/>
            </a:r>
          </a:p>
          <a:p xmlns:a="http://schemas.openxmlformats.org/drawingml/2006/main">
            <a:r>
              <a:t>Submit your own written defence and reflection as instructed.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Bound the proposed engineering problem: identify the decision, intended users, operating setting and quantity or class to predict. Explain why the target supports that decision.</a:t>
            </a:r>
          </a:p>
          <a:p xmlns:a="http://schemas.openxmlformats.org/drawingml/2006/main">
            <a:r>
              <a:t/>
            </a:r>
          </a:p>
          <a:p xmlns:a="http://schemas.openxmlformats.org/drawingml/2006/main">
            <a:r>
              <a:t>Worked illustration / lecturer answer</a:t>
            </a:r>
          </a:p>
          <a:p xmlns:a="http://schemas.openxmlformats.org/drawingml/2006/main">
            <a:r>
              <a:t>A target should be chosen because knowing it helps the decision, not merely because it is a convenient numeric column in the file.</a:t>
            </a:r>
          </a:p>
          <a:p xmlns:a="http://schemas.openxmlformats.org/drawingml/2006/main">
            <a:r>
              <a:t/>
            </a:r>
          </a:p>
          <a:p xmlns:a="http://schemas.openxmlformats.org/drawingml/2006/main">
            <a:r>
              <a:t>Misconception to address</a:t>
            </a:r>
          </a:p>
          <a:p xmlns:a="http://schemas.openxmlformats.org/drawingml/2006/main">
            <a:r>
              <a:t>A broad theme such as “AI for buildings” does not yet specify a model task. The project report must make the target and intended use explicit.</a:t>
            </a:r>
          </a:p>
          <a:p xmlns:a="http://schemas.openxmlformats.org/drawingml/2006/main">
            <a:r>
              <a:t/>
            </a:r>
          </a:p>
          <a:p xmlns:a="http://schemas.openxmlformats.org/drawingml/2006/main">
            <a:r>
              <a:t>On this slide</a:t>
            </a:r>
          </a:p>
          <a:p xmlns:a="http://schemas.openxmlformats.org/drawingml/2006/main">
            <a:r>
              <a:t>Include captions and a separate readable DOCX/PDF report.</a:t>
            </a:r>
          </a:p>
          <a:p xmlns:a="http://schemas.openxmlformats.org/drawingml/2006/main">
            <a:r>
              <a:t/>
            </a:r>
          </a:p>
          <a:p xmlns:a="http://schemas.openxmlformats.org/drawingml/2006/main">
            <a:r>
              <a:t>Problem definition (15.0 total): The engineering problem is real, specific and bounded.</a:t>
            </a:r>
          </a:p>
          <a:p xmlns:a="http://schemas.openxmlformats.org/drawingml/2006/main">
            <a:r>
              <a:t/>
            </a:r>
          </a:p>
          <a:p xmlns:a="http://schemas.openxmlformats.org/drawingml/2006/main">
            <a:r>
              <a:t>The ML task is correctly derived from it.</a:t>
            </a:r>
          </a:p>
          <a:p xmlns:a="http://schemas.openxmlformats.org/drawingml/2006/main">
            <a:r>
              <a:t/>
            </a:r>
          </a:p>
          <a:p xmlns:a="http://schemas.openxmlformats.org/drawingml/2006/main">
            <a:r>
              <a:t>The target variable is justified, not merely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Problem framing begins with a bounded engineering decision and a defined target. Provenance explains where observations came from; a licence states what reuse is allowed.</a:t>
            </a:r>
          </a:p>
          <a:p xmlns:a="http://schemas.openxmlformats.org/drawingml/2006/main">
            <a:r>
              <a:t/>
            </a:r>
          </a:p>
          <a:p xmlns:a="http://schemas.openxmlformats.org/drawingml/2006/main">
            <a:r>
              <a:t>Worked illustration / lecturer answer</a:t>
            </a:r>
          </a:p>
          <a:p xmlns:a="http://schemas.openxmlformats.org/drawingml/2006/main">
            <a:r>
              <a:t>State the population, measurement period, units and who collected the data. Explain how those observations could answer the chosen question rather than merely describing an interesting file.</a:t>
            </a:r>
          </a:p>
          <a:p xmlns:a="http://schemas.openxmlformats.org/drawingml/2006/main">
            <a:r>
              <a:t/>
            </a:r>
          </a:p>
          <a:p xmlns:a="http://schemas.openxmlformats.org/drawingml/2006/main">
            <a:r>
              <a:t>Misconception to address</a:t>
            </a:r>
          </a:p>
          <a:p xmlns:a="http://schemas.openxmlformats.org/drawingml/2006/main">
            <a:r>
              <a:t>Synthetic teaching data must be labelled as synthetic. A plausible story does not establish that a dataset contains the information or permissions the proposed project needs.</a:t>
            </a:r>
          </a:p>
          <a:p xmlns:a="http://schemas.openxmlformats.org/drawingml/2006/main">
            <a:r>
              <a:t/>
            </a:r>
          </a:p>
          <a:p xmlns:a="http://schemas.openxmlformats.org/drawingml/2006/main">
            <a:r>
              <a:t>On this slide</a:t>
            </a:r>
          </a:p>
          <a:p xmlns:a="http://schemas.openxmlformats.org/drawingml/2006/main">
            <a:r>
              <a:t>Data understanding (15.0 total): Provenance, licence and collection method stated.</a:t>
            </a:r>
          </a:p>
          <a:p xmlns:a="http://schemas.openxmlformats.org/drawingml/2006/main">
            <a:r>
              <a:t/>
            </a:r>
          </a:p>
          <a:p xmlns:a="http://schemas.openxmlformats.org/drawingml/2006/main">
            <a:r>
              <a:t>Defects found and handled with justification.</a:t>
            </a:r>
          </a:p>
          <a:p xmlns:a="http://schemas.openxmlformats.org/drawingml/2006/main">
            <a:r>
              <a:t/>
            </a:r>
          </a:p>
          <a:p xmlns:a="http://schemas.openxmlformats.org/drawingml/2006/main">
            <a:r>
              <a:t>Limitations of the data acknowledged before any modelling.</a:t>
            </a:r>
          </a:p>
          <a:p xmlns:a="http://schemas.openxmlformats.org/drawingml/2006/main">
            <a:r>
              <a:t/>
            </a:r>
          </a:p>
          <a:p xmlns:a="http://schemas.openxmlformats.org/drawingml/2006/main">
            <a:r>
              <a:t>Methodology (20.0 total): Appropriate models chosen and compared under one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Explain the order: partition data using the stated protocol, fit preparation on training data, fit models, compare on validation data and leave final test data untouched until choices are fixed.</a:t>
            </a:r>
          </a:p>
          <a:p xmlns:a="http://schemas.openxmlformats.org/drawingml/2006/main">
            <a:r>
              <a:t/>
            </a:r>
          </a:p>
          <a:p xmlns:a="http://schemas.openxmlformats.org/drawingml/2006/main">
            <a:r>
              <a:t>Worked illustration / lecturer answer</a:t>
            </a:r>
          </a:p>
          <a:p xmlns:a="http://schemas.openxmlformats.org/drawingml/2006/main">
            <a:r>
              <a:t>Compare models on identical held-out observations with the same metric and preprocessing rules. Each cross-validation training fold learns its own preparation values.</a:t>
            </a:r>
          </a:p>
          <a:p xmlns:a="http://schemas.openxmlformats.org/drawingml/2006/main">
            <a:r>
              <a:t/>
            </a:r>
          </a:p>
          <a:p xmlns:a="http://schemas.openxmlformats.org/drawingml/2006/main">
            <a:r>
              <a:t>Misconception to address</a:t>
            </a:r>
          </a:p>
          <a:p xmlns:a="http://schemas.openxmlformats.org/drawingml/2006/main">
            <a:r>
              <a:t>A written claim of no leakage must agree with the executable split and fitting code. Follow the published execution requirement for any criterion linked to the split check.</a:t>
            </a:r>
          </a:p>
          <a:p xmlns:a="http://schemas.openxmlformats.org/drawingml/2006/main">
            <a:r>
              <a:t/>
            </a:r>
          </a:p>
          <a:p xmlns:a="http://schemas.openxmlformats.org/drawingml/2006/main">
            <a:r>
              <a:t>On this slide</a:t>
            </a:r>
          </a:p>
          <a:p xmlns:a="http://schemas.openxmlformats.org/drawingml/2006/main">
            <a:r>
              <a:t>Pipeline used.</a:t>
            </a:r>
          </a:p>
          <a:p xmlns:a="http://schemas.openxmlformats.org/drawingml/2006/main">
            <a:r>
              <a:t/>
            </a:r>
          </a:p>
          <a:p xmlns:a="http://schemas.openxmlformats.org/drawingml/2006/main">
            <a:r>
              <a:t>Hyperparameters handled sensibly.</a:t>
            </a:r>
          </a:p>
          <a:p xmlns:a="http://schemas.openxmlformats.org/drawingml/2006/main">
            <a:r>
              <a:t/>
            </a:r>
          </a:p>
          <a:p xmlns:a="http://schemas.openxmlformats.org/drawingml/2006/main">
            <a:r>
              <a:t>Choices explained rather than defaulted to.</a:t>
            </a:r>
          </a:p>
          <a:p xmlns:a="http://schemas.openxmlformats.org/drawingml/2006/main">
            <a:r>
              <a:t/>
            </a:r>
          </a:p>
          <a:p xmlns:a="http://schemas.openxmlformats.org/drawingml/2006/main">
            <a:r>
              <a:t>Engineering reasoning (20.0 total): Domain knowledge visibly enters the work through features, banding, metric choice or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Explain the order: partition data using the stated protocol, fit preparation on training data, fit models, compare on validation data and leave final test data untouched until choices are fixed.</a:t>
            </a:r>
          </a:p>
          <a:p xmlns:a="http://schemas.openxmlformats.org/drawingml/2006/main">
            <a:r>
              <a:t/>
            </a:r>
          </a:p>
          <a:p xmlns:a="http://schemas.openxmlformats.org/drawingml/2006/main">
            <a:r>
              <a:t>Worked illustration / lecturer answer</a:t>
            </a:r>
          </a:p>
          <a:p xmlns:a="http://schemas.openxmlformats.org/drawingml/2006/main">
            <a:r>
              <a:t>Compare models on identical held-out observations with the same metric and preprocessing rules. Each cross-validation training fold learns its own preparation values.</a:t>
            </a:r>
          </a:p>
          <a:p xmlns:a="http://schemas.openxmlformats.org/drawingml/2006/main">
            <a:r>
              <a:t/>
            </a:r>
          </a:p>
          <a:p xmlns:a="http://schemas.openxmlformats.org/drawingml/2006/main">
            <a:r>
              <a:t>Misconception to address</a:t>
            </a:r>
          </a:p>
          <a:p xmlns:a="http://schemas.openxmlformats.org/drawingml/2006/main">
            <a:r>
              <a:t>A written claim of no leakage must agree with the executable split and fitting code. Follow the published execution requirement for any criterion linked to the split check.</a:t>
            </a:r>
          </a:p>
          <a:p xmlns:a="http://schemas.openxmlformats.org/drawingml/2006/main">
            <a:r>
              <a:t/>
            </a:r>
          </a:p>
          <a:p xmlns:a="http://schemas.openxmlformats.org/drawingml/2006/main">
            <a:r>
              <a:t>On this slide</a:t>
            </a:r>
          </a:p>
          <a:p xmlns:a="http://schemas.openxmlformats.org/drawingml/2006/main">
            <a:r>
              <a:t>The result is discussed as engineering, not as a score.</a:t>
            </a:r>
          </a:p>
          <a:p xmlns:a="http://schemas.openxmlformats.org/drawingml/2006/main">
            <a:r>
              <a:t/>
            </a:r>
          </a:p>
          <a:p xmlns:a="http://schemas.openxmlformats.org/drawingml/2006/main">
            <a:r>
              <a:t>Validation (15.0 total): Correct train/test discipline, cross-validation with a reported spread, leakage explicitly checked and ruled out, metric justified against the cost of error.</a:t>
            </a:r>
          </a:p>
          <a:p xmlns:a="http://schemas.openxmlformats.org/drawingml/2006/main">
            <a:r>
              <a:t/>
            </a:r>
          </a:p>
          <a:p xmlns:a="http://schemas.openxmlformats.org/drawingml/2006/main">
            <a:r>
              <a:t>Communication (10.0 total): The 2-page brief is readable by a non-specialist engineer.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Charts answer questions and are captioned with findings.</a:t>
            </a:r>
          </a:p>
          <a:p xmlns:a="http://schemas.openxmlformats.org/drawingml/2006/main">
            <a:r>
              <a:t/>
            </a:r>
          </a:p>
          <a:p xmlns:a="http://schemas.openxmlformats.org/drawingml/2006/main">
            <a:r>
              <a:t>State uncertainty and limitations.</a:t>
            </a:r>
          </a:p>
          <a:p xmlns:a="http://schemas.openxmlformats.org/drawingml/2006/main">
            <a:r>
              <a:t/>
            </a:r>
          </a:p>
          <a:p xmlns:a="http://schemas.openxmlformats.org/drawingml/2006/main">
            <a:r>
              <a:t>Reproducibility &amp; documentation (5.0 total): Repository runs from a clean clone.</a:t>
            </a:r>
          </a:p>
          <a:p xmlns:a="http://schemas.openxmlformats.org/drawingml/2006/main">
            <a:r>
              <a:t/>
            </a:r>
          </a:p>
          <a:p xmlns:a="http://schemas.openxmlformats.org/drawingml/2006/main">
            <a:r>
              <a:t>README complete. requirements.txt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continued</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Seeds set.</a:t>
            </a:r>
          </a:p>
          <a:p xmlns:a="http://schemas.openxmlformats.org/drawingml/2006/main">
            <a:r>
              <a:t/>
            </a:r>
          </a:p>
          <a:p xmlns:a="http://schemas.openxmlformats.org/drawingml/2006/main">
            <a:r>
              <a:t>AI use declared.</a:t>
            </a:r>
          </a:p>
          <a:p xmlns:a="http://schemas.openxmlformats.org/drawingml/2006/main">
            <a:r>
              <a:t/>
            </a:r>
          </a:p>
          <a:p xmlns:a="http://schemas.openxmlformats.org/drawingml/2006/main">
            <a:r>
              <a:t>Contribution log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ML project submission</a:t>
            </a:r>
          </a:p>
          <a:p xmlns:a="http://schemas.openxmlformats.org/drawingml/2006/main">
            <a:r>
              <a:t>Explanation to give</a:t>
            </a:r>
          </a:p>
          <a:p xmlns:a="http://schemas.openxmlformats.org/drawingml/2006/main">
            <a:r>
              <a:t>This slide hands over CML3112 ML_PROJECT. Show the exact form title before uploading. The required packet is the completed project notebook together with one readable DOCX or selectable-text PDF report.</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2026-12-15T11:00:00+03:00.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24 Nov 2026, 11:00 Kampala</a:t>
            </a:r>
          </a:p>
          <a:p xmlns:a="http://schemas.openxmlformats.org/drawingml/2006/main">
            <a:r>
              <a:t/>
            </a:r>
          </a:p>
          <a:p xmlns:a="http://schemas.openxmlformats.org/drawingml/2006/main">
            <a:r>
              <a:t>Deadline: 15 Dec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evidence (35 marks)</a:t>
            </a:r>
          </a:p>
          <a:p xmlns:a="http://schemas.openxmlformats.org/drawingml/2006/main">
            <a:r>
              <a:t>Explanation to give</a:t>
            </a:r>
          </a:p>
          <a:p xmlns:a="http://schemas.openxmlformats.org/drawingml/2006/main">
            <a:r>
              <a:t>Speaker notes contain the explanation behind each presentation slide. They should connect the question, method, evidence and limitations so the submitted file remains understandable without a live talk.</a:t>
            </a:r>
          </a:p>
          <a:p xmlns:a="http://schemas.openxmlformats.org/drawingml/2006/main">
            <a:r>
              <a:t/>
            </a:r>
          </a:p>
          <a:p xmlns:a="http://schemas.openxmlformats.org/drawingml/2006/main">
            <a:r>
              <a:t>Worked illustration / lecturer answer</a:t>
            </a:r>
          </a:p>
          <a:p xmlns:a="http://schemas.openxmlformats.org/drawingml/2006/main">
            <a:r>
              <a:t>For a results chart, notes identify the sample, target unit, metric and interpretation. The written evidence can then be assessed even when the speaker is absent.</a:t>
            </a:r>
          </a:p>
          <a:p xmlns:a="http://schemas.openxmlformats.org/drawingml/2006/main">
            <a:r>
              <a:t/>
            </a:r>
          </a:p>
          <a:p xmlns:a="http://schemas.openxmlformats.org/drawingml/2006/main">
            <a:r>
              <a:t>Misconception to address</a:t>
            </a:r>
          </a:p>
          <a:p xmlns:a="http://schemas.openxmlformats.org/drawingml/2006/main">
            <a:r>
              <a:t>The local text-based grader does not assess visual polish or spoken delivery. Make required reasoning accessible as actual text rather than only screenshots.</a:t>
            </a:r>
          </a:p>
          <a:p xmlns:a="http://schemas.openxmlformats.org/drawingml/2006/main">
            <a:r>
              <a:t/>
            </a:r>
          </a:p>
          <a:p xmlns:a="http://schemas.openxmlformats.org/drawingml/2006/main">
            <a:r>
              <a:t>On this slide</a:t>
            </a:r>
          </a:p>
          <a:p xmlns:a="http://schemas.openxmlformats.org/drawingml/2006/main">
            <a:r>
              <a:t>Slides and narration notes explain the question, method, evidence and limitations for an engineering audience.</a:t>
            </a:r>
          </a:p>
          <a:p xmlns:a="http://schemas.openxmlformats.org/drawingml/2006/main">
            <a:r>
              <a:t/>
            </a:r>
          </a:p>
          <a:p xmlns:a="http://schemas.openxmlformats.org/drawingml/2006/main">
            <a:r>
              <a:t>The local text grader does not assess visual styling or spoken delivery.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Individual written defence (40 marks)</a:t>
            </a:r>
          </a:p>
          <a:p xmlns:a="http://schemas.openxmlformats.org/drawingml/2006/main">
            <a:r>
              <a:t>Explanation to give</a:t>
            </a:r>
          </a:p>
          <a:p xmlns:a="http://schemas.openxmlformats.org/drawingml/2006/main">
            <a:r>
              <a:t>A defence explains the reasoning behind a decision the learner actually made. Ask for a named cell, result or chart so the explanation can be checked against the project.</a:t>
            </a:r>
          </a:p>
          <a:p xmlns:a="http://schemas.openxmlformats.org/drawingml/2006/main">
            <a:r>
              <a:t/>
            </a:r>
          </a:p>
          <a:p xmlns:a="http://schemas.openxmlformats.org/drawingml/2006/main">
            <a:r>
              <a:t>Worked illustration / lecturer answer</a:t>
            </a:r>
          </a:p>
          <a:p xmlns:a="http://schemas.openxmlformats.org/drawingml/2006/main">
            <a:r>
              <a:t>“I used a group split because the same equipment appears repeatedly; this cell lists disjoint equipment IDs” links a choice, reason and evidence.</a:t>
            </a:r>
          </a:p>
          <a:p xmlns:a="http://schemas.openxmlformats.org/drawingml/2006/main">
            <a:r>
              <a:t/>
            </a:r>
          </a:p>
          <a:p xmlns:a="http://schemas.openxmlformats.org/drawingml/2006/main">
            <a:r>
              <a:t>Misconception to address</a:t>
            </a:r>
          </a:p>
          <a:p xmlns:a="http://schemas.openxmlformats.org/drawingml/2006/main">
            <a:r>
              <a:t>A general definition of group splitting is not evidence that this project used it. Each student's explanation must match their own contribution.</a:t>
            </a:r>
          </a:p>
          <a:p xmlns:a="http://schemas.openxmlformats.org/drawingml/2006/main">
            <a:r>
              <a:t/>
            </a:r>
          </a:p>
          <a:p xmlns:a="http://schemas.openxmlformats.org/drawingml/2006/main">
            <a:r>
              <a:t>On this slide</a:t>
            </a:r>
          </a:p>
          <a:p xmlns:a="http://schemas.openxmlformats.org/drawingml/2006/main">
            <a:r>
              <a:t>Two typed answers about the student's own repository identify specific cells/results and explain the decisions.</a:t>
            </a:r>
          </a:p>
          <a:p xmlns:a="http://schemas.openxmlformats.org/drawingml/2006/main">
            <a:r>
              <a:t/>
            </a:r>
          </a:p>
          <a:p xmlns:a="http://schemas.openxmlformats.org/drawingml/2006/main">
            <a:r>
              <a:t>Credit is based on the submitted evidence; live questioning is formative.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Reflection (20 marks)</a:t>
            </a:r>
          </a:p>
          <a:p xmlns:a="http://schemas.openxmlformats.org/drawingml/2006/main">
            <a:r>
              <a:t>Explanation to give</a:t>
            </a:r>
          </a:p>
          <a:p xmlns:a="http://schemas.openxmlformats.org/drawingml/2006/main">
            <a:r>
              <a:t>Reflection should compare the learner's earlier understanding with what they can now demonstrate, then specify an achievable next step.</a:t>
            </a:r>
          </a:p>
          <a:p xmlns:a="http://schemas.openxmlformats.org/drawingml/2006/main">
            <a:r>
              <a:t/>
            </a:r>
          </a:p>
          <a:p xmlns:a="http://schemas.openxmlformats.org/drawingml/2006/main">
            <a:r>
              <a:t>Worked illustration / lecturer answer</a:t>
            </a:r>
          </a:p>
          <a:p xmlns:a="http://schemas.openxmlformats.org/drawingml/2006/main">
            <a:r>
              <a:t>A concrete reflection describes an execution-order mistake, how a clean run revealed it, and how the learner now checks notebooks. A goal might be to practise grouped validation on a second dataset.</a:t>
            </a:r>
          </a:p>
          <a:p xmlns:a="http://schemas.openxmlformats.org/drawingml/2006/main">
            <a:r>
              <a:t/>
            </a:r>
          </a:p>
          <a:p xmlns:a="http://schemas.openxmlformats.org/drawingml/2006/main">
            <a:r>
              <a:t>Misconception to address</a:t>
            </a:r>
          </a:p>
          <a:p xmlns:a="http://schemas.openxmlformats.org/drawingml/2006/main">
            <a:r>
              <a:t>“I learned a lot about AI” provides little evidence. Keep the published 500-word requirement and the two Semester 2 goals.</a:t>
            </a:r>
          </a:p>
          <a:p xmlns:a="http://schemas.openxmlformats.org/drawingml/2006/main">
            <a:r>
              <a:t/>
            </a:r>
          </a:p>
          <a:p xmlns:a="http://schemas.openxmlformats.org/drawingml/2006/main">
            <a:r>
              <a:t>On this slide</a:t>
            </a:r>
          </a:p>
          <a:p xmlns:a="http://schemas.openxmlformats.org/drawingml/2006/main">
            <a:r>
              <a:t>500 words.</a:t>
            </a:r>
          </a:p>
          <a:p xmlns:a="http://schemas.openxmlformats.org/drawingml/2006/main">
            <a:r>
              <a:t/>
            </a:r>
          </a:p>
          <a:p xmlns:a="http://schemas.openxmlformats.org/drawingml/2006/main">
            <a:r>
              <a:t>Specific about what changed since Week 1, what remains difficult, and two concrete Semester 2 goals.</a:t>
            </a:r>
          </a:p>
          <a:p xmlns:a="http://schemas.openxmlformats.org/drawingml/2006/main">
            <a:r>
              <a:t/>
            </a:r>
          </a:p>
          <a:p xmlns:a="http://schemas.openxmlformats.org/drawingml/2006/main">
            <a:r>
              <a:t>Generic reflection scores 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AI-use declaration (5 marks)</a:t>
            </a:r>
          </a:p>
          <a:p xmlns:a="http://schemas.openxmlformats.org/drawingml/2006/main">
            <a:r>
              <a:t>Explanation to give</a:t>
            </a:r>
          </a:p>
          <a:p xmlns:a="http://schemas.openxmlformats.org/drawingml/2006/main">
            <a:r>
              <a:t>Explain that disclosure records what help was used, where and how the learner checked it. It does not remove responsibility for the submitted work or override an assessment's restrictions.</a:t>
            </a:r>
          </a:p>
          <a:p xmlns:a="http://schemas.openxmlformats.org/drawingml/2006/main">
            <a:r>
              <a:t/>
            </a:r>
          </a:p>
          <a:p xmlns:a="http://schemas.openxmlformats.org/drawingml/2006/main">
            <a:r>
              <a:t>Worked illustration / lecturer answer</a:t>
            </a:r>
          </a:p>
          <a:p xmlns:a="http://schemas.openxmlformats.org/drawingml/2006/main">
            <a:r>
              <a:t>An informative declaration names the tool, the task for which it helped, the affected file or section and the verification performed. If no AI was used, state that directly.</a:t>
            </a:r>
          </a:p>
          <a:p xmlns:a="http://schemas.openxmlformats.org/drawingml/2006/main">
            <a:r>
              <a:t/>
            </a:r>
          </a:p>
          <a:p xmlns:a="http://schemas.openxmlformats.org/drawingml/2006/main">
            <a:r>
              <a:t>Misconception to address</a:t>
            </a:r>
          </a:p>
          <a:p xmlns:a="http://schemas.openxmlformats.org/drawingml/2006/main">
            <a:r>
              <a:t>Do not imply AI is permitted in an independent test_data. Follow the policy for the particular assessment, and require the learner to explain their own work.</a:t>
            </a:r>
          </a:p>
          <a:p xmlns:a="http://schemas.openxmlformats.org/drawingml/2006/main">
            <a:r>
              <a:t/>
            </a:r>
          </a:p>
          <a:p xmlns:a="http://schemas.openxmlformats.org/drawingml/2006/main">
            <a:r>
              <a:t>On this slide</a:t>
            </a:r>
          </a:p>
          <a:p xmlns:a="http://schemas.openxmlformats.org/drawingml/2006/main">
            <a:r>
              <a:t>Present, complete and plausible against the repository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and individual reflection submission</a:t>
            </a:r>
          </a:p>
          <a:p xmlns:a="http://schemas.openxmlformats.org/drawingml/2006/main">
            <a:r>
              <a:t>Explanation to give</a:t>
            </a:r>
          </a:p>
          <a:p xmlns:a="http://schemas.openxmlformats.org/drawingml/2006/main">
            <a:r>
              <a:t>This slide hands over CML3112 DEMO. Show the exact form title before uploading. The required packet is the presentation with narration notes and the required written defence/reflection document, as listed in the DEMO guide.</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2026-12-15T14:00:00+03:00.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24 Nov 2026, 11:00 Kampala</a:t>
            </a:r>
          </a:p>
          <a:p xmlns:a="http://schemas.openxmlformats.org/drawingml/2006/main">
            <a:r>
              <a:t/>
            </a:r>
          </a:p>
          <a:p xmlns:a="http://schemas.openxmlformats.org/drawingml/2006/main">
            <a:r>
              <a:t>Deadline: 15 Dec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Explain a supported finding, its limitation and the individual work behind it. The team project and each learner’s defence are distinct evidence.</a:t>
            </a:r>
          </a:p>
          <a:p xmlns:a="http://schemas.openxmlformats.org/drawingml/2006/main">
            <a:r>
              <a:t/>
            </a:r>
          </a:p>
          <a:p xmlns:a="http://schemas.openxmlformats.org/drawingml/2006/main">
            <a:r>
              <a:t>Worked illustration / lecturer answer</a:t>
            </a:r>
          </a:p>
          <a:p xmlns:a="http://schemas.openxmlformats.org/drawingml/2006/main">
            <a:r>
              <a:t>A claim should point to a named plot or result, its target unit, the evaluated sample and the decision it supports. “Our model is good” supplies none of these.</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point to the evidence behind one decision you personally worked on.</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b22d33f2491403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e14293540cd474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c9afdbe3c7a4a6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fd1b1a8e7c409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1467f9375d490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ce63903e9451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AF97B6-19DF-4AEF-8A7D-D9AE8C2CBD4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711CD11-8471-4CC1-B8E2-0C2852AD598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0FD28D-D78F-4CE5-B36A-53BE23A5D70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20304F-5443-4BC9-8825-919578C335C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9246C8-7AD8-4AD0-88A0-4ED1D43C355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250BA22-2558-47E7-8190-06D352B7A91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AE5AB1-D975-486B-9E54-70B97540E82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90A5F1-089C-48CE-8DCB-C0239AAAB76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216603-6098-4843-8938-33FD54644ED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112F5E-7BC5-4730-A32E-8E2BD0F7F1D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1c3c93979ed4287" /><Relationship Type="http://schemas.openxmlformats.org/officeDocument/2006/relationships/slideLayout" Target="/ppt/slideLayouts/slideLayout1.xml" Id="R2d418c9d5d6647cf" /><Relationship Type="http://schemas.openxmlformats.org/officeDocument/2006/relationships/slideLayout" Target="/ppt/slideLayouts/slideLayout2.xml" Id="Reb7b1c3f642f4f5d" /><Relationship Type="http://schemas.openxmlformats.org/officeDocument/2006/relationships/slideLayout" Target="/ppt/slideLayouts/slideLayout3.xml" Id="Ra61b99bd93e74452" /><Relationship Type="http://schemas.openxmlformats.org/officeDocument/2006/relationships/slideLayout" Target="/ppt/slideLayouts/slideLayout4.xml" Id="Rbb304c76b01d48f3" /><Relationship Type="http://schemas.openxmlformats.org/officeDocument/2006/relationships/slideLayout" Target="/ppt/slideLayouts/slideLayout5.xml" Id="R17df0c52440f4ba8" /><Relationship Type="http://schemas.openxmlformats.org/officeDocument/2006/relationships/slideLayout" Target="/ppt/slideLayouts/slideLayout6.xml" Id="Rbb2ea4de549b43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418c9d5d6647cf"/>
    <p:sldLayoutId xmlns:r="http://schemas.openxmlformats.org/officeDocument/2006/relationships" id="2147483650" r:id="Reb7b1c3f642f4f5d"/>
    <p:sldLayoutId xmlns:r="http://schemas.openxmlformats.org/officeDocument/2006/relationships" id="2147483651" r:id="Ra61b99bd93e74452"/>
    <p:sldLayoutId xmlns:r="http://schemas.openxmlformats.org/officeDocument/2006/relationships" id="2147483652" r:id="Rbb304c76b01d48f3"/>
    <p:sldLayoutId xmlns:r="http://schemas.openxmlformats.org/officeDocument/2006/relationships" id="2147483653" r:id="R17df0c52440f4ba8"/>
    <p:sldLayoutId xmlns:r="http://schemas.openxmlformats.org/officeDocument/2006/relationships" id="2147483654" r:id="Rbb2ea4de549b43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e9b6df0fffa455b" /><Relationship Type="http://schemas.openxmlformats.org/officeDocument/2006/relationships/image" Target="/ppt/media/image.png" Id="Rdfdbd4b7dd5b4331" /><Relationship Type="http://schemas.openxmlformats.org/officeDocument/2006/relationships/notesSlide" Target="/ppt/notesSlides/notesSlide1.xml" Id="R2607fc25d93743a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acac306f0c4a56" /><Relationship Type="http://schemas.openxmlformats.org/officeDocument/2006/relationships/notesSlide" Target="/ppt/notesSlides/notesSlide2.xml" Id="R90f74bb52c3b47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39bdab8b1604037" /><Relationship Type="http://schemas.openxmlformats.org/officeDocument/2006/relationships/notesSlide" Target="/ppt/notesSlides/notesSlide3.xml" Id="R994190d9f89349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149a01f0904beb" /><Relationship Type="http://schemas.openxmlformats.org/officeDocument/2006/relationships/notesSlide" Target="/ppt/notesSlides/notesSlide4.xml" Id="R1a52f57d2fb747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2cdf285cff34b20" /><Relationship Type="http://schemas.openxmlformats.org/officeDocument/2006/relationships/notesSlide" Target="/ppt/notesSlides/notesSlide5.xml" Id="R0ad11baad5b64a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9d11175846743d9" /><Relationship Type="http://schemas.openxmlformats.org/officeDocument/2006/relationships/notesSlide" Target="/ppt/notesSlides/notesSlide6.xml" Id="R8e77c8067adf4c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f7a5a994adf4a4d" /><Relationship Type="http://schemas.openxmlformats.org/officeDocument/2006/relationships/notesSlide" Target="/ppt/notesSlides/notesSlide7.xml" Id="Rd4100edb72544f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5ed53aab9d04c24" /><Relationship Type="http://schemas.openxmlformats.org/officeDocument/2006/relationships/notesSlide" Target="/ppt/notesSlides/notesSlide8.xml" Id="R8cdc85362ef64b6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58ea2ba709c4924" /><Relationship Type="http://schemas.openxmlformats.org/officeDocument/2006/relationships/notesSlide" Target="/ppt/notesSlides/notesSlide9.xml" Id="R5a9cadedfaf342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6fc90953b4425a" /><Relationship Type="http://schemas.openxmlformats.org/officeDocument/2006/relationships/notesSlide" Target="/ppt/notesSlides/notesSlide10.xml" Id="R97e0f11b0e5d4a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17c9ef62c054267" /><Relationship Type="http://schemas.openxmlformats.org/officeDocument/2006/relationships/notesSlide" Target="/ppt/notesSlides/notesSlide11.xml" Id="Rdb45a21af45440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13336bcff4406c" /><Relationship Type="http://schemas.openxmlformats.org/officeDocument/2006/relationships/notesSlide" Target="/ppt/notesSlides/notesSlide12.xml" Id="Rf09680e1d3004e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672f359fa93488b" /><Relationship Type="http://schemas.openxmlformats.org/officeDocument/2006/relationships/notesSlide" Target="/ppt/notesSlides/notesSlide13.xml" Id="R291fffde83b045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102275f84834228" /><Relationship Type="http://schemas.openxmlformats.org/officeDocument/2006/relationships/notesSlide" Target="/ppt/notesSlides/notesSlide14.xml" Id="Ra14e5f26cef5421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7e2a471d90f4eb5" /><Relationship Type="http://schemas.openxmlformats.org/officeDocument/2006/relationships/notesSlide" Target="/ppt/notesSlides/notesSlide15.xml" Id="R8728bb75bf1e4ac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0cace356e4046f1" /><Relationship Type="http://schemas.openxmlformats.org/officeDocument/2006/relationships/notesSlide" Target="/ppt/notesSlides/notesSlide16.xml" Id="Re81cdcf4a48a4b3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3a248ffc5504c00" /><Relationship Type="http://schemas.openxmlformats.org/officeDocument/2006/relationships/notesSlide" Target="/ppt/notesSlides/notesSlide17.xml" Id="R67f87f5d5e93407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43cd7dfb88c4761" /><Relationship Type="http://schemas.openxmlformats.org/officeDocument/2006/relationships/notesSlide" Target="/ppt/notesSlides/notesSlide18.xml" Id="R2b745d60c9d54cf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24be9489d954a90" /><Relationship Type="http://schemas.openxmlformats.org/officeDocument/2006/relationships/hyperlink" Target="https://docs.google.com/forms/d/e/1FAIpQLScD30Pc6ce5oxjODx1WAXBoNeXE65KXD488S4ja9tgKPAWnsQ/viewform" TargetMode="External" Id="R1f360dbd7e1b4787" /><Relationship Type="http://schemas.openxmlformats.org/officeDocument/2006/relationships/notesSlide" Target="/ppt/notesSlides/notesSlide19.xml" Id="R219cd28f85ea4f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675f43595824f7c" /><Relationship Type="http://schemas.openxmlformats.org/officeDocument/2006/relationships/notesSlide" Target="/ppt/notesSlides/notesSlide20.xml" Id="R7e2ee66c9a53458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fa450304a86457c" /><Relationship Type="http://schemas.openxmlformats.org/officeDocument/2006/relationships/notesSlide" Target="/ppt/notesSlides/notesSlide21.xml" Id="Radf8d0393a03479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ce597ecb0de4336" /><Relationship Type="http://schemas.openxmlformats.org/officeDocument/2006/relationships/notesSlide" Target="/ppt/notesSlides/notesSlide22.xml" Id="R9721f79d2fdb480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b07cf9ca2d6489f" /><Relationship Type="http://schemas.openxmlformats.org/officeDocument/2006/relationships/notesSlide" Target="/ppt/notesSlides/notesSlide23.xml" Id="R78be2a120bf243e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7d581d58a164b1a" /><Relationship Type="http://schemas.openxmlformats.org/officeDocument/2006/relationships/hyperlink" Target="https://docs.google.com/forms/d/e/1FAIpQLSeysbLBKvHp3A-2GvSz_4KodUPaS9D2oASV9-j-qx_IDXPzlw/viewform" TargetMode="External" Id="R5893d49a8eaf4a50" /><Relationship Type="http://schemas.openxmlformats.org/officeDocument/2006/relationships/notesSlide" Target="/ppt/notesSlides/notesSlide24.xml" Id="R66745eef8a90475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6ce8c9b2e014d4f" /><Relationship Type="http://schemas.openxmlformats.org/officeDocument/2006/relationships/notesSlide" Target="/ppt/notesSlides/notesSlide25.xml" Id="R03e44c153f66488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7BEB5C1-9DEE-40DC-80FD-1DD44F738ECE}"/>
              </a:ext>
            </a:extLst>
          </p:cNvPr>
          <p:cNvPicPr>
            <a:picLocks xmlns:a="http://schemas.openxmlformats.org/drawingml/2006/main" noChangeAspect="1"/>
          </p:cNvPicPr>
          <p:nvPr/>
        </p:nvPicPr>
        <p:blipFill>
          <a:blip xmlns:r="http://schemas.openxmlformats.org/officeDocument/2006/relationships" xmlns:a="http://schemas.openxmlformats.org/drawingml/2006/main" r:embed="Rdfdbd4b7dd5b433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653448-F533-466F-9307-22352E9101C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EBB00C2-25F6-4B4A-83FF-B9D5EF6B898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15</a:t>
            </a:r>
          </a:p>
        </p:txBody>
      </p:sp>
      <p:sp>
        <p:nvSpPr>
          <p:cNvPr id="4" name="">
            <a:extLst xmlns:a="http://schemas.openxmlformats.org/drawingml/2006/main">
              <a:ext uri="{FF2B5EF4-FFF2-40B4-BE49-F238E27FC236}">
                <a16:creationId xmlns:a16="http://schemas.microsoft.com/office/drawing/2014/main" id="{D74AD05E-1C4A-4C2F-8D1C-91AA3D7E54F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B5377C06-2F1D-435C-81EF-B8F0117F1D7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0750140-6CEC-4207-B2B6-301856A18AA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15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758256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2516E5E-11A7-4105-854C-8AEF0BD84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E96F25-45CC-4F50-9D5D-0D22932E17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6CF8CE9-5590-4BFD-BD49-6588A90695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1777B1B-295E-47B7-BEA3-188B776A1CC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D391FB-FB47-4480-9B12-B7BB6DF9754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867719A-30F0-4B3B-AFE8-DDE1F50E034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727EBADA-A3B5-4DA5-BD50-18AD67726A9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3ACFBE3-79BD-44BC-B277-FC519133D19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9BBF43D9-CEB1-4BD3-BF3E-7241566DD8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a:t>
            </a:r>
          </a:p>
        </p:txBody>
      </p:sp>
    </p:spTree>
    <p:extLst>
      <p:ext uri="{BB962C8B-B14F-4D97-AF65-F5344CB8AC3E}">
        <p14:creationId xmlns:p14="http://schemas.microsoft.com/office/powerpoint/2010/main" val="18849818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C46A5B-B3CC-4CD0-8D3E-D3F7631EE4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30E1DD-9021-437D-9053-57481E3BDE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210FCA-381A-4054-98FD-868ADD3287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9D5D66C-3D9C-4946-AD09-6E3C587FFD5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C95799-5B80-4965-A89B-49392BCF9FA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5EDDD043-7507-42F0-B793-7456854FF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3</a:t>
            </a:r>
          </a:p>
        </p:txBody>
      </p:sp>
    </p:spTree>
    <p:extLst>
      <p:ext uri="{BB962C8B-B14F-4D97-AF65-F5344CB8AC3E}">
        <p14:creationId xmlns:p14="http://schemas.microsoft.com/office/powerpoint/2010/main" val="10296956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14375F-4427-4832-BC0F-32DF641465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304036-9CE9-4B7B-8C1D-527AE48EB4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0BCDBB-CF44-4EAE-99C1-B38AA320E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263D8B86-1B33-4BCF-AF8B-916C8E8C72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3B6210-F56F-4CFC-A91D-46C5CBE1AD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D0D79D-A77A-44C2-AFB1-52261FF8EDD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415927BA-DBE3-4AC8-AB81-2645E68675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3EF97601-7A8C-4077-B53D-592BA68A32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4</a:t>
            </a:r>
          </a:p>
        </p:txBody>
      </p:sp>
    </p:spTree>
    <p:extLst>
      <p:ext uri="{BB962C8B-B14F-4D97-AF65-F5344CB8AC3E}">
        <p14:creationId xmlns:p14="http://schemas.microsoft.com/office/powerpoint/2010/main" val="1321222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5E1DA9-7C2E-4468-902A-A894CF0295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BFB0E2-46C4-4998-A6C6-0EA9ACF569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88278C-CA14-44FA-8C20-922D79BB8A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CDAA7B09-98DE-4D43-8FFC-67501A2B44C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894B03-BACB-4F11-96F0-BA4DA3C3299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AE483FD3-C0CD-482D-BB2D-310396C5255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EEACB39C-B981-4F68-A8F5-769F4C0F237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39B3CB-B3C7-4D24-B3BD-E716E49B534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A52BE67D-F8CA-494A-9F86-FE5C6F04EB2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13D9CA59-3F63-4FB0-85EA-9CBBBED9E1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5</a:t>
            </a:r>
          </a:p>
        </p:txBody>
      </p:sp>
    </p:spTree>
    <p:extLst>
      <p:ext uri="{BB962C8B-B14F-4D97-AF65-F5344CB8AC3E}">
        <p14:creationId xmlns:p14="http://schemas.microsoft.com/office/powerpoint/2010/main" val="19855256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C266A4-6066-44D2-B96B-53E10BEEF7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851BCB-B90D-4F32-96F6-ED56AEC5F1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4F0BF8-23A0-422D-9285-BAE5F9C835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42C261E6-A0CA-47F9-812E-A8900777C3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5FF4D4-8219-4B5C-9F0E-63E17AC0F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3462E826-1DB9-42F8-8451-5B2E278A3B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942602-EDD1-4567-9CF5-B2C9676E91E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C76A6C2B-632C-4647-ABBD-C843CB8EC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959CE-268B-4E1D-9243-0DD6C9BDC1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578B15A8-CEA7-4135-9DEC-213EEA2DDB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6</a:t>
            </a:r>
          </a:p>
        </p:txBody>
      </p:sp>
    </p:spTree>
    <p:extLst>
      <p:ext uri="{BB962C8B-B14F-4D97-AF65-F5344CB8AC3E}">
        <p14:creationId xmlns:p14="http://schemas.microsoft.com/office/powerpoint/2010/main" val="9292867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938AEB-7611-4514-A180-D3AB7EC15C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09BE62-7CCA-4D0B-B16C-1BFD19EA3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864FF1A-9F8B-47B5-9CA3-F39D8F082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52A55BC9-D72B-4EE9-A88A-C65D5BCB51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E875B0-EECF-4905-B1A8-71F9DACEC0F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80AE92B4-7DF9-4A07-9C47-183DC0E4DC0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8263F1-41F1-447D-A1EC-47BDC15E255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9E649295-D21E-49F7-B613-A1A96A4ED8C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547C45-E79B-44B9-9B2B-2658FE21801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35121796-2A0F-4DBA-8FF2-A26EC221D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7</a:t>
            </a:r>
          </a:p>
        </p:txBody>
      </p:sp>
    </p:spTree>
    <p:extLst>
      <p:ext uri="{BB962C8B-B14F-4D97-AF65-F5344CB8AC3E}">
        <p14:creationId xmlns:p14="http://schemas.microsoft.com/office/powerpoint/2010/main" val="11806397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D7CF38-C526-4891-A22F-3066A7F28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A52F02-F8E4-44E9-B6B9-5EBB48F1AE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2168C6-195A-4F28-8733-7DB27C217C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55F03051-118F-4993-9052-54D71C1277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50BCA9-F81D-4039-9551-A4040E209E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4728E368-5997-4B95-B84D-6573871D83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BB002A-97BD-4345-8CC4-8B9CA02931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D694FE2E-B1FB-4624-91A4-4B4994756E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159CB7-DBA0-4792-808D-E3D097E1C8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550C1C33-3935-499B-A16E-79AA2F58E1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8</a:t>
            </a:r>
          </a:p>
        </p:txBody>
      </p:sp>
    </p:spTree>
    <p:extLst>
      <p:ext uri="{BB962C8B-B14F-4D97-AF65-F5344CB8AC3E}">
        <p14:creationId xmlns:p14="http://schemas.microsoft.com/office/powerpoint/2010/main" val="5864928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94DA32-26EF-4F3B-B27E-318E5B50AB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A07AC4-9800-432C-991D-D4707D50F6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187789-4E28-4E7E-A840-48299C741D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B57AF576-46F7-4D0A-82B4-1CC199C5F5F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33157F-FFA7-4ABA-A2F6-63F5A39598A9}"/>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FEE93734-A223-4A91-A236-A028EA288A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9</a:t>
            </a:r>
          </a:p>
        </p:txBody>
      </p:sp>
    </p:spTree>
    <p:extLst>
      <p:ext uri="{BB962C8B-B14F-4D97-AF65-F5344CB8AC3E}">
        <p14:creationId xmlns:p14="http://schemas.microsoft.com/office/powerpoint/2010/main" val="7247973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41BDA5-671B-48F2-98E1-62722D7DB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5819DE-C5DE-43A7-839F-7AA45EEA9C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5B0D624-F691-43A0-8AE6-ACAEE7011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0215A7BA-6517-4539-ACFE-B5A98C8FCA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CECFB3-8C27-4A84-B70D-73F21DCAE94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8BF22DE0-14A2-4AE8-A8D6-15546BE7245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B93C1C-5719-424F-8F47-0822917929F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90276138-1057-4E98-8F88-8E7F6A34A33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E1ECEB-4FF8-4BC5-9685-57BF2CBE86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9FFEF1E2-0BB6-4311-8E48-307CF7BAF6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10</a:t>
            </a:r>
          </a:p>
        </p:txBody>
      </p:sp>
    </p:spTree>
    <p:extLst>
      <p:ext uri="{BB962C8B-B14F-4D97-AF65-F5344CB8AC3E}">
        <p14:creationId xmlns:p14="http://schemas.microsoft.com/office/powerpoint/2010/main" val="16066835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B6215B-4735-441D-A925-E49D4409C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392C57-091B-4781-AA12-EDA16EBF9B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B61793-4961-4D16-9D79-902C450E02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975AD8E7-490C-4D7C-AC05-5DD56F7593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51E79A-7CE2-4E0A-A132-A333C65253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5153B02D-8933-49D8-A61C-0B33B5234E1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744984-6F75-4AF4-A818-69C2D87A1ED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4846076-5333-40D3-8E77-77A6FE3E8AC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5679FB-F38F-40C9-8D9E-5FCB664AE3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FDF234E7-78F1-42DB-8DD8-9AC725FACD5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5672B0-F76E-4D57-95A5-DB99B157F2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DB8F1F8-4079-42A3-BBB1-B7DB6C239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11</a:t>
            </a:r>
          </a:p>
        </p:txBody>
      </p:sp>
    </p:spTree>
    <p:extLst>
      <p:ext uri="{BB962C8B-B14F-4D97-AF65-F5344CB8AC3E}">
        <p14:creationId xmlns:p14="http://schemas.microsoft.com/office/powerpoint/2010/main" val="1552793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D67C4A-B1B6-4A5A-8EA0-B274BFB45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270386-07B3-49CC-9AE4-3865635EF1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1974F2-D5D0-4634-B966-7A7BEEDC52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226F38A-D8E1-460B-B357-5C494D8DBE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7B58C8-3144-46FA-95C2-7730B983503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5322628B-5BB4-4F89-903F-40AD05A1F2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6CD1F9-E9F2-481F-AB64-7D5A0081BD3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71F12AA9-9889-496A-ACD1-A35AD2849CB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82D6DE-B369-4B85-9847-1AEF621F75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E4D06C02-7222-4CAE-9C11-DE7E852372E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F58737-625A-4195-BDAB-4DB3B7C2453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AFE132A0-3E81-443E-8A87-D40D22345A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12</a:t>
            </a:r>
          </a:p>
        </p:txBody>
      </p:sp>
    </p:spTree>
    <p:extLst>
      <p:ext uri="{BB962C8B-B14F-4D97-AF65-F5344CB8AC3E}">
        <p14:creationId xmlns:p14="http://schemas.microsoft.com/office/powerpoint/2010/main" val="10527364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1A9536-2C36-4E9F-A116-253201F0BB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3E214A-4370-4252-AAE1-14636C8B1D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4D11396-4D9A-4EA1-B7F2-5076692102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603E408-6F38-4F4C-B989-55218F0422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3E9A95-3881-48D6-B8FD-71C4EEB9481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6F4C0EFE-F634-4971-B797-5B717146E92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D52FBD-FBC5-46DE-90D4-C426C28E08D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6E27FC0C-01FB-4475-A514-86C5B2B11F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E2B53F-7A80-4741-9E43-8455CE5B5B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3FAB795D-5379-4415-9998-C471D063515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261019-F058-4BE8-8774-A4C4DBD763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68CC8738-1A85-4FF9-8DD8-E50114AD74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13</a:t>
            </a:r>
          </a:p>
        </p:txBody>
      </p:sp>
    </p:spTree>
    <p:extLst>
      <p:ext uri="{BB962C8B-B14F-4D97-AF65-F5344CB8AC3E}">
        <p14:creationId xmlns:p14="http://schemas.microsoft.com/office/powerpoint/2010/main" val="6009597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4E4FF3-BC14-43E2-BF13-41897819C4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62727B-FBAE-45DA-AD23-E3B17C720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162070-757D-4520-9060-0AFCC95454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D9A3FDE-BEF8-4B6E-B902-A1B31B2A32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2784C3-EBD0-4DBE-9BEA-6233B65939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5D1ABB5A-8995-4405-8ABA-D36F8C5C165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3169C8-4D8B-4B56-BBE7-4BA7F416B74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0C1889EA-5F86-456F-93DA-96231CA174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E79401-1A21-46B0-AE3D-840B6349C62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D3B464D9-5663-4EB6-9DAA-BF740F2565E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2FD59C-4CD6-4EE2-ADBF-009AE5D4DB5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E2FEB2BF-EB57-4552-9040-D8D17AEEB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14</a:t>
            </a:r>
          </a:p>
        </p:txBody>
      </p:sp>
    </p:spTree>
    <p:extLst>
      <p:ext uri="{BB962C8B-B14F-4D97-AF65-F5344CB8AC3E}">
        <p14:creationId xmlns:p14="http://schemas.microsoft.com/office/powerpoint/2010/main" val="168182654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21A3E2-6CEB-460B-9A42-765E823227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DBB890-6876-405B-8BBD-A2E5C9C387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736B25-5066-4E3E-A9CE-F6D8BA3D4D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2E6175C-80AB-49DA-9B43-83005837C1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3550DC-74C0-4B47-8041-28C93EB6108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D23DC881-947B-433B-9BE6-79395483E5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B0B0BE-E62C-437A-BF13-B481E056D3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8D1F99B3-FC03-49D5-A163-A7CB3044CC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1546E0-C267-4665-9E0A-55451EFD04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28A6B85A-8C49-46E4-8BE6-8AD0361C5E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B4495A-489F-415E-B572-3B9430F250E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D78EB056-65AA-4815-AD8E-A977AA7CD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15</a:t>
            </a:r>
          </a:p>
        </p:txBody>
      </p:sp>
    </p:spTree>
    <p:extLst>
      <p:ext uri="{BB962C8B-B14F-4D97-AF65-F5344CB8AC3E}">
        <p14:creationId xmlns:p14="http://schemas.microsoft.com/office/powerpoint/2010/main" val="14958579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425487-2266-49C4-ADDE-893893915C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EE8071-6ED6-443D-8690-D18962C09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C08538-6A88-4BD1-BBD3-5E9C5D146B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60C8F0A-D4B7-457F-B9EC-A17614CED4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519261-5705-485A-A710-9977D32802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22CCAB97-0485-433B-9654-30B647E5303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7CE45E-D9E4-471D-8BEA-44ABE709DEF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3FB05A09-C135-40BD-B35A-3486A381EE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560AF-A4D6-460B-8DF0-7D3991C87FC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8F6FE3ED-6430-4D07-B134-8497C20172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16</a:t>
            </a:r>
          </a:p>
        </p:txBody>
      </p:sp>
    </p:spTree>
    <p:extLst>
      <p:ext uri="{BB962C8B-B14F-4D97-AF65-F5344CB8AC3E}">
        <p14:creationId xmlns:p14="http://schemas.microsoft.com/office/powerpoint/2010/main" val="8268761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AAC997-4EE1-43DD-AECC-E6303837C1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C80A12-6D78-4542-ABC2-50462527A7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4DB4CB1-001A-4FEE-AC58-B9B701525A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F220AD9-5D75-41F3-9114-88B8499D01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61A104-10A3-468F-85C7-A00AF4D405D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8E107B80-2C7E-49B4-A054-7C30DEDC42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EE13FF-47E5-4572-8931-78766194B6B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76B3F01B-B71D-4929-A81D-9D9685EC783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F7E645-9B62-4170-884E-9326109E915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964799E2-D65F-4DEA-A495-BC365EA551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42E09B-3B96-4770-857C-C82732C1A7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7CCA05BC-D103-4805-B6EC-54192B01EB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17</a:t>
            </a:r>
          </a:p>
        </p:txBody>
      </p:sp>
    </p:spTree>
    <p:extLst>
      <p:ext uri="{BB962C8B-B14F-4D97-AF65-F5344CB8AC3E}">
        <p14:creationId xmlns:p14="http://schemas.microsoft.com/office/powerpoint/2010/main" val="17141747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832CE3-7FEC-4A83-8A0A-38C20169CF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FFF0B5-3A69-45B9-B814-379A4F13E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CA16D8-49BF-4BBE-8CCE-299D430696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53C6448-A90D-43E7-B672-D9A44AAB19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100234-F12D-4837-BD6F-581383FBD06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D9799C94-F322-4FA9-8B43-7019CA74A62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05051C-BAAE-4DD8-BBAA-9B86F9CD9BA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54C7AABC-4BBC-4EE9-9BD1-BC6BAB6AD4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4DCCEB-EFBB-4551-88D2-10B998C8E2F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9195FB8B-E9E4-49EA-9BB8-270B34844A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18</a:t>
            </a:r>
          </a:p>
        </p:txBody>
      </p:sp>
    </p:spTree>
    <p:extLst>
      <p:ext uri="{BB962C8B-B14F-4D97-AF65-F5344CB8AC3E}">
        <p14:creationId xmlns:p14="http://schemas.microsoft.com/office/powerpoint/2010/main" val="18808622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61BF1E1-4609-48D6-B748-EA535BB083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F5E0A2-C9EB-434D-B510-ECB98619C3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06B20BD-8D3C-418C-8184-4CE346008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F80C35EA-87E8-4E30-A269-E83084A0998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18D0DC-6F77-41F1-9BCE-3575B9D4B1A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E461B107-6DC5-4596-BA5D-FC84B17059A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2AD125-2377-46C4-A077-F68CD416D5C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11:00 Kampala</a:t>
            </a:r>
          </a:p>
        </p:txBody>
      </p:sp>
      <p:sp>
        <p:nvSpPr>
          <p:cNvPr id="8" name="">
            <a:extLst xmlns:a="http://schemas.openxmlformats.org/drawingml/2006/main">
              <a:ext uri="{FF2B5EF4-FFF2-40B4-BE49-F238E27FC236}">
                <a16:creationId xmlns:a16="http://schemas.microsoft.com/office/drawing/2014/main" id="{919ED55F-32A8-4C88-9844-1073E58D417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A42888-8E74-4887-BD7E-FD271D96C63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977E747-820D-455B-AFA5-D87A9DD489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FD49150-6579-4288-9043-CA25A7D5DC0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09D715D-4420-4DEC-B800-59F5023B5C5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D6586C2-2723-4BFD-AF48-5F895411AD4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360dbd7e1b4787"/>
              </a:rPr>
              <a:t>Open ML_PROJECT assignment form</a:t>
            </a:r>
          </a:p>
        </p:txBody>
      </p:sp>
      <p:sp>
        <p:nvSpPr>
          <p:cNvPr id="14" name="">
            <a:extLst xmlns:a="http://schemas.openxmlformats.org/drawingml/2006/main">
              <a:ext uri="{FF2B5EF4-FFF2-40B4-BE49-F238E27FC236}">
                <a16:creationId xmlns:a16="http://schemas.microsoft.com/office/drawing/2014/main" id="{D181129D-9168-4721-AF55-30541BAD816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https://docs.google.com/forms/d/e/1FAIpQLScD30Pc6ce5oxjODx1WAXBoNeXE65KXD488S4ja9tgKPAWnsQ/viewform</a:t>
            </a:r>
          </a:p>
        </p:txBody>
      </p:sp>
      <p:sp>
        <p:nvSpPr>
          <p:cNvPr id="15" name="">
            <a:extLst xmlns:a="http://schemas.openxmlformats.org/drawingml/2006/main">
              <a:ext uri="{FF2B5EF4-FFF2-40B4-BE49-F238E27FC236}">
                <a16:creationId xmlns:a16="http://schemas.microsoft.com/office/drawing/2014/main" id="{05CFF879-136F-4FB1-B114-21B643A089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19</a:t>
            </a:r>
          </a:p>
        </p:txBody>
      </p:sp>
    </p:spTree>
    <p:extLst>
      <p:ext uri="{BB962C8B-B14F-4D97-AF65-F5344CB8AC3E}">
        <p14:creationId xmlns:p14="http://schemas.microsoft.com/office/powerpoint/2010/main" val="5289543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04E1EE-D0DB-4E01-9311-39982A0C30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94420B-4700-4328-BC21-F05086FB4A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0F30D1-999C-4BC1-979E-97AE31752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201939D3-3FA9-4C08-B409-5B9F0F7BD8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B6C7FC-7538-4BFD-B052-DCBA37E73075}"/>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580D3ACD-2A91-4AF4-A6F9-186EE479809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4952BAF-5D33-4142-B19F-3CFD0D53B0E1}"/>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8EDE644D-FA2A-41B9-80B1-B07DB5FE18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20</a:t>
            </a:r>
          </a:p>
        </p:txBody>
      </p:sp>
    </p:spTree>
    <p:extLst>
      <p:ext uri="{BB962C8B-B14F-4D97-AF65-F5344CB8AC3E}">
        <p14:creationId xmlns:p14="http://schemas.microsoft.com/office/powerpoint/2010/main" val="84412716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C197BE-FB61-4A51-94D5-E9DE1B7896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10F945-3223-4FE9-9F9F-329860F3A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C93A5D-4FC6-492B-8726-16D170157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294FE31B-B0C7-43F8-92EC-3F96D977D8D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DF4F89-F1A4-4DC6-B896-491090D6228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3B1B06-23BD-4812-BCFE-B7B4B5F845D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B9174167-35C8-49DE-828F-B8867467CE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83D63A3A-0F90-4BBD-AD17-57C651FC4F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21</a:t>
            </a:r>
          </a:p>
        </p:txBody>
      </p:sp>
    </p:spTree>
    <p:extLst>
      <p:ext uri="{BB962C8B-B14F-4D97-AF65-F5344CB8AC3E}">
        <p14:creationId xmlns:p14="http://schemas.microsoft.com/office/powerpoint/2010/main" val="213448234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2DC7D8-3BF9-4ED5-BFE5-A2F27595E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2665A8-D83B-4EF4-A53B-1269F77C8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898F1C-A35C-4AE4-B196-AE5E7735AB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D0CF577A-0DA7-4737-9D88-FC4D399613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4BE5A5-466C-42BD-9CD9-5EC9D2F4988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F9D92428-29EC-41BC-BEAF-D0EC6F3A4C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8C5707-A472-4EA1-AE2A-9567C83464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972FCCC9-A0D4-4200-9FA8-99C0862D8E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36F90-4E49-466F-AEA5-3ECC37200D3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1016B452-C2A0-4DD9-B8C9-2F8AA285A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22</a:t>
            </a:r>
          </a:p>
        </p:txBody>
      </p:sp>
    </p:spTree>
    <p:extLst>
      <p:ext uri="{BB962C8B-B14F-4D97-AF65-F5344CB8AC3E}">
        <p14:creationId xmlns:p14="http://schemas.microsoft.com/office/powerpoint/2010/main" val="14122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346713-6499-4F5D-94E6-EE8C9C78DC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8784EA-DBE7-4F86-9EEB-8F614E968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4A6E78-40F2-4ABF-9097-FCAF6CECA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514444F6-DFD0-4036-A26D-7833167966F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1B5F82-5E26-4F49-B8D1-0C6D37CB77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07E27798-6D48-4DB8-8C11-712FD33790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23</a:t>
            </a:r>
          </a:p>
        </p:txBody>
      </p:sp>
    </p:spTree>
    <p:extLst>
      <p:ext uri="{BB962C8B-B14F-4D97-AF65-F5344CB8AC3E}">
        <p14:creationId xmlns:p14="http://schemas.microsoft.com/office/powerpoint/2010/main" val="6414330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573D2A-3DD0-4FC9-B789-2A1C0F737E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9DCF59-E7E7-416C-B57B-CD5E8C393D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4A4A72A-4D87-4745-9ED1-5582FA7E7E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0732A06D-7CAD-4D5B-B035-A5D2BBC5AB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7017FA-EF99-48DA-8EF5-CBE25379F3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1E920C9E-BACA-42B7-917E-F4CA670A559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250308-F4B6-4737-948C-4536C043B08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14:00 Kampala</a:t>
            </a:r>
          </a:p>
        </p:txBody>
      </p:sp>
      <p:sp>
        <p:nvSpPr>
          <p:cNvPr id="8" name="">
            <a:extLst xmlns:a="http://schemas.openxmlformats.org/drawingml/2006/main">
              <a:ext uri="{FF2B5EF4-FFF2-40B4-BE49-F238E27FC236}">
                <a16:creationId xmlns:a16="http://schemas.microsoft.com/office/drawing/2014/main" id="{3277871D-04EB-40A3-BF0B-067D75AB4EC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94620A-EBAB-4991-9530-66B70690308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2E98FFA-93E2-4058-97E7-9039D7280FB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9A23AE-293C-494C-AF26-551C3753BA3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1073D2A-A23A-4FD1-A325-84C914837F7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B961404-60B3-4642-AAEF-2CBCD5DDA1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893d49a8eaf4a50"/>
              </a:rPr>
              <a:t>Open DEMO assignment form</a:t>
            </a:r>
          </a:p>
        </p:txBody>
      </p:sp>
      <p:sp>
        <p:nvSpPr>
          <p:cNvPr id="14" name="">
            <a:extLst xmlns:a="http://schemas.openxmlformats.org/drawingml/2006/main">
              <a:ext uri="{FF2B5EF4-FFF2-40B4-BE49-F238E27FC236}">
                <a16:creationId xmlns:a16="http://schemas.microsoft.com/office/drawing/2014/main" id="{C62821E0-251B-41E1-93C7-A5F57628241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https://docs.google.com/forms/d/e/1FAIpQLSeysbLBKvHp3A-2GvSz_4KodUPaS9D2oASV9-j-qx_IDXPzlw/viewform</a:t>
            </a:r>
          </a:p>
        </p:txBody>
      </p:sp>
      <p:sp>
        <p:nvSpPr>
          <p:cNvPr id="15" name="">
            <a:extLst xmlns:a="http://schemas.openxmlformats.org/drawingml/2006/main">
              <a:ext uri="{FF2B5EF4-FFF2-40B4-BE49-F238E27FC236}">
                <a16:creationId xmlns:a16="http://schemas.microsoft.com/office/drawing/2014/main" id="{E21C20BE-9BCD-4144-98FC-F81C7B2FB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24</a:t>
            </a:r>
          </a:p>
        </p:txBody>
      </p:sp>
    </p:spTree>
    <p:extLst>
      <p:ext uri="{BB962C8B-B14F-4D97-AF65-F5344CB8AC3E}">
        <p14:creationId xmlns:p14="http://schemas.microsoft.com/office/powerpoint/2010/main" val="962740030"/>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76E437-1750-4E17-BDBC-790B159846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9469DE3-2F28-4884-980D-BEA4F8F36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1E0115F-D996-43FB-BDEE-26D5288642C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FC32565-F268-47EE-9D24-D1913CAD7A9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2A8271B-1D23-4926-AD33-74CC5BC8ED8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409B833-BA51-40FC-8B2B-0C2169F499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25</a:t>
            </a:r>
          </a:p>
        </p:txBody>
      </p:sp>
    </p:spTree>
    <p:extLst>
      <p:ext uri="{BB962C8B-B14F-4D97-AF65-F5344CB8AC3E}">
        <p14:creationId xmlns:p14="http://schemas.microsoft.com/office/powerpoint/2010/main" val="9961511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2026-10-20T18:00:26.6580000Z</dcterms:created>
  <dcterms:modified xsi:type="dcterms:W3CDTF">2026-10-20T18:00:26.6580000Z</dcterms:modified>
</coreProperties>
</file>