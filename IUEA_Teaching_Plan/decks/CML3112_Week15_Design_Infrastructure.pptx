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6315d6ad40499f" /><Relationship Type="http://schemas.openxmlformats.org/officeDocument/2006/relationships/extended-properties" Target="/docProps/app.xml" Id="R95d592f1bb4b4e93" /><Relationship Type="http://schemas.openxmlformats.org/officeDocument/2006/relationships/officeDocument" Target="/ppt/presentation.xml" Id="R6839d1fc981b4a27" /></Relationships>
</file>

<file path=ppt/presentation.xml><?xml version="1.0" encoding="utf-8"?>
<p:presentation xmlns:p="http://schemas.openxmlformats.org/presentationml/2006/main">
  <p:sldMasterIdLst>
    <p:sldMasterId xmlns:r="http://schemas.openxmlformats.org/officeDocument/2006/relationships" id="2147483648" r:id="Ra0186f6cc34345c0"/>
  </p:sldMasterIdLst>
  <p:notesMasterIdLst>
    <p:notesMasterId xmlns:r="http://schemas.openxmlformats.org/officeDocument/2006/relationships" r:id="Rbe5cde4f5e1e4345"/>
  </p:notesMasterIdLst>
  <p:sldIdLst>
    <p:sldId xmlns:r="http://schemas.openxmlformats.org/officeDocument/2006/relationships" id="256" r:id="Re470762689ec42ed"/>
    <p:sldId xmlns:r="http://schemas.openxmlformats.org/officeDocument/2006/relationships" id="257" r:id="Rde6fd5d4e6ed4374"/>
    <p:sldId xmlns:r="http://schemas.openxmlformats.org/officeDocument/2006/relationships" id="258" r:id="R16c1a0ca002b4c97"/>
    <p:sldId xmlns:r="http://schemas.openxmlformats.org/officeDocument/2006/relationships" id="259" r:id="Rfd499fb5fd854a6e"/>
    <p:sldId xmlns:r="http://schemas.openxmlformats.org/officeDocument/2006/relationships" id="260" r:id="Rfcd5b7b532954f59"/>
    <p:sldId xmlns:r="http://schemas.openxmlformats.org/officeDocument/2006/relationships" id="261" r:id="R42a8bf9008174990"/>
    <p:sldId xmlns:r="http://schemas.openxmlformats.org/officeDocument/2006/relationships" id="262" r:id="Rd854eaa303ba4f86"/>
    <p:sldId xmlns:r="http://schemas.openxmlformats.org/officeDocument/2006/relationships" id="263" r:id="Re1238adda9754543"/>
    <p:sldId xmlns:r="http://schemas.openxmlformats.org/officeDocument/2006/relationships" id="264" r:id="R478432d928984559"/>
    <p:sldId xmlns:r="http://schemas.openxmlformats.org/officeDocument/2006/relationships" id="265" r:id="R611957300c5d4654"/>
    <p:sldId xmlns:r="http://schemas.openxmlformats.org/officeDocument/2006/relationships" id="266" r:id="Rcb17611075a44d1b"/>
    <p:sldId xmlns:r="http://schemas.openxmlformats.org/officeDocument/2006/relationships" id="267" r:id="R2215deb887ce4f69"/>
    <p:sldId xmlns:r="http://schemas.openxmlformats.org/officeDocument/2006/relationships" id="268" r:id="Ra88334d6c9264f80"/>
    <p:sldId xmlns:r="http://schemas.openxmlformats.org/officeDocument/2006/relationships" id="269" r:id="Rfc6776f188ad47b3"/>
    <p:sldId xmlns:r="http://schemas.openxmlformats.org/officeDocument/2006/relationships" id="270" r:id="R6fb1394acf2d4b5c"/>
    <p:sldId xmlns:r="http://schemas.openxmlformats.org/officeDocument/2006/relationships" id="271" r:id="Rb27a980222404838"/>
    <p:sldId xmlns:r="http://schemas.openxmlformats.org/officeDocument/2006/relationships" id="272" r:id="R6cf4ab4d02894475"/>
    <p:sldId xmlns:r="http://schemas.openxmlformats.org/officeDocument/2006/relationships" id="273" r:id="R8b63fccd93ff469b"/>
    <p:sldId xmlns:r="http://schemas.openxmlformats.org/officeDocument/2006/relationships" id="274" r:id="Ra127e73b9b1d46f8"/>
    <p:sldId xmlns:r="http://schemas.openxmlformats.org/officeDocument/2006/relationships" id="275" r:id="Raff8193d42684db0"/>
    <p:sldId xmlns:r="http://schemas.openxmlformats.org/officeDocument/2006/relationships" id="276" r:id="R47fc42238bc544ec"/>
    <p:sldId xmlns:r="http://schemas.openxmlformats.org/officeDocument/2006/relationships" id="277" r:id="R87e5af3f3fd74afb"/>
    <p:sldId xmlns:r="http://schemas.openxmlformats.org/officeDocument/2006/relationships" id="278" r:id="Rd085c2dc8a5a4eea"/>
    <p:sldId xmlns:r="http://schemas.openxmlformats.org/officeDocument/2006/relationships" id="279" r:id="R00602c3da7854bc8"/>
    <p:sldId xmlns:r="http://schemas.openxmlformats.org/officeDocument/2006/relationships" id="280" r:id="R9ef18e884676443c"/>
    <p:sldId xmlns:r="http://schemas.openxmlformats.org/officeDocument/2006/relationships" id="281" r:id="Rffe58a958ae54ac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38c01028554564" /><Relationship Type="http://schemas.openxmlformats.org/officeDocument/2006/relationships/slideMaster" Target="/ppt/slideMasters/slideMaster1.xml" Id="Ra0186f6cc34345c0" /><Relationship Type="http://schemas.openxmlformats.org/officeDocument/2006/relationships/notesMaster" Target="/ppt/notesMasters/notesMaster1.xml" Id="Rbe5cde4f5e1e4345" /><Relationship Type="http://schemas.openxmlformats.org/officeDocument/2006/relationships/presProps" Target="/ppt/presProps.xml" Id="Rf18fff64564e45a8" /><Relationship Type="http://schemas.openxmlformats.org/officeDocument/2006/relationships/tableStyles" Target="/ppt/tableStyles.xml" Id="R3bbfc8d61b314541" /><Relationship Type="http://schemas.openxmlformats.org/officeDocument/2006/relationships/slide" Target="/ppt/slides/slide1.xml" Id="Re470762689ec42ed" /><Relationship Type="http://schemas.openxmlformats.org/officeDocument/2006/relationships/slide" Target="/ppt/slides/slide2.xml" Id="Rde6fd5d4e6ed4374" /><Relationship Type="http://schemas.openxmlformats.org/officeDocument/2006/relationships/slide" Target="/ppt/slides/slide3.xml" Id="R16c1a0ca002b4c97" /><Relationship Type="http://schemas.openxmlformats.org/officeDocument/2006/relationships/slide" Target="/ppt/slides/slide4.xml" Id="Rfd499fb5fd854a6e" /><Relationship Type="http://schemas.openxmlformats.org/officeDocument/2006/relationships/slide" Target="/ppt/slides/slide5.xml" Id="Rfcd5b7b532954f59" /><Relationship Type="http://schemas.openxmlformats.org/officeDocument/2006/relationships/slide" Target="/ppt/slides/slide6.xml" Id="R42a8bf9008174990" /><Relationship Type="http://schemas.openxmlformats.org/officeDocument/2006/relationships/slide" Target="/ppt/slides/slide7.xml" Id="Rd854eaa303ba4f86" /><Relationship Type="http://schemas.openxmlformats.org/officeDocument/2006/relationships/slide" Target="/ppt/slides/slide8.xml" Id="Re1238adda9754543" /><Relationship Type="http://schemas.openxmlformats.org/officeDocument/2006/relationships/slide" Target="/ppt/slides/slide9.xml" Id="R478432d928984559" /><Relationship Type="http://schemas.openxmlformats.org/officeDocument/2006/relationships/slide" Target="/ppt/slides/slide10.xml" Id="R611957300c5d4654" /><Relationship Type="http://schemas.openxmlformats.org/officeDocument/2006/relationships/slide" Target="/ppt/slides/slide11.xml" Id="Rcb17611075a44d1b" /><Relationship Type="http://schemas.openxmlformats.org/officeDocument/2006/relationships/slide" Target="/ppt/slides/slide12.xml" Id="R2215deb887ce4f69" /><Relationship Type="http://schemas.openxmlformats.org/officeDocument/2006/relationships/slide" Target="/ppt/slides/slide13.xml" Id="Ra88334d6c9264f80" /><Relationship Type="http://schemas.openxmlformats.org/officeDocument/2006/relationships/slide" Target="/ppt/slides/slide14.xml" Id="Rfc6776f188ad47b3" /><Relationship Type="http://schemas.openxmlformats.org/officeDocument/2006/relationships/slide" Target="/ppt/slides/slide15.xml" Id="R6fb1394acf2d4b5c" /><Relationship Type="http://schemas.openxmlformats.org/officeDocument/2006/relationships/slide" Target="/ppt/slides/slide16.xml" Id="Rb27a980222404838" /><Relationship Type="http://schemas.openxmlformats.org/officeDocument/2006/relationships/slide" Target="/ppt/slides/slide17.xml" Id="R6cf4ab4d02894475" /><Relationship Type="http://schemas.openxmlformats.org/officeDocument/2006/relationships/slide" Target="/ppt/slides/slide18.xml" Id="R8b63fccd93ff469b" /><Relationship Type="http://schemas.openxmlformats.org/officeDocument/2006/relationships/slide" Target="/ppt/slides/slide19.xml" Id="Ra127e73b9b1d46f8" /><Relationship Type="http://schemas.openxmlformats.org/officeDocument/2006/relationships/slide" Target="/ppt/slides/slide20.xml" Id="Raff8193d42684db0" /><Relationship Type="http://schemas.openxmlformats.org/officeDocument/2006/relationships/slide" Target="/ppt/slides/slide21.xml" Id="R47fc42238bc544ec" /><Relationship Type="http://schemas.openxmlformats.org/officeDocument/2006/relationships/slide" Target="/ppt/slides/slide22.xml" Id="R87e5af3f3fd74afb" /><Relationship Type="http://schemas.openxmlformats.org/officeDocument/2006/relationships/slide" Target="/ppt/slides/slide23.xml" Id="Rd085c2dc8a5a4eea" /><Relationship Type="http://schemas.openxmlformats.org/officeDocument/2006/relationships/slide" Target="/ppt/slides/slide24.xml" Id="R00602c3da7854bc8" /><Relationship Type="http://schemas.openxmlformats.org/officeDocument/2006/relationships/slide" Target="/ppt/slides/slide25.xml" Id="R9ef18e884676443c" /><Relationship Type="http://schemas.openxmlformats.org/officeDocument/2006/relationships/slide" Target="/ppt/slides/slide26.xml" Id="Rffe58a958ae54a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aa05ea092d42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5b85c14043447a" /><Relationship Type="http://schemas.openxmlformats.org/officeDocument/2006/relationships/notesMaster" Target="/ppt/notesMasters/notesMaster1.xml" Id="R5ed5e61ae4c34e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4e5bcdc5684e21" /><Relationship Type="http://schemas.openxmlformats.org/officeDocument/2006/relationships/notesMaster" Target="/ppt/notesMasters/notesMaster1.xml" Id="Ra804a472f14745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09b40d80cd4c39" /><Relationship Type="http://schemas.openxmlformats.org/officeDocument/2006/relationships/notesMaster" Target="/ppt/notesMasters/notesMaster1.xml" Id="R978320f7c1934a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cde28e1a374f8f" /><Relationship Type="http://schemas.openxmlformats.org/officeDocument/2006/relationships/notesMaster" Target="/ppt/notesMasters/notesMaster1.xml" Id="R3b84265512a54c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1c5fc87afe4a9e" /><Relationship Type="http://schemas.openxmlformats.org/officeDocument/2006/relationships/notesMaster" Target="/ppt/notesMasters/notesMaster1.xml" Id="R9cac2dc04e8a455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204a1440ce4874" /><Relationship Type="http://schemas.openxmlformats.org/officeDocument/2006/relationships/notesMaster" Target="/ppt/notesMasters/notesMaster1.xml" Id="R999b07285a1a45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6332b1263646dd" /><Relationship Type="http://schemas.openxmlformats.org/officeDocument/2006/relationships/notesMaster" Target="/ppt/notesMasters/notesMaster1.xml" Id="Rcd0eb929be7548c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0047db55d64007" /><Relationship Type="http://schemas.openxmlformats.org/officeDocument/2006/relationships/notesMaster" Target="/ppt/notesMasters/notesMaster1.xml" Id="R06cfe1ba65d54f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f7328df5d24f11" /><Relationship Type="http://schemas.openxmlformats.org/officeDocument/2006/relationships/notesMaster" Target="/ppt/notesMasters/notesMaster1.xml" Id="R314df9328c754b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e35a0c60224f34" /><Relationship Type="http://schemas.openxmlformats.org/officeDocument/2006/relationships/notesMaster" Target="/ppt/notesMasters/notesMaster1.xml" Id="R16f9d7ea2d3940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7330626674e4a48" /><Relationship Type="http://schemas.openxmlformats.org/officeDocument/2006/relationships/notesMaster" Target="/ppt/notesMasters/notesMaster1.xml" Id="R55dd996391a646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0086d6ec174ee7" /><Relationship Type="http://schemas.openxmlformats.org/officeDocument/2006/relationships/notesMaster" Target="/ppt/notesMasters/notesMaster1.xml" Id="Rfc8ed22bacfe4e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6a0890c9a44756" /><Relationship Type="http://schemas.openxmlformats.org/officeDocument/2006/relationships/notesMaster" Target="/ppt/notesMasters/notesMaster1.xml" Id="Rdf9beffcbda447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510df9f009e4c4e" /><Relationship Type="http://schemas.openxmlformats.org/officeDocument/2006/relationships/notesMaster" Target="/ppt/notesMasters/notesMaster1.xml" Id="R9362bfcce70e457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2e6371255214231" /><Relationship Type="http://schemas.openxmlformats.org/officeDocument/2006/relationships/notesMaster" Target="/ppt/notesMasters/notesMaster1.xml" Id="Rba5a7726b8e44f8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66357e233514876" /><Relationship Type="http://schemas.openxmlformats.org/officeDocument/2006/relationships/notesMaster" Target="/ppt/notesMasters/notesMaster1.xml" Id="R148d023b763b489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4c260cf361d4c66" /><Relationship Type="http://schemas.openxmlformats.org/officeDocument/2006/relationships/notesMaster" Target="/ppt/notesMasters/notesMaster1.xml" Id="R8e2162a2b3a4435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a8dde18dbd74f89" /><Relationship Type="http://schemas.openxmlformats.org/officeDocument/2006/relationships/notesMaster" Target="/ppt/notesMasters/notesMaster1.xml" Id="R78dfd107d13c44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10ce89c4574664" /><Relationship Type="http://schemas.openxmlformats.org/officeDocument/2006/relationships/notesMaster" Target="/ppt/notesMasters/notesMaster1.xml" Id="Rc5d87e8e9722470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87e1b98f9744a1e" /><Relationship Type="http://schemas.openxmlformats.org/officeDocument/2006/relationships/notesMaster" Target="/ppt/notesMasters/notesMaster1.xml" Id="Rf00c05d69ace47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40cd29c52f24793" /><Relationship Type="http://schemas.openxmlformats.org/officeDocument/2006/relationships/notesMaster" Target="/ppt/notesMasters/notesMaster1.xml" Id="R2f572821e5bc426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f77e1772d304c89" /><Relationship Type="http://schemas.openxmlformats.org/officeDocument/2006/relationships/notesMaster" Target="/ppt/notesMasters/notesMaster1.xml" Id="R7e2f914d1a674ea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561d1affdd247a4" /><Relationship Type="http://schemas.openxmlformats.org/officeDocument/2006/relationships/notesMaster" Target="/ppt/notesMasters/notesMaster1.xml" Id="R735b9de8c44c4fc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98f6327af14b0c" /><Relationship Type="http://schemas.openxmlformats.org/officeDocument/2006/relationships/notesMaster" Target="/ppt/notesMasters/notesMaster1.xml" Id="R42fc634f74e6451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2dc158dbfcb43a4" /><Relationship Type="http://schemas.openxmlformats.org/officeDocument/2006/relationships/notesMaster" Target="/ppt/notesMasters/notesMaster1.xml" Id="R8a0a339c35994b2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35e18823f8e4bd7" /><Relationship Type="http://schemas.openxmlformats.org/officeDocument/2006/relationships/notesMaster" Target="/ppt/notesMasters/notesMaster1.xml" Id="R6347e4ae13cf440c"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Presenting the project and individual contribution</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Presenting the project and individual contribution.</a:t>
            </a:r>
          </a:p>
          <a:p>
            <a:r>
              <a:t/>
            </a:r>
          </a:p>
          <a:p>
            <a:r>
              <a:t>LECTURER CUE</a:t>
            </a:r>
          </a:p>
          <a:p>
            <a:r>
              <a:t>Ask learners to explain this goal in ordinary language. The first successful attempt matters more than covering optional extensions. Defer: New models and a last-minute redesign are unnecessary. Fix broken run instructions first.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Each student can explain one decision they personally worked on and point to its evidence.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 presentation connects a claim to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presentation connects a claim to evidence</a:t>
            </a:r>
          </a:p>
          <a:p>
            <a:r>
              <a:t/>
            </a:r>
          </a:p>
          <a:p>
            <a:r>
              <a:t>CONNECT</a:t>
            </a:r>
          </a:p>
          <a:p>
            <a:r>
              <a:t>Build on the preceding slide: Recall and a first attempt.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POINT TO THE DEFINITION</a:t>
            </a:r>
          </a:p>
          <a:p>
            <a:r>
              <a:t>Finding and limitation: A finding states what the evidence shows. A limitation states where that evidence is incomplete or may not apply. Point to the relevant chart, metric or record.</a:t>
            </a:r>
          </a:p>
          <a:p>
            <a:r>
              <a:t>Defence and reflection: A defence explains why you made a choice. A reflection explains what you learned and would improve. Describe your own contribution with specific evidence.</a:t>
            </a:r>
          </a:p>
          <a:p>
            <a:r>
              <a:t/>
            </a:r>
          </a:p>
          <a:p>
            <a:r>
              <a:t>NEXT</a:t>
            </a:r>
          </a:p>
          <a:p>
            <a:r>
              <a:t>A six-minute presentation.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six-minute presentation</a:t>
            </a:r>
          </a:p>
          <a:p>
            <a:r>
              <a:t/>
            </a:r>
          </a:p>
          <a:p>
            <a:r>
              <a:t>CONNECT</a:t>
            </a:r>
          </a:p>
          <a:p>
            <a:r>
              <a:t>Build on the preceding slide: A presentation connects a claim to evidence.</a:t>
            </a:r>
          </a:p>
          <a:p>
            <a:r>
              <a:t/>
            </a:r>
          </a:p>
          <a:p>
            <a:r>
              <a:t>LECTURER CUE</a:t>
            </a:r>
          </a:p>
          <a:p>
            <a:r>
              <a:t>Model a six-minute presentation: one minute for the problem, one for the data, two for the method and result, one for limitations and one for contribution and next step.</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Make the evidence readable.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Make the evidence readable</a:t>
            </a:r>
          </a:p>
          <a:p>
            <a:r>
              <a:t/>
            </a:r>
          </a:p>
          <a:p>
            <a:r>
              <a:t>CONNECT</a:t>
            </a:r>
          </a:p>
          <a:p>
            <a:r>
              <a:t>Build on the preceding slide: A six-minute presentation.</a:t>
            </a:r>
          </a:p>
          <a:p>
            <a:r>
              <a:t/>
            </a:r>
          </a:p>
          <a:p>
            <a:r>
              <a:t>LECTURER CUE</a:t>
            </a:r>
          </a:p>
          <a:p>
            <a:r>
              <a:t>Explain each chart’s axes and unit before stating its finding. Use the actual measured validation results and state how they were obtained.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Explain the limits honestly.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Explain the limits honestly</a:t>
            </a:r>
          </a:p>
          <a:p>
            <a:r>
              <a:t/>
            </a:r>
          </a:p>
          <a:p>
            <a:r>
              <a:t>CONNECT</a:t>
            </a:r>
          </a:p>
          <a:p>
            <a:r>
              <a:t>Build on the preceding slide: Make the evidence readable.</a:t>
            </a:r>
          </a:p>
          <a:p>
            <a:r>
              <a:t/>
            </a:r>
          </a:p>
          <a:p>
            <a:r>
              <a:t>LECTURER CUE</a:t>
            </a:r>
          </a:p>
          <a:p>
            <a:r>
              <a:t>Practise saying “I do not know yet” followed by the evidence needed to resolve the question. Do not claim deployment readiness from a teaching dataset.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 are explaining to a colleague.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explaining to a colleague</a:t>
            </a:r>
          </a:p>
          <a:p>
            <a:r>
              <a:t/>
            </a:r>
          </a:p>
          <a:p>
            <a:r>
              <a:t>CONNECT</a:t>
            </a:r>
          </a:p>
          <a:p>
            <a:r>
              <a:t>Build on the preceding slide: Explain the limits honestly.</a:t>
            </a:r>
          </a:p>
          <a:p>
            <a:r>
              <a:t/>
            </a:r>
          </a:p>
          <a:p>
            <a:r>
              <a:t>LECTURER CUE</a:t>
            </a:r>
          </a:p>
          <a:p>
            <a:r>
              <a:t>Do this before revealing the discussion slide. One learner moves or writes the items, the other checks. Swap roles. Every student explains one step. Expected: A strong explanation connects a claim to evidence and makes its limits clear. Avoid claiming deployment readiness from teaching data.</a:t>
            </a:r>
          </a:p>
          <a:p>
            <a:r>
              <a:t>Wait for an individual prediction before inviting pair discussion. Give a first-step hint if needed.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explaining to a colleague.</a:t>
            </a:r>
          </a:p>
          <a:p>
            <a:r>
              <a:t/>
            </a:r>
          </a:p>
          <a:p>
            <a:r>
              <a:t>LECTURER CUE</a:t>
            </a:r>
          </a:p>
          <a:p>
            <a:r>
              <a:t>Ask which step produced this answer. Return to the concrete action if a learner cannot explain it. This is practice feedback, never a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What the activity shows.</a:t>
            </a:r>
          </a:p>
          <a:p>
            <a:r>
              <a:t/>
            </a:r>
          </a:p>
          <a:p>
            <a:r>
              <a:t>LECTURER CUE</a:t>
            </a:r>
          </a:p>
          <a:p>
            <a:r>
              <a:t>Each student can explain one decision they personally worked on and point to its evidence.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Use the published project and DEMO requirements. Each individual submits their own typed defence and reflection through the designated route. Live questioning and peer comments support learning; they are not a new manual marking workload.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a:t>
            </a:r>
          </a:p>
          <a:p>
            <a:r>
              <a:t/>
            </a:r>
          </a:p>
          <a:p>
            <a:r>
              <a:t>CONNECT</a:t>
            </a:r>
          </a:p>
          <a:p>
            <a:r>
              <a:t>Build on the preceding slide: Your evidence.</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CML3112 ML_PROJECT: Engineering ML project — variant A</a:t>
            </a:r>
          </a:p>
          <a:p>
            <a:r>
              <a:t>Full assessment requirements belong in the current public task guide; explain only the criterion or task shown on this slide.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submission</a:t>
            </a:r>
          </a:p>
          <a:p>
            <a:r>
              <a:t/>
            </a:r>
          </a:p>
          <a:p>
            <a:r>
              <a:t>CONNECT</a:t>
            </a:r>
          </a:p>
          <a:p>
            <a:r>
              <a:t>Build on the preceding slide: Engineering ML project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Presentation evidence (35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Presentation evidence (35 marks)</a:t>
            </a:r>
          </a:p>
          <a:p>
            <a:r>
              <a:t/>
            </a:r>
          </a:p>
          <a:p>
            <a:r>
              <a:t>CONNECT</a:t>
            </a:r>
          </a:p>
          <a:p>
            <a:r>
              <a:t>Build on the preceding slide: Engineering ML project submission.</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Individual written defence (40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Individual written defence (40 marks)</a:t>
            </a:r>
          </a:p>
          <a:p>
            <a:r>
              <a:t/>
            </a:r>
          </a:p>
          <a:p>
            <a:r>
              <a:t>CONNECT</a:t>
            </a:r>
          </a:p>
          <a:p>
            <a:r>
              <a:t>Build on the preceding slide: Presentation evidence (35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Reflection (20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Reflection (20 marks)</a:t>
            </a:r>
          </a:p>
          <a:p>
            <a:r>
              <a:t/>
            </a:r>
          </a:p>
          <a:p>
            <a:r>
              <a:t>CONNECT</a:t>
            </a:r>
          </a:p>
          <a:p>
            <a:r>
              <a:t>Build on the preceding slide: Individual written defence (40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NEXT</a:t>
            </a:r>
          </a:p>
          <a:p>
            <a:r>
              <a:t>AI-use declaration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AI-use declaration (5 marks)</a:t>
            </a:r>
          </a:p>
          <a:p>
            <a:r>
              <a:t/>
            </a:r>
          </a:p>
          <a:p>
            <a:r>
              <a:t>CONNECT</a:t>
            </a:r>
          </a:p>
          <a:p>
            <a:r>
              <a:t>Build on the preceding slide: Reflection (20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Presentation and individual reflection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Presentation and individual reflection submission</a:t>
            </a:r>
          </a:p>
          <a:p>
            <a:r>
              <a:t/>
            </a:r>
          </a:p>
          <a:p>
            <a:r>
              <a:t>CONNECT</a:t>
            </a:r>
          </a:p>
          <a:p>
            <a:r>
              <a:t>Build on the preceding slide: AI-use declaration (5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Presentation and individual reflection submission.</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33a445cf0843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e1ed241b9c4073" /><Relationship Type="http://schemas.openxmlformats.org/officeDocument/2006/relationships/slideLayout" Target="/ppt/slideLayouts/slideLayout1.xml" Id="R07905107bd354c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7905107bd354c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015ea4682b40c6" /><Relationship Type="http://schemas.openxmlformats.org/officeDocument/2006/relationships/image" Target="/ppt/media/image.png" Id="R130c1cdee0de4e66" /><Relationship Type="http://schemas.openxmlformats.org/officeDocument/2006/relationships/notesSlide" Target="/ppt/notesSlides/notesSlide1.xml" Id="R10175e9fb63b47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65bf3cd2fdc4a2e" /><Relationship Type="http://schemas.openxmlformats.org/officeDocument/2006/relationships/notesSlide" Target="/ppt/notesSlides/notesSlide2.xml" Id="R64f88009dcda4b1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698eb78cfb748ec" /><Relationship Type="http://schemas.openxmlformats.org/officeDocument/2006/relationships/notesSlide" Target="/ppt/notesSlides/notesSlide3.xml" Id="R1ada9d10bdfc4a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890ad97c2b486d" /><Relationship Type="http://schemas.openxmlformats.org/officeDocument/2006/relationships/notesSlide" Target="/ppt/notesSlides/notesSlide4.xml" Id="Rc4afb2dc522048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b1c46270de840dc" /><Relationship Type="http://schemas.openxmlformats.org/officeDocument/2006/relationships/notesSlide" Target="/ppt/notesSlides/notesSlide5.xml" Id="R63b4c35f0d744f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44c513af6f477f" /><Relationship Type="http://schemas.openxmlformats.org/officeDocument/2006/relationships/notesSlide" Target="/ppt/notesSlides/notesSlide6.xml" Id="R41d5f3ea34da46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4db0dca6e524764" /><Relationship Type="http://schemas.openxmlformats.org/officeDocument/2006/relationships/notesSlide" Target="/ppt/notesSlides/notesSlide7.xml" Id="Ra1a5ac52b92f49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5d8bc22d5d4157" /><Relationship Type="http://schemas.openxmlformats.org/officeDocument/2006/relationships/notesSlide" Target="/ppt/notesSlides/notesSlide8.xml" Id="R86a7040c26f549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650e02a4b1f464a" /><Relationship Type="http://schemas.openxmlformats.org/officeDocument/2006/relationships/notesSlide" Target="/ppt/notesSlides/notesSlide9.xml" Id="R399644b07a1144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6afe9a9a74042d4" /><Relationship Type="http://schemas.openxmlformats.org/officeDocument/2006/relationships/notesSlide" Target="/ppt/notesSlides/notesSlide10.xml" Id="Ra90c74527e9c44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4842c42bf0f444a" /><Relationship Type="http://schemas.openxmlformats.org/officeDocument/2006/relationships/notesSlide" Target="/ppt/notesSlides/notesSlide11.xml" Id="R43f0b4e9392a4f3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338bfafe4dd40a4" /><Relationship Type="http://schemas.openxmlformats.org/officeDocument/2006/relationships/notesSlide" Target="/ppt/notesSlides/notesSlide12.xml" Id="R558dc16e4b9b47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4a6d38c9b74bee" /><Relationship Type="http://schemas.openxmlformats.org/officeDocument/2006/relationships/notesSlide" Target="/ppt/notesSlides/notesSlide13.xml" Id="Rd9d73d7a0ae74ba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445dd1c96984215" /><Relationship Type="http://schemas.openxmlformats.org/officeDocument/2006/relationships/notesSlide" Target="/ppt/notesSlides/notesSlide14.xml" Id="R4393b97a85d143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e962fd701db4c51" /><Relationship Type="http://schemas.openxmlformats.org/officeDocument/2006/relationships/notesSlide" Target="/ppt/notesSlides/notesSlide15.xml" Id="R200923ee71d74fe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f028a1fbc1f493e" /><Relationship Type="http://schemas.openxmlformats.org/officeDocument/2006/relationships/notesSlide" Target="/ppt/notesSlides/notesSlide16.xml" Id="R7bbf11148c714ee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c3c46d0aae74d96" /><Relationship Type="http://schemas.openxmlformats.org/officeDocument/2006/relationships/notesSlide" Target="/ppt/notesSlides/notesSlide17.xml" Id="R2834cab498a444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a9cb59c69954423" /><Relationship Type="http://schemas.openxmlformats.org/officeDocument/2006/relationships/notesSlide" Target="/ppt/notesSlides/notesSlide18.xml" Id="R506a62177397411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3c91abb8a3e4099" /><Relationship Type="http://schemas.openxmlformats.org/officeDocument/2006/relationships/notesSlide" Target="/ppt/notesSlides/notesSlide19.xml" Id="R846d9fe616904c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54aca62b9604003" /><Relationship Type="http://schemas.openxmlformats.org/officeDocument/2006/relationships/hyperlink" Target="https://docs.google.com/forms/d/e/1FAIpQLScD30Pc6ce5oxjODx1WAXBoNeXE65KXD488S4ja9tgKPAWnsQ/viewform" TargetMode="External" Id="R3d755b147be74b23" /><Relationship Type="http://schemas.openxmlformats.org/officeDocument/2006/relationships/notesSlide" Target="/ppt/notesSlides/notesSlide20.xml" Id="R16296da4712e4e1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f44c15525704f0c" /><Relationship Type="http://schemas.openxmlformats.org/officeDocument/2006/relationships/notesSlide" Target="/ppt/notesSlides/notesSlide21.xml" Id="R6a0908fc275c43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77070017c954e6f" /><Relationship Type="http://schemas.openxmlformats.org/officeDocument/2006/relationships/notesSlide" Target="/ppt/notesSlides/notesSlide22.xml" Id="R079e4f84ea5043a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a81456e169a4041" /><Relationship Type="http://schemas.openxmlformats.org/officeDocument/2006/relationships/notesSlide" Target="/ppt/notesSlides/notesSlide23.xml" Id="R252d54895d61414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132a5b677e247c0" /><Relationship Type="http://schemas.openxmlformats.org/officeDocument/2006/relationships/notesSlide" Target="/ppt/notesSlides/notesSlide24.xml" Id="R932c4c5b3c68401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7693c3e4b5040f6" /><Relationship Type="http://schemas.openxmlformats.org/officeDocument/2006/relationships/hyperlink" Target="https://docs.google.com/forms/d/e/1FAIpQLSeysbLBKvHp3A-2GvSz_4KodUPaS9D2oASV9-j-qx_IDXPzlw/viewform" TargetMode="External" Id="R1e3664b3cd924eb9" /><Relationship Type="http://schemas.openxmlformats.org/officeDocument/2006/relationships/notesSlide" Target="/ppt/notesSlides/notesSlide25.xml" Id="R3ee0812f9bb5424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cec338c6404490c" /><Relationship Type="http://schemas.openxmlformats.org/officeDocument/2006/relationships/notesSlide" Target="/ppt/notesSlides/notesSlide26.xml" Id="Reaed1ab9861149a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30c1cdee0de4e6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D2C3740-1286-44AC-9EF0-8AF608DDC8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26DC833-2B67-47D1-B05E-56C27CBA9A3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DF9A3283-C058-4587-8548-EF2EF7194A7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40762555-6FE0-4F2F-BE8B-F0350001BF7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7CA8CC7-80F7-4683-A974-7624FD0C405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4810815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EEDF087-CC23-41BC-B04E-A3D0FA7727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6B6837-376B-4B68-8504-29C09FE6B2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A20A132-907B-476E-AA37-BD6DCACA29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9E2C7010-04FB-46A9-812E-7634F49EBF9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E9E209-2B10-4790-9190-D6010B543B4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2B42B9D-DFF7-4A15-B949-A4FA9156E0B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2306CF69-3DDC-4B01-999D-EB75BA8BB35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ACFEF43-60B9-44B0-868A-FDFCEA453A6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A40001E1-4E81-440C-BC7C-AF92839567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526291850"/>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0A4543-60AE-40EA-A1DB-98EDE9F8B1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96E704D-C221-4B5A-BC66-FB687403C7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841ED5D1-D121-4A07-8549-C6A4AE73739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3CEFD666-1A07-403E-854F-ED45F19C65A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question did your team investigate, and what result can you support with evidence?</a:t>
            </a:r>
          </a:p>
        </p:txBody>
      </p:sp>
      <p:sp>
        <p:nvSpPr>
          <p:cNvPr id="5" name="">
            <a:extLst xmlns:a="http://schemas.openxmlformats.org/drawingml/2006/main">
              <a:ext uri="{FF2B5EF4-FFF2-40B4-BE49-F238E27FC236}">
                <a16:creationId xmlns:a16="http://schemas.microsoft.com/office/drawing/2014/main" id="{7C525BEF-6E83-47C7-B38A-DA6D932C99F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CF30070D-6AB1-4D80-9FE0-F14AE275C1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3</a:t>
            </a:r>
          </a:p>
        </p:txBody>
      </p:sp>
    </p:spTree>
    <p:extLst>
      <p:ext uri="{BB962C8B-B14F-4D97-AF65-F5344CB8AC3E}">
        <p14:creationId xmlns:p14="http://schemas.microsoft.com/office/powerpoint/2010/main" val="11347436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88895A-B554-43F6-83B9-A3BED2D850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15D3DD-8EC0-4912-820C-0055C0B0EE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6A39EA-0551-4637-8E15-56A5620301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6BB6EF0E-B2D6-4070-8D19-CF5AC55B6BE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35F635-2105-4EE8-B4C9-96CEABAF26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E1AF4F98-8DE8-4F5E-9979-AECF1F81ED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384B51DD-5598-4AE4-BAD4-009F07138A3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3B52DF3-C8EE-4873-9BBD-1C928721BF7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47831A5F-93D9-4DF2-9D5A-3FEDF3334D2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AD4762E7-F1E1-467C-8190-9051AC5E8D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3744786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F8D903-9AA1-4B98-85BF-DD5D6CE07F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EF7DAB-50FE-4400-BCBF-C8BB64FBE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4164FA-8B2A-4471-B7E0-D97179A009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13183250-4201-4C3D-86A1-105A099457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915769-2FF8-4B1E-AF05-AC38B3FE88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6F0BC1AF-3B38-4218-8363-CDA48B98404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AD94B2-1B05-48F2-AF2B-726B9EFE552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3C49A196-9661-4D29-9E30-EB86A7C7D1C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817B03-60D3-494F-BA24-B4E5638764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15A15EE4-6412-49BB-9ABE-703DBC369B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840293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AC02AE-A4FE-4CED-B651-72792B8A5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7E6E6F-41FF-45EB-89AF-2AFB7CE633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26F9CD-06D0-4C91-9649-B355DFAF11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4640AEA5-C0FB-4011-9D93-84362EB960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237416-A4EE-446B-9506-F96EE3F4D1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DB4FE0E7-55C1-412E-B609-6B5ED08C0D1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DD23A9-50A1-4480-B482-2FA8BA29F6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37624442-5D75-44F8-875C-043AE8C0B74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BC80CC-6F44-4BF4-B583-FC58B5E1EBF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957CE12B-284E-47DA-B23C-5172495878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4830953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0AA779-A9DA-4FF9-9B81-9792D4C48A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AAABB5-68A3-4EE4-B1B9-747A3C6B72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465876-2A1E-4C78-A23D-91E918FE05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4647B72B-F0A8-48F4-94AE-B5528585FD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253142-E984-48FD-AEE0-77083144F5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B10E8F28-04AB-4AD3-A7E9-36CC44478A9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484E03-A94C-4B12-9804-56554097508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93DFC4E4-35E4-4A2A-B502-EA2E7767BC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E8DAC8-4CAB-41A1-A376-C8BA8EA5981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79BA8498-897C-4E0A-8E97-46AFC6F028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p14:creationId xmlns:p14="http://schemas.microsoft.com/office/powerpoint/2010/main" val="16370339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5F3636-D40C-424B-9250-1E27C6128A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494337-9621-4D9F-8970-BA429718F0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D1AD1141-A080-4B2E-9356-ACA9ABDD17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explaining to a colleague</a:t>
            </a:r>
          </a:p>
        </p:txBody>
      </p:sp>
      <p:sp>
        <p:nvSpPr>
          <p:cNvPr id="4" name="">
            <a:extLst xmlns:a="http://schemas.openxmlformats.org/drawingml/2006/main">
              <a:ext uri="{FF2B5EF4-FFF2-40B4-BE49-F238E27FC236}">
                <a16:creationId xmlns:a16="http://schemas.microsoft.com/office/drawing/2014/main" id="{50FA729D-1C14-4D7A-8000-478062D8D242}"/>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74FEA1-CC48-44F9-ACAF-4E77841CB7F5}"/>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project question in one everyday sentence.</a:t>
            </a:r>
          </a:p>
        </p:txBody>
      </p:sp>
      <p:sp>
        <p:nvSpPr>
          <p:cNvPr id="6" name="">
            <a:extLst xmlns:a="http://schemas.openxmlformats.org/drawingml/2006/main">
              <a:ext uri="{FF2B5EF4-FFF2-40B4-BE49-F238E27FC236}">
                <a16:creationId xmlns:a16="http://schemas.microsoft.com/office/drawing/2014/main" id="{F1E72155-133F-4BFA-AD52-9CB7788F21FF}"/>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EFC6DF-9639-40B9-AF84-759EFE8FA953}"/>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labelled result and say how you obtained it.</a:t>
            </a:r>
          </a:p>
        </p:txBody>
      </p:sp>
      <p:sp>
        <p:nvSpPr>
          <p:cNvPr id="8" name="">
            <a:extLst xmlns:a="http://schemas.openxmlformats.org/drawingml/2006/main">
              <a:ext uri="{FF2B5EF4-FFF2-40B4-BE49-F238E27FC236}">
                <a16:creationId xmlns:a16="http://schemas.microsoft.com/office/drawing/2014/main" id="{836A4C4E-BC90-4D21-AD55-E975B259A5EA}"/>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312133-37EA-4B22-A480-DFB9F9337388}"/>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one limitation and one decision you personally contributed.</a:t>
            </a:r>
          </a:p>
        </p:txBody>
      </p:sp>
      <p:sp>
        <p:nvSpPr>
          <p:cNvPr id="10" name="">
            <a:extLst xmlns:a="http://schemas.openxmlformats.org/drawingml/2006/main">
              <a:ext uri="{FF2B5EF4-FFF2-40B4-BE49-F238E27FC236}">
                <a16:creationId xmlns:a16="http://schemas.microsoft.com/office/drawing/2014/main" id="{0EF229D7-EE76-4DA1-8B00-AF28671D6E56}"/>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EB49AE-9F0A-4AB5-A276-228070CC12D7}"/>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416D33FC-79E4-4490-8EE1-0BA39A4638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57744550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912026-F0E4-4A42-A1AF-575798BA5C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C9E62E-8397-442D-B485-BFD2CF71D6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62CD805A-DD99-4F79-AA6E-BA48D1D69B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6E7DD2D9-BBFF-4EF2-8B3F-DDBE5333DD1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21C5A4-7DB8-4131-9FE9-2BA41E33BE4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 strong explanation connects a claim to evidence and makes its limits clear. Avoid claiming deployment readiness from teaching data.</a:t>
            </a:r>
          </a:p>
        </p:txBody>
      </p:sp>
      <p:sp>
        <p:nvSpPr>
          <p:cNvPr id="6" name="">
            <a:extLst xmlns:a="http://schemas.openxmlformats.org/drawingml/2006/main">
              <a:ext uri="{FF2B5EF4-FFF2-40B4-BE49-F238E27FC236}">
                <a16:creationId xmlns:a16="http://schemas.microsoft.com/office/drawing/2014/main" id="{F9FD6F00-326A-4B47-90AB-9A1E7E17899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706A843-1E9A-4A6A-887A-7106D24484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1280467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04EF10-4F3D-460A-97E6-68ADB050A2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1ED2E3-A7D4-46E5-AD96-FE0F213D88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5F023C-4AA4-4F9C-9147-714F515AC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0850384F-B35D-484B-985D-F54493481D5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7ECBC1-14FC-4335-B139-B6C49983374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5F140617-0281-43BC-98F3-8435493D96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9686841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1394E0-75C6-4ED3-B967-EF0D78E9C9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AE8BC6-185D-4D7B-8DD9-3BDC7A5A5D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6A53E6E-7353-4CF3-9EDD-DD71808F9E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137FB754-5B2B-4824-B40C-F8A91233EE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6597D5-EF69-43B5-B28D-D06C1EDFA62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39210253-7A03-41DB-AB5C-E8169C20FBE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C7A907-C2F7-4ECB-97AA-FEE4648BA0E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8E4DC505-7F7A-427B-AA52-9BDB5E97ED2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64DAB3-1A23-4BC7-8954-8312CFED633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0CCB71D8-5EF1-48D0-8470-409DB69EF8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9210646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A92228-78FE-4A0A-BEB4-AC2D8FC778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875A2B-0BBB-452A-AE49-F4FC9F75F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F5D2715-3424-4A5D-AFE6-F478F861D0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51D3AD89-4576-419F-8FEB-808485D75D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5ACC88-F63A-48EA-846F-6D51179F086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C5FA33E4-800E-4B3E-84AC-77D5340FBE4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154F39-5B49-45BA-BEA0-FDE82FDE40C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C7D709B4-FB32-4E91-B37E-6AA5FB1823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599CC4-5FFE-47FF-85C1-86E1DF3B241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ED6356EC-5A8D-4C20-8D88-E24A03B102D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55BE68-5D99-40AB-A241-6CF59F72F96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D3E901F-9E25-48FC-B88C-13E30A860D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29393991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80B9A5-9160-49A0-8EEB-2AE5B5761C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CC79F7-5826-48CE-B1D3-C9AD4DB98C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97C1E1-2A7C-48BB-BEE3-0D1CE43136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09FD981-4ECF-4707-A95A-F583E3FDC5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4FFDAD-E4ED-4038-990F-FCE305119CB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37FB3778-BD63-454B-A839-4BF910D30C2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204D94-A81D-425B-AB70-87C7EA1CF7D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6020697F-0B87-4E28-B383-60209C9EE7E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7DFD9F-9E22-4685-9EDE-0FC3DA596B5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9297266-2B0C-4ADD-99D7-E3AC982167C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AAF5E3-89F0-45C1-918C-434E840A4B2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4FC762ED-4382-479B-891E-E70B0E1354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1002736817"/>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84F014E-9406-4336-9037-B2FCF9A040A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FC6ECD4-56CE-44C0-813B-59288E5B3F5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43ABC8E6-D1CE-4761-B547-0ABA51DA98D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a:ext uri="{FF2B5EF4-FFF2-40B4-BE49-F238E27FC236}">
                <ns2:creationId id="{C13AEA67-ECE4-41DA-A63C-D21460E20D6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CCEEEFC-9AEE-468B-B597-FBA7D3EAE275}"/>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a:ext uri="{FF2B5EF4-FFF2-40B4-BE49-F238E27FC236}">
                <ns2:creationId id="{484234C4-D97B-4CEF-8299-7356637B6C6B}"/>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615B4FE4-E4DB-4BD8-B41C-D8AD6EC2F90B}"/>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a:ext uri="{FF2B5EF4-FFF2-40B4-BE49-F238E27FC236}">
                <ns2:creationId id="{0C941418-58E5-47C4-A7DB-B64ED9BA22CC}"/>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7AF464C-F9D4-4904-9637-D778308084F3}"/>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a:ext uri="{FF2B5EF4-FFF2-40B4-BE49-F238E27FC236}">
                <ns2:creationId id="{308603E5-0528-46B9-9E03-4384FA7D1F08}"/>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8546A0E-60CE-48B7-9C54-E9ACF93007F2}"/>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a:ext uri="{FF2B5EF4-FFF2-40B4-BE49-F238E27FC236}">
                <ns2:creationId id="{E64324C4-A9BA-4F72-AC82-233CD2D2AC6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ns3:creationId val="17717925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29BC18-886F-44DF-9BD5-423E04C064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77784C-681A-428B-B9F7-A960CD7FB9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063FDD-D762-4569-9369-83DFE0120B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FFC2327-469E-4E5A-BC27-DE68AF996B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771A11-2F23-4794-8697-763E88A3E2E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BFB944EC-EA2F-4ECE-B1E0-FFA53935537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FD3FF4-4E27-4FC6-AEB9-9E7CFEAFD4A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4A9199D9-DC40-4E3F-B6B5-058FDC45C6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7F37AF-7CC3-4A94-A5FB-54BAA97AB6B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80BCEBE6-73D7-4F7C-A1B3-F7C2F89E3A7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8F2B0C-FA60-4166-AA65-38FF34A600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474E8751-1493-49C4-9BD0-F96E7E2D6A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124942391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050F2A-3C54-4968-A09B-0B82A9B202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7354A7-47E4-4CD2-B40F-72B76993E1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2BB108-DF6F-48E5-8BC3-A8A92F4F42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12C4F2C-512D-4AD6-810B-4F0B1EC8A4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4864EA-3DEA-4D30-B5C8-C498E1AD3F8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65366F88-E9E3-4345-956B-CA8A36D8586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F9FAF8-8C86-4D8B-B1A1-C8A5BA63A14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E2CFCDFC-B049-41D6-84AD-86B982A787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2547C7-F3FE-43C7-A78D-BF1C9527288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DB4915BF-FD25-4740-9B24-1A26B95421E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63F31D-AB37-44C1-AE8D-BDDE509244F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19E728BF-E43B-4476-B8DD-C75CB2560A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p14:creationId xmlns:p14="http://schemas.microsoft.com/office/powerpoint/2010/main" val="123415266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32BD70-158F-4F7D-A895-733EBC961A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9DD780-8265-4BD6-A3E2-4CA49C4B66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932311-3E70-4FC6-8402-03023163E4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6F30F8A-EAD2-4090-9700-8ECF359370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E44CE-3AE4-48AF-B0AC-A890E2ED659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C3529760-F8C8-4A01-B7C0-4675F86FC80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655790-7792-4BBB-9F7F-F147576E30C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63D0A94C-CD2A-4B2E-94F2-77700306CB6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E53A76-74E5-432F-9B43-66A549B9424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CE534C5B-FF3B-4084-8497-80C361844E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105048921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B21E84-ACA6-48F7-A818-70D6299D2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461291-DFCB-4748-B44E-8FBA36F09E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6565DD-5C0D-4B04-ABAB-C8ADD9D333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1820692-0DA7-41D7-BCB6-02A5810F13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2F9CEC-AC88-416A-92DD-4ABD9EA79C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3A6208F0-6ED3-4176-A952-D56097B4B39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773930-33EA-4B35-B9F0-F7C81B60719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E24828E9-AECD-43A9-B034-5E32A13F5E2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3F8B3D-28BD-4FDC-AF59-678754B00C4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5A3065F9-910A-4941-B37E-F9DE07512FB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B10428-BDC2-488F-A1B7-C2887212836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8D61E660-8A05-4C18-856F-CC4BA00BF7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2706564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69B642-DEC5-4B3B-BA3D-FA69E008E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B07F1B-D9C7-4E59-AEC5-4D056A2A20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1A5091E-CD44-40D5-AD89-006124251F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082B5A70-8227-4BFA-8028-D1B3351278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57BA8E-CB02-4340-8A12-CC1F017574E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CA2E2E26-13CA-4BE2-8D78-FA430D9C04E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382E37-2374-4BD5-80D6-40D8EA4BC46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FDA3DB99-1625-42CF-B524-F268EBDAFCA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1839A1-00A0-4B65-B44D-EB7BEFE09B9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FF344E2F-303E-4A31-9E1E-D3C6372249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111858801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CE2777-21F8-49DD-8475-AF0124A5E8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ACA4B3-BDCF-4B3E-92B7-CAD4F98884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598EC3B-827E-4505-A978-CC14C49E7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41EBB0E8-E7C2-492D-A3E0-B3898E3DA25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F64638-E833-4689-A002-BEFFC6283FF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0B4C8E2B-2E45-41A9-870F-F24A2267FEB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19A52-58EE-4230-976C-EC97E839754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11FE0964-25DE-421B-A611-6EF2D791EE0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34A4E0-B13B-4264-860F-62F6ECFA60A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E7F681D-CE64-4611-A149-BC4506F69A7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23EBD5-9FFA-494E-B299-E228AFDF24A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C1B0CF3-3115-4FFE-8786-0967518A1F9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3E7BF67-FB58-4F33-84E7-9DFD92C7C38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d755b147be74b23"/>
              </a:rPr>
              <a:t>Open ML_PROJECT assignment form</a:t>
            </a:r>
          </a:p>
        </p:txBody>
      </p:sp>
      <p:sp>
        <p:nvSpPr>
          <p:cNvPr id="14" name="">
            <a:extLst xmlns:a="http://schemas.openxmlformats.org/drawingml/2006/main">
              <a:ext uri="{FF2B5EF4-FFF2-40B4-BE49-F238E27FC236}">
                <a16:creationId xmlns:a16="http://schemas.microsoft.com/office/drawing/2014/main" id="{CC90E6E8-8B28-4815-97BB-AEFAC35068C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4A9B2AE9-4009-4BA4-9282-898E0F68C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27035079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6621B5-B8FD-4F25-B7D0-15EA2D73FB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41FFA-7852-4C39-9E93-7A4A3D721B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9593DC-1F59-4941-9B95-5234BA684D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DD970BF3-6E1C-4B9E-BA13-BB0B17633E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41E35E-0D08-44DB-9503-93C5775777B9}"/>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FEB1C386-AACB-4FFA-8922-85858535B01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5452CA-40EE-4FA1-825F-9D2C2E734A46}"/>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054F414F-604F-4690-800D-7B60D8535F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201968802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D77328-692E-49ED-865B-EE0E672BFE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068D2A-F0A6-4CC8-93C6-52702C00E6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6E658F-8CDD-4A6F-9564-472EFB1C16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9023C540-B99D-4C39-8AFE-1D0CE1B1159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FEBF01-B6E2-47BB-8DCB-043FB359CEB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E567DF6-DD46-40C0-9747-DDC8DB0B7DC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534D0764-7C85-455B-B229-87733919754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0E86BABF-96E2-4070-B91A-9196098C9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2796426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B07071-6FAF-4552-9F1B-026B546A42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6A86AA-B10D-418B-93E5-3E4AF7D51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F637FA-BD8B-4E97-8322-4ED32FC9B3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3B236820-F1CC-4D6E-A939-17AF42959C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19174A-719F-46A2-A78D-7659BD4B819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4BA70F7C-8812-4D61-854D-3DA161EAC0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E68494-F0AD-456B-9D02-54FD8CDCEC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92095BDA-B339-4C26-B049-2DEB24A1FD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F6E16E-C4A1-413C-A921-C108E60E71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20644884-0534-43A2-842A-19FBC83FCD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127166361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E55D80-5A8B-4385-AFA1-7FCEDF6DC3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F759E7-225E-429B-B995-D4AEFC60D3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F0C59E-41F4-4BD4-9029-F7FD5DE223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DB887043-0CE7-45F2-8614-BAD91C291C3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1130D1-A77C-4C60-935A-6563917200D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FE3BEEDD-BF98-429A-BA6D-84023525EE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24</a:t>
            </a:r>
          </a:p>
        </p:txBody>
      </p:sp>
    </p:spTree>
    <p:extLst>
      <p:ext uri="{BB962C8B-B14F-4D97-AF65-F5344CB8AC3E}">
        <p14:creationId xmlns:p14="http://schemas.microsoft.com/office/powerpoint/2010/main" val="87629040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42FDD8-A71E-4A13-96A7-EC871A36A9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0952CE-A291-442F-8090-40240B33C5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CF1D70F9-5F24-48F0-9A50-CEC1E693DE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32C9AD51-194C-48FB-837F-DC55BE89EFD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F91007-AAC7-40B4-B6D0-E094195D266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0BF45121-508C-4DEF-A4CE-10731D98918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A2AAF6-52B1-41B1-8078-D1660841389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CFA3D224-AB97-4D5F-A82A-0A6E0864AB6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05CAA2-ECC4-49EF-B441-36A374D30DA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0CCDCE9-DB83-43D4-A0C9-7C8F90E1B32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3294CE-0805-493F-B150-564472BB651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7FEFCD6-CDB4-45CB-865C-EF82263DD6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7DA6994-71EC-49D3-A40A-5D6B1AEEA72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e3664b3cd924eb9"/>
              </a:rPr>
              <a:t>Open DEMO assignment form</a:t>
            </a:r>
          </a:p>
        </p:txBody>
      </p:sp>
      <p:sp>
        <p:nvSpPr>
          <p:cNvPr id="14" name="">
            <a:extLst xmlns:a="http://schemas.openxmlformats.org/drawingml/2006/main">
              <a:ext uri="{FF2B5EF4-FFF2-40B4-BE49-F238E27FC236}">
                <a16:creationId xmlns:a16="http://schemas.microsoft.com/office/drawing/2014/main" id="{A9E56DEC-7FA3-4F12-A9DA-3D72670C53F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6FFF2753-A96E-4D51-8A14-5D8E848BBD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25</a:t>
            </a:r>
          </a:p>
        </p:txBody>
      </p:sp>
    </p:spTree>
    <p:extLst>
      <p:ext uri="{BB962C8B-B14F-4D97-AF65-F5344CB8AC3E}">
        <p14:creationId xmlns:p14="http://schemas.microsoft.com/office/powerpoint/2010/main" val="1783598122"/>
      </p:ext>
    </p:extLst>
  </p:cSld>
</p:sld>
</file>

<file path=ppt/slides/slide2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25C20AF-5E84-4219-9404-34A73E281A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A3DBD07-FFC9-4CD0-BD96-F9DCDC69B6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578B846-FCE8-4418-9F5C-3AD76115789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09EC16A-8F62-4EE1-A7C0-41794CD48C6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98A5517-75FE-4E72-846E-319BC95A0EF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86C8F54-24A6-4FCA-B8F8-7D0C64DC76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26</a:t>
            </a:r>
          </a:p>
        </p:txBody>
      </p:sp>
    </p:spTree>
    <p:extLst>
      <p:ext uri="{BB962C8B-B14F-4D97-AF65-F5344CB8AC3E}">
        <p14:creationId xmlns:p14="http://schemas.microsoft.com/office/powerpoint/2010/main" val="3301838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2026-09-21T10:26:15.8790000Z</dcterms:created>
  <dcterms:modified xsi:type="dcterms:W3CDTF">2026-09-21T10:26:15.8790000Z</dcterms:modified>
</coreProperties>
</file>