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4b1b250d6e34dc3" Type="http://schemas.openxmlformats.org/officeDocument/2006/relationships/officeDocument" Target="ppt/presentation.xml"/><Relationship Id="R9f99c4fb9bc34291" Type="http://schemas.openxmlformats.org/package/2006/relationships/metadata/core-properties" Target="docProps/core.xml"/><Relationship Id="Rb36e435735284a5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c80cde7b77774fba"/>
  </p:sldMasterIdLst>
  <p:notesMasterIdLst>
    <p:notesMasterId xmlns:r="http://schemas.openxmlformats.org/officeDocument/2006/relationships" r:id="Rca3c0693027e49df"/>
  </p:notesMasterIdLst>
  <p:sldIdLst>
    <p:sldId xmlns:r="http://schemas.openxmlformats.org/officeDocument/2006/relationships" id="256" r:id="Rd182d27388094712"/>
    <p:sldId xmlns:r="http://schemas.openxmlformats.org/officeDocument/2006/relationships" id="257" r:id="Rf95e0ddd52fd4d3d"/>
    <p:sldId xmlns:ns0="http://schemas.openxmlformats.org/officeDocument/2006/relationships" id="306" ns0:id="rId56"/>
    <p:sldId xmlns:r="http://schemas.openxmlformats.org/officeDocument/2006/relationships" id="258" r:id="Rb139f266cfd84570"/>
    <p:sldId xmlns:r="http://schemas.openxmlformats.org/officeDocument/2006/relationships" id="262" r:id="R5699c0f5795d4569"/>
    <p:sldId xmlns:r="http://schemas.openxmlformats.org/officeDocument/2006/relationships" id="268" r:id="R0ea10a923fb24441"/>
    <p:sldId xmlns:r="http://schemas.openxmlformats.org/officeDocument/2006/relationships" id="269" r:id="Rdba3bf0f533a40e8"/>
    <p:sldId xmlns:r="http://schemas.openxmlformats.org/officeDocument/2006/relationships" id="270" r:id="R5da97f827bc046cb"/>
    <p:sldId xmlns:r="http://schemas.openxmlformats.org/officeDocument/2006/relationships" id="271" r:id="R84c37c1178004e77"/>
    <p:sldId xmlns:r="http://schemas.openxmlformats.org/officeDocument/2006/relationships" id="272" r:id="R669ac036ffbb4df1"/>
    <p:sldId xmlns:r="http://schemas.openxmlformats.org/officeDocument/2006/relationships" id="273" r:id="Rdae8c893009849b9"/>
    <p:sldId xmlns:ns0="http://schemas.openxmlformats.org/officeDocument/2006/relationships" id="307" ns0:id="rId57"/>
    <p:sldId xmlns:r="http://schemas.openxmlformats.org/officeDocument/2006/relationships" id="274" r:id="R87c6e84eb1bf4e2c"/>
    <p:sldId xmlns:r="http://schemas.openxmlformats.org/officeDocument/2006/relationships" id="275" r:id="Rb4bb1e93af394152"/>
    <p:sldId xmlns:r="http://schemas.openxmlformats.org/officeDocument/2006/relationships" id="276" r:id="R8aee5bf7a0cd48fa"/>
    <p:sldId xmlns:r="http://schemas.openxmlformats.org/officeDocument/2006/relationships" id="277" r:id="Re5b84616989f4310"/>
    <p:sldId xmlns:r="http://schemas.openxmlformats.org/officeDocument/2006/relationships" id="278" r:id="Rb33ebace060c46ee"/>
    <p:sldId xmlns:ns0="http://schemas.openxmlformats.org/officeDocument/2006/relationships" id="308" ns0:id="rId58"/>
    <p:sldId xmlns:r="http://schemas.openxmlformats.org/officeDocument/2006/relationships" id="279" r:id="Redd07593c8f546a2"/>
    <p:sldId xmlns:r="http://schemas.openxmlformats.org/officeDocument/2006/relationships" id="284" r:id="Rf0bb49e5dbb54f0b"/>
    <p:sldId xmlns:r="http://schemas.openxmlformats.org/officeDocument/2006/relationships" id="285" r:id="Rfd40211a541c4672"/>
    <p:sldId xmlns:r="http://schemas.openxmlformats.org/officeDocument/2006/relationships" id="286" r:id="Rd81ec51594f44e85"/>
    <p:sldId xmlns:r="http://schemas.openxmlformats.org/officeDocument/2006/relationships" id="287" r:id="R6b20af9d3f9b44eb"/>
    <p:sldId xmlns:r="http://schemas.openxmlformats.org/officeDocument/2006/relationships" id="288" r:id="R87cf874346b04946"/>
    <p:sldId xmlns:r="http://schemas.openxmlformats.org/officeDocument/2006/relationships" id="289" r:id="Rf9aa5709c5af465f"/>
    <p:sldId xmlns:r="http://schemas.openxmlformats.org/officeDocument/2006/relationships" id="290" r:id="R98898e147dac4f56"/>
    <p:sldId xmlns:r="http://schemas.openxmlformats.org/officeDocument/2006/relationships" id="291" r:id="R481e33accf7741a0"/>
    <p:sldId xmlns:r="http://schemas.openxmlformats.org/officeDocument/2006/relationships" id="292" r:id="Ra7a816cedb394227"/>
    <p:sldId xmlns:r="http://schemas.openxmlformats.org/officeDocument/2006/relationships" id="293" r:id="Re245451284044bbe"/>
    <p:sldId xmlns:ns0="http://schemas.openxmlformats.org/officeDocument/2006/relationships" id="309" ns0:id="rId59"/>
    <p:sldId xmlns:ns0="http://schemas.openxmlformats.org/officeDocument/2006/relationships" id="310" ns0:id="rId60"/>
    <p:sldId xmlns:ns0="http://schemas.openxmlformats.org/officeDocument/2006/relationships" id="312" ns0:id="rId46"/>
    <p:sldId xmlns:r="http://schemas.openxmlformats.org/officeDocument/2006/relationships" id="298" r:id="R61f91e0c02b74342"/>
    <p:sldId xmlns:r="http://schemas.openxmlformats.org/officeDocument/2006/relationships" id="299" r:id="Rc00b80c77aad4ff7"/>
    <p:sldId xmlns:r="http://schemas.openxmlformats.org/officeDocument/2006/relationships" id="300" r:id="Rd76892ef93714d45"/>
    <p:sldId xmlns:r="http://schemas.openxmlformats.org/officeDocument/2006/relationships" id="301" r:id="R9318c839599941f7"/>
    <p:sldId xmlns:r="http://schemas.openxmlformats.org/officeDocument/2006/relationships" id="303" r:id="R8dddaa99fad54a08"/>
    <p:sldId xmlns:ns0="http://schemas.openxmlformats.org/officeDocument/2006/relationships" id="311" ns0:id="rId61"/>
    <p:sldId xmlns:r="http://schemas.openxmlformats.org/officeDocument/2006/relationships" id="305" r:id="R5c42c36b919c491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ea10a923fb24441" Type="http://schemas.openxmlformats.org/officeDocument/2006/relationships/slide" Target="slides/slide6.xml"/><Relationship Id="R481e33accf7741a0" Type="http://schemas.openxmlformats.org/officeDocument/2006/relationships/slide" Target="slides/slide27.xml"/><Relationship Id="R5699c0f5795d4569" Type="http://schemas.openxmlformats.org/officeDocument/2006/relationships/slide" Target="slides/slide5.xml"/><Relationship Id="R5c42c36b919c4916" Type="http://schemas.openxmlformats.org/officeDocument/2006/relationships/slide" Target="slides/slide39.xml"/><Relationship Id="R5da97f827bc046cb" Type="http://schemas.openxmlformats.org/officeDocument/2006/relationships/slide" Target="slides/slide8.xml"/><Relationship Id="R61f91e0c02b74342" Type="http://schemas.openxmlformats.org/officeDocument/2006/relationships/slide" Target="slides/slide33.xml"/><Relationship Id="R669ac036ffbb4df1" Type="http://schemas.openxmlformats.org/officeDocument/2006/relationships/slide" Target="slides/slide10.xml"/><Relationship Id="R6b20af9d3f9b44eb" Type="http://schemas.openxmlformats.org/officeDocument/2006/relationships/slide" Target="slides/slide23.xml"/><Relationship Id="R84c37c1178004e77" Type="http://schemas.openxmlformats.org/officeDocument/2006/relationships/slide" Target="slides/slide9.xml"/><Relationship Id="R87c6e84eb1bf4e2c" Type="http://schemas.openxmlformats.org/officeDocument/2006/relationships/slide" Target="slides/slide13.xml"/><Relationship Id="R87cf874346b04946" Type="http://schemas.openxmlformats.org/officeDocument/2006/relationships/slide" Target="slides/slide24.xml"/><Relationship Id="R8aee5bf7a0cd48fa" Type="http://schemas.openxmlformats.org/officeDocument/2006/relationships/slide" Target="slides/slide15.xml"/><Relationship Id="R8dddaa99fad54a08" Type="http://schemas.openxmlformats.org/officeDocument/2006/relationships/slide" Target="slides/slide37.xml"/><Relationship Id="R9318c839599941f7" Type="http://schemas.openxmlformats.org/officeDocument/2006/relationships/slide" Target="slides/slide36.xml"/><Relationship Id="R98898e147dac4f56" Type="http://schemas.openxmlformats.org/officeDocument/2006/relationships/slide" Target="slides/slide26.xml"/><Relationship Id="R9b9843dc1ebc4335" Type="http://schemas.openxmlformats.org/officeDocument/2006/relationships/presProps" Target="presProps.xml"/><Relationship Id="Ra7a816cedb394227" Type="http://schemas.openxmlformats.org/officeDocument/2006/relationships/slide" Target="slides/slide28.xml"/><Relationship Id="Rb139f266cfd84570" Type="http://schemas.openxmlformats.org/officeDocument/2006/relationships/slide" Target="slides/slide4.xml"/><Relationship Id="Rb33ebace060c46ee" Type="http://schemas.openxmlformats.org/officeDocument/2006/relationships/slide" Target="slides/slide17.xml"/><Relationship Id="Rb4bb1e93af394152" Type="http://schemas.openxmlformats.org/officeDocument/2006/relationships/slide" Target="slides/slide14.xml"/><Relationship Id="Rc00b80c77aad4ff7" Type="http://schemas.openxmlformats.org/officeDocument/2006/relationships/slide" Target="slides/slide34.xml"/><Relationship Id="Rc80cde7b77774fba" Type="http://schemas.openxmlformats.org/officeDocument/2006/relationships/slideMaster" Target="slideMasters/slideMaster1.xml"/><Relationship Id="Rca3c0693027e49df" Type="http://schemas.openxmlformats.org/officeDocument/2006/relationships/notesMaster" Target="notesMasters/notesMaster1.xml"/><Relationship Id="Rd182d27388094712" Type="http://schemas.openxmlformats.org/officeDocument/2006/relationships/slide" Target="slides/slide1.xml"/><Relationship Id="Rd76892ef93714d45" Type="http://schemas.openxmlformats.org/officeDocument/2006/relationships/slide" Target="slides/slide35.xml"/><Relationship Id="Rd81ec51594f44e85" Type="http://schemas.openxmlformats.org/officeDocument/2006/relationships/slide" Target="slides/slide22.xml"/><Relationship Id="Rdae8c893009849b9" Type="http://schemas.openxmlformats.org/officeDocument/2006/relationships/slide" Target="slides/slide11.xml"/><Relationship Id="Rdba3bf0f533a40e8" Type="http://schemas.openxmlformats.org/officeDocument/2006/relationships/slide" Target="slides/slide7.xml"/><Relationship Id="Re245451284044bbe" Type="http://schemas.openxmlformats.org/officeDocument/2006/relationships/slide" Target="slides/slide29.xml"/><Relationship Id="Re5b84616989f4310" Type="http://schemas.openxmlformats.org/officeDocument/2006/relationships/slide" Target="slides/slide16.xml"/><Relationship Id="Redd07593c8f546a2" Type="http://schemas.openxmlformats.org/officeDocument/2006/relationships/slide" Target="slides/slide19.xml"/><Relationship Id="Ree96081fe67c45b2" Type="http://schemas.openxmlformats.org/officeDocument/2006/relationships/tableStyles" Target="tableStyles.xml"/><Relationship Id="Rf0bb49e5dbb54f0b" Type="http://schemas.openxmlformats.org/officeDocument/2006/relationships/slide" Target="slides/slide20.xml"/><Relationship Id="Rf290c9f069634d85" Type="http://schemas.openxmlformats.org/officeDocument/2006/relationships/theme" Target="theme/theme1.xml"/><Relationship Id="Rf95e0ddd52fd4d3d" Type="http://schemas.openxmlformats.org/officeDocument/2006/relationships/slide" Target="slides/slide2.xml"/><Relationship Id="Rf9aa5709c5af465f" Type="http://schemas.openxmlformats.org/officeDocument/2006/relationships/slide" Target="slides/slide25.xml"/><Relationship Id="Rfd40211a541c4672" Type="http://schemas.openxmlformats.org/officeDocument/2006/relationships/slide" Target="slides/slide21.xml"/><Relationship Id="rId46" Type="http://schemas.openxmlformats.org/officeDocument/2006/relationships/slide" Target="slides/slide32.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1c6d1a2705c1473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02bf8d205274a16" Type="http://schemas.openxmlformats.org/officeDocument/2006/relationships/notesMaster" Target="../notesMasters/notesMaster1.xml"/><Relationship Id="Ra61ddb63888d411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1c549f96f884c60" Type="http://schemas.openxmlformats.org/officeDocument/2006/relationships/slide" Target="../slides/slide2.xml"/><Relationship Id="Rc2fe94b31bf440f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ebc6dd6aa42145d5" Type="http://schemas.openxmlformats.org/officeDocument/2006/relationships/slide" Target="../slides/slide4.xml"/><Relationship Id="Rfcc35780df784144"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734156686b7441dc" Type="http://schemas.openxmlformats.org/officeDocument/2006/relationships/slide" Target="../slides/slide5.xml"/><Relationship Id="R89a940c5c0eb429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13335360cd8400c" Type="http://schemas.openxmlformats.org/officeDocument/2006/relationships/slide" Target="../slides/slide6.xml"/><Relationship Id="Rdbfa00499cb64df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9d44dd0bad840f7" Type="http://schemas.openxmlformats.org/officeDocument/2006/relationships/slide" Target="../slides/slide7.xml"/><Relationship Id="R80e267606ac74e1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142c22ba26548ce" Type="http://schemas.openxmlformats.org/officeDocument/2006/relationships/slide" Target="../slides/slide8.xml"/><Relationship Id="R28bf3eac323b4d3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dc5cabcfe2c14501" Type="http://schemas.openxmlformats.org/officeDocument/2006/relationships/slide" Target="../slides/slide9.xml"/><Relationship Id="Refa5839d353841e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edb7835acd5448e" Type="http://schemas.openxmlformats.org/officeDocument/2006/relationships/notesMaster" Target="../notesMasters/notesMaster1.xml"/><Relationship Id="R88a6cedd9e594a48"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303c73cc726446e0" Type="http://schemas.openxmlformats.org/officeDocument/2006/relationships/slide" Target="../slides/slide11.xml"/><Relationship Id="Rdc0356dfd3d2452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21647b176334078" Type="http://schemas.openxmlformats.org/officeDocument/2006/relationships/slide" Target="../slides/slide13.xml"/><Relationship Id="Rdc1716d79d884624"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456679b7bc64150" Type="http://schemas.openxmlformats.org/officeDocument/2006/relationships/notesMaster" Target="../notesMasters/notesMaster1.xml"/><Relationship Id="R3254c455534745c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8e15a08ee53495b" Type="http://schemas.openxmlformats.org/officeDocument/2006/relationships/slide" Target="../slides/slide15.xml"/><Relationship Id="Re332f51bd3d8459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2a93d19756842ee" Type="http://schemas.openxmlformats.org/officeDocument/2006/relationships/slide" Target="../slides/slide16.xml"/><Relationship Id="R89c1c14bde6b414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d4abf16f5404cbc" Type="http://schemas.openxmlformats.org/officeDocument/2006/relationships/notesMaster" Target="../notesMasters/notesMaster1.xml"/><Relationship Id="Rcaaf8ac96f38426c"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428fd64ccb4464d" Type="http://schemas.openxmlformats.org/officeDocument/2006/relationships/notesMaster" Target="../notesMasters/notesMaster1.xml"/><Relationship Id="Re702f88016174464"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5862464725e474a" Type="http://schemas.openxmlformats.org/officeDocument/2006/relationships/notesMaster" Target="../notesMasters/notesMaster1.xml"/><Relationship Id="Rcaac373667a3450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c3887d1fa244276" Type="http://schemas.openxmlformats.org/officeDocument/2006/relationships/notesMaster" Target="../notesMasters/notesMaster1.xml"/><Relationship Id="R51c92b7bf28d4afe"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495f0c5849d479f" Type="http://schemas.openxmlformats.org/officeDocument/2006/relationships/notesMaster" Target="../notesMasters/notesMaster1.xml"/><Relationship Id="Re1cd3d859bf342b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cce99befef44c05" Type="http://schemas.openxmlformats.org/officeDocument/2006/relationships/slide" Target="../slides/slide23.xml"/><Relationship Id="Rd269562718bc440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5fcc9221c4864d14" Type="http://schemas.openxmlformats.org/officeDocument/2006/relationships/slide" Target="../slides/slide24.xml"/><Relationship Id="Recf2aafe98f4441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6576bb1c43a4787" Type="http://schemas.openxmlformats.org/officeDocument/2006/relationships/notesMaster" Target="../notesMasters/notesMaster1.xml"/><Relationship Id="R6938b9ddb8ac42b8"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4dde2fe100674fe0" Type="http://schemas.openxmlformats.org/officeDocument/2006/relationships/notesMaster" Target="../notesMasters/notesMaster1.xml"/><Relationship Id="Rbc769a8feb4d4d8c"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85a66f3707c34f2a" Type="http://schemas.openxmlformats.org/officeDocument/2006/relationships/slide" Target="../slides/slide27.xml"/><Relationship Id="Rccf072a8a53748c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ebce3184b0e45ed" Type="http://schemas.openxmlformats.org/officeDocument/2006/relationships/slide" Target="../slides/slide28.xml"/><Relationship Id="Rbca35e7e1f1e48f4"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e7a9613f3d154410" Type="http://schemas.openxmlformats.org/officeDocument/2006/relationships/slide" Target="../slides/slide29.xml"/><Relationship Id="Redf30d7bab224dae"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9a10fe68dc4f42df" Type="http://schemas.openxmlformats.org/officeDocument/2006/relationships/slide" Target="../slides/slide33.xml"/><Relationship Id="Rf1344224a74a459c"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4968b662b6464ce4" Type="http://schemas.openxmlformats.org/officeDocument/2006/relationships/notesMaster" Target="../notesMasters/notesMaster1.xml"/><Relationship Id="R67f97da1ee0f4b45"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6832e8fbf764998" Type="http://schemas.openxmlformats.org/officeDocument/2006/relationships/slide" Target="../slides/slide35.xml"/><Relationship Id="R5cf1f56eccec49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2bb1edcd7f664a9d" Type="http://schemas.openxmlformats.org/officeDocument/2006/relationships/notesMaster" Target="../notesMasters/notesMaster1.xml"/><Relationship Id="Rb23cae943dfd45b0"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8d64a4af20c4ddf" Type="http://schemas.openxmlformats.org/officeDocument/2006/relationships/notesMaster" Target="../notesMasters/notesMaster1.xml"/><Relationship Id="R94384d3c50084519"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b09f1c0c291e4a24" Type="http://schemas.openxmlformats.org/officeDocument/2006/relationships/notesMaster" Target="../notesMasters/notesMaster1.xml"/><Relationship Id="Rca21767b61114e40" Type="http://schemas.openxmlformats.org/officeDocument/2006/relationships/slide" Target="../slides/slide3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0.76 for ambient temperature looks bigger than 0.45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10.2 kW, and one typical swing of ambient temperature changes it by 3.4 kW.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kW.</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cooling load for every row, in kW.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kW.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cooling load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cooling load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kW,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0.7427 kW. Adding the interaction, load times ambient, gives 0.7476. The change is +0.0050.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2 covers Weeks 11, 12 and 13: features and ablation; choosing a model; regularisation, nearest neighbours and reproducibility.</a:t>
            </a:r>
          </a:p>
          <a:p/>
          <a:p>
            <a:r>
              <a:t>Today's tasks are part A of the Block 2 assignment pack. It is worth 20 of the pack's 40 marks. The next part arrives in Week 12. Week 13 has no graded notebook, so its content is assessed in the Block 2 quiz and in your project.</a:t>
            </a:r>
          </a:p>
          <a:p/>
          <a:p>
            <a:r>
              <a:t>Nothing is submitted after today's class, and there is no quiz. We hand in all 2 parts together by Monday 7 December at 23:59 Kampala time. The Block 2 quiz has fifteen questions, five from each week. It opens after the Week 13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cooling load, and its unit is kW.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kW.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The code and the written evidence for this part go in one complete notebook, and that notebook goes into the Block 2 pack.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hand in your notebooks,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593a614ffe24c9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14f238a3b1643a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c9bb5807cd6f40b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a2163c44317424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4408981ccb948b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7c83e01d6d35424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621F16-D464-4EF1-945F-B04CB056119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059148-7892-4958-993F-88A6DAE2BB9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4F2CE7-4E2A-4779-AFF6-2E9C9AE1C42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9C1605-1A40-4AB1-9D59-E4654F45DF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0B07FB-5206-4C94-A70F-220F85BD0D9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5DB1D67-AC48-45B9-9863-AB795ECCDB5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E24197-890A-42CC-98C7-8C6A204A759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D469CF-E920-414C-881A-A8451940D73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FFCB7D-3E8E-408C-9E64-A8AF16B9D23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48E28E-3A38-48B6-A531-6F96B9A64E5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6b6a147e24308" Type="http://schemas.openxmlformats.org/officeDocument/2006/relationships/slideLayout" Target="../slideLayouts/slideLayout1.xml"/><Relationship Id="R43a85b619efa49dd" Type="http://schemas.openxmlformats.org/officeDocument/2006/relationships/slideLayout" Target="../slideLayouts/slideLayout6.xml"/><Relationship Id="R5eab85d28edd4d2a" Type="http://schemas.openxmlformats.org/officeDocument/2006/relationships/slideLayout" Target="../slideLayouts/slideLayout4.xml"/><Relationship Id="R7276b3a41bd9478e" Type="http://schemas.openxmlformats.org/officeDocument/2006/relationships/slideLayout" Target="../slideLayouts/slideLayout2.xml"/><Relationship Id="R7897849d1b0144db" Type="http://schemas.openxmlformats.org/officeDocument/2006/relationships/slideLayout" Target="../slideLayouts/slideLayout3.xml"/><Relationship Id="R86beb98004da45d0" Type="http://schemas.openxmlformats.org/officeDocument/2006/relationships/theme" Target="theme/theme2.xml"/><Relationship Id="Ra3f5c1ccb9fb4f3b"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d6b6a147e24308"/>
    <p:sldLayoutId xmlns:r="http://schemas.openxmlformats.org/officeDocument/2006/relationships" id="2147483650" r:id="R7276b3a41bd9478e"/>
    <p:sldLayoutId xmlns:r="http://schemas.openxmlformats.org/officeDocument/2006/relationships" id="2147483651" r:id="R7897849d1b0144db"/>
    <p:sldLayoutId xmlns:r="http://schemas.openxmlformats.org/officeDocument/2006/relationships" id="2147483652" r:id="R5eab85d28edd4d2a"/>
    <p:sldLayoutId xmlns:r="http://schemas.openxmlformats.org/officeDocument/2006/relationships" id="2147483653" r:id="Ra3f5c1ccb9fb4f3b"/>
    <p:sldLayoutId xmlns:r="http://schemas.openxmlformats.org/officeDocument/2006/relationships" id="2147483654" r:id="R43a85b619efa49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e8f45e8b1024654" Type="http://schemas.openxmlformats.org/officeDocument/2006/relationships/image" Target="../media/image.png"/><Relationship Id="R690ffdced1c64dbb" Type="http://schemas.openxmlformats.org/officeDocument/2006/relationships/notesSlide" Target="../notesSlides/notesSlide1.xml"/><Relationship Id="Ra8861006c8c44d18"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9a3c0c4bc6a64d26" Type="http://schemas.openxmlformats.org/officeDocument/2006/relationships/notesSlide" Target="../notesSlides/notesSlide2.xml"/><Relationship Id="Rc7290055fd8a4554"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0d45235d8a64551" Type="http://schemas.openxmlformats.org/officeDocument/2006/relationships/slideLayout" Target="../slideLayouts/slideLayout6.xml"/><Relationship Id="R95bc26d4259f4d2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36e010c2a0a4c81" Type="http://schemas.openxmlformats.org/officeDocument/2006/relationships/notesSlide" Target="../notesSlides/notesSlide5.xml"/><Relationship Id="R79f7b4489dd9424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35dd1f13d9340de" Type="http://schemas.openxmlformats.org/officeDocument/2006/relationships/notesSlide" Target="../notesSlides/notesSlide6.xml"/><Relationship Id="R58d8ec6867ec405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8f719638a5945d8" Type="http://schemas.openxmlformats.org/officeDocument/2006/relationships/notesSlide" Target="../notesSlides/notesSlide7.xml"/><Relationship Id="R74930f296c454492"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8915be33e9242a3" Type="http://schemas.openxmlformats.org/officeDocument/2006/relationships/notesSlide" Target="../notesSlides/notesSlide8.xml"/><Relationship Id="R46957268db5343f2"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11f146441d8d451d" Type="http://schemas.openxmlformats.org/officeDocument/2006/relationships/notesSlide" Target="../notesSlides/notesSlide9.xml"/><Relationship Id="R620106bffa954e74"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5b80b9a653c44109" Type="http://schemas.openxmlformats.org/officeDocument/2006/relationships/slideLayout" Target="../slideLayouts/slideLayout6.xml"/><Relationship Id="Ra4467816b33c4d7f"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8c79f28a8ff4ac2" Type="http://schemas.openxmlformats.org/officeDocument/2006/relationships/notesSlide" Target="../notesSlides/notesSlide11.xml"/><Relationship Id="R695664f5cf274ad6" Type="http://schemas.openxmlformats.org/officeDocument/2006/relationships/image" Target="../media/image2.png"/><Relationship Id="Rc42bd58de877438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b4c0842b1ba40a3" Type="http://schemas.openxmlformats.org/officeDocument/2006/relationships/notesSlide" Target="../notesSlides/notesSlide13.xml"/><Relationship Id="Rbe0fe8e79a5645e6"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38a5469a906d4721" Type="http://schemas.openxmlformats.org/officeDocument/2006/relationships/slideLayout" Target="../slideLayouts/slideLayout6.xml"/><Relationship Id="Rece622d1fcad456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140c092c6c94d9d" Type="http://schemas.openxmlformats.org/officeDocument/2006/relationships/notesSlide" Target="../notesSlides/notesSlide15.xml"/><Relationship Id="R9213e281743e414f"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2cd6f64d42c4514" Type="http://schemas.openxmlformats.org/officeDocument/2006/relationships/notesSlide" Target="../notesSlides/notesSlide16.xml"/><Relationship Id="Rd31472b09d4b4b9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ee67898aa0345a9" Type="http://schemas.openxmlformats.org/officeDocument/2006/relationships/notesSlide" Target="../notesSlides/notesSlide17.xml"/><Relationship Id="Rbb2eb075019e4ba3"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cca75e19ded4699" Type="http://schemas.openxmlformats.org/officeDocument/2006/relationships/slideLayout" Target="../slideLayouts/slideLayout6.xml"/><Relationship Id="Rb1bf10d4c231416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8f284e37e524d61" Type="http://schemas.openxmlformats.org/officeDocument/2006/relationships/notesSlide" Target="../notesSlides/notesSlide20.xml"/><Relationship Id="Rf7bfbeec9d8b4e2b"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2f548a1c677346bf" Type="http://schemas.openxmlformats.org/officeDocument/2006/relationships/slideLayout" Target="../slideLayouts/slideLayout6.xml"/><Relationship Id="R7512353df23a4bb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8f05b0fe9e864565" Type="http://schemas.openxmlformats.org/officeDocument/2006/relationships/slideLayout" Target="../slideLayouts/slideLayout6.xml"/><Relationship Id="Ra7fa28a8b6f7427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4b08dfb160d84f61" Type="http://schemas.openxmlformats.org/officeDocument/2006/relationships/notesSlide" Target="../notesSlides/notesSlide23.xml"/><Relationship Id="Rf7f267c007c04ca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c904fb380764a77" Type="http://schemas.openxmlformats.org/officeDocument/2006/relationships/slideLayout" Target="../slideLayouts/slideLayout6.xml"/><Relationship Id="Rc4c1349505e5434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d898e6f8a39f4226" Type="http://schemas.openxmlformats.org/officeDocument/2006/relationships/slideLayout" Target="../slideLayouts/slideLayout6.xml"/><Relationship Id="Rf377e7262ed6483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6ee83dc5ca594048" Type="http://schemas.openxmlformats.org/officeDocument/2006/relationships/slideLayout" Target="../slideLayouts/slideLayout6.xml"/><Relationship Id="Rc48187946eb34b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3aa1dbcbcb6846b7" Type="http://schemas.openxmlformats.org/officeDocument/2006/relationships/slideLayout" Target="../slideLayouts/slideLayout6.xml"/><Relationship Id="Rdde05857c38543c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15c5ab119abc4cdf" Type="http://schemas.openxmlformats.org/officeDocument/2006/relationships/notesSlide" Target="../notesSlides/notesSlide28.xml"/><Relationship Id="R9531d86bb6e24e5d"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981218abd1f4449" Type="http://schemas.openxmlformats.org/officeDocument/2006/relationships/notesSlide" Target="../notesSlides/notesSlide29.xml"/><Relationship Id="R98dc384ca00c42ec"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15768bccb9824b39" Type="http://schemas.openxmlformats.org/officeDocument/2006/relationships/notesSlide" Target="../notesSlides/notesSlide33.xml"/><Relationship Id="R66afaa0b28284c6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6a02752a2122450e" Type="http://schemas.openxmlformats.org/officeDocument/2006/relationships/notesSlide" Target="../notesSlides/notesSlide34.xml"/><Relationship Id="Rb6abe0e7af0e4d5d"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0efc42fc1f794f2f" Type="http://schemas.openxmlformats.org/officeDocument/2006/relationships/notesSlide" Target="../notesSlides/notesSlide35.xml"/><Relationship Id="R20895257377d47ef"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0d296638a03e4dd7" Type="http://schemas.openxmlformats.org/officeDocument/2006/relationships/notesSlide" Target="../notesSlides/notesSlide36.xml"/><Relationship Id="Ref4f6754dc4b4d3f"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74feb19e83ad4f6f" Type="http://schemas.openxmlformats.org/officeDocument/2006/relationships/slideLayout" Target="../slideLayouts/slideLayout6.xml"/><Relationship Id="Rf9208b8552f54eaa"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083e35792c8d4287" Type="http://schemas.openxmlformats.org/officeDocument/2006/relationships/notesSlide" Target="../notesSlides/notesSlide39.xml"/><Relationship Id="R87ff6ec3fdf94637"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BDE73F5-717A-496D-B600-CC8BFCBEF333}"/>
              </a:ext>
            </a:extLst>
          </p:cNvPr>
          <p:cNvPicPr>
            <a:picLocks xmlns:a="http://schemas.openxmlformats.org/drawingml/2006/main" noChangeAspect="1"/>
          </p:cNvPicPr>
          <p:nvPr/>
        </p:nvPicPr>
        <p:blipFill>
          <a:blip xmlns:r="http://schemas.openxmlformats.org/officeDocument/2006/relationships" xmlns:a="http://schemas.openxmlformats.org/drawingml/2006/main" r:embed="R5e8f45e8b102465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B67B3F-92A6-47B8-86A5-F9D5DEB3F7A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CF817FB-403C-4574-9001-F5BED83C791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11</a:t>
            </a:r>
          </a:p>
        </p:txBody>
      </p:sp>
      <p:sp>
        <p:nvSpPr>
          <p:cNvPr id="4" name="">
            <a:extLst xmlns:a="http://schemas.openxmlformats.org/drawingml/2006/main">
              <a:ext uri="{FF2B5EF4-FFF2-40B4-BE49-F238E27FC236}">
                <a16:creationId xmlns:a16="http://schemas.microsoft.com/office/drawing/2014/main" id="{A1A0ECBF-D712-4DF3-B599-559CF5FF34D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F00F5D82-B741-4A10-B08A-D2374F86BD9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8D0DFD7-656D-4CF8-BE94-8DF849AA486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9756534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609AA5-679E-4C69-8848-817239EA91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2A9DBB-BEF2-49F2-90FE-22C2511CA3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448DD7-EBFB-4643-8021-2CF0D992B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0CAD18C-D7BD-4989-84E0-DD11E0F800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9FED0A-B36B-4D58-A9E3-BCA6875F25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803FFED-ACB9-4924-9FD3-5BFCB1C03BC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A1E2DACD-0300-4208-AC93-2951D711B6A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526D534F-567A-4B63-9627-577E6F954B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a:t>
            </a:r>
          </a:p>
        </p:txBody>
      </p:sp>
    </p:spTree>
    <p:extLst>
      <p:ext uri="{BB962C8B-B14F-4D97-AF65-F5344CB8AC3E}">
        <p14:creationId xmlns:p14="http://schemas.microsoft.com/office/powerpoint/2010/main" val="1817691194"/>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B8B2E6-DAE3-4CC8-8D42-C22ADD460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B8FDF5-8FE6-4A3E-B103-741CC0679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A2FD85-DBB8-43D8-91B1-27B52551AD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93861DEF-9272-419E-A26E-EAEA98E87F3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8DF0CE-FA06-4F92-B518-F2AC624668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F0125C6-04E9-467A-8892-12CC732B0A0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6C29A78E-3F8C-4E6B-A067-29E23FB5036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704C6656-FF7C-4DB9-8B85-22D20959B1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4</a:t>
            </a:r>
          </a:p>
        </p:txBody>
      </p:sp>
    </p:spTree>
    <p:extLst>
      <p:ext uri="{BB962C8B-B14F-4D97-AF65-F5344CB8AC3E}">
        <p14:creationId xmlns:p14="http://schemas.microsoft.com/office/powerpoint/2010/main" val="5713887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309CFE-4CB7-43DC-BF4C-682B6F74F0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D2BD7F-75AD-49C7-9661-2DF6630A3E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FBECD0-D617-4728-A0DF-FFBE5113F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418BB1F-4F80-4746-B7A0-4884E274471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1B8A94-BB4F-48FD-87D4-FD1B28E8181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C50AA35B-F2CB-4299-8F38-C0752AF6D75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1A0C251F-E445-445B-B8D2-1E83140636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1B37CD6-D7D9-424F-B5D0-A950C7169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5</a:t>
            </a:r>
          </a:p>
        </p:txBody>
      </p:sp>
    </p:spTree>
    <p:extLst>
      <p:ext uri="{BB962C8B-B14F-4D97-AF65-F5344CB8AC3E}">
        <p14:creationId xmlns:p14="http://schemas.microsoft.com/office/powerpoint/2010/main" val="9425388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FC270C-930C-42D0-B04E-1AE87E10CD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69E570-0264-4CB4-8DE7-48AEDB9AE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F177B6-6FE0-46D1-8F86-836F670B46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C9E63448-B1C4-4018-BF23-A36246EB4E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A7931E-902B-4038-B608-1C283E9F14F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2D68FFC-FC45-4962-853F-77F694DDE38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0585E67-1909-45B9-90D1-6C646136598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FA5DE95-F26A-4E16-9402-187E0E71C6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6</a:t>
            </a:r>
          </a:p>
        </p:txBody>
      </p:sp>
    </p:spTree>
    <p:extLst>
      <p:ext uri="{BB962C8B-B14F-4D97-AF65-F5344CB8AC3E}">
        <p14:creationId xmlns:p14="http://schemas.microsoft.com/office/powerpoint/2010/main" val="6362290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B4F106-40D5-47EF-A1AD-6306141401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FFD26C-C027-4011-865F-AAF157DE0D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86A379-03AA-4B1F-899E-EA59172840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17FFFD1B-34E5-4534-A544-CE9044FA5A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14E1FC-3BCE-4977-BC45-51761D09F13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5B55CED5-31D8-4A25-956E-94AD7D3A17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8C81229F-761E-4BEB-817D-60FAA02F9B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7</a:t>
            </a:r>
          </a:p>
        </p:txBody>
      </p:sp>
    </p:spTree>
    <p:extLst>
      <p:ext uri="{BB962C8B-B14F-4D97-AF65-F5344CB8AC3E}">
        <p14:creationId xmlns:p14="http://schemas.microsoft.com/office/powerpoint/2010/main" val="580277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7E8665-DB1A-48B8-94D7-49ED9794BF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178DD9-30F7-4883-8670-257E541640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DA65274-D725-4DE3-B7EC-E3767A8944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43B55F57-0168-4777-9DB1-2ED070BC7B9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B07180-9193-4E6F-A724-4F0052E5B1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03B16898-BA86-4AA8-963C-44924D8F5B3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541E421-E029-4FCB-BB69-0DC215CBA4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E2BA5A2-BB07-43F6-A6B2-15B6E5C30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8</a:t>
            </a:r>
          </a:p>
        </p:txBody>
      </p:sp>
    </p:spTree>
    <p:extLst>
      <p:ext uri="{BB962C8B-B14F-4D97-AF65-F5344CB8AC3E}">
        <p14:creationId xmlns:p14="http://schemas.microsoft.com/office/powerpoint/2010/main" val="19163181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0B282F-9637-49CA-9859-97BA210C89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291F85-5223-47AC-8308-2445F47167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C378D9-ADF5-4CFD-A883-84D5EE75CB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7DD6ACE-A852-4004-9ED1-13057435A53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D6FF47-2CA3-48A1-8993-8B0157F632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8FA1F32-A919-46A5-8708-B81C091BD4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43DC64B1-2099-4741-8DE6-6751CB394F5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DAD47EC3-BF68-4F72-8273-75EB28BA1C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9</a:t>
            </a:r>
          </a:p>
        </p:txBody>
      </p:sp>
    </p:spTree>
    <p:extLst>
      <p:ext uri="{BB962C8B-B14F-4D97-AF65-F5344CB8AC3E}">
        <p14:creationId xmlns:p14="http://schemas.microsoft.com/office/powerpoint/2010/main" val="9864162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5F5C57-7648-498E-B305-E1CAFECB67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CDE09F-9591-447A-B3F8-ABF6B629D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5D06D99-EF59-4E38-9053-B3FC48FBFB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E1AAEAF4-F012-4F37-9E01-B030FB08690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6F41E8-EE4F-4493-BF15-28952AE5C6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54ADA5A7-0FE1-4CE0-9D16-7FE3A37C6A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DA7B781-83E0-4A97-B96A-7FF51F20EF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EBFD009-7873-44E1-A958-9E31D19E76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10</a:t>
            </a:r>
          </a:p>
        </p:txBody>
      </p:sp>
    </p:spTree>
    <p:extLst>
      <p:ext uri="{BB962C8B-B14F-4D97-AF65-F5344CB8AC3E}">
        <p14:creationId xmlns:p14="http://schemas.microsoft.com/office/powerpoint/2010/main" val="13359536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11C330-FFE5-43BE-B6C9-BDFBB3DDA09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028CFF-8CD3-4E23-8246-E52A1C4DFB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3335B82B-A7DC-473B-9F09-1B79BBFB2AFB}"/>
              </a:ext>
            </a:extLst>
          </p:cNvPr>
          <p:cNvPicPr>
            <a:picLocks xmlns:a="http://schemas.openxmlformats.org/drawingml/2006/main" noChangeAspect="1"/>
          </p:cNvPicPr>
          <p:nvPr/>
        </p:nvPicPr>
        <p:blipFill>
          <a:blip xmlns:r="http://schemas.openxmlformats.org/officeDocument/2006/relationships" xmlns:a="http://schemas.openxmlformats.org/drawingml/2006/main" r:embed="R695664f5cf274ad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71A6CD2-1B87-475A-9F28-9588584B617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740851-011E-474F-8BB2-302AB7A1158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EADC5905-2E43-4401-B2E6-17C6CAE5B6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11</a:t>
            </a:r>
          </a:p>
        </p:txBody>
      </p:sp>
    </p:spTree>
    <p:extLst>
      <p:ext uri="{BB962C8B-B14F-4D97-AF65-F5344CB8AC3E}">
        <p14:creationId xmlns:p14="http://schemas.microsoft.com/office/powerpoint/2010/main" val="2140832532"/>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AC07F5-4F21-44D5-ABA9-5FF5543CEA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54075-9D88-4805-BFA8-B44C92BA42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B963B3-E088-432A-A25E-201F70EBB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9B706D20-4EC4-4B84-B53F-5FC0291E26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8FBA2C-3E4C-4EB5-B8A7-736AD861E57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1D2947-C17D-45FF-A4BD-E6CEE32F47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979E6C46-46BB-4D84-94B5-0F9AD7FF7A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7CB21E2A-FE44-4822-B5F3-FC92C7A32E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13</a:t>
            </a:r>
          </a:p>
        </p:txBody>
      </p:sp>
    </p:spTree>
    <p:extLst>
      <p:ext uri="{BB962C8B-B14F-4D97-AF65-F5344CB8AC3E}">
        <p14:creationId xmlns:p14="http://schemas.microsoft.com/office/powerpoint/2010/main" val="37301665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4D1F48-FD80-41AB-BCE5-DA426F680A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84B13C-FAEB-4D68-9337-A3F3C8C023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D7E0FF-7348-4168-9A61-30C4350F69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0663330-58CE-4697-9BA2-DC87887282E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BD9ED7A-3F20-47EB-AEB6-D67D3A6249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C773689-C300-401C-8EF7-851E5353A7A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0AEC6251-F3D5-48DD-A3CD-C49C47A4A45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0821A66-0BB8-45E3-B521-2FFB64AA5F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14</a:t>
            </a:r>
          </a:p>
        </p:txBody>
      </p:sp>
    </p:spTree>
    <p:extLst>
      <p:ext uri="{BB962C8B-B14F-4D97-AF65-F5344CB8AC3E}">
        <p14:creationId xmlns:p14="http://schemas.microsoft.com/office/powerpoint/2010/main" val="2514318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24D336-7274-4644-8BFC-5C0A5E6364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403A30-5D18-47EE-8738-8F8D1B341D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DA2A05-98F8-4FA5-B89E-B8E43F905D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3100D4B6-9971-4997-A260-FCAE0E06047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4D881-F1D7-452E-A195-CA85B282B314}"/>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8382BBBE-9F04-4FE4-8AA9-FEA06DB8F8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15</a:t>
            </a:r>
          </a:p>
        </p:txBody>
      </p:sp>
    </p:spTree>
    <p:extLst>
      <p:ext uri="{BB962C8B-B14F-4D97-AF65-F5344CB8AC3E}">
        <p14:creationId xmlns:p14="http://schemas.microsoft.com/office/powerpoint/2010/main" val="1769738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FE388D-5639-4797-ACF8-A8D3D5EC49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B8300B-0734-4108-8EBE-50FAC995ED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3D6A4C-678A-477A-9D54-A7DAC920E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D5A03731-5FD8-40D4-AFE8-C103270F3F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9507FE-30CF-4082-9430-E097CCF62C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F9426D01-0E47-4F65-B9F0-DE4F5B0CF80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B34DBE95-112F-4BAF-ADED-E71820E862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3E483FB0-B1D8-49A7-B288-149AEB403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16</a:t>
            </a:r>
          </a:p>
        </p:txBody>
      </p:sp>
    </p:spTree>
    <p:extLst>
      <p:ext uri="{BB962C8B-B14F-4D97-AF65-F5344CB8AC3E}">
        <p14:creationId xmlns:p14="http://schemas.microsoft.com/office/powerpoint/2010/main" val="86638065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C54A99-4036-4B0C-9D4F-9A58D65A5F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5C906D-C8E6-481F-92CF-0B3D048F34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D0DF1F-F76F-46F4-8F21-6DFAC3E05E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1DA3777A-FCAA-4893-B0F7-684F03C454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F89659A-221E-4704-BA9F-6042CD6FF8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EC2C37F6-1C12-47C9-9F37-9BC4D3ACDDA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2DB6C1B-945E-443B-ACDD-2F34931C2F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B588FAB-42DC-4B0C-8EB7-D46454A854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17</a:t>
            </a:r>
          </a:p>
        </p:txBody>
      </p:sp>
    </p:spTree>
    <p:extLst>
      <p:ext uri="{BB962C8B-B14F-4D97-AF65-F5344CB8AC3E}">
        <p14:creationId xmlns:p14="http://schemas.microsoft.com/office/powerpoint/2010/main" val="150166624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(kW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(kW)</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0.447</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10.2</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0.756</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3.4</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2D9C01-E1E3-4F72-ADEF-7CEC661FEB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66EBD6-FFDF-4B23-BA97-54DBBF25A6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8AE657-2A0F-47E9-8AAA-1D21501C63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C86488CA-C473-4DC5-88F1-6AB7A8FBB2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DA1994-33E2-415F-84CE-F135EBA0B38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D5A4783-2374-4515-96BE-D6CA7069A0C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F089C16E-7773-4B88-A3EA-603AC9A2BD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44928DDA-E7E8-4D10-8BC7-022D19D3F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19</a:t>
            </a:r>
          </a:p>
        </p:txBody>
      </p:sp>
    </p:spTree>
    <p:extLst>
      <p:ext uri="{BB962C8B-B14F-4D97-AF65-F5344CB8AC3E}">
        <p14:creationId xmlns:p14="http://schemas.microsoft.com/office/powerpoint/2010/main" val="166040014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438B4F-1190-4D78-A07D-5946A454BD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A9C8F7-B802-47F6-8D39-63AD15C66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61139C-AA20-4CC6-B165-A17409463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F656A451-E976-4BA4-9E87-6CDBEB51697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990CDC-B043-4530-A744-F78D3F780C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B220CA41-EEB7-4B95-8A3E-A1278735BD0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830161EE-D42E-4C01-B9B9-C08962E9F0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20</a:t>
            </a:r>
          </a:p>
        </p:txBody>
      </p:sp>
    </p:spTree>
    <p:extLst>
      <p:ext uri="{BB962C8B-B14F-4D97-AF65-F5344CB8AC3E}">
        <p14:creationId xmlns:p14="http://schemas.microsoft.com/office/powerpoint/2010/main" val="1339647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06C388-01B6-484F-AF1F-6ED6B6B402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A5EB7C-E74E-438F-BD0C-56A2188708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6ABFB2-301F-4C83-A4DA-D1FACA6DE5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7A61C3F2-3775-4C29-8A0E-C86C16514F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5DD0EA-37B8-489A-8CFA-A5BDB9C985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D21811A7-A12C-4880-AB18-5F915A74704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E6FDA533-37AB-43BE-993C-7AE67E594F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9F15891-45BC-4995-873A-85A746BD88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21</a:t>
            </a:r>
          </a:p>
        </p:txBody>
      </p:sp>
    </p:spTree>
    <p:extLst>
      <p:ext uri="{BB962C8B-B14F-4D97-AF65-F5344CB8AC3E}">
        <p14:creationId xmlns:p14="http://schemas.microsoft.com/office/powerpoint/2010/main" val="6891441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9CE6A9-AE22-4BBB-A082-5D9371A796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2B01AE-74C3-40D8-83FA-440443E0FD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B2E3ED-99D6-4AB5-BBEA-32E083B655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DA279E0C-D4EC-4349-AA19-39EE4D5D81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B35F5D-2D94-405E-AA31-C2051A600A3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5F06DFF5-1760-42E1-BCB4-BF93565C597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0B262603-DA46-4F72-830B-22B76B0EB4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22</a:t>
            </a:r>
          </a:p>
        </p:txBody>
      </p:sp>
    </p:spTree>
    <p:extLst>
      <p:ext uri="{BB962C8B-B14F-4D97-AF65-F5344CB8AC3E}">
        <p14:creationId xmlns:p14="http://schemas.microsoft.com/office/powerpoint/2010/main" val="205325215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14030D-3A21-4A50-89B9-3D4DED5A8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9B7CAC-1A78-431A-82AB-7CB755CCA2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2DD2B0-7E46-4F6D-A807-3FDF466FF8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D1247BDD-25D6-4AF8-A434-7335566E579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A1651B-F947-4BF7-81F8-02142739435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CAF635D-4E4D-4B51-867D-3C8B3535B0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1CB5155A-11EB-441C-80BF-DD4961B94F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C5FDADF-48BF-4BF3-BD41-0BA2660FF2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23</a:t>
            </a:r>
          </a:p>
        </p:txBody>
      </p:sp>
    </p:spTree>
    <p:extLst>
      <p:ext uri="{BB962C8B-B14F-4D97-AF65-F5344CB8AC3E}">
        <p14:creationId xmlns:p14="http://schemas.microsoft.com/office/powerpoint/2010/main" val="5473689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DBAE6B-6829-45D8-9EAF-7D96D512D0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89C565-30D6-4B87-A895-2ACF550D0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4B9852-583F-4E75-912D-69478F8F55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19497FE8-5271-449E-A816-CA12881203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876DC8-39E2-40FF-B7C7-7F6FA2B9AA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E4740267-A3D3-445E-9B8F-3B03A0C6E67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FBB521A6-3A91-4FCB-A6D7-BD0243421CD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1366379-995D-43DF-9F46-C8B0C125FD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24</a:t>
            </a:r>
          </a:p>
        </p:txBody>
      </p:sp>
    </p:spTree>
    <p:extLst>
      <p:ext uri="{BB962C8B-B14F-4D97-AF65-F5344CB8AC3E}">
        <p14:creationId xmlns:p14="http://schemas.microsoft.com/office/powerpoint/2010/main" val="207926841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9DD238-2BF6-4310-9F37-5D6438CBD8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17859E-62CF-4915-837A-63F93BDD9B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89F5BB-2363-4355-9E59-D47E11D6F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EFE1F05C-8D2E-43E0-BA09-6E0EA8D7631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4A61E8-1B84-4B80-A295-86C75FAA39B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07E0ECA0-C246-4145-97B9-3F2C7393611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593C8001-D290-4DAF-8B7A-7E2342A2E9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25</a:t>
            </a:r>
          </a:p>
        </p:txBody>
      </p:sp>
    </p:spTree>
    <p:extLst>
      <p:ext uri="{BB962C8B-B14F-4D97-AF65-F5344CB8AC3E}">
        <p14:creationId xmlns:p14="http://schemas.microsoft.com/office/powerpoint/2010/main" val="14257364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E0F8AC-B53B-4BA6-9C66-67A27BAF5D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FDDEC9-D1A4-4122-8691-F6BA945BED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8A5227-1EC3-4B91-8F67-00D813C90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0912E73B-2639-4069-810F-C07219528C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6B7A65-5B3F-4996-A70E-E89F1A7AF15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4C8450A-FD82-4C2F-935C-7A441F2BBE7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5288E99F-5A2F-4F5B-B99C-8B448D0752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B12B01F-FEC4-4398-A737-F79C21629E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26</a:t>
            </a:r>
          </a:p>
        </p:txBody>
      </p:sp>
    </p:spTree>
    <p:extLst>
      <p:ext uri="{BB962C8B-B14F-4D97-AF65-F5344CB8AC3E}">
        <p14:creationId xmlns:p14="http://schemas.microsoft.com/office/powerpoint/2010/main" val="117231560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0134AE-F2F1-4376-9CE8-EA0CBC2215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05490A-32D9-4A34-BCC9-FD0FE334C3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087671-FAC5-4C12-9E93-221C1B8FDE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8EA90803-7131-44F3-BB83-0B73A2CB3CF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C3A94A-F92E-4416-9170-E36FD7335A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7904F6E-B7B7-4D6E-9F4A-6D58A65BFF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4F4F498E-E049-491C-B2AD-197F6AA7FF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438931FA-E69C-4581-875D-660362376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27</a:t>
            </a:r>
          </a:p>
        </p:txBody>
      </p:sp>
    </p:spTree>
    <p:extLst>
      <p:ext uri="{BB962C8B-B14F-4D97-AF65-F5344CB8AC3E}">
        <p14:creationId xmlns:p14="http://schemas.microsoft.com/office/powerpoint/2010/main" val="58884310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9CC88E-C4A0-481B-838A-FC5D0907E6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B7BA86-84D6-41B0-9483-0241928401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633148-C1DE-46C9-A322-EAA3AA6E1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9680CC2E-9A24-40B6-B1DC-1ED8B484C7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4B4CBE-3035-49C2-ABD8-B5E3C2F1500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765FDC6B-228E-4426-89BC-F85960FF16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DDCF0A44-9890-4303-961C-BFBFBA64E8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AAD37709-6FF4-4978-ABD6-C273ED200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28</a:t>
            </a:r>
          </a:p>
        </p:txBody>
      </p:sp>
    </p:spTree>
    <p:extLst>
      <p:ext uri="{BB962C8B-B14F-4D97-AF65-F5344CB8AC3E}">
        <p14:creationId xmlns:p14="http://schemas.microsoft.com/office/powerpoint/2010/main" val="66328153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178A0D-E5C4-49D0-B3B3-8CD909E75D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B202CF-5014-4C34-8A19-A9839C8363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A4C932-46BA-4DE2-9CEC-92ABB8A54D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E50746D4-E1E9-40A1-9539-46443FF2E33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36630C-F0BC-4AB6-A96E-E97B52E5F0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3FF7E451-BF9A-496F-946E-F90D07B5F74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8D6831A4-397C-475C-B8C4-3EDC23BF1C0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E0D5F4-DFA6-4755-82C6-08939B493E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29</a:t>
            </a:r>
          </a:p>
        </p:txBody>
      </p:sp>
    </p:spTree>
    <p:extLst>
      <p:ext uri="{BB962C8B-B14F-4D97-AF65-F5344CB8AC3E}">
        <p14:creationId xmlns:p14="http://schemas.microsoft.com/office/powerpoint/2010/main" val="174874645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0.7427 kW. With load × ambient 0.7476 kW.</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+0.0050 kW.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how Weeks 11, 12 and 13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2 pack, worth 20 of its 40 marks. Week 13 has no graded notebook. It is assessed in the Block 2 quiz and in your project.</a:t>
            </a:r>
          </a:p>
          <a:p>
            <a:pPr>
              <a:spcAft>
                <a:spcPts val="900"/>
              </a:spcAft>
            </a:pPr>
            <a:r>
              <a:rPr sz="2200" b="0">
                <a:solidFill>
                  <a:srgbClr val="1C3144"/>
                </a:solidFill>
                <a:latin typeface="Calibri"/>
              </a:rPr>
              <a:t>Nothing is submitted and there is no quiz after today's class. You hand in all 2 parts together by Monday 7 December 2026, 23:59 Kampala time.</a:t>
            </a:r>
          </a:p>
          <a:p>
            <a:pPr>
              <a:spcAft>
                <a:spcPts val="900"/>
              </a:spcAft>
            </a:pPr>
            <a:r>
              <a:rPr sz="2200" b="0">
                <a:solidFill>
                  <a:srgbClr val="1C3144"/>
                </a:solidFill>
                <a:latin typeface="Calibri"/>
              </a:rPr>
              <a:t>The Block 2 quiz has 15 questions, five from each of the three weeks. You sit it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32</a:t>
            </a:r>
          </a:p>
        </p:txBody>
      </p:sp>
    </p:spTree>
  </p:cSld>
  <p:clrMapOvr>
    <a:masterClrMapping/>
  </p:clrMapOvr>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5C8925-318D-4302-B8BA-7DD105C71B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530A68-7898-4EC8-9554-8AD9AEC8CA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70F5F26C-95AB-4D9B-89B6-EA3510523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E0D3F69-7F0E-484B-B319-347EA7E2D4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06EF60-DB99-428E-93D9-DCC64352F1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94559899-C1D8-46D6-9E0B-F552700B436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5DA62E-C3F7-411B-82A0-8C58DC408BA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DFE013BB-5B9D-4F2D-889F-F3E0DCF26D4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91E1BA-CB65-4CBA-A00C-614F11C37B3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2FD44041-75C4-439D-933D-AD36121274D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D010BB-5E5C-4B06-BDBC-516BC41770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A9CB345-DCC0-4724-B848-CF6D91F3F3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33</a:t>
            </a:r>
          </a:p>
        </p:txBody>
      </p:sp>
    </p:spTree>
    <p:extLst>
      <p:ext uri="{BB962C8B-B14F-4D97-AF65-F5344CB8AC3E}">
        <p14:creationId xmlns:p14="http://schemas.microsoft.com/office/powerpoint/2010/main" val="199459373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54C5E5-52D2-4D9B-8569-7E6A5500C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FEBF44-88FE-40C5-BCFE-782140739D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12A4A10D-68EE-4582-AC3A-7BB437BFF6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F5EF1779-6609-4A30-AC80-E7EFE011198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354193-C698-4A8C-BAB1-F05E6FE5C6B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AF857E0F-63F2-4CE3-9EB8-3AF34579A54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AE273AC-282C-442A-80FE-9910678E7EE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D14531A-5457-4700-9D19-A1E35F05AD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34</a:t>
            </a:r>
          </a:p>
        </p:txBody>
      </p:sp>
    </p:spTree>
    <p:extLst>
      <p:ext uri="{BB962C8B-B14F-4D97-AF65-F5344CB8AC3E}">
        <p14:creationId xmlns:p14="http://schemas.microsoft.com/office/powerpoint/2010/main" val="25074938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7EADAD-5B26-4ECE-81B0-2041B29CE7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8961D5-4325-428E-9FA8-EF85EA3C3B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381241E0-6F7A-4719-AAFF-8C77FE8987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7A458BDB-6B34-4FC5-865C-81EC651101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FE7A5B3-4052-4456-8BC8-A6689D05AAD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0FB4797C-A71C-4D68-8268-8D0F3A0FF90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5B19DFF-6895-4F20-B292-4F2B4E77B76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840265A-39D8-4461-9F19-6CCE4ACCC5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35</a:t>
            </a:r>
          </a:p>
        </p:txBody>
      </p:sp>
    </p:spTree>
    <p:extLst>
      <p:ext uri="{BB962C8B-B14F-4D97-AF65-F5344CB8AC3E}">
        <p14:creationId xmlns:p14="http://schemas.microsoft.com/office/powerpoint/2010/main" val="197318274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9FF71F-E417-4A68-8E97-537E10A7FD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AC144B-4943-4E9A-9D9C-7AAB35E250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1D462F28-0786-4608-ABBA-BE954F8E65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55CF2190-A13F-48FB-AEC8-6D15A814E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D47610-A590-45C9-8D91-6B9B7BADC40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4A00740-C469-437E-B9EF-672F5BCDE98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0E9640-50AB-44ED-AF9B-780B22BC542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9F713F3-A8DB-4AA3-B8A8-DF501547B3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68FAA1-2EBC-4EBA-824E-07E70650AAA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FEB890C-91F0-4BD2-9AE3-832784829EF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05CA0A5-D193-41C1-A79F-7F3FD8A3697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E08CBDA-EAB1-4AA9-A075-77D8CBDEF8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36</a:t>
            </a:r>
          </a:p>
        </p:txBody>
      </p:sp>
    </p:spTree>
    <p:extLst>
      <p:ext uri="{BB962C8B-B14F-4D97-AF65-F5344CB8AC3E}">
        <p14:creationId xmlns:p14="http://schemas.microsoft.com/office/powerpoint/2010/main" val="135749384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900883-85D5-4ADA-9551-311A3C3AC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C1F0A7-4A44-420E-A41E-8DB63D3CE1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463ED98-2BA5-4092-835B-C8D16BDCF8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8E5D0FB-7BA2-42A6-8DDB-5A0B1D9EE6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5C635B-8086-46AF-84AD-838EA4D8AA5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57445C45-BE7D-446F-95AB-CDF4DF47251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5399A0-CB6B-41DA-A75A-A167EBB50E6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0BFC13A-0356-49D2-ACD2-2B4B303F21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0A9F7C-E412-4A9E-BBF0-1AA49E06FE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F88BC235-438E-4CC8-963F-FCC321E34B6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314035-E17C-459F-9C87-827518DACD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E3BD870-809F-4FCD-B141-20A12F3A4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37</a:t>
            </a:r>
          </a:p>
        </p:txBody>
      </p:sp>
    </p:spTree>
    <p:extLst>
      <p:ext uri="{BB962C8B-B14F-4D97-AF65-F5344CB8AC3E}">
        <p14:creationId xmlns:p14="http://schemas.microsoft.com/office/powerpoint/2010/main" val="1127588808"/>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10.2, ambient 3.4 kW</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+0.0050 kW</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2E13F9-8407-4622-A2D0-8B4188F737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0B55E74-6BF2-4F9F-99C5-9EDEBBF96C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E1DEFDE-0572-4AD5-BB38-E7D891D3C8D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E2B5A2EC-2BEB-4202-A2D8-D436B87EC35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9B66B60C-1084-4052-84ED-071CFDFF381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204786B-64ED-428F-B3ED-E5973128B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39</a:t>
            </a:r>
          </a:p>
        </p:txBody>
      </p:sp>
    </p:spTree>
    <p:extLst>
      <p:ext uri="{BB962C8B-B14F-4D97-AF65-F5344CB8AC3E}">
        <p14:creationId xmlns:p14="http://schemas.microsoft.com/office/powerpoint/2010/main" val="9402519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2026-10-20T18:00:08.1020000Z</dcterms:created>
  <dcterms:modified xsi:type="dcterms:W3CDTF">2026-10-20T18:00:08.1020000Z</dcterms:modified>
  <keywords>BLOCK-PATCHED</keywords>
</coreProperties>
</file>