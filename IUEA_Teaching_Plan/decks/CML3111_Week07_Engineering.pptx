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85d0d7bd174145" /><Relationship Type="http://schemas.openxmlformats.org/officeDocument/2006/relationships/extended-properties" Target="/docProps/app.xml" Id="R605e8c7da1a0444a" /><Relationship Type="http://schemas.openxmlformats.org/officeDocument/2006/relationships/officeDocument" Target="/ppt/presentation.xml" Id="Rfc1da108454d497e" /></Relationships>
</file>

<file path=ppt/presentation.xml><?xml version="1.0" encoding="utf-8"?>
<p:presentation xmlns:p="http://schemas.openxmlformats.org/presentationml/2006/main">
  <p:sldMasterIdLst>
    <p:sldMasterId xmlns:r="http://schemas.openxmlformats.org/officeDocument/2006/relationships" id="2147483648" r:id="R9f8d13a6a5fa41cf"/>
  </p:sldMasterIdLst>
  <p:notesMasterIdLst>
    <p:notesMasterId xmlns:r="http://schemas.openxmlformats.org/officeDocument/2006/relationships" r:id="R71b7978815414aab"/>
  </p:notesMasterIdLst>
  <p:sldIdLst>
    <p:sldId xmlns:r="http://schemas.openxmlformats.org/officeDocument/2006/relationships" id="256" r:id="Rbb3c44cbfc604eec"/>
    <p:sldId xmlns:r="http://schemas.openxmlformats.org/officeDocument/2006/relationships" id="257" r:id="Raf962a78e72b4b17"/>
    <p:sldId xmlns:r="http://schemas.openxmlformats.org/officeDocument/2006/relationships" id="258" r:id="Rc0ad778a9d2947a5"/>
    <p:sldId xmlns:r="http://schemas.openxmlformats.org/officeDocument/2006/relationships" id="259" r:id="Rabd709954f2f41fe"/>
    <p:sldId xmlns:r="http://schemas.openxmlformats.org/officeDocument/2006/relationships" id="260" r:id="R68ab98f067ea40bf"/>
    <p:sldId xmlns:r="http://schemas.openxmlformats.org/officeDocument/2006/relationships" id="261" r:id="Re9968fb1a1fc46d9"/>
    <p:sldId xmlns:r="http://schemas.openxmlformats.org/officeDocument/2006/relationships" id="262" r:id="R1adc407236904696"/>
    <p:sldId xmlns:r="http://schemas.openxmlformats.org/officeDocument/2006/relationships" id="263" r:id="Rb55834fa15344b27"/>
    <p:sldId xmlns:r="http://schemas.openxmlformats.org/officeDocument/2006/relationships" id="264" r:id="R97970c65720041d5"/>
    <p:sldId xmlns:r="http://schemas.openxmlformats.org/officeDocument/2006/relationships" id="265" r:id="Ra20ffe5a2fa54d79"/>
    <p:sldId xmlns:r="http://schemas.openxmlformats.org/officeDocument/2006/relationships" id="266" r:id="Rf9f7528e66fb4b43"/>
    <p:sldId xmlns:r="http://schemas.openxmlformats.org/officeDocument/2006/relationships" id="267" r:id="R2b4e8ff42bbc4547"/>
    <p:sldId xmlns:r="http://schemas.openxmlformats.org/officeDocument/2006/relationships" id="268" r:id="Rdf7662c7f8bd417b"/>
    <p:sldId xmlns:r="http://schemas.openxmlformats.org/officeDocument/2006/relationships" id="269" r:id="R981839b90b8a4284"/>
    <p:sldId xmlns:r="http://schemas.openxmlformats.org/officeDocument/2006/relationships" id="270" r:id="R3455094d96fe42dd"/>
    <p:sldId xmlns:r="http://schemas.openxmlformats.org/officeDocument/2006/relationships" id="271" r:id="Rd1bedded4c194bc5"/>
    <p:sldId xmlns:r="http://schemas.openxmlformats.org/officeDocument/2006/relationships" id="272" r:id="R9210c020c9b54824"/>
    <p:sldId xmlns:r="http://schemas.openxmlformats.org/officeDocument/2006/relationships" id="273" r:id="Ra12ec48611ea40ec"/>
    <p:sldId xmlns:r="http://schemas.openxmlformats.org/officeDocument/2006/relationships" id="274" r:id="Rd878ca51b0d249b7"/>
    <p:sldId xmlns:r="http://schemas.openxmlformats.org/officeDocument/2006/relationships" id="275" r:id="R89f93e34a27a44b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e7ce1e485614b1e" /><Relationship Type="http://schemas.openxmlformats.org/officeDocument/2006/relationships/slideMaster" Target="/ppt/slideMasters/slideMaster1.xml" Id="R9f8d13a6a5fa41cf" /><Relationship Type="http://schemas.openxmlformats.org/officeDocument/2006/relationships/notesMaster" Target="/ppt/notesMasters/notesMaster1.xml" Id="R71b7978815414aab" /><Relationship Type="http://schemas.openxmlformats.org/officeDocument/2006/relationships/presProps" Target="/ppt/presProps.xml" Id="R4365a90ee11e4308" /><Relationship Type="http://schemas.openxmlformats.org/officeDocument/2006/relationships/tableStyles" Target="/ppt/tableStyles.xml" Id="R5fb2f65471de4448" /><Relationship Type="http://schemas.openxmlformats.org/officeDocument/2006/relationships/slide" Target="/ppt/slides/slide1.xml" Id="Rbb3c44cbfc604eec" /><Relationship Type="http://schemas.openxmlformats.org/officeDocument/2006/relationships/slide" Target="/ppt/slides/slide2.xml" Id="Raf962a78e72b4b17" /><Relationship Type="http://schemas.openxmlformats.org/officeDocument/2006/relationships/slide" Target="/ppt/slides/slide3.xml" Id="Rc0ad778a9d2947a5" /><Relationship Type="http://schemas.openxmlformats.org/officeDocument/2006/relationships/slide" Target="/ppt/slides/slide4.xml" Id="Rabd709954f2f41fe" /><Relationship Type="http://schemas.openxmlformats.org/officeDocument/2006/relationships/slide" Target="/ppt/slides/slide5.xml" Id="R68ab98f067ea40bf" /><Relationship Type="http://schemas.openxmlformats.org/officeDocument/2006/relationships/slide" Target="/ppt/slides/slide6.xml" Id="Re9968fb1a1fc46d9" /><Relationship Type="http://schemas.openxmlformats.org/officeDocument/2006/relationships/slide" Target="/ppt/slides/slide7.xml" Id="R1adc407236904696" /><Relationship Type="http://schemas.openxmlformats.org/officeDocument/2006/relationships/slide" Target="/ppt/slides/slide8.xml" Id="Rb55834fa15344b27" /><Relationship Type="http://schemas.openxmlformats.org/officeDocument/2006/relationships/slide" Target="/ppt/slides/slide9.xml" Id="R97970c65720041d5" /><Relationship Type="http://schemas.openxmlformats.org/officeDocument/2006/relationships/slide" Target="/ppt/slides/slide10.xml" Id="Ra20ffe5a2fa54d79" /><Relationship Type="http://schemas.openxmlformats.org/officeDocument/2006/relationships/slide" Target="/ppt/slides/slide11.xml" Id="Rf9f7528e66fb4b43" /><Relationship Type="http://schemas.openxmlformats.org/officeDocument/2006/relationships/slide" Target="/ppt/slides/slide12.xml" Id="R2b4e8ff42bbc4547" /><Relationship Type="http://schemas.openxmlformats.org/officeDocument/2006/relationships/slide" Target="/ppt/slides/slide13.xml" Id="Rdf7662c7f8bd417b" /><Relationship Type="http://schemas.openxmlformats.org/officeDocument/2006/relationships/slide" Target="/ppt/slides/slide14.xml" Id="R981839b90b8a4284" /><Relationship Type="http://schemas.openxmlformats.org/officeDocument/2006/relationships/slide" Target="/ppt/slides/slide15.xml" Id="R3455094d96fe42dd" /><Relationship Type="http://schemas.openxmlformats.org/officeDocument/2006/relationships/slide" Target="/ppt/slides/slide16.xml" Id="Rd1bedded4c194bc5" /><Relationship Type="http://schemas.openxmlformats.org/officeDocument/2006/relationships/slide" Target="/ppt/slides/slide17.xml" Id="R9210c020c9b54824" /><Relationship Type="http://schemas.openxmlformats.org/officeDocument/2006/relationships/slide" Target="/ppt/slides/slide18.xml" Id="Ra12ec48611ea40ec" /><Relationship Type="http://schemas.openxmlformats.org/officeDocument/2006/relationships/slide" Target="/ppt/slides/slide19.xml" Id="Rd878ca51b0d249b7" /><Relationship Type="http://schemas.openxmlformats.org/officeDocument/2006/relationships/slide" Target="/ppt/slides/slide20.xml" Id="R89f93e34a27a44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8a4a58e25a44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e03a33b55542e9" /><Relationship Type="http://schemas.openxmlformats.org/officeDocument/2006/relationships/notesMaster" Target="/ppt/notesMasters/notesMaster1.xml" Id="R3cea8675dcd344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53d873b31645dd" /><Relationship Type="http://schemas.openxmlformats.org/officeDocument/2006/relationships/notesMaster" Target="/ppt/notesMasters/notesMaster1.xml" Id="Rb57099c439d540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c706328e4f4bb7" /><Relationship Type="http://schemas.openxmlformats.org/officeDocument/2006/relationships/notesMaster" Target="/ppt/notesMasters/notesMaster1.xml" Id="R1194f5f317a541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2c9254fb6b4b1d" /><Relationship Type="http://schemas.openxmlformats.org/officeDocument/2006/relationships/notesMaster" Target="/ppt/notesMasters/notesMaster1.xml" Id="R630c2ae00ffe4a3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693cc4f2c664389" /><Relationship Type="http://schemas.openxmlformats.org/officeDocument/2006/relationships/notesMaster" Target="/ppt/notesMasters/notesMaster1.xml" Id="R8ee7e90910d64a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e8b93ae12874415" /><Relationship Type="http://schemas.openxmlformats.org/officeDocument/2006/relationships/notesMaster" Target="/ppt/notesMasters/notesMaster1.xml" Id="Rc605f0e1e01c45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2df2189b9b245b8" /><Relationship Type="http://schemas.openxmlformats.org/officeDocument/2006/relationships/notesMaster" Target="/ppt/notesMasters/notesMaster1.xml" Id="R53b753d7e6ca42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f1b9d6bed54f8a" /><Relationship Type="http://schemas.openxmlformats.org/officeDocument/2006/relationships/notesMaster" Target="/ppt/notesMasters/notesMaster1.xml" Id="R29d7830c0d634a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0f410e51494419" /><Relationship Type="http://schemas.openxmlformats.org/officeDocument/2006/relationships/notesMaster" Target="/ppt/notesMasters/notesMaster1.xml" Id="Rdb831b73d9b6400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ffc5efecaaa44b0" /><Relationship Type="http://schemas.openxmlformats.org/officeDocument/2006/relationships/notesMaster" Target="/ppt/notesMasters/notesMaster1.xml" Id="Re79c79c343ef46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0ca3cf97c5247bc" /><Relationship Type="http://schemas.openxmlformats.org/officeDocument/2006/relationships/notesMaster" Target="/ppt/notesMasters/notesMaster1.xml" Id="Ra3d81592191749f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63cb30fcd74a77" /><Relationship Type="http://schemas.openxmlformats.org/officeDocument/2006/relationships/notesMaster" Target="/ppt/notesMasters/notesMaster1.xml" Id="R72e97037dbde427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a3d070cffd432d" /><Relationship Type="http://schemas.openxmlformats.org/officeDocument/2006/relationships/notesMaster" Target="/ppt/notesMasters/notesMaster1.xml" Id="Rad84de9ac66d4c3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8af896ed736490c" /><Relationship Type="http://schemas.openxmlformats.org/officeDocument/2006/relationships/notesMaster" Target="/ppt/notesMasters/notesMaster1.xml" Id="R1d6084e630664e2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4217c5cb05451e" /><Relationship Type="http://schemas.openxmlformats.org/officeDocument/2006/relationships/notesMaster" Target="/ppt/notesMasters/notesMaster1.xml" Id="R30099abbafd64b0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4828cbf97443c8" /><Relationship Type="http://schemas.openxmlformats.org/officeDocument/2006/relationships/notesMaster" Target="/ppt/notesMasters/notesMaster1.xml" Id="Rf6b7356f1e5e45b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acb9edb3d9c44d2" /><Relationship Type="http://schemas.openxmlformats.org/officeDocument/2006/relationships/notesMaster" Target="/ppt/notesMasters/notesMaster1.xml" Id="R2b3ccd24d24d4f1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f56fa4a1c1b43c0" /><Relationship Type="http://schemas.openxmlformats.org/officeDocument/2006/relationships/notesMaster" Target="/ppt/notesMasters/notesMaster1.xml" Id="Rd682a24fc9f74ce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5fcf4cff60049b7" /><Relationship Type="http://schemas.openxmlformats.org/officeDocument/2006/relationships/notesMaster" Target="/ppt/notesMasters/notesMaster1.xml" Id="R98fb0c52bf53499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097e43c45944bc0" /><Relationship Type="http://schemas.openxmlformats.org/officeDocument/2006/relationships/notesMaster" Target="/ppt/notesMasters/notesMaster1.xml" Id="Rea6c608e14a245c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Practical Test 1</a:t>
            </a:r>
          </a:p>
          <a:p>
            <a:r>
              <a:t>CML3111, Week 7, slide 1</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7, slide 2</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Rehearse saving and reopening the required files.</a:t>
            </a:r>
          </a:p>
          <a:p>
            <a:r>
              <a:t/>
            </a:r>
          </a:p>
          <a:p>
            <a:r>
              <a:t>Check the published test rules before the session.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7, slide 3</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Can you open the provided notebook and data on the prepared lab computer without internet?</a:t>
            </a:r>
          </a:p>
          <a:p>
            <a:r>
              <a:t/>
            </a:r>
          </a:p>
          <a:p>
            <a:r>
              <a:t>Continue to</a:t>
            </a:r>
          </a:p>
          <a:p>
            <a:r>
              <a:t>Rehearse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Rehearse before test day</a:t>
            </a:r>
          </a:p>
          <a:p>
            <a:r>
              <a:t>CML3111, Week 7, slide 4</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the separate practice notebook before the timed session.</a:t>
            </a:r>
          </a:p>
          <a:p>
            <a:r>
              <a:t/>
            </a:r>
          </a:p>
          <a:p>
            <a:r>
              <a:t>Open the supplied data and run a familiar calculation.</a:t>
            </a:r>
          </a:p>
          <a:p>
            <a:r>
              <a:t/>
            </a:r>
          </a:p>
          <a:p>
            <a:r>
              <a:t>The test packet and permitted resources are issued by the lecturer.</a:t>
            </a:r>
          </a:p>
          <a:p>
            <a:r>
              <a:t/>
            </a:r>
          </a:p>
          <a:p>
            <a:r>
              <a:t>Continue to</a:t>
            </a:r>
          </a:p>
          <a:p>
            <a:r>
              <a:t>Save the complete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 the complete notebook</a:t>
            </a:r>
          </a:p>
          <a:p>
            <a:r>
              <a:t>CML3111, Week 7, slide 5</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Type Part B under My written evidence in the notebook.</a:t>
            </a:r>
          </a:p>
          <a:p>
            <a:r>
              <a:t/>
            </a:r>
          </a:p>
          <a:p>
            <a:r>
              <a:t>Locate the complete notebook in the designated local folder.</a:t>
            </a:r>
          </a:p>
          <a:p>
            <a:r>
              <a:t/>
            </a:r>
          </a:p>
          <a:p>
            <a:r>
              <a:t>Reopen it to check that code and written answers were saved.</a:t>
            </a:r>
          </a:p>
          <a:p>
            <a:r>
              <a:t/>
            </a:r>
          </a:p>
          <a:p>
            <a:r>
              <a:t>Continue to</a:t>
            </a:r>
          </a:p>
          <a:p>
            <a:r>
              <a:t>Follow the published test procedure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Follow the published test procedure</a:t>
            </a:r>
          </a:p>
          <a:p>
            <a:r>
              <a:t>CML3111, Week 7, slide 6</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Read the briefing before starting assessed work.</a:t>
            </a:r>
          </a:p>
          <a:p>
            <a:r>
              <a:t/>
            </a:r>
          </a:p>
          <a:p>
            <a:r>
              <a:t>Use only the resources permitted for that part of the test.</a:t>
            </a:r>
          </a:p>
          <a:p>
            <a:r>
              <a:t/>
            </a:r>
          </a:p>
          <a:p>
            <a:r>
              <a:t>Report a technical failure to the invigilator immediately.</a:t>
            </a:r>
          </a:p>
          <a:p>
            <a:r>
              <a:t/>
            </a:r>
          </a:p>
          <a:p>
            <a:r>
              <a:t>Continue to</a:t>
            </a:r>
          </a:p>
          <a:p>
            <a:r>
              <a:t>Practice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before test day</a:t>
            </a:r>
          </a:p>
          <a:p>
            <a:r>
              <a:t>CML3111, Week 7, slide 7</a:t>
            </a:r>
          </a:p>
          <a:p>
            <a:r>
              <a:t/>
            </a:r>
          </a:p>
          <a:p>
            <a:r>
              <a:t>Explanation to give</a:t>
            </a:r>
          </a:p>
          <a:p>
            <a:r>
              <a:t>Rehearse this small calculation before the assessed session. The list has three values, so len returns 3. Add 3+5+7 to obtain 15, then divide by 3.</a:t>
            </a:r>
          </a:p>
          <a:p>
            <a:r>
              <a:t/>
            </a:r>
          </a:p>
          <a:p>
            <a:r>
              <a:t>Worked illustration / lecturer answer</a:t>
            </a:r>
          </a:p>
          <a:p>
            <a:r>
              <a:t>The displayed output is 3 followed by 5.0. Explain why the mean is a floating-point result even though the inputs are integers.</a:t>
            </a:r>
          </a:p>
          <a:p>
            <a:r>
              <a:t/>
            </a:r>
          </a:p>
          <a:p>
            <a:r>
              <a:t>Misconception to address</a:t>
            </a:r>
          </a:p>
          <a:p>
            <a:r>
              <a:t>This is a preparation example, not a test answer. During Part B of the actual test, code execution is prohibited.</a:t>
            </a:r>
          </a:p>
          <a:p>
            <a:r>
              <a:t/>
            </a:r>
          </a:p>
          <a:p>
            <a:r>
              <a:t>Read the displayed code line by line</a:t>
            </a:r>
          </a:p>
          <a:p>
            <a:r>
              <a:t>values = [3, 5, 7]</a:t>
            </a:r>
          </a:p>
          <a:p>
            <a:r>
              <a:t>Evaluate the complete right-hand expression first, then assign its result to the name or selected field on the left.</a:t>
            </a:r>
          </a:p>
          <a:p>
            <a:r>
              <a:t/>
            </a:r>
          </a:p>
          <a:p>
            <a:r>
              <a:t>print(len(values))</a:t>
            </a:r>
          </a:p>
          <a:p>
            <a:r>
              <a:t>Evaluate the expression inside the parentheses and display it. Displaying is separate from returning a function result.</a:t>
            </a:r>
          </a:p>
          <a:p>
            <a:r>
              <a:t/>
            </a:r>
          </a:p>
          <a:p>
            <a:r>
              <a:t>print(sum(values) / len(values))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Test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 session</a:t>
            </a:r>
          </a:p>
          <a:p>
            <a:r>
              <a:t>CML3111, Week 7, slide 8</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00–15 minutes: briefing and file check.</a:t>
            </a:r>
          </a:p>
          <a:p>
            <a:r>
              <a:t/>
            </a:r>
          </a:p>
          <a:p>
            <a:r>
              <a:t>15–135 minutes: individual practical work.</a:t>
            </a:r>
          </a:p>
          <a:p>
            <a:r>
              <a:t/>
            </a:r>
          </a:p>
          <a:p>
            <a:r>
              <a:t>135–160 minutes: typed offline reasoning, with code execution prohibited.</a:t>
            </a:r>
          </a:p>
          <a:p>
            <a:r>
              <a:t/>
            </a:r>
          </a:p>
          <a:p>
            <a:r>
              <a:t>160–180 minutes: save and hand in through invigilated offline collection.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CML3111, Week 7, slide 9</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Every learner completes the offline save-and-reopen rehearsal.</a:t>
            </a:r>
          </a:p>
          <a:p>
            <a:r>
              <a:t/>
            </a:r>
          </a:p>
          <a:p>
            <a:r>
              <a:t>Escalate lab-access failures before the test.</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CML3111, Week 7, slide 10</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the official TEST1 brief, interfaces and rubric.</a:t>
            </a:r>
          </a:p>
          <a:p>
            <a:r>
              <a:t/>
            </a:r>
          </a:p>
          <a:p>
            <a:r>
              <a:t>The assessed period has 120 practical minutes and 25 typed reasoning minutes.</a:t>
            </a:r>
          </a:p>
          <a:p>
            <a:r>
              <a:t/>
            </a:r>
          </a:p>
          <a:p>
            <a:r>
              <a:t>Your lecturer will issue the test packet and collection instructions.</a:t>
            </a:r>
          </a:p>
          <a:p>
            <a:r>
              <a:t/>
            </a:r>
          </a:p>
          <a:p>
            <a:r>
              <a:t>Continue to</a:t>
            </a:r>
          </a:p>
          <a:p>
            <a:r>
              <a:t>Practical Test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a:t>
            </a:r>
          </a:p>
          <a:p>
            <a:r>
              <a:t>CML3111, Week 7, slide 11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CML3111, Week 7, slide 12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CML3111, Week 7, slide 13</a:t>
            </a:r>
          </a:p>
          <a:p>
            <a:r>
              <a:t/>
            </a:r>
          </a:p>
          <a:p>
            <a:r>
              <a:t>Explanation to give</a:t>
            </a:r>
          </a:p>
          <a:p>
            <a:r>
              <a:t>Describe the received table before changing it: its rows, columns, units and defects. Then explain each cleaning rule and preserve the original data.</a:t>
            </a:r>
          </a:p>
          <a:p>
            <a:r>
              <a:t/>
            </a:r>
          </a:p>
          <a:p>
            <a:r>
              <a:t>Worked illustration / lecturer answer</a:t>
            </a:r>
          </a:p>
          <a:p>
            <a:r>
              <a:t>A duplicate record ID and repeated equipment ID are different situations. Removing the former under a stated rule may be correct while removing the latter could discard legitimate observations.</a:t>
            </a:r>
          </a:p>
          <a:p>
            <a:r>
              <a:t/>
            </a:r>
          </a:p>
          <a:p>
            <a:r>
              <a:t>Misconception to address</a:t>
            </a:r>
          </a:p>
          <a:p>
            <a:r>
              <a:t>A correct output without a justification may not satisfy the reasoning criterion. Use the task’s exact rules rather than choosing whichever cleaning makes results look attractive.</a:t>
            </a:r>
          </a:p>
          <a:p>
            <a:r>
              <a:t/>
            </a:r>
          </a:p>
          <a:p>
            <a:r>
              <a:t>On this slide</a:t>
            </a:r>
          </a:p>
          <a:p>
            <a:r>
              <a:t>Include captions and readable written evidence in the notebook.</a:t>
            </a:r>
          </a:p>
          <a:p>
            <a:r>
              <a:t/>
            </a:r>
          </a:p>
          <a:p>
            <a:r>
              <a:t>Loading &amp; profiling (15.0 total): Data loaded correctly; shape, types and summary produced; the dataset is described accurately in the student's own words.</a:t>
            </a:r>
          </a:p>
          <a:p>
            <a:r>
              <a:t/>
            </a:r>
          </a:p>
          <a:p>
            <a:r>
              <a:t>Cleaning decisions &amp; justification (20.0 total): Defects found.</a:t>
            </a:r>
          </a:p>
          <a:p>
            <a:r>
              <a:t/>
            </a:r>
          </a:p>
          <a:p>
            <a:r>
              <a:t>Each handling decision stated AND justified.</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CML3111, Week 7, slide 14</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Marks are for the justification - an unjustified correct fix scores roughly half.</a:t>
            </a:r>
          </a:p>
          <a:p>
            <a:r>
              <a:t/>
            </a:r>
          </a:p>
          <a:p>
            <a:r>
              <a:t>Visualisation (20.0 total): Three charts, each captioned with the question it answers.</a:t>
            </a:r>
          </a:p>
          <a:p>
            <a:r>
              <a:t/>
            </a:r>
          </a:p>
          <a:p>
            <a:r>
              <a:t>Correct chart type.</a:t>
            </a:r>
          </a:p>
          <a:p>
            <a:r>
              <a:t/>
            </a:r>
          </a:p>
          <a:p>
            <a:r>
              <a:t>Axes labelled with units.</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CML3111, Week 7, slide 15</a:t>
            </a:r>
          </a:p>
          <a:p>
            <a:r>
              <a:t/>
            </a:r>
          </a:p>
          <a:p>
            <a:r>
              <a:t>Explanation to give</a:t>
            </a:r>
          </a:p>
          <a:p>
            <a:r>
              <a:t>Explain the decision, the evidence supporting it and what would change that decision. The reader should be able to find the result cited in the notebook.</a:t>
            </a:r>
          </a:p>
          <a:p>
            <a:r>
              <a:t/>
            </a:r>
          </a:p>
          <a:p>
            <a:r>
              <a:t>Worked illustration / lecturer answer</a:t>
            </a:r>
          </a:p>
          <a:p>
            <a:r>
              <a:t>For example, a model may justify further testing at a second site while not yet justifying deployment. Name the missing operating range or equipment group that the next data collection should cover.</a:t>
            </a:r>
          </a:p>
          <a:p>
            <a:r>
              <a:t/>
            </a:r>
          </a:p>
          <a:p>
            <a:r>
              <a:t>Misconception to address</a:t>
            </a:r>
          </a:p>
          <a:p>
            <a:r>
              <a:t>During test Part B, type the explanation offline without executing code. Save it in the collected notebook; later upload must not extend the assessed work period.</a:t>
            </a:r>
          </a:p>
          <a:p>
            <a:r>
              <a:t/>
            </a:r>
          </a:p>
          <a:p>
            <a:r>
              <a:t>On this slide</a:t>
            </a:r>
          </a:p>
          <a:p>
            <a:r>
              <a:t>No decoration without purpose.</a:t>
            </a:r>
          </a:p>
          <a:p>
            <a:r>
              <a:t/>
            </a:r>
          </a:p>
          <a:p>
            <a:r>
              <a:t>Findings (20.0 total): Five findings, supported by evidence from the data, stated with correct magnitudes and units.</a:t>
            </a:r>
          </a:p>
          <a:p>
            <a:r>
              <a:t/>
            </a:r>
          </a:p>
          <a:p>
            <a:r>
              <a:t>A wrong number loses the mark even if the method was right.</a:t>
            </a:r>
          </a:p>
          <a:p>
            <a:r>
              <a:t/>
            </a:r>
          </a:p>
          <a:p>
            <a:r>
              <a:t>Engineering interpretation (15.0 total): One recommendation that an engineer could act on, plus a clear statement of what further data would be needed.</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CML3111, Week 7, slide 16</a:t>
            </a:r>
          </a:p>
          <a:p>
            <a:r>
              <a:t/>
            </a:r>
          </a:p>
          <a:p>
            <a:r>
              <a:t>Explanation to give</a:t>
            </a:r>
          </a:p>
          <a:p>
            <a:r>
              <a:t>Reproducibility means a clean run using the delivered files, documented dependencies and stated instructions produces the reported results.</a:t>
            </a:r>
          </a:p>
          <a:p>
            <a:r>
              <a:t/>
            </a:r>
          </a:p>
          <a:p>
            <a:r>
              <a:t>Worked illustration / lecturer answer</a:t>
            </a:r>
          </a:p>
          <a:p>
            <a:r>
              <a:t>Use an actual fresh-runtime check. Correct a path or missing setup step that the check reveals, then save the successful notebook and instructions.</a:t>
            </a:r>
          </a:p>
          <a:p>
            <a:r>
              <a:t/>
            </a:r>
          </a:p>
          <a:p>
            <a:r>
              <a:t>Misconception to address</a:t>
            </a:r>
          </a:p>
          <a:p>
            <a:r>
              <a:t>Saved figures can remain visible after code breaks. Their presence alone is not a successful rerun.</a:t>
            </a:r>
          </a:p>
          <a:p>
            <a:r>
              <a:t/>
            </a:r>
          </a:p>
          <a:p>
            <a:r>
              <a:t>On this slide</a:t>
            </a:r>
          </a:p>
          <a:p>
            <a:r>
              <a:t>Clarity &amp; reproducibility (10.0 total): Notebook runs top to bottom.</a:t>
            </a:r>
          </a:p>
          <a:p>
            <a:r>
              <a:t/>
            </a:r>
          </a:p>
          <a:p>
            <a:r>
              <a:t>Logical order.</a:t>
            </a:r>
          </a:p>
          <a:p>
            <a:r>
              <a:t/>
            </a:r>
          </a:p>
          <a:p>
            <a:r>
              <a:t>Markdown explains intent.</a:t>
            </a:r>
          </a:p>
          <a:p>
            <a:r>
              <a:t/>
            </a:r>
          </a:p>
          <a:p>
            <a:r>
              <a:t>No dead code.</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CML3111, Week 7, slide 17</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Timing and Part B</a:t>
            </a:r>
          </a:p>
          <a:p>
            <a:r>
              <a:t/>
            </a:r>
          </a:p>
          <a:p>
            <a:r>
              <a:t>15 minutes setup, 120 minutes practical, 25 minutes typed offline reasoning with code execution prohibited, 20 minutes collection.</a:t>
            </a:r>
          </a:p>
          <a:p>
            <a:r>
              <a:t/>
            </a:r>
          </a:p>
          <a:p>
            <a:r>
              <a:t>No internet, messaging or AI.</a:t>
            </a:r>
          </a:p>
          <a:p>
            <a:r>
              <a:t/>
            </a:r>
          </a:p>
          <a:p>
            <a:r>
              <a:t>Answer: Why your main cleaning/model choice?</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CML3111, Week 7, slide 18</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What can your chart/metric not establish?</a:t>
            </a:r>
          </a:p>
          <a:p>
            <a:r>
              <a:t/>
            </a:r>
          </a:p>
          <a:p>
            <a:r>
              <a:t>What evidence would change your recommendation?</a:t>
            </a:r>
          </a:p>
          <a:p>
            <a:r>
              <a:t/>
            </a:r>
          </a:p>
          <a:p>
            <a:r>
              <a:t>What further data is required?</a:t>
            </a:r>
          </a:p>
          <a:p>
            <a:r>
              <a:t/>
            </a:r>
          </a:p>
          <a:p>
            <a:r>
              <a:t>Invigilated offline collection is authoritative; Google upload is a later transport step and must not impose an internet requirement during the test.</a:t>
            </a:r>
          </a:p>
          <a:p>
            <a:r>
              <a:t/>
            </a:r>
          </a:p>
          <a:p>
            <a:r>
              <a:t>Continue to</a:t>
            </a:r>
          </a:p>
          <a:p>
            <a:r>
              <a:t>Practical Test 1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submission</a:t>
            </a:r>
          </a:p>
          <a:p>
            <a:r>
              <a:t>CML3111, Week 7, slide 19</a:t>
            </a:r>
          </a:p>
          <a:p>
            <a:r>
              <a:t/>
            </a:r>
          </a:p>
          <a:p>
            <a:r>
              <a:t>Explanation to give</a:t>
            </a:r>
          </a:p>
          <a:p>
            <a:r>
              <a:t>This slide hands over CML3111 TEST1. Show the exact form title before uploading. The required packet is one completed .ipynb notebook.</a:t>
            </a:r>
          </a:p>
          <a:p>
            <a:r>
              <a:t/>
            </a:r>
          </a:p>
          <a:p>
            <a:r>
              <a:t>Worked illustration / lecturer answer</a:t>
            </a:r>
          </a:p>
          <a:p>
            <a:r>
              <a:t>For TEST1/TEST2, save Part B under My written evidence. Collect the complete notebook offline under invigilation; the later form upload only transports that collected version.</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Offline invigilated collection is authoritative.</a:t>
            </a:r>
          </a:p>
          <a:p>
            <a:r>
              <a:t/>
            </a:r>
          </a:p>
          <a:p>
            <a:r>
              <a:t>Google upload is a later transport step.</a:t>
            </a:r>
          </a:p>
          <a:p>
            <a:r>
              <a:t/>
            </a:r>
          </a:p>
          <a:p>
            <a:r>
              <a:t>Save one notebook with Part B under My written evidence.</a:t>
            </a:r>
          </a:p>
          <a:p>
            <a:r>
              <a:t/>
            </a:r>
          </a:p>
          <a:p>
            <a:r>
              <a:t>No internet, messaging or AI during the test.</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7, slide 20</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reopen your notebook and find code and typed reasoning without help.</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2f3fb60558436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eaf61aa035a49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c8dbbdfbba34b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c68a36e97e94ef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25dd313336f48f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036330384b84b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46BF6D-A376-40C4-89CE-60B999FC17D2}"/>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FE3BF09-9289-4B27-92FA-F2EE1036884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D024BBCE-5A24-4DBD-AF8B-54ACA0D2901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C40EB91-B360-44DA-BFB5-7AC928051A4B}"/>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A8D27F1-8A9F-49ED-8BB7-78F802DD8BF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2A5B35A-9C50-437B-8B50-CD00A1CC8F5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F873FF2-B6AD-4122-A1F1-7C48EB9E4C8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0A48B61-B821-40A1-99CD-55E99EB03FF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7313491-1EB5-4C93-8A74-B28816FDD07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36D9A8D-EF8A-4C5F-A8EF-A3067755A6C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C3B8AAA-2211-4013-868F-C9AF614EEC1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23867C8-E9AD-42F2-9574-4E291DCA93C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14C5E3C-0615-456B-81A9-504DB21FA16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DCD16F6-3331-4F64-87B6-09B84B69573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08A9023-729C-4F28-B47D-196DC5C2DC7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f3d66fc53c41b2" /><Relationship Type="http://schemas.openxmlformats.org/officeDocument/2006/relationships/slideLayout" Target="/ppt/slideLayouts/slideLayout1.xml" Id="R91a0f525b0db456e" /><Relationship Type="http://schemas.openxmlformats.org/officeDocument/2006/relationships/slideLayout" Target="/ppt/slideLayouts/slideLayout2.xml" Id="Ra3bc7a53bd0b4037" /><Relationship Type="http://schemas.openxmlformats.org/officeDocument/2006/relationships/slideLayout" Target="/ppt/slideLayouts/slideLayout3.xml" Id="Rf397a24ea3b042a2" /><Relationship Type="http://schemas.openxmlformats.org/officeDocument/2006/relationships/slideLayout" Target="/ppt/slideLayouts/slideLayout4.xml" Id="Re23288a7265444e2" /><Relationship Type="http://schemas.openxmlformats.org/officeDocument/2006/relationships/slideLayout" Target="/ppt/slideLayouts/slideLayout5.xml" Id="Ra0817ad42ae7454e" /><Relationship Type="http://schemas.openxmlformats.org/officeDocument/2006/relationships/slideLayout" Target="/ppt/slideLayouts/slideLayout6.xml" Id="R9b71b2b153b843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a0f525b0db456e"/>
    <p:sldLayoutId xmlns:r="http://schemas.openxmlformats.org/officeDocument/2006/relationships" id="2147483650" r:id="Ra3bc7a53bd0b4037"/>
    <p:sldLayoutId xmlns:r="http://schemas.openxmlformats.org/officeDocument/2006/relationships" id="2147483651" r:id="Rf397a24ea3b042a2"/>
    <p:sldLayoutId xmlns:r="http://schemas.openxmlformats.org/officeDocument/2006/relationships" id="2147483652" r:id="Re23288a7265444e2"/>
    <p:sldLayoutId xmlns:r="http://schemas.openxmlformats.org/officeDocument/2006/relationships" id="2147483653" r:id="Ra0817ad42ae7454e"/>
    <p:sldLayoutId xmlns:r="http://schemas.openxmlformats.org/officeDocument/2006/relationships" id="2147483654" r:id="R9b71b2b153b843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5f50c98d13441bc" /><Relationship Type="http://schemas.openxmlformats.org/officeDocument/2006/relationships/image" Target="/ppt/media/image.png" Id="Rd0c08d28b0ed4187" /><Relationship Type="http://schemas.openxmlformats.org/officeDocument/2006/relationships/notesSlide" Target="/ppt/notesSlides/notesSlide1.xml" Id="R493e2df9d5654b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55539c8a2b2493d" /><Relationship Type="http://schemas.openxmlformats.org/officeDocument/2006/relationships/notesSlide" Target="/ppt/notesSlides/notesSlide2.xml" Id="R025f79bb4490481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fc1587e382d4e4d" /><Relationship Type="http://schemas.openxmlformats.org/officeDocument/2006/relationships/notesSlide" Target="/ppt/notesSlides/notesSlide3.xml" Id="R867ebe8afa1141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66ea133a3d442e8" /><Relationship Type="http://schemas.openxmlformats.org/officeDocument/2006/relationships/notesSlide" Target="/ppt/notesSlides/notesSlide4.xml" Id="R387a2cab98fb43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4d9480c4a344be7" /><Relationship Type="http://schemas.openxmlformats.org/officeDocument/2006/relationships/notesSlide" Target="/ppt/notesSlides/notesSlide5.xml" Id="Ra1ea71627d874d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bc90a617aba4602" /><Relationship Type="http://schemas.openxmlformats.org/officeDocument/2006/relationships/notesSlide" Target="/ppt/notesSlides/notesSlide6.xml" Id="Rfc5237412f8a4a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e817581132a4ad0" /><Relationship Type="http://schemas.openxmlformats.org/officeDocument/2006/relationships/notesSlide" Target="/ppt/notesSlides/notesSlide7.xml" Id="Rf0273731137a4ad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311206de80b4a66" /><Relationship Type="http://schemas.openxmlformats.org/officeDocument/2006/relationships/notesSlide" Target="/ppt/notesSlides/notesSlide8.xml" Id="R31e85fe239a6471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901b876b864673" /><Relationship Type="http://schemas.openxmlformats.org/officeDocument/2006/relationships/notesSlide" Target="/ppt/notesSlides/notesSlide9.xml" Id="R415c8a2f96bd444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bd7790c0c364efb" /><Relationship Type="http://schemas.openxmlformats.org/officeDocument/2006/relationships/notesSlide" Target="/ppt/notesSlides/notesSlide10.xml" Id="R55eb820332d3434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0ff24d74115414b" /><Relationship Type="http://schemas.openxmlformats.org/officeDocument/2006/relationships/notesSlide" Target="/ppt/notesSlides/notesSlide11.xml" Id="R4ea0768e900345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649d940c1dc4c23" /><Relationship Type="http://schemas.openxmlformats.org/officeDocument/2006/relationships/notesSlide" Target="/ppt/notesSlides/notesSlide12.xml" Id="R4de9749597284c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aaa63a06e374dd8" /><Relationship Type="http://schemas.openxmlformats.org/officeDocument/2006/relationships/notesSlide" Target="/ppt/notesSlides/notesSlide13.xml" Id="R54c12a010215417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6e493d25ccd4036" /><Relationship Type="http://schemas.openxmlformats.org/officeDocument/2006/relationships/notesSlide" Target="/ppt/notesSlides/notesSlide14.xml" Id="Rf6d2ccfd6e27491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014944bfa884b7c" /><Relationship Type="http://schemas.openxmlformats.org/officeDocument/2006/relationships/notesSlide" Target="/ppt/notesSlides/notesSlide15.xml" Id="R2d632cd4a0ce47d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f75de4ea5f34c98" /><Relationship Type="http://schemas.openxmlformats.org/officeDocument/2006/relationships/notesSlide" Target="/ppt/notesSlides/notesSlide16.xml" Id="Re1b9e1dfdbfb4c5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dedb9e62b724bd6" /><Relationship Type="http://schemas.openxmlformats.org/officeDocument/2006/relationships/notesSlide" Target="/ppt/notesSlides/notesSlide17.xml" Id="R2dea2377bed84c3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84c6a9edc72405f" /><Relationship Type="http://schemas.openxmlformats.org/officeDocument/2006/relationships/notesSlide" Target="/ppt/notesSlides/notesSlide18.xml" Id="R57c3507855754c9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194a51735444860" /><Relationship Type="http://schemas.openxmlformats.org/officeDocument/2006/relationships/hyperlink" Target="https://docs.google.com/forms/d/e/1FAIpQLScq0XkP-55fa9_XY4ixHKtDNdilmStAZ89FkjBdv1vJvQba-g/viewform" TargetMode="External" Id="R5bfb66f7fbea4ca4" /><Relationship Type="http://schemas.openxmlformats.org/officeDocument/2006/relationships/notesSlide" Target="/ppt/notesSlides/notesSlide19.xml" Id="R8f105d3f6f5b450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8331f616e434cf0" /><Relationship Type="http://schemas.openxmlformats.org/officeDocument/2006/relationships/notesSlide" Target="/ppt/notesSlides/notesSlide20.xml" Id="R50c07eabfc40458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0c08d28b0ed418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D826E4-9DE3-48A6-ACEE-23FCAEF5C50A}"/>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A6AD04F-4728-44E3-9111-2C078324B4D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7</a:t>
            </a:r>
          </a:p>
        </p:txBody>
      </p:sp>
      <p:sp>
        <p:nvSpPr>
          <p:cNvPr id="4" name="">
            <a:extLst xmlns:a="http://schemas.openxmlformats.org/drawingml/2006/main">
              <a:ext uri="{FF2B5EF4-FFF2-40B4-BE49-F238E27FC236}">
                <a16:creationId xmlns:a16="http://schemas.microsoft.com/office/drawing/2014/main" id="{C0A9397F-7B7B-44FE-831E-6DA5A2667C0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D0E2EAC7-FBFF-4E7F-B769-EF584D0BBD2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F3CED856-6DD7-4E1B-A0F0-A77C393C908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11352078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BE401C-757F-48A2-8F01-5FF07CEE0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D43FA7-DC2B-43F7-B0DA-F6A1C71F7E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D452AF7-764F-4EBB-A578-40F5439EC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9D5121A-1DF8-47EC-8475-9A24AF47439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8568BE-FCA3-45CB-A819-F5E3E8299A9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6CC282C1-53A7-4420-8097-C1496643EAD0}"/>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xmlns:a="http://schemas.openxmlformats.org/drawingml/2006/main">
              <a:ext uri="{FF2B5EF4-FFF2-40B4-BE49-F238E27FC236}">
                <a16:creationId xmlns:a16="http://schemas.microsoft.com/office/drawing/2014/main" id="{3BD106A5-5F85-4E12-8FB8-9390A46232F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00BDE71-BA33-4416-B43A-9C1E66E8F4CA}"/>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xmlns:a="http://schemas.openxmlformats.org/drawingml/2006/main">
              <a:ext uri="{FF2B5EF4-FFF2-40B4-BE49-F238E27FC236}">
                <a16:creationId xmlns:a16="http://schemas.microsoft.com/office/drawing/2014/main" id="{EE2858D3-BFC4-4B20-B66C-D7B0CAFA35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a:t>
            </a:r>
          </a:p>
        </p:txBody>
      </p:sp>
    </p:spTree>
    <p:extLst>
      <p:ext uri="{BB962C8B-B14F-4D97-AF65-F5344CB8AC3E}">
        <p14:creationId xmlns:p14="http://schemas.microsoft.com/office/powerpoint/2010/main" val="9329721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D5A194-55F3-44D9-8E1E-46863889B6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940AD2-F4B1-4E62-80DF-62992519E8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6A512B-47E3-42A4-9BD4-2792B3DC83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EC55F5A-4C35-4501-BD1F-889CC6A2DAE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41F15C-4555-43E9-A210-FD3CA80B515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open the provided notebook and data on the prepared lab computer without internet?</a:t>
            </a:r>
          </a:p>
        </p:txBody>
      </p:sp>
      <p:sp>
        <p:nvSpPr>
          <p:cNvPr id="6" name="">
            <a:extLst xmlns:a="http://schemas.openxmlformats.org/drawingml/2006/main">
              <a:ext uri="{FF2B5EF4-FFF2-40B4-BE49-F238E27FC236}">
                <a16:creationId xmlns:a16="http://schemas.microsoft.com/office/drawing/2014/main" id="{272EC2C5-D22A-41F5-B328-FEFF6ED714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a:t>
            </a:r>
          </a:p>
        </p:txBody>
      </p:sp>
    </p:spTree>
    <p:extLst>
      <p:ext uri="{BB962C8B-B14F-4D97-AF65-F5344CB8AC3E}">
        <p14:creationId xmlns:p14="http://schemas.microsoft.com/office/powerpoint/2010/main" val="18505953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6726A6-7C64-475D-ACA7-7DEA11C317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15CFD1-35DC-45DF-9427-A46AEAAF99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5CCF6F-1318-41CC-AC4A-BB4E50B924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F20F8A8B-B984-46AF-AAC0-D332C4D4A9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7DCFE3-9C76-4082-978E-2CFA627E96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2EBB3D10-DBF2-44B5-90AB-47CBE63ACE7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B27C69-A590-4EE0-87A6-516FB58CB12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42A84E53-F509-4100-96F7-17B2302381F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44A53A-DC9C-4B7A-95B3-552D2F1AE1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268C5A2B-A2F9-4F49-98F8-9987365D88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a:t>
            </a:r>
          </a:p>
        </p:txBody>
      </p:sp>
    </p:spTree>
    <p:extLst>
      <p:ext uri="{BB962C8B-B14F-4D97-AF65-F5344CB8AC3E}">
        <p14:creationId xmlns:p14="http://schemas.microsoft.com/office/powerpoint/2010/main" val="11443354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A75AE8-10C6-46A7-9213-5E3D74D4DE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D138A6-7F97-4839-88FF-34B67E022D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A4A534-C701-4CFA-82B6-A9010EC09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xmlns:a="http://schemas.openxmlformats.org/drawingml/2006/main">
              <a:ext uri="{FF2B5EF4-FFF2-40B4-BE49-F238E27FC236}">
                <a16:creationId xmlns:a16="http://schemas.microsoft.com/office/drawing/2014/main" id="{031925E6-40C8-4A9B-994E-4329DE9225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881D78-4553-4B5F-9FD6-421782CD43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xmlns:a="http://schemas.openxmlformats.org/drawingml/2006/main">
              <a:ext uri="{FF2B5EF4-FFF2-40B4-BE49-F238E27FC236}">
                <a16:creationId xmlns:a16="http://schemas.microsoft.com/office/drawing/2014/main" id="{1C42A77F-1408-43E6-AFB7-C694A31647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BB1321-4C56-4B73-9BB9-659A9FAE50A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xmlns:a="http://schemas.openxmlformats.org/drawingml/2006/main">
              <a:ext uri="{FF2B5EF4-FFF2-40B4-BE49-F238E27FC236}">
                <a16:creationId xmlns:a16="http://schemas.microsoft.com/office/drawing/2014/main" id="{324DC810-8F3B-4E40-BA6B-023C610930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096F65-EC9D-4841-9436-1DD4FCA10B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xmlns:a="http://schemas.openxmlformats.org/drawingml/2006/main">
              <a:ext uri="{FF2B5EF4-FFF2-40B4-BE49-F238E27FC236}">
                <a16:creationId xmlns:a16="http://schemas.microsoft.com/office/drawing/2014/main" id="{F9AE27E3-3499-4CB1-ABBE-3E2CD9DD04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a:t>
            </a:r>
          </a:p>
        </p:txBody>
      </p:sp>
    </p:spTree>
    <p:extLst>
      <p:ext uri="{BB962C8B-B14F-4D97-AF65-F5344CB8AC3E}">
        <p14:creationId xmlns:p14="http://schemas.microsoft.com/office/powerpoint/2010/main" val="7015347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430324-C6AC-4520-8E78-AD222E9FEE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CA451B-FC8C-4481-98BA-3CF4A5A22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8E9B70-73D1-43BD-81EA-F21C3AA234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64EC240B-7D29-46A9-BE8D-14D3D0E642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EF30D4-CB2F-42A5-9EB0-D2319F1290E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DE89B6B1-81FF-496F-B8AC-14A779C2475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7C1742-3FD1-4605-93F1-0F8405DC1FD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F08B8EBB-33DB-4E8F-9747-919A907D491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9A460E-FAFA-462E-A2A3-0C6DDA2B96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9F0A9A46-4131-4833-AEC7-4B6691CF8C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a:t>
            </a:r>
          </a:p>
        </p:txBody>
      </p:sp>
    </p:spTree>
    <p:extLst>
      <p:ext uri="{BB962C8B-B14F-4D97-AF65-F5344CB8AC3E}">
        <p14:creationId xmlns:p14="http://schemas.microsoft.com/office/powerpoint/2010/main" val="185341696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DE221FC-14D9-4C95-A7C8-04DE404E00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EB96CE-3B8B-453C-B42C-B989E693EE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027019-AB44-4785-8A55-E9DFEA40C7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64CBC92D-15E2-417D-89A2-1AA3E0C1A86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610739-6B82-46B7-BC32-748793EF4B4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8CA9FEE9-FA90-44EC-A1DB-14A5048D8ED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4D1206F-C577-427B-865B-66AF74DD60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F607D17-FEF1-4864-9FCF-A220C00415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4006910C-8322-46CC-9861-52745F21DC8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3B48BCDE-9C5D-4A2F-A252-CD51304F5E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722818F6-F0EE-40D0-8CC1-6DB34F0680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7</a:t>
            </a:r>
          </a:p>
        </p:txBody>
      </p:sp>
    </p:spTree>
    <p:extLst>
      <p:ext uri="{BB962C8B-B14F-4D97-AF65-F5344CB8AC3E}">
        <p14:creationId xmlns:p14="http://schemas.microsoft.com/office/powerpoint/2010/main" val="19898791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FD9A13-508A-4C70-A832-F78588E826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C573F8-A649-4F97-9CC1-55A25FC24D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AE4DC46-283A-406F-AC29-9E88BE7490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84958350-3E92-41F9-B675-78F76EC9D2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2D3D3B-AAC0-4E89-8D59-94ECC19EC7C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1C5C7AF8-3798-40CD-BC36-4D57DCD3FE3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79A805-E638-4506-821B-2D9BDC6B50E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FE20D90D-0E0B-4B61-AC32-30C5018700C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446B45-F23A-409B-AE55-F7A8979A2DF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25027CDE-28C6-4B27-BBDF-C4C7A23A52F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1012FD-05E8-4312-B1FB-D17E834FE0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CC4B1128-7696-4C38-9531-DB64377F27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8</a:t>
            </a:r>
          </a:p>
        </p:txBody>
      </p:sp>
    </p:spTree>
    <p:extLst>
      <p:ext uri="{BB962C8B-B14F-4D97-AF65-F5344CB8AC3E}">
        <p14:creationId xmlns:p14="http://schemas.microsoft.com/office/powerpoint/2010/main" val="158864730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7BCA28-F420-49F8-8861-CB6FA489AA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966399-51DB-477C-A5BC-D10CA3ACEC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69B05A-7630-43F3-A75A-402B081580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2FCE5F2F-45D3-4807-9C7E-6AEB27CAAB0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EB3E5B-B6B6-476A-9B9A-730669DFD6C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5550BD1-D3C0-4861-AAEC-96254D42612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CB62ECF0-5AAF-40AF-A5B8-D225E05BF89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DCE91F66-BFD4-4BBF-946F-140545486E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9</a:t>
            </a:r>
          </a:p>
        </p:txBody>
      </p:sp>
    </p:spTree>
    <p:extLst>
      <p:ext uri="{BB962C8B-B14F-4D97-AF65-F5344CB8AC3E}">
        <p14:creationId xmlns:p14="http://schemas.microsoft.com/office/powerpoint/2010/main" val="6194457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19A094-8541-4AC5-BD8D-99618964A0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BEF488-565A-4772-9669-8840C457A8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88982A4-FAF0-4AC1-8996-8FEF763067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7202E80B-4488-4DF9-880A-0FB3A91899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331728-15F1-4F91-8D78-C93C9B01BB0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B14EBB99-DA7A-4D98-B19B-15B291FC3F0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716912-62CE-4BD3-97C3-D6401441B86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3FBAFB94-F93C-43FB-B127-5783B9729F3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1E5E88-ABCD-4D34-BE36-0F5FF5BD195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04A2E66F-CF70-4F2C-A005-A6696E318B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10</a:t>
            </a:r>
          </a:p>
        </p:txBody>
      </p:sp>
    </p:spTree>
    <p:extLst>
      <p:ext uri="{BB962C8B-B14F-4D97-AF65-F5344CB8AC3E}">
        <p14:creationId xmlns:p14="http://schemas.microsoft.com/office/powerpoint/2010/main" val="163948495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A4F67D-20C1-4DC8-9E63-76CC9DC9F7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3898D3-599D-48D6-99B8-98863A49CF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1C1FA0-3F64-434A-BF14-DE77DF0A4B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3F28A44E-C02A-45F0-A8AF-20F822B999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B19FD0-601C-427D-9C51-3D1AA845F94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BDE325C2-2EF5-461C-BFCE-E309AB8FA38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A00F8E-F61C-4827-A5FA-EEF6E921449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A320ED4B-2124-41DD-84B4-9E6F06F3C6D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03A692-8463-44B1-8794-0B4F6FBC8FE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A9F60B5E-BDD4-47E9-A212-F5178121F41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8B0C09-1A02-43FA-B691-46DFB5E7B7E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D08D4584-3BE3-495D-8A11-780BD58673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11</a:t>
            </a:r>
          </a:p>
        </p:txBody>
      </p:sp>
    </p:spTree>
    <p:extLst>
      <p:ext uri="{BB962C8B-B14F-4D97-AF65-F5344CB8AC3E}">
        <p14:creationId xmlns:p14="http://schemas.microsoft.com/office/powerpoint/2010/main" val="17270861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BB9EB8-80EB-4624-B4BD-48AFCEF488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118115-147E-4D9B-BD23-D51E3F76A8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7F6349-F992-440A-ABF5-5A6EA1C881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8824B36A-7775-4ACB-A63E-ABEFAE01F0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20F019-0FE9-4CCE-A423-7ECCE2BC5D6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CAAC68A3-D18B-4124-AA79-A29D7256883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6687CA-0735-4016-B3FE-6D23AE9261E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00549CDB-3491-4F2F-9C78-582C198D28F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ED1E5C-1F3E-4CBA-BC22-D1320566B9A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F450FF4E-4931-4E42-BE26-CA4B7D44A42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0748970-003F-4521-B032-CB7CF76BD7A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397979F3-F46B-49AE-ACBB-689E523EC1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12</a:t>
            </a:r>
          </a:p>
        </p:txBody>
      </p:sp>
    </p:spTree>
    <p:extLst>
      <p:ext uri="{BB962C8B-B14F-4D97-AF65-F5344CB8AC3E}">
        <p14:creationId xmlns:p14="http://schemas.microsoft.com/office/powerpoint/2010/main" val="18755586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9EE5AF1-5434-4A17-A720-0F92025FF9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A08E74-CBEE-43E6-AE72-BE3006E57B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D3E824-739C-42BA-9E72-34A4F63970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09ED9570-73B3-493A-9AEF-36C90F1351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4409CF-E3DD-4940-9DD1-9E26A484550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C9334A65-4CCF-4353-A31D-7E7CDA008E9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AAE7BD-F289-4518-8D9D-20AC55DA3E1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xmlns:a="http://schemas.openxmlformats.org/drawingml/2006/main">
              <a:ext uri="{FF2B5EF4-FFF2-40B4-BE49-F238E27FC236}">
                <a16:creationId xmlns:a16="http://schemas.microsoft.com/office/drawing/2014/main" id="{614E4C90-5CCC-40CF-A74C-C1ECCBA92F1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80EC1B-85DF-4C14-96E4-DD9F29ACA40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xmlns:a="http://schemas.openxmlformats.org/drawingml/2006/main">
              <a:ext uri="{FF2B5EF4-FFF2-40B4-BE49-F238E27FC236}">
                <a16:creationId xmlns:a16="http://schemas.microsoft.com/office/drawing/2014/main" id="{FFEB9148-BA1A-41A7-A05E-6D495A04216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6D7EE4-82AD-4FAB-84E4-1366A906FCF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xmlns:a="http://schemas.openxmlformats.org/drawingml/2006/main">
              <a:ext uri="{FF2B5EF4-FFF2-40B4-BE49-F238E27FC236}">
                <a16:creationId xmlns:a16="http://schemas.microsoft.com/office/drawing/2014/main" id="{F2EBE4BE-A690-4B85-9921-EC8BBC2D27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13</a:t>
            </a:r>
          </a:p>
        </p:txBody>
      </p:sp>
    </p:spTree>
    <p:extLst>
      <p:ext uri="{BB962C8B-B14F-4D97-AF65-F5344CB8AC3E}">
        <p14:creationId xmlns:p14="http://schemas.microsoft.com/office/powerpoint/2010/main" val="158596490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558CB1-F452-4E1A-81D7-16EC2B7F14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DD8F53-B44A-4F6B-930E-9136716ECE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D2E430-36B0-4D63-8E7C-051DD5C06C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F35D830F-63FF-4433-98EC-5F5F1DB1EB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CE2E4A-DF86-4EEE-9BA0-7B70807E915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CB7D135C-EBE0-40E0-9373-E4D36165CF2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C12036-6FD3-4C2D-A8D5-B11CA3817D5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E949A355-EF86-4A0F-87DD-B55EAFA3CDE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BC157D-ED1E-4B64-9E2A-7E94E588FE1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9AED5DFF-66E6-4798-B8AC-5E871DAE29A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A300BDA-5870-4EAF-841F-EB384749875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65E59282-9F5B-402C-82EE-2D7C5ADEF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14</a:t>
            </a:r>
          </a:p>
        </p:txBody>
      </p:sp>
    </p:spTree>
    <p:extLst>
      <p:ext uri="{BB962C8B-B14F-4D97-AF65-F5344CB8AC3E}">
        <p14:creationId xmlns:p14="http://schemas.microsoft.com/office/powerpoint/2010/main" val="18862741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867965-F72B-4E7D-938A-06D5134B83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0326CC-EB99-4BA9-AE2A-34D8FF50EC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FCFF62-0E83-40FF-8ACD-0BF45DEA92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BD96A307-D5A4-49D9-BBF7-8294918013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EDEFF5-03E9-42C0-9A15-71AF2A422EF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77DE7878-9516-4FE8-BC6F-9B4C38CA490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704038-403E-45D8-AD4E-027EADF488C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4866A4C8-7A8A-4763-BDDB-61E7A658160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859CEF-FF0A-49DA-8939-18E531D2BEF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5EE34255-87BF-4163-9400-E4FE404B98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69F9EC6-E5E0-4792-B569-49EC610B8A7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FD01DEFC-0DBA-462C-8D43-C42606D471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15</a:t>
            </a:r>
          </a:p>
        </p:txBody>
      </p:sp>
    </p:spTree>
    <p:extLst>
      <p:ext uri="{BB962C8B-B14F-4D97-AF65-F5344CB8AC3E}">
        <p14:creationId xmlns:p14="http://schemas.microsoft.com/office/powerpoint/2010/main" val="10507348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F8198F-6587-459A-BB5F-4F83A589FB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16F0B3-3EF8-4159-A90E-71536EA074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291F04-D156-476B-9932-A672A1C599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0B25D242-4818-4318-828E-F9046744E7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1DD8DA-9AC3-4C9B-89E2-558572C9D42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A048964E-ED16-493A-87A3-693B3FEA193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A7A511-2A0F-4A1D-B27D-AC05D5BCD65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FFACB781-7A01-43B1-88E0-A9648D4648B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6123E9-C525-49B1-9DF6-CBFDD0A3295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B9B30C6E-D4E5-4655-8339-55F53F5D772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85EF3DA-30F9-44CA-A283-D6601C9355F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09F131BB-C359-4293-B665-CC5173428B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16</a:t>
            </a:r>
          </a:p>
        </p:txBody>
      </p:sp>
    </p:spTree>
    <p:extLst>
      <p:ext uri="{BB962C8B-B14F-4D97-AF65-F5344CB8AC3E}">
        <p14:creationId xmlns:p14="http://schemas.microsoft.com/office/powerpoint/2010/main" val="2470253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630BCB-3E00-4668-8923-231FC5DE75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A6B1C5-27D5-464E-94E6-E58A9CC680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17FD93-2DAF-4F0D-82A9-5AF2B556E6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7D3E884E-83FD-4FBE-B4FA-DD98276D5C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EDE4D9-6FC4-4A9B-91F6-863466D2337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026DBD6D-1C72-4241-9B67-25AA666739A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C3C1EE-FDA4-4BB3-A868-6EEE2815D8E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777E40EB-3DB9-44DC-BFF5-DAC48F80FBF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D0F776-57CF-48FE-BA9E-B3390F18491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16859D0B-68C4-408E-A103-5A479F5EC41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435D8AD-DE5E-457A-AA46-AE79DCD188D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1FC5BA4F-E456-43E2-B36F-D00F138BFB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17</a:t>
            </a:r>
          </a:p>
        </p:txBody>
      </p:sp>
    </p:spTree>
    <p:extLst>
      <p:ext uri="{BB962C8B-B14F-4D97-AF65-F5344CB8AC3E}">
        <p14:creationId xmlns:p14="http://schemas.microsoft.com/office/powerpoint/2010/main" val="6520489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6053A3D-C764-4410-B857-5CA5304EFD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40E0A6-8805-4887-B2BC-1E269552CC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A70535-E681-45A1-992C-0D9B2F3D02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3DE8DAC1-B649-4C74-BF9E-57D33DACED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133F97-596A-4D2D-905C-3E40551BF8B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A890CBF3-D4EE-49FC-ACC3-9815C39157B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0AE735-4538-4AF6-A909-DF3A8C16060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24B0D894-F7BD-45CA-8061-C28A5D299EB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CC04BC-B3B0-4F9E-BC43-2374D4F7566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C6495D78-E53E-4C9F-974C-31A39180FB1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51F17D5-05ED-45B2-8DB3-F0C7D21CF32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85279A72-2AC8-407A-A2C3-7AD15EA1E8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18</a:t>
            </a:r>
          </a:p>
        </p:txBody>
      </p:sp>
    </p:spTree>
    <p:extLst>
      <p:ext uri="{BB962C8B-B14F-4D97-AF65-F5344CB8AC3E}">
        <p14:creationId xmlns:p14="http://schemas.microsoft.com/office/powerpoint/2010/main" val="5675123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7C8755-33B4-44AB-BEC4-890676A204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429A5A-13FD-45E3-ADAA-0D796DC5A7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714E24A-CFA9-4FD5-82DA-8977A5E504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xmlns:a="http://schemas.openxmlformats.org/drawingml/2006/main">
              <a:ext uri="{FF2B5EF4-FFF2-40B4-BE49-F238E27FC236}">
                <a16:creationId xmlns:a16="http://schemas.microsoft.com/office/drawing/2014/main" id="{676AF341-895A-459F-87E5-73A0D8712AA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F4BA81-BD9D-4452-AC31-95D6223CFAC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3CABCD85-7527-48D7-93C3-FDDBE85A986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DD2CF2-3623-43D3-B12B-DFA08DC84EB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C40DBAAB-A49A-4A3C-8F66-E59DB0EAA2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A78710-B35A-4D1B-B104-D83935C20A9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ACC4628D-2065-4CAA-9E86-BB6AB6F1D1C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B26598F-C580-42D2-ABC8-46205C6C7B0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BE3FEE76-BA4B-4121-BB20-7632B6785BF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5426A5D-86B8-4F26-82EA-528C197833A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bfb66f7fbea4ca4"/>
              </a:rPr>
              <a:t>Open TEST1 assignment form</a:t>
            </a:r>
          </a:p>
        </p:txBody>
      </p:sp>
      <p:sp>
        <p:nvSpPr>
          <p:cNvPr id="14" name="">
            <a:extLst xmlns:a="http://schemas.openxmlformats.org/drawingml/2006/main">
              <a:ext uri="{FF2B5EF4-FFF2-40B4-BE49-F238E27FC236}">
                <a16:creationId xmlns:a16="http://schemas.microsoft.com/office/drawing/2014/main" id="{D7B82CE8-81F8-4366-A912-3DFC5E5411D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https://docs.google.com/forms/d/e/1FAIpQLScq0XkP-55fa9_XY4ixHKtDNdilmStAZ89FkjBdv1vJvQba-g/viewform</a:t>
            </a:r>
          </a:p>
        </p:txBody>
      </p:sp>
      <p:sp>
        <p:nvSpPr>
          <p:cNvPr id="15" name="">
            <a:extLst xmlns:a="http://schemas.openxmlformats.org/drawingml/2006/main">
              <a:ext uri="{FF2B5EF4-FFF2-40B4-BE49-F238E27FC236}">
                <a16:creationId xmlns:a16="http://schemas.microsoft.com/office/drawing/2014/main" id="{CD87D853-6303-4837-A6F5-2BC2A50FA4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19</a:t>
            </a:r>
          </a:p>
        </p:txBody>
      </p:sp>
    </p:spTree>
    <p:extLst>
      <p:ext uri="{BB962C8B-B14F-4D97-AF65-F5344CB8AC3E}">
        <p14:creationId xmlns:p14="http://schemas.microsoft.com/office/powerpoint/2010/main" val="810804078"/>
      </p:ext>
    </p:extLst>
  </p:cSld>
</p:sld>
</file>

<file path=ppt/slides/slide2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5B6FA372-DBE7-4925-9CD4-9B29982D6B1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F317DBF2-8D1E-4FCD-A82F-6380AC2D0C7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F95BE6B9-E581-4A3B-AF01-532194B72709}"/>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E50EADA8-5E0A-4D14-B48B-9FD7DF9D3696}"/>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07524098-018A-4472-AB85-D7D0B06E0EEF}"/>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2200F817-64E2-45EF-A9DE-5ABAB551544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7   20</a:t>
            </a:r>
          </a:p>
        </p:txBody>
      </p:sp>
    </p:spTree>
    <p:extLst>
      <p:ext uri="{BB962C8B-B14F-4D97-AF65-F5344CB8AC3E}">
        <ns3:creationId val="14148926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2026-09-28T21:45:02.6790000Z</dcterms:created>
  <dcterms:modified xsi:type="dcterms:W3CDTF">2026-09-28T21:45:02.6790000Z</dcterms:modified>
</coreProperties>
</file>