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33aab365bb74787" /><Relationship Type="http://schemas.openxmlformats.org/officeDocument/2006/relationships/extended-properties" Target="/docProps/app.xml" Id="R2929808341dd4977" /><Relationship Type="http://schemas.openxmlformats.org/officeDocument/2006/relationships/officeDocument" Target="/ppt/presentation.xml" Id="R9a8fbe6833b446af" /></Relationships>
</file>

<file path=ppt/presentation.xml><?xml version="1.0" encoding="utf-8"?>
<p:presentation xmlns:p="http://schemas.openxmlformats.org/presentationml/2006/main">
  <p:sldMasterIdLst>
    <p:sldMasterId xmlns:r="http://schemas.openxmlformats.org/officeDocument/2006/relationships" id="2147483648" r:id="Rb4c29c4eb0514967"/>
  </p:sldMasterIdLst>
  <p:notesMasterIdLst>
    <p:notesMasterId xmlns:r="http://schemas.openxmlformats.org/officeDocument/2006/relationships" r:id="R75ee615cdad2496d"/>
  </p:notesMasterIdLst>
  <p:sldIdLst>
    <p:sldId xmlns:r="http://schemas.openxmlformats.org/officeDocument/2006/relationships" id="256" r:id="R8e5f201a47634a30"/>
    <p:sldId xmlns:r="http://schemas.openxmlformats.org/officeDocument/2006/relationships" id="257" r:id="Rd1a1a85ec21444a8"/>
    <p:sldId xmlns:r="http://schemas.openxmlformats.org/officeDocument/2006/relationships" id="258" r:id="R9fdeb7b741ad4283"/>
    <p:sldId xmlns:r="http://schemas.openxmlformats.org/officeDocument/2006/relationships" id="259" r:id="R7c822084ac6a4e98"/>
    <p:sldId xmlns:r="http://schemas.openxmlformats.org/officeDocument/2006/relationships" id="260" r:id="R4b1ffbacd4024e3d"/>
    <p:sldId xmlns:r="http://schemas.openxmlformats.org/officeDocument/2006/relationships" id="261" r:id="Rb4057e635cec430a"/>
    <p:sldId xmlns:r="http://schemas.openxmlformats.org/officeDocument/2006/relationships" id="262" r:id="Rd6ca900556724314"/>
    <p:sldId xmlns:r="http://schemas.openxmlformats.org/officeDocument/2006/relationships" id="263" r:id="Rcb2aa062b3114d4b"/>
    <p:sldId xmlns:r="http://schemas.openxmlformats.org/officeDocument/2006/relationships" id="264" r:id="R38ff158d5c544695"/>
    <p:sldId xmlns:r="http://schemas.openxmlformats.org/officeDocument/2006/relationships" id="265" r:id="R1b14a09ec8d04967"/>
    <p:sldId xmlns:r="http://schemas.openxmlformats.org/officeDocument/2006/relationships" id="266" r:id="R6693e61bb4e14f55"/>
    <p:sldId xmlns:r="http://schemas.openxmlformats.org/officeDocument/2006/relationships" id="267" r:id="R39a61c11a82f4866"/>
    <p:sldId xmlns:r="http://schemas.openxmlformats.org/officeDocument/2006/relationships" id="268" r:id="Rd530ed9555a243cf"/>
    <p:sldId xmlns:r="http://schemas.openxmlformats.org/officeDocument/2006/relationships" id="269" r:id="R59d068e6e01d41a1"/>
    <p:sldId xmlns:r="http://schemas.openxmlformats.org/officeDocument/2006/relationships" id="270" r:id="Rb2ddd3b153ce4dd5"/>
    <p:sldId xmlns:r="http://schemas.openxmlformats.org/officeDocument/2006/relationships" id="271" r:id="R2dd6c1c1bac742ff"/>
    <p:sldId xmlns:r="http://schemas.openxmlformats.org/officeDocument/2006/relationships" id="272" r:id="Rd87ce3020ce541b3"/>
    <p:sldId xmlns:r="http://schemas.openxmlformats.org/officeDocument/2006/relationships" id="273" r:id="R9931280ff7cf4120"/>
    <p:sldId xmlns:r="http://schemas.openxmlformats.org/officeDocument/2006/relationships" id="274" r:id="R77006aa81d364a7b"/>
    <p:sldId xmlns:r="http://schemas.openxmlformats.org/officeDocument/2006/relationships" id="275" r:id="Rdec0cc59391a4254"/>
    <p:sldId xmlns:r="http://schemas.openxmlformats.org/officeDocument/2006/relationships" id="276" r:id="R7b6e96a563834339"/>
    <p:sldId xmlns:r="http://schemas.openxmlformats.org/officeDocument/2006/relationships" id="277" r:id="R75a243f062e34c5e"/>
    <p:sldId xmlns:r="http://schemas.openxmlformats.org/officeDocument/2006/relationships" id="278" r:id="Rde9e68bd5cdd4aac"/>
    <p:sldId xmlns:r="http://schemas.openxmlformats.org/officeDocument/2006/relationships" id="279" r:id="R25c8d6edeccb4b9e"/>
    <p:sldId xmlns:r="http://schemas.openxmlformats.org/officeDocument/2006/relationships" id="280" r:id="R991509ab68444af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54af3be2dd94925" /><Relationship Type="http://schemas.openxmlformats.org/officeDocument/2006/relationships/slideMaster" Target="/ppt/slideMasters/slideMaster1.xml" Id="Rb4c29c4eb0514967" /><Relationship Type="http://schemas.openxmlformats.org/officeDocument/2006/relationships/notesMaster" Target="/ppt/notesMasters/notesMaster1.xml" Id="R75ee615cdad2496d" /><Relationship Type="http://schemas.openxmlformats.org/officeDocument/2006/relationships/presProps" Target="/ppt/presProps.xml" Id="R70cc79a22a5a4242" /><Relationship Type="http://schemas.openxmlformats.org/officeDocument/2006/relationships/tableStyles" Target="/ppt/tableStyles.xml" Id="R464cb82b1fd349ec" /><Relationship Type="http://schemas.openxmlformats.org/officeDocument/2006/relationships/slide" Target="/ppt/slides/slide1.xml" Id="R8e5f201a47634a30" /><Relationship Type="http://schemas.openxmlformats.org/officeDocument/2006/relationships/slide" Target="/ppt/slides/slide2.xml" Id="Rd1a1a85ec21444a8" /><Relationship Type="http://schemas.openxmlformats.org/officeDocument/2006/relationships/slide" Target="/ppt/slides/slide3.xml" Id="R9fdeb7b741ad4283" /><Relationship Type="http://schemas.openxmlformats.org/officeDocument/2006/relationships/slide" Target="/ppt/slides/slide4.xml" Id="R7c822084ac6a4e98" /><Relationship Type="http://schemas.openxmlformats.org/officeDocument/2006/relationships/slide" Target="/ppt/slides/slide5.xml" Id="R4b1ffbacd4024e3d" /><Relationship Type="http://schemas.openxmlformats.org/officeDocument/2006/relationships/slide" Target="/ppt/slides/slide6.xml" Id="Rb4057e635cec430a" /><Relationship Type="http://schemas.openxmlformats.org/officeDocument/2006/relationships/slide" Target="/ppt/slides/slide7.xml" Id="Rd6ca900556724314" /><Relationship Type="http://schemas.openxmlformats.org/officeDocument/2006/relationships/slide" Target="/ppt/slides/slide8.xml" Id="Rcb2aa062b3114d4b" /><Relationship Type="http://schemas.openxmlformats.org/officeDocument/2006/relationships/slide" Target="/ppt/slides/slide9.xml" Id="R38ff158d5c544695" /><Relationship Type="http://schemas.openxmlformats.org/officeDocument/2006/relationships/slide" Target="/ppt/slides/slide10.xml" Id="R1b14a09ec8d04967" /><Relationship Type="http://schemas.openxmlformats.org/officeDocument/2006/relationships/slide" Target="/ppt/slides/slide11.xml" Id="R6693e61bb4e14f55" /><Relationship Type="http://schemas.openxmlformats.org/officeDocument/2006/relationships/slide" Target="/ppt/slides/slide12.xml" Id="R39a61c11a82f4866" /><Relationship Type="http://schemas.openxmlformats.org/officeDocument/2006/relationships/slide" Target="/ppt/slides/slide13.xml" Id="Rd530ed9555a243cf" /><Relationship Type="http://schemas.openxmlformats.org/officeDocument/2006/relationships/slide" Target="/ppt/slides/slide14.xml" Id="R59d068e6e01d41a1" /><Relationship Type="http://schemas.openxmlformats.org/officeDocument/2006/relationships/slide" Target="/ppt/slides/slide15.xml" Id="Rb2ddd3b153ce4dd5" /><Relationship Type="http://schemas.openxmlformats.org/officeDocument/2006/relationships/slide" Target="/ppt/slides/slide16.xml" Id="R2dd6c1c1bac742ff" /><Relationship Type="http://schemas.openxmlformats.org/officeDocument/2006/relationships/slide" Target="/ppt/slides/slide17.xml" Id="Rd87ce3020ce541b3" /><Relationship Type="http://schemas.openxmlformats.org/officeDocument/2006/relationships/slide" Target="/ppt/slides/slide18.xml" Id="R9931280ff7cf4120" /><Relationship Type="http://schemas.openxmlformats.org/officeDocument/2006/relationships/slide" Target="/ppt/slides/slide19.xml" Id="R77006aa81d364a7b" /><Relationship Type="http://schemas.openxmlformats.org/officeDocument/2006/relationships/slide" Target="/ppt/slides/slide20.xml" Id="Rdec0cc59391a4254" /><Relationship Type="http://schemas.openxmlformats.org/officeDocument/2006/relationships/slide" Target="/ppt/slides/slide21.xml" Id="R7b6e96a563834339" /><Relationship Type="http://schemas.openxmlformats.org/officeDocument/2006/relationships/slide" Target="/ppt/slides/slide22.xml" Id="R75a243f062e34c5e" /><Relationship Type="http://schemas.openxmlformats.org/officeDocument/2006/relationships/slide" Target="/ppt/slides/slide23.xml" Id="Rde9e68bd5cdd4aac" /><Relationship Type="http://schemas.openxmlformats.org/officeDocument/2006/relationships/slide" Target="/ppt/slides/slide24.xml" Id="R25c8d6edeccb4b9e" /><Relationship Type="http://schemas.openxmlformats.org/officeDocument/2006/relationships/slide" Target="/ppt/slides/slide25.xml" Id="R991509ab68444af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983eaa7d5641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e5a0480373d454b" /><Relationship Type="http://schemas.openxmlformats.org/officeDocument/2006/relationships/notesMaster" Target="/ppt/notesMasters/notesMaster1.xml" Id="Rd8f88b64ae4045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f2ab0cdef44c16" /><Relationship Type="http://schemas.openxmlformats.org/officeDocument/2006/relationships/notesMaster" Target="/ppt/notesMasters/notesMaster1.xml" Id="Rb2ad6108af2a4de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6c12317eec1427f" /><Relationship Type="http://schemas.openxmlformats.org/officeDocument/2006/relationships/notesMaster" Target="/ppt/notesMasters/notesMaster1.xml" Id="R3323530f6ccf4a11"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3d9326f2574305" /><Relationship Type="http://schemas.openxmlformats.org/officeDocument/2006/relationships/notesMaster" Target="/ppt/notesMasters/notesMaster1.xml" Id="Rfb975b6bccf74c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f5908135ad142a6" /><Relationship Type="http://schemas.openxmlformats.org/officeDocument/2006/relationships/notesMaster" Target="/ppt/notesMasters/notesMaster1.xml" Id="R20149c9ae8c0493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355ac9e4034f70" /><Relationship Type="http://schemas.openxmlformats.org/officeDocument/2006/relationships/notesMaster" Target="/ppt/notesMasters/notesMaster1.xml" Id="Rc812cf478fab4bb1" /></Relationships>
</file>

<file path=ppt/notesSlides/_rels/notesSlide7.xml.rels>&#65279;<?xml version="1.0" encoding="utf-8"?><Relationships xmlns="http://schemas.openxmlformats.org/package/2006/relationships"><Relationship Type="http://schemas.openxmlformats.org/officeDocument/2006/relationships/slide" Target="/ppt/slides/slide7.xml" Id="R2006e38bd7d9400f" /><Relationship Type="http://schemas.openxmlformats.org/officeDocument/2006/relationships/notesMaster" Target="/ppt/notesMasters/notesMaster1.xml" Id="Rc6fe75075a1545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5a3edd1cd2624e2d" /><Relationship Type="http://schemas.openxmlformats.org/officeDocument/2006/relationships/notesMaster" Target="/ppt/notesMasters/notesMaster1.xml" Id="Rdb67a1425c6e43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071eaaf8ed8f4783" /><Relationship Type="http://schemas.openxmlformats.org/officeDocument/2006/relationships/notesMaster" Target="/ppt/notesMasters/notesMaster1.xml" Id="R8553431026924a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27a6d2256aa4291" /><Relationship Type="http://schemas.openxmlformats.org/officeDocument/2006/relationships/notesMaster" Target="/ppt/notesMasters/notesMaster1.xml" Id="Rdc80586ba7b24d2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e56dc491df54096" /><Relationship Type="http://schemas.openxmlformats.org/officeDocument/2006/relationships/notesMaster" Target="/ppt/notesMasters/notesMaster1.xml" Id="R08a52c433d554a5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2f31db82ebb4003" /><Relationship Type="http://schemas.openxmlformats.org/officeDocument/2006/relationships/notesMaster" Target="/ppt/notesMasters/notesMaster1.xml" Id="R5f13994b1793444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b4a27ca2a524a53" /><Relationship Type="http://schemas.openxmlformats.org/officeDocument/2006/relationships/notesMaster" Target="/ppt/notesMasters/notesMaster1.xml" Id="R4e26d3c34b184bf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594721896f5480d" /><Relationship Type="http://schemas.openxmlformats.org/officeDocument/2006/relationships/notesMaster" Target="/ppt/notesMasters/notesMaster1.xml" Id="R91df9358acd048d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d34522fa3414f33" /><Relationship Type="http://schemas.openxmlformats.org/officeDocument/2006/relationships/notesMaster" Target="/ppt/notesMasters/notesMaster1.xml" Id="Ra6ecab79f9d4415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b3aafd4332d4e7e" /><Relationship Type="http://schemas.openxmlformats.org/officeDocument/2006/relationships/notesMaster" Target="/ppt/notesMasters/notesMaster1.xml" Id="R0b8edcebd8eb4fc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7760d10b1d942bd" /><Relationship Type="http://schemas.openxmlformats.org/officeDocument/2006/relationships/notesMaster" Target="/ppt/notesMasters/notesMaster1.xml" Id="R2d69f4c0c5b14c6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114902be9be4fd4" /><Relationship Type="http://schemas.openxmlformats.org/officeDocument/2006/relationships/notesMaster" Target="/ppt/notesMasters/notesMaster1.xml" Id="Rb1538a945893410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82639ec92a84885" /><Relationship Type="http://schemas.openxmlformats.org/officeDocument/2006/relationships/notesMaster" Target="/ppt/notesMasters/notesMaster1.xml" Id="R2e73a5efa0a84cb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577cc8cd2004ca4" /><Relationship Type="http://schemas.openxmlformats.org/officeDocument/2006/relationships/notesMaster" Target="/ppt/notesMasters/notesMaster1.xml" Id="Rfa9bc9ba0db9452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fe47e52fc6e44ae" /><Relationship Type="http://schemas.openxmlformats.org/officeDocument/2006/relationships/notesMaster" Target="/ppt/notesMasters/notesMaster1.xml" Id="Rb30bdc9fd16947f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d6f65b604ce41cd" /><Relationship Type="http://schemas.openxmlformats.org/officeDocument/2006/relationships/notesMaster" Target="/ppt/notesMasters/notesMaster1.xml" Id="Reb5744a464d4476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6e71f9ea069441b" /><Relationship Type="http://schemas.openxmlformats.org/officeDocument/2006/relationships/notesMaster" Target="/ppt/notesMasters/notesMaster1.xml" Id="R0550087c88d2445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b0b6f04aca544cc" /><Relationship Type="http://schemas.openxmlformats.org/officeDocument/2006/relationships/notesMaster" Target="/ppt/notesMasters/notesMaster1.xml" Id="R6a7f693fdd45423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21aabe88fef40ab" /><Relationship Type="http://schemas.openxmlformats.org/officeDocument/2006/relationships/notesMaster" Target="/ppt/notesMasters/notesMaster1.xml" Id="Rd04d0e4e8f574872"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Making the project understandable and runnable</a:t>
            </a:r>
          </a:p>
          <a:p>
            <a:r>
              <a:t>CML3112, Week 13, slide 1</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13, slide 2</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Run the project from a fresh session.</a:t>
            </a:r>
          </a:p>
          <a:p>
            <a:r>
              <a:t/>
            </a:r>
          </a:p>
          <a:p>
            <a:r>
              <a:t>Repair unclear run instructions using a fresh run.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CML3112, Week 13, slide 3</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models and charts already exist. The remaining task is to make the evidence understandable and runnable from the supplied files.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CML3112, Week 13, slide 4</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project is ready for handover when its files and written instructions reproduce its results in a fresh session. Check each claim against the results in your notebook.</a:t>
            </a:r>
          </a:p>
          <a:p>
            <a:r>
              <a:t/>
            </a:r>
          </a:p>
          <a:p>
            <a:r>
              <a:t>Continue to</a:t>
            </a:r>
          </a:p>
          <a:p>
            <a:r>
              <a:t>Reproducibility and Dependency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Reproducibility and Dependency</a:t>
            </a:r>
          </a:p>
          <a:p>
            <a:r>
              <a:t>CML3112, Week 13, slide 5</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Reproducibility: Another person can use the stated data, environment and steps to check the result. Terminology varies; state the operational test.</a:t>
            </a:r>
          </a:p>
          <a:p>
            <a:r>
              <a:t>Dependency: A package your code needs. Record versions actually used, rather than guessing them.</a:t>
            </a:r>
          </a:p>
          <a:p>
            <a:r>
              <a:t/>
            </a:r>
          </a:p>
          <a:p>
            <a:r>
              <a:t>Continue to</a:t>
            </a:r>
          </a:p>
          <a:p>
            <a:r>
              <a:t>Relative path and README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Relative path and README</a:t>
            </a:r>
          </a:p>
          <a:p>
            <a:r>
              <a:t>CML3112, Week 13, slide 6</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Relative path: A location interpreted from the current working folder. It is not always relative to the notebook file itself.</a:t>
            </a:r>
          </a:p>
          <a:p>
            <a:r>
              <a:t>README: The project’s instructions: question, files, data source, environment, run order, results and limitations.</a:t>
            </a:r>
          </a:p>
          <a:p>
            <a:r>
              <a:t/>
            </a:r>
          </a:p>
          <a:p>
            <a:r>
              <a:t>Continue to</a:t>
            </a:r>
          </a:p>
          <a:p>
            <a:r>
              <a:t>A useful README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useful README</a:t>
            </a:r>
          </a:p>
          <a:p>
            <a:r>
              <a:t>CML3112, Week 13, slide 7</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State the engineering question and target unit.</a:t>
            </a:r>
          </a:p>
          <a:p>
            <a:r>
              <a:t/>
            </a:r>
          </a:p>
          <a:p>
            <a:r>
              <a:t>List the supplied data and required software versions.</a:t>
            </a:r>
          </a:p>
          <a:p>
            <a:r>
              <a:t/>
            </a:r>
          </a:p>
          <a:p>
            <a:r>
              <a:t>Give the order for running the notebook from a fresh session.</a:t>
            </a:r>
          </a:p>
          <a:p>
            <a:r>
              <a:t/>
            </a:r>
          </a:p>
          <a:p>
            <a:r>
              <a:t>State limitations and each member’s contribution.</a:t>
            </a:r>
          </a:p>
          <a:p>
            <a:r>
              <a:t/>
            </a:r>
          </a:p>
          <a:p>
            <a:r>
              <a:t>Continue to</a:t>
            </a:r>
          </a:p>
          <a:p>
            <a:r>
              <a:t>Someone else needs to reproduce the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Someone else needs to reproduce the result</a:t>
            </a:r>
          </a:p>
          <a:p>
            <a:r>
              <a:t>CML3112, Week 13, slide 8</a:t>
            </a:r>
          </a:p>
          <a:p>
            <a:r>
              <a:t/>
            </a:r>
          </a:p>
          <a:p>
            <a:r>
              <a:t>Explanation to give</a:t>
            </a:r>
          </a:p>
          <a:p>
            <a:r>
              <a:t>Describe a handover as a reproducibility test carried out with only the delivered files and written directions. The person checking it should not need your memory of previous actions.</a:t>
            </a:r>
          </a:p>
          <a:p>
            <a:r>
              <a:t/>
            </a:r>
          </a:p>
          <a:p>
            <a:r>
              <a:t>Worked illustration / lecturer answer</a:t>
            </a:r>
          </a:p>
          <a:p>
            <a:r>
              <a:t>Close the runtime, start fresh and follow the README literally. If it names data.csv while the folder contains readings.csv, repair the instructions and repeat the check.</a:t>
            </a:r>
          </a:p>
          <a:p>
            <a:r>
              <a:t/>
            </a:r>
          </a:p>
          <a:p>
            <a:r>
              <a:t>Misconception to address</a:t>
            </a:r>
          </a:p>
          <a:p>
            <a:r>
              <a:t>A screenshot of a successful old output is not proof that today's package works from a clean start.</a:t>
            </a:r>
          </a:p>
          <a:p>
            <a:r>
              <a:t/>
            </a:r>
          </a:p>
          <a:p>
            <a:r>
              <a:t>On this slide</a:t>
            </a:r>
          </a:p>
          <a:p>
            <a:r>
              <a:t>Which instructions would a new user need?</a:t>
            </a:r>
          </a:p>
          <a:p>
            <a:r>
              <a:t/>
            </a:r>
          </a:p>
          <a:p>
            <a:r>
              <a:t>Continue to</a:t>
            </a:r>
          </a:p>
          <a:p>
            <a:r>
              <a:t>A reproducible notebook starts fresh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notebook starts fresh</a:t>
            </a:r>
          </a:p>
          <a:p>
            <a:r>
              <a:t>CML3112, Week 13, slide 9</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The saved outputs must agree with a fresh run in the stated order.</a:t>
            </a:r>
          </a:p>
          <a:p>
            <a:r>
              <a:t/>
            </a:r>
          </a:p>
          <a:p>
            <a:r>
              <a:t>Continue to</a:t>
            </a:r>
          </a:p>
          <a:p>
            <a:r>
              <a:t>Saved outputs can hide missing steps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Saved outputs can hide missing steps</a:t>
            </a:r>
          </a:p>
          <a:p>
            <a:r>
              <a:t>CML3112, Week 13, slide 10</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A notebook can display an old answer after its inputs have changed.</a:t>
            </a:r>
          </a:p>
          <a:p>
            <a:r>
              <a:t/>
            </a:r>
          </a:p>
          <a:p>
            <a:r>
              <a:t>A fresh session begins without the old variables.</a:t>
            </a:r>
          </a:p>
          <a:p>
            <a:r>
              <a:t/>
            </a:r>
          </a:p>
          <a:p>
            <a:r>
              <a:t>Restarting and running all tests whether the stated order creates the result.</a:t>
            </a:r>
          </a:p>
          <a:p>
            <a:r>
              <a:t/>
            </a:r>
          </a:p>
          <a:p>
            <a:r>
              <a:t>Continue to</a:t>
            </a:r>
          </a:p>
          <a:p>
            <a:r>
              <a:t>A path names where a file is found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path names where a file is found</a:t>
            </a:r>
          </a:p>
          <a:p>
            <a:r>
              <a:t>CML3112, Week 13, slide 11</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A relative path is interpreted from the current working folder.</a:t>
            </a:r>
          </a:p>
          <a:p>
            <a:r>
              <a:t/>
            </a:r>
          </a:p>
          <a:p>
            <a:r>
              <a:t>Package versions describe the software used to run the code.</a:t>
            </a:r>
          </a:p>
          <a:p>
            <a:r>
              <a:t/>
            </a:r>
          </a:p>
          <a:p>
            <a:r>
              <a:t>The README must give both run instructions and data-access instructions.</a:t>
            </a:r>
          </a:p>
          <a:p>
            <a:r>
              <a:t/>
            </a:r>
          </a:p>
          <a:p>
            <a:r>
              <a:t>Continue to</a:t>
            </a:r>
          </a:p>
          <a:p>
            <a:r>
              <a:t>Read the path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path example</a:t>
            </a:r>
          </a:p>
          <a:p>
            <a:r>
              <a:t>CML3112, Week 13, slide 12</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Path and cwd: Path is a tool imported from Python’s pathlib module. Path.cwd() returns the folder where Python is currently running.</a:t>
            </a:r>
          </a:p>
          <a:p>
            <a:r>
              <a:t>name: The .name property gives the last folder component as text. It depends on your runtime. A different folder name is expected on another computer.</a:t>
            </a:r>
          </a:p>
          <a:p>
            <a:r>
              <a:t/>
            </a:r>
          </a:p>
          <a:p>
            <a:r>
              <a:t>Continue to</a:t>
            </a:r>
          </a:p>
          <a:p>
            <a:r>
              <a:t>Project handover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handover in Python</a:t>
            </a:r>
          </a:p>
          <a:p>
            <a:r>
              <a:t>CML3112, Week 13, slide 13</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Read the displayed code line by line</a:t>
            </a:r>
          </a:p>
          <a:p>
            <a:r>
              <a:t>from pathlib import Path</a:t>
            </a:r>
          </a:p>
          <a:p>
            <a:r>
              <a:t>Bring the named tool from this library into the current Python session.</a:t>
            </a:r>
          </a:p>
          <a:p>
            <a:r>
              <a:t/>
            </a:r>
          </a:p>
          <a:p>
            <a:r>
              <a:t>print(Path.cwd().name)</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Project handover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handover results</a:t>
            </a:r>
          </a:p>
          <a:p>
            <a:r>
              <a:t>CML3112, Week 13, slide 14</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Your current working folder name; it is environment-dependent.</a:t>
            </a:r>
          </a:p>
          <a:p>
            <a:r>
              <a:t/>
            </a:r>
          </a:p>
          <a:p>
            <a:r>
              <a:t>Continue to</a:t>
            </a:r>
          </a:p>
          <a:p>
            <a:r>
              <a:t>Tell another person what the project needs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Tell another person what the project needs</a:t>
            </a:r>
          </a:p>
          <a:p>
            <a:r>
              <a:t>CML3112, Week 13, slide 15</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requirements.txt and versions: This text file lists required Python packages and their versions. Record the versions used in the working environment; test them with the supplied run instructions.</a:t>
            </a:r>
          </a:p>
          <a:p>
            <a:r>
              <a:t>Data source, permission and seed: Name the data source and any licence or permission for reuse. Record random seeds used in modelling. A seed supports repeatability; it does not repair data leakage.</a:t>
            </a:r>
          </a:p>
          <a:p>
            <a:r>
              <a:t/>
            </a:r>
          </a:p>
          <a:p>
            <a:r>
              <a:t>Continue to</a:t>
            </a:r>
          </a:p>
          <a:p>
            <a:r>
              <a:t>Run checks and contribution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 checks and contribution evidence</a:t>
            </a:r>
          </a:p>
          <a:p>
            <a:r>
              <a:t>CML3112, Week 13, slide 16</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Independent run check: Restart the session and follow your written instructions without relying on earlier variables. Record the first failure and its repair.</a:t>
            </a:r>
          </a:p>
          <a:p>
            <a:r>
              <a:t>Contribution evidence: A record of each person’s work, tied to files, commits or explanations. It does not require making a private repository public.</a:t>
            </a:r>
          </a:p>
          <a:p>
            <a:r>
              <a:t/>
            </a:r>
          </a:p>
          <a:p>
            <a:r>
              <a:t>Continue to</a:t>
            </a:r>
          </a:p>
          <a:p>
            <a:r>
              <a:t>Useful feedback identifies an exact repair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Useful feedback identifies an exact repair</a:t>
            </a:r>
          </a:p>
          <a:p>
            <a:r>
              <a:t>CML3112, Week 13, slide 17</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Vague feedback: "It does not work."</a:t>
            </a:r>
          </a:p>
          <a:p>
            <a:r>
              <a:t/>
            </a:r>
          </a:p>
          <a:p>
            <a:r>
              <a:t>Useful feedback: "Step 2 names data.csv, but the supplied file is readings.csv."</a:t>
            </a:r>
          </a:p>
          <a:p>
            <a:r>
              <a:t/>
            </a:r>
          </a:p>
          <a:p>
            <a:r>
              <a:t>The repair is to make the instructions and actual filename agree.</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13, slide 18</a:t>
            </a:r>
          </a:p>
          <a:p>
            <a:r>
              <a:t/>
            </a:r>
          </a:p>
          <a:p>
            <a:r>
              <a:t>Explanation to give</a:t>
            </a:r>
          </a:p>
          <a:p>
            <a:r>
              <a:t>Use the displayed example as a short individual revision question, then explain the reasoning behind its answer.</a:t>
            </a:r>
          </a:p>
          <a:p>
            <a:r>
              <a:t/>
            </a:r>
          </a:p>
          <a:p>
            <a:r>
              <a:t>Worked illustration / lecturer answer</a:t>
            </a:r>
          </a:p>
          <a:p>
            <a:r>
              <a:t>Check: restart the notebook runtime and follow your README exactly, without using remembered variables.</a:t>
            </a:r>
          </a:p>
          <a:p>
            <a:r>
              <a:t/>
            </a:r>
          </a:p>
          <a:p>
            <a:r>
              <a:t>If Step 2 names data.csv but the file is readings.csv, correct the filename in the instructions. Run again from the beginning and record the successful result.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13, slide 19</a:t>
            </a:r>
          </a:p>
          <a:p>
            <a:r>
              <a:t/>
            </a:r>
          </a:p>
          <a:p>
            <a:r>
              <a:t>Explanation to give</a:t>
            </a:r>
          </a:p>
          <a:p>
            <a:r>
              <a:t>Week 13 adds no new weekly assignment notebook. Use the time to make the existing project reproducible and prepare for the offline test.</a:t>
            </a:r>
          </a:p>
          <a:p>
            <a:r>
              <a:t/>
            </a:r>
          </a:p>
          <a:p>
            <a:r>
              <a:t>Worked illustration / lecturer answer</a:t>
            </a:r>
          </a:p>
          <a:p>
            <a:r>
              <a:t>Open the project README, restart and follow its steps. Then rehearse locating and reopening the complete test notebook on the prepared offline computer.</a:t>
            </a:r>
          </a:p>
          <a:p>
            <a:r>
              <a:t/>
            </a:r>
          </a:p>
          <a:p>
            <a:r>
              <a:t>Misconception to address</a:t>
            </a:r>
          </a:p>
          <a:p>
            <a:r>
              <a:t>Quiz 13 is a separate activity when activated. Do not invent an A13 upload or require students to submit an extra weekly report.</a:t>
            </a:r>
          </a:p>
          <a:p>
            <a:r>
              <a:t/>
            </a:r>
          </a:p>
          <a:p>
            <a:r>
              <a:t>On this slide</a:t>
            </a:r>
          </a:p>
          <a:p>
            <a:r>
              <a:t>No new weekly assignment.</a:t>
            </a:r>
          </a:p>
          <a:p>
            <a:r>
              <a:t/>
            </a:r>
          </a:p>
          <a:p>
            <a:r>
              <a:t>Continue the official project deliverables and Week 13 quiz.</a:t>
            </a:r>
          </a:p>
          <a:p>
            <a:r>
              <a:t/>
            </a:r>
          </a:p>
          <a:p>
            <a:r>
              <a:t>Rehearse offline TEST2 saving and the published function interfaces before Week 14.</a:t>
            </a:r>
          </a:p>
          <a:p>
            <a:r>
              <a:t/>
            </a:r>
          </a:p>
          <a:p>
            <a:r>
              <a:t>Do not add an extra upload.</a:t>
            </a:r>
          </a:p>
          <a:p>
            <a:r>
              <a:t/>
            </a:r>
          </a:p>
          <a:p>
            <a:r>
              <a:t>Continue to</a:t>
            </a:r>
          </a:p>
          <a:p>
            <a:r>
              <a:t>A reproducible handover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handover</a:t>
            </a:r>
          </a:p>
          <a:p>
            <a:r>
              <a:t>CML3112, Week 13, slide 20</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An absolute path from your own computer will usually fail elsewhere.</a:t>
            </a:r>
          </a:p>
          <a:p>
            <a:r>
              <a:t/>
            </a:r>
          </a:p>
          <a:p>
            <a:r>
              <a:t>A relative path starts from the current working folder.</a:t>
            </a:r>
          </a:p>
          <a:p>
            <a:r>
              <a:t/>
            </a:r>
          </a:p>
          <a:p>
            <a:r>
              <a:t>Record dependencies and actual versions, and fix randomness where appropriate; identical results across all machines are not guaranteed by a seed alone.</a:t>
            </a:r>
          </a:p>
          <a:p>
            <a:r>
              <a:t/>
            </a:r>
          </a:p>
          <a:p>
            <a:r>
              <a:t>Captions should state a supported finding and its scope.</a:t>
            </a:r>
          </a:p>
          <a:p>
            <a:r>
              <a:t/>
            </a:r>
          </a:p>
          <a:p>
            <a:r>
              <a:t>Continue to</a:t>
            </a:r>
          </a:p>
          <a:p>
            <a:r>
              <a:t>A reproducible handover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handover continued</a:t>
            </a:r>
          </a:p>
          <a:p>
            <a:r>
              <a:t>CML3112, Week 13, slide 21</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Remove conflicting cell assignments and verify a fresh run before submission.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CML3112, Week 13, slide 22</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machine learning project brief.</a:t>
            </a:r>
          </a:p>
          <a:p>
            <a:r>
              <a:t/>
            </a:r>
          </a:p>
          <a:p>
            <a:r>
              <a:t>Build the evidence gradually in your project notebook.</a:t>
            </a:r>
          </a:p>
          <a:p>
            <a:r>
              <a:t/>
            </a:r>
          </a:p>
          <a:p>
            <a:r>
              <a:t>Keep raw data, labelled charts, run instructions and individual contributions.</a:t>
            </a:r>
          </a:p>
          <a:p>
            <a:r>
              <a:t/>
            </a:r>
          </a:p>
          <a:p>
            <a:r>
              <a:t>Published deadline: 15 Dec 2026, 11:00 Kampala</a:t>
            </a:r>
          </a:p>
          <a:p>
            <a:r>
              <a:t/>
            </a:r>
          </a:p>
          <a:p>
            <a:r>
              <a:t>Continue to</a:t>
            </a:r>
          </a:p>
          <a:p>
            <a:r>
              <a:t>Week 13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13 quiz</a:t>
            </a:r>
          </a:p>
          <a:p>
            <a:r>
              <a:t>CML3112, Week 13, slide 23</a:t>
            </a:r>
          </a:p>
          <a:p>
            <a:r>
              <a:t/>
            </a:r>
          </a:p>
          <a:p>
            <a:r>
              <a:t>Explanation to give</a:t>
            </a:r>
          </a:p>
          <a:p>
            <a:r>
              <a:t>This is the CML3112 Week 1 quiz. The student link opens the response form; it does not activate its window. In Quiz Controls use open_W1_CML3112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13, slide 24</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Another learner can follow your README and reproduce the stated result.</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CML3112, Week 13, slide 25</a:t>
            </a:r>
          </a:p>
          <a:p>
            <a:r>
              <a:t/>
            </a:r>
          </a:p>
          <a:p>
            <a:r>
              <a:t>Explanation to give</a:t>
            </a:r>
          </a:p>
          <a:p>
            <a:r>
              <a:t>Give the viewing question before playing the excerpt: Why keep history, and what is a repository?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CodeWithChris</a:t>
            </a:r>
          </a:p>
          <a:p>
            <a:r>
              <a:t>GitHub Tutorial for Beginners (2025)</a:t>
            </a:r>
          </a:p>
          <a:p>
            <a:r>
              <a:t/>
            </a:r>
          </a:p>
          <a:p>
            <a:r>
              <a:t>00:00–02:10, then 03:35–06:08 (4 min 43 sec total)</a:t>
            </a:r>
          </a:p>
          <a:p>
            <a:r>
              <a:t/>
            </a:r>
          </a:p>
          <a:p>
            <a:r>
              <a:t>Listening question: Why keep history, and what is a repository?</a:t>
            </a:r>
          </a:p>
          <a:p>
            <a:r>
              <a:t/>
            </a:r>
          </a:p>
          <a:p>
            <a:r>
              <a:t>Reference / existing resource</a:t>
            </a:r>
          </a:p>
          <a:p>
            <a:r>
              <a:t>https://www.youtube.com/watch?v=v5gnvDUWqFM</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f4942f119945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51e2628e4d8402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207b106f04d4c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3eefd1547c0426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f4c81f43b94ad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2c6b85f6e2f45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082DAB4-E4D8-4AE6-AFFC-FCCC409E2611}"/>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EE44F74-73E3-4EF2-A603-C23637C1FFF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7756A1AB-C021-4241-B426-8F03247412D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FC901AE-2105-4C00-8DA7-DF7E87E974CC}"/>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66071C1-C7BB-452C-B503-257E24B2EC1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E85B71D-B19F-4DAD-807A-27621D773A4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99CAE3F-CDDE-4DB3-A71A-506F83D79D2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FA55A835-6694-4AB3-B83E-D9E46A77F7F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8DD37BE6-526F-4DE0-9786-25A10C41D64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4068A8-07FD-48B7-8AE4-9E8384337F8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D42D88B-C3E0-4878-BDDF-6978D2D05F6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D328411-C693-423D-BE64-39B1607B20C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9482E05-2C09-4943-AA07-9E42A2923FA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7838B86-4319-4E59-895A-AEFD8F6469E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54C6CEE-2206-4092-9E8A-A2081E9DCE9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e3fd9906f554ed9" /><Relationship Type="http://schemas.openxmlformats.org/officeDocument/2006/relationships/slideLayout" Target="/ppt/slideLayouts/slideLayout1.xml" Id="R4cda57df35a143e0" /><Relationship Type="http://schemas.openxmlformats.org/officeDocument/2006/relationships/slideLayout" Target="/ppt/slideLayouts/slideLayout2.xml" Id="R895a3537db0149e5" /><Relationship Type="http://schemas.openxmlformats.org/officeDocument/2006/relationships/slideLayout" Target="/ppt/slideLayouts/slideLayout3.xml" Id="R46ea0c1a20cf4282" /><Relationship Type="http://schemas.openxmlformats.org/officeDocument/2006/relationships/slideLayout" Target="/ppt/slideLayouts/slideLayout4.xml" Id="R3ee241fa965848bf" /><Relationship Type="http://schemas.openxmlformats.org/officeDocument/2006/relationships/slideLayout" Target="/ppt/slideLayouts/slideLayout5.xml" Id="Rebed751cb8304c5c" /><Relationship Type="http://schemas.openxmlformats.org/officeDocument/2006/relationships/slideLayout" Target="/ppt/slideLayouts/slideLayout6.xml" Id="Rea7ff5b3328e45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cda57df35a143e0"/>
    <p:sldLayoutId xmlns:r="http://schemas.openxmlformats.org/officeDocument/2006/relationships" id="2147483650" r:id="R895a3537db0149e5"/>
    <p:sldLayoutId xmlns:r="http://schemas.openxmlformats.org/officeDocument/2006/relationships" id="2147483651" r:id="R46ea0c1a20cf4282"/>
    <p:sldLayoutId xmlns:r="http://schemas.openxmlformats.org/officeDocument/2006/relationships" id="2147483652" r:id="R3ee241fa965848bf"/>
    <p:sldLayoutId xmlns:r="http://schemas.openxmlformats.org/officeDocument/2006/relationships" id="2147483653" r:id="Rebed751cb8304c5c"/>
    <p:sldLayoutId xmlns:r="http://schemas.openxmlformats.org/officeDocument/2006/relationships" id="2147483654" r:id="Rea7ff5b3328e45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e858f2a90444ba6" /><Relationship Type="http://schemas.openxmlformats.org/officeDocument/2006/relationships/image" Target="/ppt/media/image.png" Id="R6fe56c10a1a24a80" /><Relationship Type="http://schemas.openxmlformats.org/officeDocument/2006/relationships/notesSlide" Target="/ppt/notesSlides/notesSlide1.xml" Id="Rd76c9deae93a4d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94747b630464c6d" /><Relationship Type="http://schemas.openxmlformats.org/officeDocument/2006/relationships/notesSlide" Target="/ppt/notesSlides/notesSlide2.xml" Id="R2a09f3ae3d8f4b0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09c0959ae894bbb" /><Relationship Type="http://schemas.openxmlformats.org/officeDocument/2006/relationships/notesSlide" Target="/ppt/notesSlides/notesSlide3.xml" Id="R238b4d533efc40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7afd0bd280b4a48" /><Relationship Type="http://schemas.openxmlformats.org/officeDocument/2006/relationships/notesSlide" Target="/ppt/notesSlides/notesSlide4.xml" Id="R1d8b7fbc8f3e46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d2c6367ceaa420b" /><Relationship Type="http://schemas.openxmlformats.org/officeDocument/2006/relationships/notesSlide" Target="/ppt/notesSlides/notesSlide5.xml" Id="R48c3a92745ad4a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5d6d557914c4eab" /><Relationship Type="http://schemas.openxmlformats.org/officeDocument/2006/relationships/notesSlide" Target="/ppt/notesSlides/notesSlide6.xml" Id="R0802eaf2c2d240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9ed8532918d46a1" /><Relationship Type="http://schemas.openxmlformats.org/officeDocument/2006/relationships/notesSlide" Target="/ppt/notesSlides/notesSlide7.xml" Id="R469fe44cdffc4f7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facdb5f3e2a4e42" /><Relationship Type="http://schemas.openxmlformats.org/officeDocument/2006/relationships/image" Target="/ppt/media/image2.png" Id="R0dcfa3df369f48b5" /><Relationship Type="http://schemas.openxmlformats.org/officeDocument/2006/relationships/notesSlide" Target="/ppt/notesSlides/notesSlide8.xml" Id="R5ed0dbef9e4c4d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31aadb583424a57" /><Relationship Type="http://schemas.openxmlformats.org/officeDocument/2006/relationships/image" Target="/ppt/media/image3.png" Id="Rc9e17316fbc64b28" /><Relationship Type="http://schemas.openxmlformats.org/officeDocument/2006/relationships/notesSlide" Target="/ppt/notesSlides/notesSlide9.xml" Id="R49a2c4aa88a34d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ad0443284cb4d82" /><Relationship Type="http://schemas.openxmlformats.org/officeDocument/2006/relationships/notesSlide" Target="/ppt/notesSlides/notesSlide10.xml" Id="R7183d39eff0f439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1b98d0ae0134d3c" /><Relationship Type="http://schemas.openxmlformats.org/officeDocument/2006/relationships/notesSlide" Target="/ppt/notesSlides/notesSlide11.xml" Id="R07ab113a9fe54a8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727a084291246fc" /><Relationship Type="http://schemas.openxmlformats.org/officeDocument/2006/relationships/notesSlide" Target="/ppt/notesSlides/notesSlide12.xml" Id="R06aa7435b11e436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b2d61635e2e499c" /><Relationship Type="http://schemas.openxmlformats.org/officeDocument/2006/relationships/notesSlide" Target="/ppt/notesSlides/notesSlide13.xml" Id="R68d12992b8b5489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968c8b739a84e1c" /><Relationship Type="http://schemas.openxmlformats.org/officeDocument/2006/relationships/notesSlide" Target="/ppt/notesSlides/notesSlide14.xml" Id="R7d77846e74024df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ace0f0772184f4e" /><Relationship Type="http://schemas.openxmlformats.org/officeDocument/2006/relationships/notesSlide" Target="/ppt/notesSlides/notesSlide15.xml" Id="Rbf68a7e7543445a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344d7b68e464754" /><Relationship Type="http://schemas.openxmlformats.org/officeDocument/2006/relationships/notesSlide" Target="/ppt/notesSlides/notesSlide16.xml" Id="R126eefc7ca784a8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9efe297fa1143ca" /><Relationship Type="http://schemas.openxmlformats.org/officeDocument/2006/relationships/notesSlide" Target="/ppt/notesSlides/notesSlide17.xml" Id="R3a4d232f60814e7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3e0622118324023" /><Relationship Type="http://schemas.openxmlformats.org/officeDocument/2006/relationships/notesSlide" Target="/ppt/notesSlides/notesSlide18.xml" Id="Rb84edf424d2245d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00a8e0682b54154" /><Relationship Type="http://schemas.openxmlformats.org/officeDocument/2006/relationships/notesSlide" Target="/ppt/notesSlides/notesSlide19.xml" Id="R44598fee29dd497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0597e0760364d53" /><Relationship Type="http://schemas.openxmlformats.org/officeDocument/2006/relationships/notesSlide" Target="/ppt/notesSlides/notesSlide20.xml" Id="Rec96ebd1c5e4423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bb11d547e9742df" /><Relationship Type="http://schemas.openxmlformats.org/officeDocument/2006/relationships/notesSlide" Target="/ppt/notesSlides/notesSlide21.xml" Id="R344fe142d3574fc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63c5f55726347f2" /><Relationship Type="http://schemas.openxmlformats.org/officeDocument/2006/relationships/notesSlide" Target="/ppt/notesSlides/notesSlide22.xml" Id="R9127eb81cdbd49b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df6b507bf114422" /><Relationship Type="http://schemas.openxmlformats.org/officeDocument/2006/relationships/image" Target="/ppt/media/image4.png" Id="R908b455da4d14d1c" /><Relationship Type="http://schemas.openxmlformats.org/officeDocument/2006/relationships/hyperlink" Target="https://forms.gle/SBN8HWXnKnXX34qw9" TargetMode="External" Id="Rf1dffac276874c77" /><Relationship Type="http://schemas.openxmlformats.org/officeDocument/2006/relationships/notesSlide" Target="/ppt/notesSlides/notesSlide23.xml" Id="R4a0bae8cd945482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ad54ea618ace40c8" /><Relationship Type="http://schemas.openxmlformats.org/officeDocument/2006/relationships/notesSlide" Target="/ppt/notesSlides/notesSlide24.xml" Id="Rc3acf49def374cd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7484b07d5a64744" /><Relationship Type="http://schemas.openxmlformats.org/officeDocument/2006/relationships/hyperlink" Target="https://www.youtube.com/watch?v=v5gnvDUWqFM" TargetMode="External" Id="Rfd489a28f9144bc2" /><Relationship Type="http://schemas.openxmlformats.org/officeDocument/2006/relationships/notesSlide" Target="/ppt/notesSlides/notesSlide25.xml" Id="Rb3033b9af9c9489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fe56c10a1a24a80"/>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603D42-7BE9-4FC1-8427-B7FF1148975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C72A446-DCEC-49A3-AF98-BD3261592B4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13</a:t>
            </a:r>
          </a:p>
        </p:txBody>
      </p:sp>
      <p:sp>
        <p:nvSpPr>
          <p:cNvPr id="4" name="">
            <a:extLst xmlns:a="http://schemas.openxmlformats.org/drawingml/2006/main">
              <a:ext uri="{FF2B5EF4-FFF2-40B4-BE49-F238E27FC236}">
                <a16:creationId xmlns:a16="http://schemas.microsoft.com/office/drawing/2014/main" id="{40DF5211-447C-4EB1-93A3-328AA7A27DB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00D3B09F-BB0E-40D3-9F07-0AEE2FB5B48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C4F54775-CA0E-44E4-9736-EB9B34953F1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4880604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6E26B8-75DF-47EE-B8B9-9AF1ABA3A9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D17F9C-6DF8-4B6D-98F7-DF187F9D20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0488A475-5A43-4C5F-81E6-35D0570BFE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C3B4727-6992-4614-9D11-D618E3DA32A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5E0119-A719-4605-8C62-A6439E582C51}"/>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DC9B5F8-3D00-46F9-8E1E-99E4E7112D2A}"/>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481063A8-8837-4806-9341-19E445988B4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536B2887-2F2F-412E-8E3E-7086D685C4B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6757718B-69EA-4419-B93C-CB01D1BDD5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a:t>
            </a:r>
          </a:p>
        </p:txBody>
      </p:sp>
    </p:spTree>
    <p:extLst>
      <p:ext uri="{BB962C8B-B14F-4D97-AF65-F5344CB8AC3E}">
        <p14:creationId xmlns:p14="http://schemas.microsoft.com/office/powerpoint/2010/main" val="41976905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EB836B-FD6D-4C02-AD72-A62EBE4EA4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DE87CD-CE07-45F7-A030-1EBE4A4F45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BC478A-294E-4781-ACEB-186A09622A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AAA357F-E063-446D-884C-73BC3E3852CC}"/>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3F5CB7-C8BE-4773-801E-B07C1F09A6C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78A214B6-8C44-4AF8-9459-06AD3983307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F380C9F3-E0C6-4E61-BFCD-45E3AA08FF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3</a:t>
            </a:r>
          </a:p>
        </p:txBody>
      </p:sp>
    </p:spTree>
    <p:extLst>
      <p:ext uri="{BB962C8B-B14F-4D97-AF65-F5344CB8AC3E}">
        <p14:creationId xmlns:p14="http://schemas.microsoft.com/office/powerpoint/2010/main" val="755874641"/>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8" name="">
            <a:extLst>
              <a:ext uri="{FF2B5EF4-FFF2-40B4-BE49-F238E27FC236}">
                <ns2:creationId id="{95AE2998-1526-4F90-A34B-D61B25EA286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073E37FD-CBDE-4569-AE7F-DFBA9689ED9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D15158E0-15D4-422A-BCC6-E11E857B692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a:ext uri="{FF2B5EF4-FFF2-40B4-BE49-F238E27FC236}">
                <ns2:creationId id="{E7CD5203-855F-477F-9D95-9BC2629947B1}"/>
              </a:ext>
            </a:extLst>
          </p:cNvPr>
          <p:cNvSpPr>
            <a:spLocks noGrp="1"/>
          </p:cNvSpPr>
          <p:nvPr/>
        </p:nvSpPr>
        <p:spPr>
          <a:xfrm>
            <a:off x="590550" y="1752600"/>
            <a:ext cx="4476750" cy="4200525"/>
          </a:xfrm>
          <a:prstGeom prst="rect">
            <a:avLst/>
          </a:prstGeom>
          <a:solidFill>
            <a:srgbClr val="2E7D6F"/>
          </a:solidFill>
          <a:ln w="0">
            <a:noFill/>
          </a:ln>
        </p:spPr>
      </p:sp>
      <p:sp>
        <p:nvSpPr>
          <p:cNvPr id="5" name="">
            <a:extLst>
              <a:ext uri="{FF2B5EF4-FFF2-40B4-BE49-F238E27FC236}">
                <ns2:creationId id="{A4C8FE03-D12E-48CA-B170-CDE376898AAC}"/>
              </a:ext>
            </a:extLst>
          </p:cNvPr>
          <p:cNvSpPr>
            <a:spLocks noGrp="1"/>
          </p:cNvSpPr>
          <p:nvPr/>
        </p:nvSpPr>
        <p:spPr>
          <a:xfrm>
            <a:off x="866775" y="2124075"/>
            <a:ext cx="3905250" cy="3419475"/>
          </a:xfrm>
          <a:prstGeom prst="rect">
            <a:avLst/>
          </a:prstGeom>
          <a:noFill/>
          <a:ln w="0">
            <a:noFill/>
          </a:ln>
        </p:spPr>
        <p:txBody>
          <a:bodyPr>
            <a:noAutofit/>
          </a:bodyPr>
          <a:lstStyle/>
          <a:p>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a:ext uri="{FF2B5EF4-FFF2-40B4-BE49-F238E27FC236}">
                <ns2:creationId id="{328A6272-3460-4AB1-A032-D5719D98DF03}"/>
              </a:ext>
            </a:extLst>
          </p:cNvPr>
          <p:cNvSpPr>
            <a:spLocks noGrp="1"/>
          </p:cNvSpPr>
          <p:nvPr/>
        </p:nvSpPr>
        <p:spPr>
          <a:xfrm>
            <a:off x="5534025" y="2000250"/>
            <a:ext cx="5905500" cy="38766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a:ext uri="{FF2B5EF4-FFF2-40B4-BE49-F238E27FC236}">
                <ns2:creationId id="{EABF7038-2072-428C-AE32-1203D6A728C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4</a:t>
            </a:r>
          </a:p>
        </p:txBody>
      </p:sp>
    </p:spTree>
    <p:extLst>
      <p:ext uri="{BB962C8B-B14F-4D97-AF65-F5344CB8AC3E}">
        <ns3:creationId val="53822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B32A1B-C6F4-473A-9CC3-6FE5085FD29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D3EFAD-3BD3-4637-AE7F-9D74001D83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311EECC-4760-48D0-AB6A-B515D2266E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EE6C62AB-183D-4588-87EA-0581C882A34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F535E2-4B9A-4A2B-9F44-0E7F936C66F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D91A91D5-F5D3-450A-91DB-CD4F7DBA6D7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1B16B14A-560B-4C59-8FC8-DA8986945A3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80460A9-E2D6-4B76-8B44-345D90CA88D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07E4E393-2621-43EA-BA5E-989DFA98635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00516699-C260-462E-BDE1-19391083B3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5</a:t>
            </a:r>
          </a:p>
        </p:txBody>
      </p:sp>
    </p:spTree>
    <p:extLst>
      <p:ext uri="{BB962C8B-B14F-4D97-AF65-F5344CB8AC3E}">
        <p14:creationId xmlns:p14="http://schemas.microsoft.com/office/powerpoint/2010/main" val="180704116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15D507-543F-4EE3-AE23-22C43ADC2A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ED98AB-DB49-406D-8D11-7685B9E070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D0FE847-3A81-4CC5-9CDB-0E8680F4A2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2458537F-6905-4814-AE8E-577FD5813DC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F0FB18-277C-477F-B7B0-02AF2369EDD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87A19454-E653-499B-B30A-13673AE1079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461842D8-780D-43DE-B817-A1C4B4EE55B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048959-3BB5-42B3-AFF4-627288060D6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46611018-3264-45D3-A7DC-F17755A816F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580A19B2-F63E-4035-A2A4-C3205D6C6C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6</a:t>
            </a:r>
          </a:p>
        </p:txBody>
      </p:sp>
    </p:spTree>
    <p:extLst>
      <p:ext uri="{BB962C8B-B14F-4D97-AF65-F5344CB8AC3E}">
        <p14:creationId xmlns:p14="http://schemas.microsoft.com/office/powerpoint/2010/main" val="974076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D46449-5EE6-4896-9A7E-4BAFE0F133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B62F96-DE28-4F52-8F40-8E7C07FF37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86BAA5-5578-47C7-ADC7-8B4419C787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463B51F1-B248-4606-B3E2-3201C48C8F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DDF3E37-BC24-49D5-A0FF-6D01CAF75B2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0FE3DA9F-787C-42A9-9DA4-85F78CD1B68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D0D47F4-86C4-40E8-9F8A-5B363F6AC7A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87C59C2C-988B-4EB2-BF8C-A7099B8C515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BE914B-B7D8-43BF-84B8-1EBCBCA94F8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84FE75B3-35AC-4B7E-B41D-73C050707B4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6882A9F-5776-463D-81E1-78C581045A5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F4441458-A5D1-4D21-B67E-7D833448D5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7</a:t>
            </a:r>
          </a:p>
        </p:txBody>
      </p:sp>
    </p:spTree>
    <p:extLst>
      <p:ext uri="{BB962C8B-B14F-4D97-AF65-F5344CB8AC3E}">
        <p14:creationId xmlns:p14="http://schemas.microsoft.com/office/powerpoint/2010/main" val="125953899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BC45EF-AD49-410E-B357-1335B53440D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7D1C17-24CB-41CE-9D7F-816ED4E65133}"/>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dcfa3df369f48b5"/>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3ED7115-200D-4CD0-A9DB-E4A95A7A954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5C72CB-1221-4244-AAB8-FE5F878C681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7363C0FE-AC09-422E-BF8C-9F2A533CC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8</a:t>
            </a:r>
          </a:p>
        </p:txBody>
      </p:sp>
    </p:spTree>
    <p:extLst>
      <p:ext uri="{BB962C8B-B14F-4D97-AF65-F5344CB8AC3E}">
        <p14:creationId xmlns:p14="http://schemas.microsoft.com/office/powerpoint/2010/main" val="74816684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A7E0A4-8029-4791-8BD8-B8AE50F72F1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339C97-E772-41E6-9F66-1EDF1B06716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9e17316fbc64b28"/>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4F94E84-C132-40EB-B09A-C438B75FD1DC}"/>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547C0D-B800-4398-BB10-90E25B75D09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50B7254D-0DF3-47CE-96B8-D18E204039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9</a:t>
            </a:r>
          </a:p>
        </p:txBody>
      </p:sp>
    </p:spTree>
    <p:extLst>
      <p:ext uri="{BB962C8B-B14F-4D97-AF65-F5344CB8AC3E}">
        <p14:creationId xmlns:p14="http://schemas.microsoft.com/office/powerpoint/2010/main" val="22549115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8718D9-D3BD-4354-A6F4-1F52187225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C8E921-531A-44FE-9C3D-C00BC9362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70088FE-444C-4270-A4E8-0AD47C5F38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FEF10A43-4349-4765-9CC8-418F580900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65C9FC-0807-4F3E-99A1-94F8DF69981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0DA6631E-515B-4652-A567-DAB7D5732B6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76C4F2-ED46-4F93-A2F2-91FBCD02F36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68727AAB-05E5-4389-9BD9-AB36298E767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EFF853-0F1E-4E74-A8C2-570034244E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F8B58983-E6C4-48E3-AD99-61187C9D7F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10</a:t>
            </a:r>
          </a:p>
        </p:txBody>
      </p:sp>
    </p:spTree>
    <p:extLst>
      <p:ext uri="{BB962C8B-B14F-4D97-AF65-F5344CB8AC3E}">
        <p14:creationId xmlns:p14="http://schemas.microsoft.com/office/powerpoint/2010/main" val="12989677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83B471-CA1C-49AB-8664-0875EF03B2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22BFD6-D713-460C-A574-EB1E23545D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C8D42D-E98E-4262-962B-A4833CEEC6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F455A4BE-448F-4A92-BCBD-DC2544F0BB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67E4FC-9B28-4AF7-84D4-8BF5EE7473F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719C2DC0-0877-4A4E-94A9-BA17CBF0D5C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4EBDB2-720C-4495-86FC-1200552A82E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E7E0813C-3107-4803-BDC9-D26D77CAAB9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56B3EA-F812-445F-B7E9-8A8F0D61C6E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88C35223-38E5-4C5D-BE3C-0FA92402FD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11</a:t>
            </a:r>
          </a:p>
        </p:txBody>
      </p:sp>
    </p:spTree>
    <p:extLst>
      <p:ext uri="{BB962C8B-B14F-4D97-AF65-F5344CB8AC3E}">
        <p14:creationId xmlns:p14="http://schemas.microsoft.com/office/powerpoint/2010/main" val="148285035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EA0177-26B7-4EDC-A375-3D0F80DD54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895CF2-BE03-4A64-A8D1-8980FD2B1B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D70BF2A-4A06-4D0E-9059-36266A9DA1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DEF08E3F-E099-4EBD-9DE8-042B4882775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F8DED5-CE27-499F-A7D3-0BA5F740718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32C753D0-BFC1-4A05-8F15-31E873E39A6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AD2FD1F6-9521-4B68-BDC5-35BAC94E0EA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0324CE5-7A75-461A-96EF-CDCF0B4199D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C5A74418-8DB6-40B4-B9CD-EFA72ABF925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84692D73-BF94-48E2-9D64-900FEE1F17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12</a:t>
            </a:r>
          </a:p>
        </p:txBody>
      </p:sp>
    </p:spTree>
    <p:extLst>
      <p:ext uri="{BB962C8B-B14F-4D97-AF65-F5344CB8AC3E}">
        <p14:creationId xmlns:p14="http://schemas.microsoft.com/office/powerpoint/2010/main" val="9221072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7788ACF-F451-41CA-BBA1-68E4AE8712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F87A12-59CB-4020-B6B4-154DF0C967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177E504-DD37-40C7-8B3E-82F97B83A5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BF6CAE92-5F3C-4268-B680-567DC0E3376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AF4988-7334-4166-AB0F-A5614979DD1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C4A43C35-8AB2-4DFB-9FCE-9A730729C68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46B76A9F-5649-4ACD-8B3C-416F346E95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E7BA892F-8D8B-4E73-9D45-4A5DE06643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13</a:t>
            </a:r>
          </a:p>
        </p:txBody>
      </p:sp>
    </p:spTree>
    <p:extLst>
      <p:ext uri="{BB962C8B-B14F-4D97-AF65-F5344CB8AC3E}">
        <p14:creationId xmlns:p14="http://schemas.microsoft.com/office/powerpoint/2010/main" val="105506298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1C67A0-4A0F-42CC-8C40-7B59B35E7B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9FF06E-252B-40AE-9D1B-907A3196A9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E72123A-B638-4C95-BC8C-19B460269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D9AD0AE4-BBCD-4E49-8F35-40A2EB91AD6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135DCE-5C71-4A5E-B9D2-3721379302E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705DDB41-F13C-478A-8653-0ED8FC06028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8D321496-AC37-489B-B42B-F8B0BEEABD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14</a:t>
            </a:r>
          </a:p>
        </p:txBody>
      </p:sp>
    </p:spTree>
    <p:extLst>
      <p:ext uri="{BB962C8B-B14F-4D97-AF65-F5344CB8AC3E}">
        <p14:creationId xmlns:p14="http://schemas.microsoft.com/office/powerpoint/2010/main" val="158505517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03F679-2BC8-44F5-AD5A-E98299C594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7ACA73-D184-48BF-9E58-32D7243DD0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D1B20A0-2782-468E-A193-8A0713759B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E60B11F0-0695-4CA6-9453-134B4ADAFB1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2CFEDF-6CC9-4B98-B90A-FFD9183364A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209A6FB4-F282-4933-83F9-AF7733BB41D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6E5E4118-F853-4EE3-8E9F-7790B06A32C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9171EF6-F324-4384-9FC7-CB5BA037C3C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2865153A-2525-4A45-AE16-AA20364F4AE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A5F36297-975F-4552-9C3C-6CB726038A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15</a:t>
            </a:r>
          </a:p>
        </p:txBody>
      </p:sp>
    </p:spTree>
    <p:extLst>
      <p:ext uri="{BB962C8B-B14F-4D97-AF65-F5344CB8AC3E}">
        <p14:creationId xmlns:p14="http://schemas.microsoft.com/office/powerpoint/2010/main" val="87454045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B7F7D85-9DB5-4CA6-81C5-D8B5C4466E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41484F-9495-4966-AB2F-D9DD2FE984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9FB7611-DBFD-43B9-A6FF-693889C23D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457DE100-1E07-42BD-BAF1-8DBEBEC8D54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9DD691-E58E-43A8-A71A-6162FB736BB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4B965274-5FF8-492A-BEF3-809A1C98F1D1}"/>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70AAE425-CF8A-411B-AAA6-1F24704E921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A70B4E-8807-4988-8189-BE8BC51539E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5AE145F9-AC5D-4F80-BFBC-DDD88B25AEA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9805FE7E-1568-41E0-9761-944A82FAD3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16</a:t>
            </a:r>
          </a:p>
        </p:txBody>
      </p:sp>
    </p:spTree>
    <p:extLst>
      <p:ext uri="{BB962C8B-B14F-4D97-AF65-F5344CB8AC3E}">
        <p14:creationId xmlns:p14="http://schemas.microsoft.com/office/powerpoint/2010/main" val="125976736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DEDAA8-165F-4C72-A6D5-69A70773A7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E50E1F-1EC7-4289-B33D-87AD103673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D9C49B2-6456-419E-886C-3959F2A006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50F0F46C-228B-4E5C-AC89-04188CCDB8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777D046-357B-4270-8E8C-66B14BD9FE8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87BCB486-FF32-400A-B1CE-5827A0C20E1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17F7D7-05D4-4765-93FA-4E4537DF361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CA04C357-1D97-4660-B358-12FF1DBABDA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928680-E7E2-4213-AAFE-BF1D228567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93AE9ADA-3549-4F54-A5DE-1482B15C3C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17</a:t>
            </a:r>
          </a:p>
        </p:txBody>
      </p:sp>
    </p:spTree>
    <p:extLst>
      <p:ext uri="{BB962C8B-B14F-4D97-AF65-F5344CB8AC3E}">
        <p14:creationId xmlns:p14="http://schemas.microsoft.com/office/powerpoint/2010/main" val="49576467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ACC8D0-0873-4E60-8320-E55F3F5FD5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781DEA-6DF2-4EF2-A5C5-15F11BEEFC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B868525-01EA-4029-82E5-7E48FD9CE7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864E7BC7-9E69-41D5-BB85-5E929DF1DB8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A6F006-B385-4046-A8DD-7CECA9F6466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D90BB2-431F-41F1-840B-A41D98AA5D0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51B92BA2-E3A3-425E-AAF7-D80C459F3CC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0956DFBD-E3C5-43F1-8FE5-DAEC9924FF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18</a:t>
            </a:r>
          </a:p>
        </p:txBody>
      </p:sp>
    </p:spTree>
    <p:extLst>
      <p:ext uri="{BB962C8B-B14F-4D97-AF65-F5344CB8AC3E}">
        <p14:creationId xmlns:p14="http://schemas.microsoft.com/office/powerpoint/2010/main" val="41532866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EEC30A-F16D-46A2-8102-ADE8C82C87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368A0E-0DD9-427E-8C6B-0F9EAE3F69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111F3EA-4D59-4F87-8F40-61B0F36B98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BE1915C7-D5E3-4AF8-BBBA-1DD8E08754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B4069C-BCC1-4F1D-A5DB-9508665D732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B1796C28-D69B-4D41-AA7D-227AA27C572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E206A0-32C5-46EB-AADB-0FC55C14958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974C7A96-1356-4C6F-94F1-A29FACE656A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FD54955-F23A-42E4-B04A-B22DF3B826D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127E4760-B84E-411A-A0DE-CFD57291283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902D6C3-788F-4B90-9FC1-BB69205D04A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FFA5DC45-01A9-498E-BB70-7EA2EB5380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19</a:t>
            </a:r>
          </a:p>
        </p:txBody>
      </p:sp>
    </p:spTree>
    <p:extLst>
      <p:ext uri="{BB962C8B-B14F-4D97-AF65-F5344CB8AC3E}">
        <p14:creationId xmlns:p14="http://schemas.microsoft.com/office/powerpoint/2010/main" val="106924760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E8084A-B6D7-4867-B8DA-4BEEB9854B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31F709-BB07-4A34-A5A1-741E124920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704A13-5C25-4D6E-96FC-1CD0FCA603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1067E32E-8BB3-43D1-BAB0-A9E5BD2117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279D8A-4DE8-4F9F-B7F9-04C0DDB392F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A19415F1-15A2-40C8-BA73-A67389B4731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8680DCF-59B3-4E56-B298-23CEDD0D68A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08981C88-8F05-4055-96BC-A3562FE98D1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548A232-F204-4DC5-AC6F-0754CEF9D4A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9DDF4C71-BFF7-4FB4-ACAB-17B0E3976D8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C751AC-889E-46D6-9D89-2486A0DC19C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2269F686-8CA0-4984-B463-CF1F0F8FFA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20</a:t>
            </a:r>
          </a:p>
        </p:txBody>
      </p:sp>
    </p:spTree>
    <p:extLst>
      <p:ext uri="{BB962C8B-B14F-4D97-AF65-F5344CB8AC3E}">
        <p14:creationId xmlns:p14="http://schemas.microsoft.com/office/powerpoint/2010/main" val="142343754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CA679E4-5214-4369-AA2D-592CA83155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AE0F09-AA1B-47F7-9F48-C143B24D4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0E55DB-86FD-4BCD-A4FD-A211EFC2F0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C2E2CD57-611D-43D6-B952-A85E36DCC38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DA12AF-EE37-4D0C-8E4B-780FE210213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15075449-05C4-478D-BD6A-A6CDAA9D2C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21</a:t>
            </a:r>
          </a:p>
        </p:txBody>
      </p:sp>
    </p:spTree>
    <p:extLst>
      <p:ext uri="{BB962C8B-B14F-4D97-AF65-F5344CB8AC3E}">
        <p14:creationId xmlns:p14="http://schemas.microsoft.com/office/powerpoint/2010/main" val="105496516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9C62EC4-517F-4996-89BA-5D7E6E27EB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C92527-9D75-4C6A-B31B-84528F9E3D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C6F9F4-F49B-42CA-8483-674B4F7F3B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6531019-3DC5-4717-867D-6F97391499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B084D7-51B3-4529-BCCD-71CCE45CDF5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DD5D68B1-B9DB-40F8-8DE9-F1E94B78D02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4CA33B-CC5F-406D-B4C2-B2D6870C4F4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FFB752F-F17E-4910-BC65-4FF0BCE6B17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A5B6741-1302-47FE-BBD1-E5908F5D69A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0AD361E0-F28D-4A92-A347-CF9E4DFD49B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D167F96-67D5-477E-AEF6-71159B2C3EE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E8C8F20A-4A5D-4B60-A1FE-2F1595E0CB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22</a:t>
            </a:r>
          </a:p>
        </p:txBody>
      </p:sp>
    </p:spTree>
    <p:extLst>
      <p:ext uri="{BB962C8B-B14F-4D97-AF65-F5344CB8AC3E}">
        <p14:creationId xmlns:p14="http://schemas.microsoft.com/office/powerpoint/2010/main" val="446918112"/>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CB4796DF-237E-4AB0-A784-101EB2EFEFC3}"/>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F8963FE1-0F6D-46BF-A210-E9EA2741F27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E1E30B5E-9A82-4BB4-BB13-D7B971BA02B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a:ext uri="{FF2B5EF4-FFF2-40B4-BE49-F238E27FC236}">
                <ns2:creationId id="{E6574369-8734-41CB-8FF0-F8FBD225280C}"/>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644D5B76-5D40-4FA4-BB57-D7522C66E542}"/>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4C549966-FAB8-467F-A767-688707230381}"/>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49EDB49-11A8-44E9-8BB5-563F9512231F}"/>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8479EDB4-F9DF-4A77-880E-EB31EA0E16BB}"/>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001566A-45A6-45F0-8B6F-5C07C49DAB9E}"/>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14822BAB-243B-4D60-8F8E-C4F5DC2D223A}"/>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6EF53307-1A49-4812-BFF5-1A41C1490E4C}"/>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908b455da4d14d1c"/>
          <a:stretch/>
        </p:blipFill>
        <p:spPr>
          <a:xfrm>
            <a:off x="9134475" y="2095500"/>
            <a:ext cx="2190750" cy="2190750"/>
          </a:xfrm>
          <a:prstGeom prst="rect">
            <a:avLst/>
          </a:prstGeom>
        </p:spPr>
      </p:pic>
      <p:sp>
        <p:nvSpPr>
          <p:cNvPr id="13" name="">
            <a:extLst>
              <a:ext uri="{FF2B5EF4-FFF2-40B4-BE49-F238E27FC236}">
                <ns2:creationId id="{1633EC32-D95C-4D1F-B216-60D06E31C111}"/>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6466F8D5-ECC7-4913-8058-1939055D48C0}"/>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B1938A7D-4B54-4A90-8052-1F1A4AF026F3}"/>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f1dffac276874c77"/>
              </a:rPr>
              <a:t>Open this week’s quiz</a:t>
            </a:r>
          </a:p>
        </p:txBody>
      </p:sp>
      <p:sp>
        <p:nvSpPr>
          <p:cNvPr id="16" name="">
            <a:extLst>
              <a:ext uri="{FF2B5EF4-FFF2-40B4-BE49-F238E27FC236}">
                <ns2:creationId id="{AF732491-56BD-472B-8202-570C4B3F2F99}"/>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https://forms.gle/SBN8HWXnKnXX34qw9</a:t>
            </a:r>
          </a:p>
        </p:txBody>
      </p:sp>
      <p:sp>
        <p:nvSpPr>
          <p:cNvPr id="17" name="">
            <a:extLst>
              <a:ext uri="{FF2B5EF4-FFF2-40B4-BE49-F238E27FC236}">
                <ns2:creationId id="{209EA90E-5F1F-4496-AC3A-B54CA9F9EF7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23</a:t>
            </a:r>
          </a:p>
        </p:txBody>
      </p:sp>
    </p:spTree>
    <p:extLst>
      <p:ext uri="{BB962C8B-B14F-4D97-AF65-F5344CB8AC3E}">
        <ns4:creationId val="1845507475"/>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731B9F94-74E6-4C0D-BB9E-140A92AB050C}"/>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4CE049DC-74B3-4331-B91A-FA2CF4161DC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C4178C6A-8E71-49F0-ABC5-14B8577E3E84}"/>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17C3C600-BC82-416D-A770-72C84B8D0CFE}"/>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582DB20B-7BA7-42F4-B62C-31445EE9A754}"/>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3D445078-840B-45DF-A28B-062F8111F6F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13   24</a:t>
            </a:r>
          </a:p>
        </p:txBody>
      </p:sp>
    </p:spTree>
    <p:extLst>
      <p:ext uri="{BB962C8B-B14F-4D97-AF65-F5344CB8AC3E}">
        <ns3:creationId val="163942173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CB4148A-4EE0-4D38-A038-3D5F193B59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FA71DA-3213-497E-972C-011DC82B1F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7ADA8986-F5F6-409C-AE21-0F1B97DFBC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6C8E660-9ADD-4241-BE91-4FB55EA369B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63D713-038E-4CAE-9F9D-D1BF3C96342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2E735792-AC91-4711-AD53-7B4AABDA73B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CEF320-53DE-4884-8E5A-EC08D63AE5A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F81334ED-1B20-4C49-9E78-1D6985F3C88F}"/>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5E7D69-EE1A-472B-B193-2E3FFD82BF6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6221C20E-F5FD-46D7-9D5B-564EE8B41A3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C37B2F-8A33-4CAE-9D4F-BF8F8AD4B68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159AA05B-C6DA-4731-9826-A674A8B7CD5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E8D98F7-A6EA-4909-8F50-D4DB9071BFC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d489a28f9144bc2"/>
              </a:rPr>
              <a:t>Open explainer video</a:t>
            </a:r>
          </a:p>
        </p:txBody>
      </p:sp>
      <p:sp>
        <p:nvSpPr>
          <p:cNvPr id="14" name="">
            <a:extLst xmlns:a="http://schemas.openxmlformats.org/drawingml/2006/main">
              <a:ext uri="{FF2B5EF4-FFF2-40B4-BE49-F238E27FC236}">
                <a16:creationId xmlns:a16="http://schemas.microsoft.com/office/drawing/2014/main" id="{04E3DDD0-CF52-478F-A9A6-4FE66F9AD8F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8B591084-6634-4275-A010-5D080CA1B8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13   25</a:t>
            </a:r>
          </a:p>
        </p:txBody>
      </p:sp>
    </p:spTree>
    <p:extLst>
      <p:ext uri="{BB962C8B-B14F-4D97-AF65-F5344CB8AC3E}">
        <p14:creationId xmlns:p14="http://schemas.microsoft.com/office/powerpoint/2010/main" val="3954959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2026-09-28T21:43:14.7260000Z</dcterms:created>
  <dcterms:modified xsi:type="dcterms:W3CDTF">2026-09-28T21:43:14.7260000Z</dcterms:modified>
</coreProperties>
</file>