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f3839b97bd4340" /><Relationship Type="http://schemas.openxmlformats.org/officeDocument/2006/relationships/extended-properties" Target="/docProps/app.xml" Id="Rbe84b0b745c74cdc" /><Relationship Type="http://schemas.openxmlformats.org/officeDocument/2006/relationships/officeDocument" Target="/ppt/presentation.xml" Id="Rb47a8361740443a5" /></Relationships>
</file>

<file path=ppt/presentation.xml><?xml version="1.0" encoding="utf-8"?>
<p:presentation xmlns:p="http://schemas.openxmlformats.org/presentationml/2006/main">
  <p:sldMasterIdLst>
    <p:sldMasterId xmlns:r="http://schemas.openxmlformats.org/officeDocument/2006/relationships" id="2147483648" r:id="R625b949c47c5421d"/>
  </p:sldMasterIdLst>
  <p:notesMasterIdLst>
    <p:notesMasterId xmlns:r="http://schemas.openxmlformats.org/officeDocument/2006/relationships" r:id="R6a5ff6050ae64b22"/>
  </p:notesMasterIdLst>
  <p:sldIdLst>
    <p:sldId xmlns:r="http://schemas.openxmlformats.org/officeDocument/2006/relationships" id="256" r:id="R6299025429624a0d"/>
    <p:sldId xmlns:r="http://schemas.openxmlformats.org/officeDocument/2006/relationships" id="257" r:id="R31b38ec5589440c7"/>
    <p:sldId xmlns:r="http://schemas.openxmlformats.org/officeDocument/2006/relationships" id="258" r:id="R0d8cf82e24224872"/>
    <p:sldId xmlns:r="http://schemas.openxmlformats.org/officeDocument/2006/relationships" id="259" r:id="Rb0b2caf31ac8488b"/>
    <p:sldId xmlns:r="http://schemas.openxmlformats.org/officeDocument/2006/relationships" id="260" r:id="R4777d78915a443a3"/>
    <p:sldId xmlns:r="http://schemas.openxmlformats.org/officeDocument/2006/relationships" id="261" r:id="R8981d1768484489c"/>
    <p:sldId xmlns:r="http://schemas.openxmlformats.org/officeDocument/2006/relationships" id="262" r:id="R12a4880bddd04ae4"/>
    <p:sldId xmlns:r="http://schemas.openxmlformats.org/officeDocument/2006/relationships" id="263" r:id="R117609b1ed2d4fc6"/>
    <p:sldId xmlns:r="http://schemas.openxmlformats.org/officeDocument/2006/relationships" id="264" r:id="R20a64999cea64edc"/>
    <p:sldId xmlns:r="http://schemas.openxmlformats.org/officeDocument/2006/relationships" id="265" r:id="R2b62c7512995498d"/>
    <p:sldId xmlns:r="http://schemas.openxmlformats.org/officeDocument/2006/relationships" id="266" r:id="Rf3596eef23b542ea"/>
    <p:sldId xmlns:r="http://schemas.openxmlformats.org/officeDocument/2006/relationships" id="267" r:id="Rb2c584d741cf4f74"/>
    <p:sldId xmlns:r="http://schemas.openxmlformats.org/officeDocument/2006/relationships" id="268" r:id="R3d8cf16a610f45b8"/>
    <p:sldId xmlns:r="http://schemas.openxmlformats.org/officeDocument/2006/relationships" id="269" r:id="Re2da28514d40442e"/>
    <p:sldId xmlns:r="http://schemas.openxmlformats.org/officeDocument/2006/relationships" id="270" r:id="Ra0600d6bf4524f1a"/>
    <p:sldId xmlns:r="http://schemas.openxmlformats.org/officeDocument/2006/relationships" id="271" r:id="R48728a5ae1444ad7"/>
    <p:sldId xmlns:r="http://schemas.openxmlformats.org/officeDocument/2006/relationships" id="272" r:id="R5a47fbc1a64e4c16"/>
    <p:sldId xmlns:r="http://schemas.openxmlformats.org/officeDocument/2006/relationships" id="273" r:id="R32548d5973f1467d"/>
    <p:sldId xmlns:r="http://schemas.openxmlformats.org/officeDocument/2006/relationships" id="274" r:id="Rb1c17decfa2f4eab"/>
    <p:sldId xmlns:r="http://schemas.openxmlformats.org/officeDocument/2006/relationships" id="275" r:id="Re4a3f64c2eb64d0a"/>
    <p:sldId xmlns:r="http://schemas.openxmlformats.org/officeDocument/2006/relationships" id="276" r:id="R7b095421bc3a4d14"/>
    <p:sldId xmlns:r="http://schemas.openxmlformats.org/officeDocument/2006/relationships" id="277" r:id="R749c5dac4c7b4a54"/>
    <p:sldId xmlns:r="http://schemas.openxmlformats.org/officeDocument/2006/relationships" id="278" r:id="Radefb8dc505a4b17"/>
    <p:sldId xmlns:r="http://schemas.openxmlformats.org/officeDocument/2006/relationships" id="279" r:id="R854423f55b9c41ff"/>
    <p:sldId xmlns:r="http://schemas.openxmlformats.org/officeDocument/2006/relationships" id="280" r:id="Raba535d268444a17"/>
    <p:sldId xmlns:r="http://schemas.openxmlformats.org/officeDocument/2006/relationships" id="281" r:id="R3074f99cb6344b98"/>
    <p:sldId xmlns:r="http://schemas.openxmlformats.org/officeDocument/2006/relationships" id="282" r:id="Refdfbc6abf04471f"/>
    <p:sldId xmlns:r="http://schemas.openxmlformats.org/officeDocument/2006/relationships" id="283" r:id="R7d312e26dfe64870"/>
    <p:sldId xmlns:r="http://schemas.openxmlformats.org/officeDocument/2006/relationships" id="284" r:id="R26219b78cc5f466b"/>
    <p:sldId xmlns:r="http://schemas.openxmlformats.org/officeDocument/2006/relationships" id="285" r:id="Rdd410b7f816c423b"/>
    <p:sldId xmlns:r="http://schemas.openxmlformats.org/officeDocument/2006/relationships" id="286" r:id="R6c245edea55f4ad3"/>
    <p:sldId xmlns:r="http://schemas.openxmlformats.org/officeDocument/2006/relationships" id="287" r:id="R5b8a048fe3774490"/>
    <p:sldId xmlns:r="http://schemas.openxmlformats.org/officeDocument/2006/relationships" id="288" r:id="R5ee1e550325c41bc"/>
    <p:sldId xmlns:r="http://schemas.openxmlformats.org/officeDocument/2006/relationships" id="289" r:id="R89ec51da100947b1"/>
    <p:sldId xmlns:r="http://schemas.openxmlformats.org/officeDocument/2006/relationships" id="290" r:id="R53e6c973e7e041cf"/>
    <p:sldId xmlns:r="http://schemas.openxmlformats.org/officeDocument/2006/relationships" id="291" r:id="R9e0c42d5856c4a88"/>
    <p:sldId xmlns:r="http://schemas.openxmlformats.org/officeDocument/2006/relationships" id="292" r:id="Rc75440ba60bd4841"/>
    <p:sldId xmlns:r="http://schemas.openxmlformats.org/officeDocument/2006/relationships" id="293" r:id="R00af41445cab4609"/>
    <p:sldId xmlns:r="http://schemas.openxmlformats.org/officeDocument/2006/relationships" id="294" r:id="R05358b598a24448e"/>
    <p:sldId xmlns:r="http://schemas.openxmlformats.org/officeDocument/2006/relationships" id="295" r:id="R34db54eeac6447e4"/>
    <p:sldId xmlns:r="http://schemas.openxmlformats.org/officeDocument/2006/relationships" id="296" r:id="Rc1c0f70ec4ec4174"/>
    <p:sldId xmlns:r="http://schemas.openxmlformats.org/officeDocument/2006/relationships" id="297" r:id="Rebc8a1fd1b174849"/>
    <p:sldId xmlns:r="http://schemas.openxmlformats.org/officeDocument/2006/relationships" id="298" r:id="R0c16779595fc484b"/>
    <p:sldId xmlns:r="http://schemas.openxmlformats.org/officeDocument/2006/relationships" id="299" r:id="R020f684af2794312"/>
    <p:sldId xmlns:r="http://schemas.openxmlformats.org/officeDocument/2006/relationships" id="300" r:id="Rc3cab41b93574149"/>
    <p:sldId xmlns:r="http://schemas.openxmlformats.org/officeDocument/2006/relationships" id="301" r:id="Rc786218a172d46fa"/>
    <p:sldId xmlns:r="http://schemas.openxmlformats.org/officeDocument/2006/relationships" id="302" r:id="R36c759c3d68c45a8"/>
    <p:sldId xmlns:r="http://schemas.openxmlformats.org/officeDocument/2006/relationships" id="303" r:id="R58b11a3f4dfb427f"/>
    <p:sldId xmlns:r="http://schemas.openxmlformats.org/officeDocument/2006/relationships" id="304" r:id="Ra518a583b74648d4"/>
    <p:sldId xmlns:r="http://schemas.openxmlformats.org/officeDocument/2006/relationships" id="305" r:id="Rb92dc0fcdff2476e"/>
    <p:sldId xmlns:r="http://schemas.openxmlformats.org/officeDocument/2006/relationships" id="306" r:id="R4a316380f4654a61"/>
    <p:sldId xmlns:r="http://schemas.openxmlformats.org/officeDocument/2006/relationships" id="307" r:id="Rc89bd4c6a73b46eb"/>
    <p:sldId xmlns:r="http://schemas.openxmlformats.org/officeDocument/2006/relationships" id="308" r:id="Rdc5626d796544e08"/>
    <p:sldId xmlns:r="http://schemas.openxmlformats.org/officeDocument/2006/relationships" id="309" r:id="R04ec4a867d524fb1"/>
    <p:sldId xmlns:r="http://schemas.openxmlformats.org/officeDocument/2006/relationships" id="310" r:id="R1efbee23dff4400f"/>
    <p:sldId xmlns:r="http://schemas.openxmlformats.org/officeDocument/2006/relationships" id="311" r:id="Rc22eb520a7c145be"/>
    <p:sldId xmlns:r="http://schemas.openxmlformats.org/officeDocument/2006/relationships" id="312" r:id="R85b81f41ea76488f"/>
    <p:sldId xmlns:r="http://schemas.openxmlformats.org/officeDocument/2006/relationships" id="313" r:id="R35d0d44794db4542"/>
    <p:sldId xmlns:r="http://schemas.openxmlformats.org/officeDocument/2006/relationships" id="314" r:id="R0cae84e8df08401e"/>
    <p:sldId xmlns:r="http://schemas.openxmlformats.org/officeDocument/2006/relationships" id="315" r:id="R71ccfb7d74a643f0"/>
    <p:sldId xmlns:r="http://schemas.openxmlformats.org/officeDocument/2006/relationships" id="316" r:id="R38b5801e856640a8"/>
    <p:sldId xmlns:r="http://schemas.openxmlformats.org/officeDocument/2006/relationships" id="317" r:id="R55c8e9610e7f45ea"/>
    <p:sldId xmlns:r="http://schemas.openxmlformats.org/officeDocument/2006/relationships" id="318" r:id="R5a96b2a396ec44a1"/>
    <p:sldId xmlns:r="http://schemas.openxmlformats.org/officeDocument/2006/relationships" id="319" r:id="R9b34beccfb1c49f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0dfc407c354c54" /><Relationship Type="http://schemas.openxmlformats.org/officeDocument/2006/relationships/slideMaster" Target="/ppt/slideMasters/slideMaster1.xml" Id="R625b949c47c5421d" /><Relationship Type="http://schemas.openxmlformats.org/officeDocument/2006/relationships/notesMaster" Target="/ppt/notesMasters/notesMaster1.xml" Id="R6a5ff6050ae64b22" /><Relationship Type="http://schemas.openxmlformats.org/officeDocument/2006/relationships/presProps" Target="/ppt/presProps.xml" Id="R0de4d3b256bb459c" /><Relationship Type="http://schemas.openxmlformats.org/officeDocument/2006/relationships/tableStyles" Target="/ppt/tableStyles.xml" Id="Read2caba6c6a4332" /><Relationship Type="http://schemas.openxmlformats.org/officeDocument/2006/relationships/slide" Target="/ppt/slides/slide1.xml" Id="R6299025429624a0d" /><Relationship Type="http://schemas.openxmlformats.org/officeDocument/2006/relationships/slide" Target="/ppt/slides/slide2.xml" Id="R31b38ec5589440c7" /><Relationship Type="http://schemas.openxmlformats.org/officeDocument/2006/relationships/slide" Target="/ppt/slides/slide3.xml" Id="R0d8cf82e24224872" /><Relationship Type="http://schemas.openxmlformats.org/officeDocument/2006/relationships/slide" Target="/ppt/slides/slide4.xml" Id="Rb0b2caf31ac8488b" /><Relationship Type="http://schemas.openxmlformats.org/officeDocument/2006/relationships/slide" Target="/ppt/slides/slide5.xml" Id="R4777d78915a443a3" /><Relationship Type="http://schemas.openxmlformats.org/officeDocument/2006/relationships/slide" Target="/ppt/slides/slide6.xml" Id="R8981d1768484489c" /><Relationship Type="http://schemas.openxmlformats.org/officeDocument/2006/relationships/slide" Target="/ppt/slides/slide7.xml" Id="R12a4880bddd04ae4" /><Relationship Type="http://schemas.openxmlformats.org/officeDocument/2006/relationships/slide" Target="/ppt/slides/slide8.xml" Id="R117609b1ed2d4fc6" /><Relationship Type="http://schemas.openxmlformats.org/officeDocument/2006/relationships/slide" Target="/ppt/slides/slide9.xml" Id="R20a64999cea64edc" /><Relationship Type="http://schemas.openxmlformats.org/officeDocument/2006/relationships/slide" Target="/ppt/slides/slide10.xml" Id="R2b62c7512995498d" /><Relationship Type="http://schemas.openxmlformats.org/officeDocument/2006/relationships/slide" Target="/ppt/slides/slide11.xml" Id="Rf3596eef23b542ea" /><Relationship Type="http://schemas.openxmlformats.org/officeDocument/2006/relationships/slide" Target="/ppt/slides/slide12.xml" Id="Rb2c584d741cf4f74" /><Relationship Type="http://schemas.openxmlformats.org/officeDocument/2006/relationships/slide" Target="/ppt/slides/slide13.xml" Id="R3d8cf16a610f45b8" /><Relationship Type="http://schemas.openxmlformats.org/officeDocument/2006/relationships/slide" Target="/ppt/slides/slide14.xml" Id="Re2da28514d40442e" /><Relationship Type="http://schemas.openxmlformats.org/officeDocument/2006/relationships/slide" Target="/ppt/slides/slide15.xml" Id="Ra0600d6bf4524f1a" /><Relationship Type="http://schemas.openxmlformats.org/officeDocument/2006/relationships/slide" Target="/ppt/slides/slide16.xml" Id="R48728a5ae1444ad7" /><Relationship Type="http://schemas.openxmlformats.org/officeDocument/2006/relationships/slide" Target="/ppt/slides/slide17.xml" Id="R5a47fbc1a64e4c16" /><Relationship Type="http://schemas.openxmlformats.org/officeDocument/2006/relationships/slide" Target="/ppt/slides/slide18.xml" Id="R32548d5973f1467d" /><Relationship Type="http://schemas.openxmlformats.org/officeDocument/2006/relationships/slide" Target="/ppt/slides/slide19.xml" Id="Rb1c17decfa2f4eab" /><Relationship Type="http://schemas.openxmlformats.org/officeDocument/2006/relationships/slide" Target="/ppt/slides/slide20.xml" Id="Re4a3f64c2eb64d0a" /><Relationship Type="http://schemas.openxmlformats.org/officeDocument/2006/relationships/slide" Target="/ppt/slides/slide21.xml" Id="R7b095421bc3a4d14" /><Relationship Type="http://schemas.openxmlformats.org/officeDocument/2006/relationships/slide" Target="/ppt/slides/slide22.xml" Id="R749c5dac4c7b4a54" /><Relationship Type="http://schemas.openxmlformats.org/officeDocument/2006/relationships/slide" Target="/ppt/slides/slide23.xml" Id="Radefb8dc505a4b17" /><Relationship Type="http://schemas.openxmlformats.org/officeDocument/2006/relationships/slide" Target="/ppt/slides/slide24.xml" Id="R854423f55b9c41ff" /><Relationship Type="http://schemas.openxmlformats.org/officeDocument/2006/relationships/slide" Target="/ppt/slides/slide25.xml" Id="Raba535d268444a17" /><Relationship Type="http://schemas.openxmlformats.org/officeDocument/2006/relationships/slide" Target="/ppt/slides/slide26.xml" Id="R3074f99cb6344b98" /><Relationship Type="http://schemas.openxmlformats.org/officeDocument/2006/relationships/slide" Target="/ppt/slides/slide27.xml" Id="Refdfbc6abf04471f" /><Relationship Type="http://schemas.openxmlformats.org/officeDocument/2006/relationships/slide" Target="/ppt/slides/slide28.xml" Id="R7d312e26dfe64870" /><Relationship Type="http://schemas.openxmlformats.org/officeDocument/2006/relationships/slide" Target="/ppt/slides/slide29.xml" Id="R26219b78cc5f466b" /><Relationship Type="http://schemas.openxmlformats.org/officeDocument/2006/relationships/slide" Target="/ppt/slides/slide30.xml" Id="Rdd410b7f816c423b" /><Relationship Type="http://schemas.openxmlformats.org/officeDocument/2006/relationships/slide" Target="/ppt/slides/slide31.xml" Id="R6c245edea55f4ad3" /><Relationship Type="http://schemas.openxmlformats.org/officeDocument/2006/relationships/slide" Target="/ppt/slides/slide32.xml" Id="R5b8a048fe3774490" /><Relationship Type="http://schemas.openxmlformats.org/officeDocument/2006/relationships/slide" Target="/ppt/slides/slide33.xml" Id="R5ee1e550325c41bc" /><Relationship Type="http://schemas.openxmlformats.org/officeDocument/2006/relationships/slide" Target="/ppt/slides/slide34.xml" Id="R89ec51da100947b1" /><Relationship Type="http://schemas.openxmlformats.org/officeDocument/2006/relationships/slide" Target="/ppt/slides/slide35.xml" Id="R53e6c973e7e041cf" /><Relationship Type="http://schemas.openxmlformats.org/officeDocument/2006/relationships/slide" Target="/ppt/slides/slide36.xml" Id="R9e0c42d5856c4a88" /><Relationship Type="http://schemas.openxmlformats.org/officeDocument/2006/relationships/slide" Target="/ppt/slides/slide37.xml" Id="Rc75440ba60bd4841" /><Relationship Type="http://schemas.openxmlformats.org/officeDocument/2006/relationships/slide" Target="/ppt/slides/slide38.xml" Id="R00af41445cab4609" /><Relationship Type="http://schemas.openxmlformats.org/officeDocument/2006/relationships/slide" Target="/ppt/slides/slide39.xml" Id="R05358b598a24448e" /><Relationship Type="http://schemas.openxmlformats.org/officeDocument/2006/relationships/slide" Target="/ppt/slides/slide40.xml" Id="R34db54eeac6447e4" /><Relationship Type="http://schemas.openxmlformats.org/officeDocument/2006/relationships/slide" Target="/ppt/slides/slide41.xml" Id="Rc1c0f70ec4ec4174" /><Relationship Type="http://schemas.openxmlformats.org/officeDocument/2006/relationships/slide" Target="/ppt/slides/slide42.xml" Id="Rebc8a1fd1b174849" /><Relationship Type="http://schemas.openxmlformats.org/officeDocument/2006/relationships/slide" Target="/ppt/slides/slide43.xml" Id="R0c16779595fc484b" /><Relationship Type="http://schemas.openxmlformats.org/officeDocument/2006/relationships/slide" Target="/ppt/slides/slide44.xml" Id="R020f684af2794312" /><Relationship Type="http://schemas.openxmlformats.org/officeDocument/2006/relationships/slide" Target="/ppt/slides/slide45.xml" Id="Rc3cab41b93574149" /><Relationship Type="http://schemas.openxmlformats.org/officeDocument/2006/relationships/slide" Target="/ppt/slides/slide46.xml" Id="Rc786218a172d46fa" /><Relationship Type="http://schemas.openxmlformats.org/officeDocument/2006/relationships/slide" Target="/ppt/slides/slide47.xml" Id="R36c759c3d68c45a8" /><Relationship Type="http://schemas.openxmlformats.org/officeDocument/2006/relationships/slide" Target="/ppt/slides/slide48.xml" Id="R58b11a3f4dfb427f" /><Relationship Type="http://schemas.openxmlformats.org/officeDocument/2006/relationships/slide" Target="/ppt/slides/slide49.xml" Id="Ra518a583b74648d4" /><Relationship Type="http://schemas.openxmlformats.org/officeDocument/2006/relationships/slide" Target="/ppt/slides/slide50.xml" Id="Rb92dc0fcdff2476e" /><Relationship Type="http://schemas.openxmlformats.org/officeDocument/2006/relationships/slide" Target="/ppt/slides/slide51.xml" Id="R4a316380f4654a61" /><Relationship Type="http://schemas.openxmlformats.org/officeDocument/2006/relationships/slide" Target="/ppt/slides/slide52.xml" Id="Rc89bd4c6a73b46eb" /><Relationship Type="http://schemas.openxmlformats.org/officeDocument/2006/relationships/slide" Target="/ppt/slides/slide53.xml" Id="Rdc5626d796544e08" /><Relationship Type="http://schemas.openxmlformats.org/officeDocument/2006/relationships/slide" Target="/ppt/slides/slide54.xml" Id="R04ec4a867d524fb1" /><Relationship Type="http://schemas.openxmlformats.org/officeDocument/2006/relationships/slide" Target="/ppt/slides/slide55.xml" Id="R1efbee23dff4400f" /><Relationship Type="http://schemas.openxmlformats.org/officeDocument/2006/relationships/slide" Target="/ppt/slides/slide56.xml" Id="Rc22eb520a7c145be" /><Relationship Type="http://schemas.openxmlformats.org/officeDocument/2006/relationships/slide" Target="/ppt/slides/slide57.xml" Id="R85b81f41ea76488f" /><Relationship Type="http://schemas.openxmlformats.org/officeDocument/2006/relationships/slide" Target="/ppt/slides/slide58.xml" Id="R35d0d44794db4542" /><Relationship Type="http://schemas.openxmlformats.org/officeDocument/2006/relationships/slide" Target="/ppt/slides/slide59.xml" Id="R0cae84e8df08401e" /><Relationship Type="http://schemas.openxmlformats.org/officeDocument/2006/relationships/slide" Target="/ppt/slides/slide60.xml" Id="R71ccfb7d74a643f0" /><Relationship Type="http://schemas.openxmlformats.org/officeDocument/2006/relationships/slide" Target="/ppt/slides/slide61.xml" Id="R38b5801e856640a8" /><Relationship Type="http://schemas.openxmlformats.org/officeDocument/2006/relationships/slide" Target="/ppt/slides/slide62.xml" Id="R55c8e9610e7f45ea" /><Relationship Type="http://schemas.openxmlformats.org/officeDocument/2006/relationships/slide" Target="/ppt/slides/slide63.xml" Id="R5a96b2a396ec44a1" /><Relationship Type="http://schemas.openxmlformats.org/officeDocument/2006/relationships/slide" Target="/ppt/slides/slide64.xml" Id="R9b34beccfb1c49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360c998af04a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5a59882001b4961" /><Relationship Type="http://schemas.openxmlformats.org/officeDocument/2006/relationships/notesMaster" Target="/ppt/notesMasters/notesMaster1.xml" Id="Rc0f29ad5296443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d02d2f36d94d48" /><Relationship Type="http://schemas.openxmlformats.org/officeDocument/2006/relationships/notesMaster" Target="/ppt/notesMasters/notesMaster1.xml" Id="R19df42019e7f4e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940022dc544215" /><Relationship Type="http://schemas.openxmlformats.org/officeDocument/2006/relationships/notesMaster" Target="/ppt/notesMasters/notesMaster1.xml" Id="R463ddb8d59764c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be621106514928" /><Relationship Type="http://schemas.openxmlformats.org/officeDocument/2006/relationships/notesMaster" Target="/ppt/notesMasters/notesMaster1.xml" Id="R1a541fcfc96841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2f3c45fb7048cf" /><Relationship Type="http://schemas.openxmlformats.org/officeDocument/2006/relationships/notesMaster" Target="/ppt/notesMasters/notesMaster1.xml" Id="Rf59f57510e6442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c3cbcb936245a6" /><Relationship Type="http://schemas.openxmlformats.org/officeDocument/2006/relationships/notesMaster" Target="/ppt/notesMasters/notesMaster1.xml" Id="R1d4648bdf13244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bda322c516484a" /><Relationship Type="http://schemas.openxmlformats.org/officeDocument/2006/relationships/notesMaster" Target="/ppt/notesMasters/notesMaster1.xml" Id="Rd8cefcc0206c47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ddc6d9fb1c4ada" /><Relationship Type="http://schemas.openxmlformats.org/officeDocument/2006/relationships/notesMaster" Target="/ppt/notesMasters/notesMaster1.xml" Id="R6430e4a215444d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74c1effd1d2429d" /><Relationship Type="http://schemas.openxmlformats.org/officeDocument/2006/relationships/notesMaster" Target="/ppt/notesMasters/notesMaster1.xml" Id="R517fae90bce947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065f23509de4ba9" /><Relationship Type="http://schemas.openxmlformats.org/officeDocument/2006/relationships/notesMaster" Target="/ppt/notesMasters/notesMaster1.xml" Id="R7b0c88bf30434c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58bf7419eb4721" /><Relationship Type="http://schemas.openxmlformats.org/officeDocument/2006/relationships/notesMaster" Target="/ppt/notesMasters/notesMaster1.xml" Id="Rbea2d6d7c4cf4a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b9c0aabc94449a6" /><Relationship Type="http://schemas.openxmlformats.org/officeDocument/2006/relationships/notesMaster" Target="/ppt/notesMasters/notesMaster1.xml" Id="Rffe997f1e91c46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fc705a62b3e45c8" /><Relationship Type="http://schemas.openxmlformats.org/officeDocument/2006/relationships/notesMaster" Target="/ppt/notesMasters/notesMaster1.xml" Id="R757a707d3f3344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b06e6ee97984a97" /><Relationship Type="http://schemas.openxmlformats.org/officeDocument/2006/relationships/notesMaster" Target="/ppt/notesMasters/notesMaster1.xml" Id="R79e13b0f5eae482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e79d96c2a54ea1" /><Relationship Type="http://schemas.openxmlformats.org/officeDocument/2006/relationships/notesMaster" Target="/ppt/notesMasters/notesMaster1.xml" Id="R92d9e2dbb4e240f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9f5fe0f60a2495d" /><Relationship Type="http://schemas.openxmlformats.org/officeDocument/2006/relationships/notesMaster" Target="/ppt/notesMasters/notesMaster1.xml" Id="R30492c0ad7a045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f097e4ff844ed7" /><Relationship Type="http://schemas.openxmlformats.org/officeDocument/2006/relationships/notesMaster" Target="/ppt/notesMasters/notesMaster1.xml" Id="R6c87c693bce74d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d3e4a7408674494" /><Relationship Type="http://schemas.openxmlformats.org/officeDocument/2006/relationships/notesMaster" Target="/ppt/notesMasters/notesMaster1.xml" Id="R6c92783e870b4eb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0aa198c7c394e80" /><Relationship Type="http://schemas.openxmlformats.org/officeDocument/2006/relationships/notesMaster" Target="/ppt/notesMasters/notesMaster1.xml" Id="R009e28a270494bf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14d961ce274926" /><Relationship Type="http://schemas.openxmlformats.org/officeDocument/2006/relationships/notesMaster" Target="/ppt/notesMasters/notesMaster1.xml" Id="R43d4e4f4e8b3484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81b32f9f8ad4d65" /><Relationship Type="http://schemas.openxmlformats.org/officeDocument/2006/relationships/notesMaster" Target="/ppt/notesMasters/notesMaster1.xml" Id="Rc66f564a90fd4d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e47023b3e84926" /><Relationship Type="http://schemas.openxmlformats.org/officeDocument/2006/relationships/notesMaster" Target="/ppt/notesMasters/notesMaster1.xml" Id="R561eaa38fc5a460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b13b40c036a4f7a" /><Relationship Type="http://schemas.openxmlformats.org/officeDocument/2006/relationships/notesMaster" Target="/ppt/notesMasters/notesMaster1.xml" Id="Rc08de7c9fdf9433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57a72002494b43" /><Relationship Type="http://schemas.openxmlformats.org/officeDocument/2006/relationships/notesMaster" Target="/ppt/notesMasters/notesMaster1.xml" Id="Rc0f567ccfd1c4e3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77862a89fa472f" /><Relationship Type="http://schemas.openxmlformats.org/officeDocument/2006/relationships/notesMaster" Target="/ppt/notesMasters/notesMaster1.xml" Id="Re678445746be461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72e27c4d21644ad" /><Relationship Type="http://schemas.openxmlformats.org/officeDocument/2006/relationships/notesMaster" Target="/ppt/notesMasters/notesMaster1.xml" Id="R59176d7fa8774f3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d4a3d3a19bd4a0a" /><Relationship Type="http://schemas.openxmlformats.org/officeDocument/2006/relationships/notesMaster" Target="/ppt/notesMasters/notesMaster1.xml" Id="R034a1544442f486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eeee9f883934b47" /><Relationship Type="http://schemas.openxmlformats.org/officeDocument/2006/relationships/notesMaster" Target="/ppt/notesMasters/notesMaster1.xml" Id="R50698fcae06e468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d15e797447a4bce" /><Relationship Type="http://schemas.openxmlformats.org/officeDocument/2006/relationships/notesMaster" Target="/ppt/notesMasters/notesMaster1.xml" Id="Rc0470918a2704d1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97cabc2e1964854" /><Relationship Type="http://schemas.openxmlformats.org/officeDocument/2006/relationships/notesMaster" Target="/ppt/notesMasters/notesMaster1.xml" Id="R3c6793726833467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d55cd26c44b46ea" /><Relationship Type="http://schemas.openxmlformats.org/officeDocument/2006/relationships/notesMaster" Target="/ppt/notesMasters/notesMaster1.xml" Id="R6cd8e7389a604d7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96557457a794a44" /><Relationship Type="http://schemas.openxmlformats.org/officeDocument/2006/relationships/notesMaster" Target="/ppt/notesMasters/notesMaster1.xml" Id="R9009cdd78fc04f7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efe0443664d4710" /><Relationship Type="http://schemas.openxmlformats.org/officeDocument/2006/relationships/notesMaster" Target="/ppt/notesMasters/notesMaster1.xml" Id="R6b6aa41501cb4de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b928443d44b4515" /><Relationship Type="http://schemas.openxmlformats.org/officeDocument/2006/relationships/notesMaster" Target="/ppt/notesMasters/notesMaster1.xml" Id="R4ff37dfcb0ff4f3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6baf552b15742a8" /><Relationship Type="http://schemas.openxmlformats.org/officeDocument/2006/relationships/notesMaster" Target="/ppt/notesMasters/notesMaster1.xml" Id="Rd1a6ad97d0ec458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ccba0053d6f4b37" /><Relationship Type="http://schemas.openxmlformats.org/officeDocument/2006/relationships/notesMaster" Target="/ppt/notesMasters/notesMaster1.xml" Id="R522225a97f21466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eeb7a82b37c42b9" /><Relationship Type="http://schemas.openxmlformats.org/officeDocument/2006/relationships/notesMaster" Target="/ppt/notesMasters/notesMaster1.xml" Id="Rd3bfea569b86420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969cc0a271743e6" /><Relationship Type="http://schemas.openxmlformats.org/officeDocument/2006/relationships/notesMaster" Target="/ppt/notesMasters/notesMaster1.xml" Id="R05a04ffbd76d416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0d2c083b8f74391" /><Relationship Type="http://schemas.openxmlformats.org/officeDocument/2006/relationships/notesMaster" Target="/ppt/notesMasters/notesMaster1.xml" Id="Rafcb3c7411364ef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9a8e125a0fe4c73" /><Relationship Type="http://schemas.openxmlformats.org/officeDocument/2006/relationships/notesMaster" Target="/ppt/notesMasters/notesMaster1.xml" Id="R74811e572b004a6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6947e1a08714812" /><Relationship Type="http://schemas.openxmlformats.org/officeDocument/2006/relationships/notesMaster" Target="/ppt/notesMasters/notesMaster1.xml" Id="R25383c751ee1441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bad187984e04504" /><Relationship Type="http://schemas.openxmlformats.org/officeDocument/2006/relationships/notesMaster" Target="/ppt/notesMasters/notesMaster1.xml" Id="R248b1210ecea4a9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5ff6ac36beb430e" /><Relationship Type="http://schemas.openxmlformats.org/officeDocument/2006/relationships/notesMaster" Target="/ppt/notesMasters/notesMaster1.xml" Id="R5b009c6b6f95409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0363ae353cb4ce7" /><Relationship Type="http://schemas.openxmlformats.org/officeDocument/2006/relationships/notesMaster" Target="/ppt/notesMasters/notesMaster1.xml" Id="R20700036d449492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0482333ac084a47" /><Relationship Type="http://schemas.openxmlformats.org/officeDocument/2006/relationships/notesMaster" Target="/ppt/notesMasters/notesMaster1.xml" Id="R5d964da6bf4943f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fb18227cb3a4d4c" /><Relationship Type="http://schemas.openxmlformats.org/officeDocument/2006/relationships/notesMaster" Target="/ppt/notesMasters/notesMaster1.xml" Id="Rb9c01c3991a2474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c35debd355b4937" /><Relationship Type="http://schemas.openxmlformats.org/officeDocument/2006/relationships/notesMaster" Target="/ppt/notesMasters/notesMaster1.xml" Id="Rdde0a706cfa841a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cff83e988a04492" /><Relationship Type="http://schemas.openxmlformats.org/officeDocument/2006/relationships/notesMaster" Target="/ppt/notesMasters/notesMaster1.xml" Id="Rd88c6b2d3aac470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6a62910fd59421f" /><Relationship Type="http://schemas.openxmlformats.org/officeDocument/2006/relationships/notesMaster" Target="/ppt/notesMasters/notesMaster1.xml" Id="R1ac22c607d7742e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6db5dcfa58e4ec8" /><Relationship Type="http://schemas.openxmlformats.org/officeDocument/2006/relationships/notesMaster" Target="/ppt/notesMasters/notesMaster1.xml" Id="Rc145ea9ab6e04d0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085d8bdc57a4220" /><Relationship Type="http://schemas.openxmlformats.org/officeDocument/2006/relationships/notesMaster" Target="/ppt/notesMasters/notesMaster1.xml" Id="R369bb4acebee4fb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5b952676c6149ef" /><Relationship Type="http://schemas.openxmlformats.org/officeDocument/2006/relationships/notesMaster" Target="/ppt/notesMasters/notesMaster1.xml" Id="R215da224a6494b4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dbac31beb54447e" /><Relationship Type="http://schemas.openxmlformats.org/officeDocument/2006/relationships/notesMaster" Target="/ppt/notesMasters/notesMaster1.xml" Id="R8fd7f2b697d1435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b406224737d496a" /><Relationship Type="http://schemas.openxmlformats.org/officeDocument/2006/relationships/notesMaster" Target="/ppt/notesMasters/notesMaster1.xml" Id="R27551a89c91b46e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945dd612c36443d" /><Relationship Type="http://schemas.openxmlformats.org/officeDocument/2006/relationships/notesMaster" Target="/ppt/notesMasters/notesMaster1.xml" Id="R40f5502c61fb45f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498346053094455" /><Relationship Type="http://schemas.openxmlformats.org/officeDocument/2006/relationships/notesMaster" Target="/ppt/notesMasters/notesMaster1.xml" Id="Rc293cabd0848457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6d28c51c0554fbd" /><Relationship Type="http://schemas.openxmlformats.org/officeDocument/2006/relationships/notesMaster" Target="/ppt/notesMasters/notesMaster1.xml" Id="Rd5ade7836eef481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0341317174f4bfb" /><Relationship Type="http://schemas.openxmlformats.org/officeDocument/2006/relationships/notesMaster" Target="/ppt/notesMasters/notesMaster1.xml" Id="R71eba29a929f4c6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cf332c43ad24a1f" /><Relationship Type="http://schemas.openxmlformats.org/officeDocument/2006/relationships/notesMaster" Target="/ppt/notesMasters/notesMaster1.xml" Id="R4f4cbcabe6ba474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0efbb7406604a85" /><Relationship Type="http://schemas.openxmlformats.org/officeDocument/2006/relationships/notesMaster" Target="/ppt/notesMasters/notesMaster1.xml" Id="R7e98ba22bb834ee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6218f41bc4c487f" /><Relationship Type="http://schemas.openxmlformats.org/officeDocument/2006/relationships/notesMaster" Target="/ppt/notesMasters/notesMaster1.xml" Id="R7b414822f78945d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ae9cb42775549a8" /><Relationship Type="http://schemas.openxmlformats.org/officeDocument/2006/relationships/notesMaster" Target="/ppt/notesMasters/notesMaster1.xml" Id="Rf0579e219ca3498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613c50888eb453f" /><Relationship Type="http://schemas.openxmlformats.org/officeDocument/2006/relationships/notesMaster" Target="/ppt/notesMasters/notesMaster1.xml" Id="R2f3332a8bcd14d1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6a4b5372c404143" /><Relationship Type="http://schemas.openxmlformats.org/officeDocument/2006/relationships/notesMaster" Target="/ppt/notesMasters/notesMaster1.xml" Id="R4eacf647a4514667"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first prediction model</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A first prediction model.</a:t>
            </a:r>
          </a:p>
          <a:p>
            <a:r>
              <a:t/>
            </a:r>
          </a:p>
          <a:p>
            <a:r>
              <a:t>LECTURER CUE</a:t>
            </a:r>
          </a:p>
          <a:p>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identify the target, explain why it is absent from prediction inputs and calculate one absolute error.</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numerical prediction.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numerical prediction</a:t>
            </a:r>
          </a:p>
          <a:p>
            <a:r>
              <a:t/>
            </a:r>
          </a:p>
          <a:p>
            <a:r>
              <a:t>CONNECT</a:t>
            </a:r>
          </a:p>
          <a:p>
            <a:r>
              <a:t>Build on the preceding slide: The engineering context.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numerical prediction.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Feature and target: Features are inputs available when making a prediction. The target is the quantity we want to predict.</a:t>
            </a:r>
          </a:p>
          <a:p>
            <a:r>
              <a:t>Training validation and test: Training fits the model. Validation helps choose it. The final test estimates performance after choices are fixed. Repeated equipment must stay in the same partition when assessing unseen equipment.</a:t>
            </a:r>
          </a:p>
          <a:p>
            <a:r>
              <a:t/>
            </a:r>
          </a:p>
          <a:p>
            <a:r>
              <a:t>NEXT</a:t>
            </a:r>
          </a:p>
          <a:p>
            <a:r>
              <a:t>Baseline.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Baseline</a:t>
            </a:r>
          </a:p>
          <a:p>
            <a:r>
              <a:t/>
            </a:r>
          </a:p>
          <a:p>
            <a:r>
              <a:t>CONNECT</a:t>
            </a:r>
          </a:p>
          <a:p>
            <a:r>
              <a:t>Build on the preceding slide: Words we will use.</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POINT TO THE DEFINITION</a:t>
            </a:r>
          </a:p>
          <a:p>
            <a:r>
              <a:t>Baseline: A simple reference prediction. A training-mean baseline predicts the same training mean for every new example.</a:t>
            </a:r>
          </a:p>
          <a:p>
            <a:r>
              <a:t/>
            </a:r>
          </a:p>
          <a:p>
            <a:r>
              <a:t>NEXT</a:t>
            </a:r>
          </a:p>
          <a:p>
            <a:r>
              <a:t>Linear model and tree.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Linear model and tree</a:t>
            </a:r>
          </a:p>
          <a:p>
            <a:r>
              <a:t/>
            </a:r>
          </a:p>
          <a:p>
            <a:r>
              <a:t>CONNECT</a:t>
            </a:r>
          </a:p>
          <a:p>
            <a:r>
              <a:t>Build on the preceding slide: Baseline.</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Linear model and tree: A linear model combines inputs with learned weights. A regression tree asks feature-threshold questions and predicts a value at each leaf.</a:t>
            </a:r>
          </a:p>
          <a:p>
            <a:r>
              <a:t/>
            </a:r>
          </a:p>
          <a:p>
            <a:r>
              <a:t>NEXT</a:t>
            </a:r>
          </a:p>
          <a:p>
            <a:r>
              <a:t>What learning means in this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learning means in this example</a:t>
            </a:r>
          </a:p>
          <a:p>
            <a:r>
              <a:t/>
            </a:r>
          </a:p>
          <a:p>
            <a:r>
              <a:t>CONNECT</a:t>
            </a:r>
          </a:p>
          <a:p>
            <a:r>
              <a:t>Build on the preceding slide: Linear model and tree.</a:t>
            </a:r>
          </a:p>
          <a:p>
            <a:r>
              <a:t/>
            </a:r>
          </a:p>
          <a:p>
            <a:r>
              <a:t>LECTURER CUE</a:t>
            </a:r>
          </a:p>
          <a:p>
            <a:r>
              <a:t>Use the small invented table below solely to see fit and predict. Real training needs more data, representative evaluation and careful partitioning.</a:t>
            </a:r>
          </a:p>
          <a:p>
            <a:r>
              <a:t/>
            </a:r>
          </a:p>
          <a:p>
            <a:r>
              <a:t>NEXT</a:t>
            </a:r>
          </a:p>
          <a:p>
            <a:r>
              <a:t>Training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Training observations</a:t>
            </a:r>
          </a:p>
          <a:p>
            <a:r>
              <a:t/>
            </a:r>
          </a:p>
          <a:p>
            <a:r>
              <a:t>CONNECT</a:t>
            </a:r>
          </a:p>
          <a:p>
            <a:r>
              <a:t>Build on the preceding slide: What learning means in this example.</a:t>
            </a:r>
          </a:p>
          <a:p>
            <a:r>
              <a:t/>
            </a:r>
          </a:p>
          <a:p>
            <a:r>
              <a:t>LECTURER CUE</a:t>
            </a:r>
          </a:p>
          <a:p>
            <a:r>
              <a:t>Invented numbers for learning. The fitted line predicts 15 at input 2.5. The training mean is also 15 at this one example, so it cannot establish superiority.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fitted line is a numerical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fitted line is a numerical rule</a:t>
            </a:r>
          </a:p>
          <a:p>
            <a:r>
              <a:t/>
            </a:r>
          </a:p>
          <a:p>
            <a:r>
              <a:t>CONNECT</a:t>
            </a:r>
          </a:p>
          <a:p>
            <a:r>
              <a:t>Build on the preceding slide: Training observations.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Fitting a line to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Fitting a line to observations</a:t>
            </a:r>
          </a:p>
          <a:p>
            <a:r>
              <a:t/>
            </a:r>
          </a:p>
          <a:p>
            <a:r>
              <a:t>CONNECT</a:t>
            </a:r>
          </a:p>
          <a:p>
            <a:r>
              <a:t>Build on the preceding slide: A fitted line is a numerical rule.</a:t>
            </a:r>
          </a:p>
          <a:p>
            <a:r>
              <a:t/>
            </a:r>
          </a:p>
          <a:p>
            <a:r>
              <a:t>LECTURER CUE</a:t>
            </a:r>
          </a:p>
          <a:p>
            <a:r>
              <a:t>These are illustrative concrete observations. Point to x, y, one prediction and one residual. A unique slope requires variation in x. A low training error alone does not show generalisation.</a:t>
            </a:r>
          </a:p>
          <a:p>
            <a:r>
              <a:t>Source: existing course illustration figs/fit_by_eye.png. These are illustrative examples, not this cohort’s assessed results.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Rows must stay paired with their answers.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must stay paired with their answers</a:t>
            </a:r>
          </a:p>
          <a:p>
            <a:r>
              <a:t/>
            </a:r>
          </a:p>
          <a:p>
            <a:r>
              <a:t>CONNECT</a:t>
            </a:r>
          </a:p>
          <a:p>
            <a:r>
              <a:t>Build on the preceding slide: Fitting a line to observations.</a:t>
            </a:r>
          </a:p>
          <a:p>
            <a:r>
              <a:t/>
            </a:r>
          </a:p>
          <a:p>
            <a:r>
              <a:t>LECTURER CUE</a:t>
            </a:r>
          </a:p>
          <a:p>
            <a:r>
              <a:t>A list of lists is a table: each inner list holds the features of one observation. y_train holds one target per training row in the same order. Never reorder one without the other.</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Rows and arrays before model code.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and arrays before model code</a:t>
            </a:r>
          </a:p>
          <a:p>
            <a:r>
              <a:t/>
            </a:r>
          </a:p>
          <a:p>
            <a:r>
              <a:t>CONNECT</a:t>
            </a:r>
          </a:p>
          <a:p>
            <a:r>
              <a:t>Build on the preceding slide: Rows must stay paired with their answers.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Nested lists: [[1], [2], [3]] has three inner lists: three rows with one feature each. [12, 14, 16] has one target per row in the same order.</a:t>
            </a:r>
          </a:p>
          <a:p>
            <a:r>
              <a:t>NumPy and array: NumPy is a numerical library; np is its short imported name. np.array(...) builds an array. shape reports its dimensions. np.nan represents a missing numerical value.</a:t>
            </a:r>
          </a:p>
          <a:p>
            <a:r>
              <a:t/>
            </a:r>
          </a:p>
          <a:p>
            <a:r>
              <a:t>NEXT</a:t>
            </a:r>
          </a:p>
          <a:p>
            <a:r>
              <a:t>Reading NumPy results.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NumPy results</a:t>
            </a:r>
          </a:p>
          <a:p>
            <a:r>
              <a:t/>
            </a:r>
          </a:p>
          <a:p>
            <a:r>
              <a:t>CONNECT</a:t>
            </a:r>
          </a:p>
          <a:p>
            <a:r>
              <a:t>Build on the preceding slide: Rows and arrays before model code.</a:t>
            </a:r>
          </a:p>
          <a:p>
            <a:r>
              <a:t/>
            </a:r>
          </a:p>
          <a:p>
            <a:r>
              <a:t>LECTURER CUE</a:t>
            </a:r>
          </a:p>
          <a:p>
            <a:r>
              <a:t>Read one row at a time and use a changed value. This is a syntax reference for the worked examples.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Rows, columns and named options.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columns and named options</a:t>
            </a:r>
          </a:p>
          <a:p>
            <a:r>
              <a:t/>
            </a:r>
          </a:p>
          <a:p>
            <a:r>
              <a:t>CONNECT</a:t>
            </a:r>
          </a:p>
          <a:p>
            <a:r>
              <a:t>Build on the preceding slide: Reading NumPy results.</a:t>
            </a:r>
          </a:p>
          <a:p>
            <a:r>
              <a:t/>
            </a:r>
          </a:p>
          <a:p>
            <a:r>
              <a:t>LECTURER CUE</a:t>
            </a:r>
          </a:p>
          <a:p>
            <a:r>
              <a:t>Read each symbol before running. Ask everyone to predict. Expected output: (3, 1) then (3,). Explain nested brackets before model.fit(X, y). Keyword arguments such as random_state=42 name an option.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fit and predict.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fit and predict</a:t>
            </a:r>
          </a:p>
          <a:p>
            <a:r>
              <a:t/>
            </a:r>
          </a:p>
          <a:p>
            <a:r>
              <a:t>CONNECT</a:t>
            </a:r>
          </a:p>
          <a:p>
            <a:r>
              <a:t>Build on the preceding slide: Rows, columns and named options.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fit and predict: fit learns from training inputs and targets. predict uses the fitted rule on new inputs without receiving their true targets.</a:t>
            </a:r>
          </a:p>
          <a:p>
            <a:r>
              <a:t/>
            </a:r>
          </a:p>
          <a:p>
            <a:r>
              <a:t>NEXT</a:t>
            </a:r>
          </a:p>
          <a:p>
            <a:r>
              <a:t>A model object keeps learned information.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model object keeps learned information</a:t>
            </a:r>
          </a:p>
          <a:p>
            <a:r>
              <a:t/>
            </a:r>
          </a:p>
          <a:p>
            <a:r>
              <a:t>CONNECT</a:t>
            </a:r>
          </a:p>
          <a:p>
            <a:r>
              <a:t>Build on the preceding slide: fit and predict.</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Object and method: LinearRegression() creates a model object. A method is an operation on that object. model.fit(...) stores learned information; model.predict(...) uses it.</a:t>
            </a:r>
          </a:p>
          <a:p>
            <a:r>
              <a:t>Options: An argument such as strategy="mean" names an option. A random seed fixes the starting state of random choices; it does not prove that a model is accurate.</a:t>
            </a:r>
          </a:p>
          <a:p>
            <a:r>
              <a:t/>
            </a:r>
          </a:p>
          <a:p>
            <a:r>
              <a:t>NEXT</a:t>
            </a:r>
          </a:p>
          <a:p>
            <a:r>
              <a:t>An object remembers its fitted state.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object remembers its fitted state</a:t>
            </a:r>
          </a:p>
          <a:p>
            <a:r>
              <a:t/>
            </a:r>
          </a:p>
          <a:p>
            <a:r>
              <a:t>CONNECT</a:t>
            </a:r>
          </a:p>
          <a:p>
            <a:r>
              <a:t>Build on the preceding slide: A model object keeps learned information.</a:t>
            </a:r>
          </a:p>
          <a:p>
            <a:r>
              <a:t/>
            </a:r>
          </a:p>
          <a:p>
            <a:r>
              <a:t>LECTURER CUE</a:t>
            </a:r>
          </a:p>
          <a:p>
            <a:r>
              <a:t>Read one row at a time and use a changed value. This is a syntax reference for the worked examples.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Creating, fitting and predicting.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Creating, fitting and predicting</a:t>
            </a:r>
          </a:p>
          <a:p>
            <a:r>
              <a:t/>
            </a:r>
          </a:p>
          <a:p>
            <a:r>
              <a:t>CONNECT</a:t>
            </a:r>
          </a:p>
          <a:p>
            <a:r>
              <a:t>Build on the preceding slide: An object remembers its fitted state.</a:t>
            </a:r>
          </a:p>
          <a:p>
            <a:r>
              <a:t/>
            </a:r>
          </a:p>
          <a:p>
            <a:r>
              <a:t>LECTURER CUE</a:t>
            </a:r>
          </a:p>
          <a:p>
            <a:r>
              <a:t>Read imports and model creation separately. The model line creates an unfitted object. fit learns; predict applies. Explain the shallow tree now because the W08 assignment asks for it, then revisit classification trees in Week 9.</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Creating, fitting and predicting.</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from sklearn.linear_model import LinearRegression</a:t>
            </a:r>
          </a:p>
          <a:p>
            <a:r>
              <a:t>X_train = [[1], [2], [3], [4]]</a:t>
            </a:r>
          </a:p>
          <a:p>
            <a:r>
              <a:t>y_train = [12, 14, 16, 18]</a:t>
            </a:r>
          </a:p>
          <a:p>
            <a:r>
              <a:t>new_inputs = [[2.5]]</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model = LinearRegression()</a:t>
            </a:r>
          </a:p>
          <a:p>
            <a:r>
              <a:t>model.fit(X_train, y_train)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fit learns using the supplied training observations.</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 continued.</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predictions = model.predict(new_inputs)</a:t>
            </a:r>
          </a:p>
          <a:p>
            <a:r>
              <a:t>print(predictions.round(2).tolist())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predict applies the fitted model to new inputs.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continued.</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The mean baseline.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mean baseline</a:t>
            </a:r>
          </a:p>
          <a:p>
            <a:r>
              <a:t/>
            </a:r>
          </a:p>
          <a:p>
            <a:r>
              <a:t>CONNECT</a:t>
            </a:r>
          </a:p>
          <a:p>
            <a:r>
              <a:t>Build on the preceding slide: Expected output.</a:t>
            </a:r>
          </a:p>
          <a:p>
            <a:r>
              <a:t/>
            </a:r>
          </a:p>
          <a:p>
            <a:r>
              <a:t>LECTURER CUE</a:t>
            </a:r>
          </a:p>
          <a:p>
            <a:r>
              <a:t>Use the same training data. This baseline learns their mean, 15, and predicts it for every input. It gives a simple comparison before claiming the line helps.</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NEXT</a:t>
            </a:r>
          </a:p>
          <a:p>
            <a:r>
              <a:t>The mean baseline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mean baseline in Python</a:t>
            </a:r>
          </a:p>
          <a:p>
            <a:r>
              <a:t/>
            </a:r>
          </a:p>
          <a:p>
            <a:r>
              <a:t>CONNECT</a:t>
            </a:r>
          </a:p>
          <a:p>
            <a:r>
              <a:t>Build on the preceding slide: The mean baseline.</a:t>
            </a:r>
          </a:p>
          <a:p>
            <a:r>
              <a:t/>
            </a:r>
          </a:p>
          <a:p>
            <a:r>
              <a:t>LECTURER CUE</a:t>
            </a:r>
          </a:p>
          <a:p>
            <a:r>
              <a:t>Use the same training data. This baseline learns their mean, 15, and predicts it for every input. It gives a simple comparison before claiming the line helps.</a:t>
            </a:r>
          </a:p>
          <a:p>
            <a:r>
              <a:t/>
            </a:r>
          </a:p>
          <a:p>
            <a:r>
              <a:t>Complete practice code:</a:t>
            </a:r>
          </a:p>
          <a:p>
            <a:r>
              <a:t>from sklearn.dummy import DummyRegressor</a:t>
            </a:r>
          </a:p>
          <a:p>
            <a:r>
              <a:t>baseline = DummyRegressor(strategy="mean")</a:t>
            </a:r>
          </a:p>
          <a:p>
            <a:r>
              <a:t>baseline.fit(X_train, y_train)</a:t>
            </a:r>
          </a:p>
          <a:p>
            <a:r>
              <a:t>print(baseline.predict(new_inputs).tolist())</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WALK THROUGH THIS CODE</a:t>
            </a:r>
          </a:p>
          <a:p>
            <a:r>
              <a:t>import loads a library. from selects a tool from it.</a:t>
            </a:r>
          </a:p>
          <a:p>
            <a:r>
              <a:t>fit learns using the supplied training observations.</a:t>
            </a:r>
          </a:p>
          <a:p>
            <a:r>
              <a:t>predict applies the fitted model to new inputs.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small regression tree.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small regression tree</a:t>
            </a:r>
          </a:p>
          <a:p>
            <a:r>
              <a:t/>
            </a:r>
          </a:p>
          <a:p>
            <a:r>
              <a:t>CONNECT</a:t>
            </a:r>
          </a:p>
          <a:p>
            <a:r>
              <a:t>Build on the preceding slide: The mean baseline in Python.</a:t>
            </a:r>
          </a:p>
          <a:p>
            <a:r>
              <a:t/>
            </a:r>
          </a:p>
          <a:p>
            <a:r>
              <a:t>LECTURER CUE</a:t>
            </a:r>
          </a:p>
          <a:p>
            <a:r>
              <a:t>A tree learns threshold questions from the training inputs. Each final group, or leaf, predicts a target value. This tree returns 14 for input 2.5 in this toy example. max_depth limits the number of successive decisions. random_state fixes the random seed.</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A small regression tree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small regression tree in Python</a:t>
            </a:r>
          </a:p>
          <a:p>
            <a:r>
              <a:t/>
            </a:r>
          </a:p>
          <a:p>
            <a:r>
              <a:t>CONNECT</a:t>
            </a:r>
          </a:p>
          <a:p>
            <a:r>
              <a:t>Build on the preceding slide: A small regression tree.</a:t>
            </a:r>
          </a:p>
          <a:p>
            <a:r>
              <a:t/>
            </a:r>
          </a:p>
          <a:p>
            <a:r>
              <a:t>LECTURER CUE</a:t>
            </a:r>
          </a:p>
          <a:p>
            <a:r>
              <a:t>A tree learns threshold questions from the training inputs. Each final group, or leaf, predicts a target value. This tree returns 14 for input 2.5 in this toy example. max_depth limits the number of successive decisions. random_state fixes the random seed.</a:t>
            </a:r>
          </a:p>
          <a:p>
            <a:r>
              <a:t/>
            </a:r>
          </a:p>
          <a:p>
            <a:r>
              <a:t>Complete practice code:</a:t>
            </a:r>
          </a:p>
          <a:p>
            <a:r>
              <a:t>from sklearn.tree import DecisionTreeRegressor</a:t>
            </a:r>
          </a:p>
          <a:p>
            <a:r>
              <a:t>tree = DecisionTreeRegressor(max_depth=4, random_state=17)</a:t>
            </a:r>
          </a:p>
          <a:p>
            <a:r>
              <a:t>tree.fit(X_train, y_train)</a:t>
            </a:r>
          </a:p>
          <a:p>
            <a:r>
              <a:t>print(tree.predict(new_inputs).tolist())</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WALK THROUGH THIS CODE</a:t>
            </a:r>
          </a:p>
          <a:p>
            <a:r>
              <a:t>import loads a library. from selects a tool from it.</a:t>
            </a:r>
          </a:p>
          <a:p>
            <a:r>
              <a:t>fit learns using the supplied training observations.</a:t>
            </a:r>
          </a:p>
          <a:p>
            <a:r>
              <a:t>predict applies the fitted model to new inputs.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Reuse the same preparation on new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Reuse the same preparation on new inputs</a:t>
            </a:r>
          </a:p>
          <a:p>
            <a:r>
              <a:t/>
            </a:r>
          </a:p>
          <a:p>
            <a:r>
              <a:t>CONNECT</a:t>
            </a:r>
          </a:p>
          <a:p>
            <a:r>
              <a:t>Build on the preceding slide: A small regression tree in Python.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Imputer: An imputer fills missing feature values using a stated rule. Fit learns the replacement from training observations only. Prediction reuses that stored replacement.</a:t>
            </a:r>
          </a:p>
          <a:p>
            <a:r>
              <a:t>Pipeline: A pipeline connects preprocessing and a model. make_pipeline creates that connection. Its fit learns both stages on training data; predict applies them to new features.</a:t>
            </a:r>
          </a:p>
          <a:p>
            <a:r>
              <a:t/>
            </a:r>
          </a:p>
          <a:p>
            <a:r>
              <a:t>NEXT</a:t>
            </a:r>
          </a:p>
          <a:p>
            <a:r>
              <a:t>Preprocessing learned from training only.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a:t>
            </a:r>
          </a:p>
          <a:p>
            <a:r>
              <a:t/>
            </a:r>
          </a:p>
          <a:p>
            <a:r>
              <a:t>CONNECT</a:t>
            </a:r>
          </a:p>
          <a:p>
            <a:r>
              <a:t>Build on the preceding slide: Reuse the same preparation on new inputs.</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Preprocessing learned from training only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 in Python (1/2)</a:t>
            </a:r>
          </a:p>
          <a:p>
            <a:r>
              <a:t/>
            </a:r>
          </a:p>
          <a:p>
            <a:r>
              <a:t>CONNECT</a:t>
            </a:r>
          </a:p>
          <a:p>
            <a:r>
              <a:t>Build on the preceding slide: Preprocessing learned from training only.</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Complete practice code:</a:t>
            </a:r>
          </a:p>
          <a:p>
            <a:r>
              <a:t>from sklearn.impute import SimpleImputer</a:t>
            </a:r>
          </a:p>
          <a:p>
            <a:r>
              <a:t>from sklearn.pipeline import make_pipeline</a:t>
            </a:r>
          </a:p>
          <a:p>
            <a:r>
              <a:t>import numpy as np</a:t>
            </a:r>
          </a:p>
          <a:p>
            <a:r>
              <a:t>train_inputs = [[1, 20], [2, 22], [3, np.nan], [4, 24]]</a:t>
            </a:r>
          </a:p>
          <a:p>
            <a:r>
              <a:t>train_targets = [12, 14, 16, 18]</a:t>
            </a:r>
          </a:p>
          <a:p>
            <a:r>
              <a:t>imputer = SimpleImputer(strategy="median")</a:t>
            </a:r>
          </a:p>
          <a:p>
            <a:r>
              <a:t>model = LinearRegression()</a:t>
            </a:r>
          </a:p>
          <a:p>
            <a:r>
              <a:t>pipeline = make_pipeline(imputer, model)</a:t>
            </a:r>
          </a:p>
          <a:p>
            <a:r>
              <a:t>pipeline.fit(train_inputs, train_targets)</a:t>
            </a:r>
          </a:p>
          <a:p>
            <a:r>
              <a:t>predictions = pipeline.predict([[2.5, np.nan]])</a:t>
            </a:r>
          </a:p>
          <a:p>
            <a:r>
              <a:t>print(predictions.round(2).tolist())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import loads a library. from selects a tool from it.</a:t>
            </a:r>
          </a:p>
          <a:p>
            <a:r>
              <a:t>fit learns using the supplied training observations.</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Preprocessing learned from training only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 in Python (2/2)</a:t>
            </a:r>
          </a:p>
          <a:p>
            <a:r>
              <a:t/>
            </a:r>
          </a:p>
          <a:p>
            <a:r>
              <a:t>CONNECT</a:t>
            </a:r>
          </a:p>
          <a:p>
            <a:r>
              <a:t>Build on the preceding slide: Preprocessing learned from training only in Python (1/2).</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Complete practice code:</a:t>
            </a:r>
          </a:p>
          <a:p>
            <a:r>
              <a:t>from sklearn.impute import SimpleImputer</a:t>
            </a:r>
          </a:p>
          <a:p>
            <a:r>
              <a:t>from sklearn.pipeline import make_pipeline</a:t>
            </a:r>
          </a:p>
          <a:p>
            <a:r>
              <a:t>import numpy as np</a:t>
            </a:r>
          </a:p>
          <a:p>
            <a:r>
              <a:t>train_inputs = [[1, 20], [2, 22], [3, np.nan], [4, 24]]</a:t>
            </a:r>
          </a:p>
          <a:p>
            <a:r>
              <a:t>train_targets = [12, 14, 16, 18]</a:t>
            </a:r>
          </a:p>
          <a:p>
            <a:r>
              <a:t>imputer = SimpleImputer(strategy="median")</a:t>
            </a:r>
          </a:p>
          <a:p>
            <a:r>
              <a:t>model = LinearRegression()</a:t>
            </a:r>
          </a:p>
          <a:p>
            <a:r>
              <a:t>pipeline = make_pipeline(imputer, model)</a:t>
            </a:r>
          </a:p>
          <a:p>
            <a:r>
              <a:t>pipeline.fit(train_inputs, train_targets)</a:t>
            </a:r>
          </a:p>
          <a:p>
            <a:r>
              <a:t>predictions = pipeline.predict([[2.5, np.nan]])</a:t>
            </a:r>
          </a:p>
          <a:p>
            <a:r>
              <a:t>print(predictions.round(2).tolist())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predict applies the fitted model to new inputs.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Reading records into a feature 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records into a feature table</a:t>
            </a:r>
          </a:p>
          <a:p>
            <a:r>
              <a:t/>
            </a:r>
          </a:p>
          <a:p>
            <a:r>
              <a:t>CONNECT</a:t>
            </a:r>
          </a:p>
          <a:p>
            <a:r>
              <a:t>Build on the preceding slide: Preprocessing learned from training only in Python (2/2).</a:t>
            </a:r>
          </a:p>
          <a:p>
            <a:r>
              <a:t/>
            </a:r>
          </a:p>
          <a:p>
            <a:r>
              <a:t>LECTURER CUE</a:t>
            </a:r>
          </a:p>
          <a:p>
            <a:r>
              <a:t>Each inner list is one row, in the same order as the input records. The target list uses that same row order. The feature table has no answer column.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Reading records into a feature table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records into a feature table in Python</a:t>
            </a:r>
          </a:p>
          <a:p>
            <a:r>
              <a:t/>
            </a:r>
          </a:p>
          <a:p>
            <a:r>
              <a:t>CONNECT</a:t>
            </a:r>
          </a:p>
          <a:p>
            <a:r>
              <a:t>Build on the preceding slide: Reading records into a feature table.</a:t>
            </a:r>
          </a:p>
          <a:p>
            <a:r>
              <a:t/>
            </a:r>
          </a:p>
          <a:p>
            <a:r>
              <a:t>LECTURER CUE</a:t>
            </a:r>
          </a:p>
          <a:p>
            <a:r>
              <a:t>Each inner list is one row, in the same order as the input records. The target list uses that same row order. The feature table has no answer column.</a:t>
            </a:r>
          </a:p>
          <a:p>
            <a:r>
              <a:t/>
            </a:r>
          </a:p>
          <a:p>
            <a:r>
              <a:t>Complete practice code:</a:t>
            </a:r>
          </a:p>
          <a:p>
            <a:r>
              <a:t>rows = [{"length": 2, "width": 3, "area": 6},</a:t>
            </a:r>
          </a:p>
          <a:p>
            <a:r>
              <a:t>        {"length": 4, "width": 5, "area": 20}]</a:t>
            </a:r>
          </a:p>
          <a:p>
            <a:r>
              <a:t>X = []</a:t>
            </a:r>
          </a:p>
          <a:p>
            <a:r>
              <a:t>y = []</a:t>
            </a:r>
          </a:p>
          <a:p>
            <a:r>
              <a:t>for row in rows:</a:t>
            </a:r>
          </a:p>
          <a:p>
            <a:r>
              <a:t>    X.append([row["length"], row["width"]])</a:t>
            </a:r>
          </a:p>
          <a:p>
            <a:r>
              <a:t>    y.append(row["area"])</a:t>
            </a:r>
          </a:p>
          <a:p>
            <a:r>
              <a:t>print(X)</a:t>
            </a:r>
          </a:p>
          <a:p>
            <a:r>
              <a:t>print(y)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for takes the next item. The indented block repeats.</a:t>
            </a:r>
          </a:p>
          <a:p>
            <a:r>
              <a:t>print displays a value below the cell.</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MAE and RMSE.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MAE and RMSE</a:t>
            </a:r>
          </a:p>
          <a:p>
            <a:r>
              <a:t/>
            </a:r>
          </a:p>
          <a:p>
            <a:r>
              <a:t>CONNECT</a:t>
            </a:r>
          </a:p>
          <a:p>
            <a:r>
              <a:t>Build on the preceding slide: Reading records into a feature table in Python.</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POINT TO THE DEFINITION</a:t>
            </a:r>
          </a:p>
          <a:p>
            <a:r>
              <a:t>MAE and RMSE: MAE averages absolute prediction errors. RMSE squares errors, averages them and takes the square root. Both use target units. RMSE is more sensitive to large errors.</a:t>
            </a:r>
          </a:p>
          <a:p>
            <a:r>
              <a:t/>
            </a:r>
          </a:p>
          <a:p>
            <a:r>
              <a:t>NEXT</a:t>
            </a:r>
          </a:p>
          <a:p>
            <a:r>
              <a:t>A prediction error in ordinary numbers.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prediction error in ordinary numbers</a:t>
            </a:r>
          </a:p>
          <a:p>
            <a:r>
              <a:t/>
            </a:r>
          </a:p>
          <a:p>
            <a:r>
              <a:t>CONNECT</a:t>
            </a:r>
          </a:p>
          <a:p>
            <a:r>
              <a:t>Build on the preceding slide: MAE and RMSE.</a:t>
            </a:r>
          </a:p>
          <a:p>
            <a:r>
              <a:t/>
            </a:r>
          </a:p>
          <a:p>
            <a:r>
              <a:t>LECTURER CUE</a:t>
            </a:r>
          </a:p>
          <a:p>
            <a:r>
              <a:t>MAE = (2 + 4) / 2 = 3, in the target’s unit. Compare a model against a training-only baseline.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The operations in the error calculation.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operations in the error calculation</a:t>
            </a:r>
          </a:p>
          <a:p>
            <a:r>
              <a:t/>
            </a:r>
          </a:p>
          <a:p>
            <a:r>
              <a:t>CONNECT</a:t>
            </a:r>
          </a:p>
          <a:p>
            <a:r>
              <a:t>Build on the preceding slide: A prediction error in ordinary numbers.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zip and paired names: zip(actual, predicted) pairs values at matching positions. for truth, guess in ... assigns each pair to two names. Here both lists must have the same nonzero length.</a:t>
            </a:r>
          </a:p>
          <a:p>
            <a:r>
              <a:t>Square and square root: difference ** 2 squares an error. sqrt reverses a square for nonnegative numbers: sqrt(9) is 3. from math import sqrt makes this tool available.</a:t>
            </a:r>
          </a:p>
          <a:p>
            <a:r>
              <a:t/>
            </a:r>
          </a:p>
          <a:p>
            <a:r>
              <a:t>NEXT</a:t>
            </a:r>
          </a:p>
          <a:p>
            <a:r>
              <a:t>Two error measures.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a:t>
            </a:r>
          </a:p>
          <a:p>
            <a:r>
              <a:t/>
            </a:r>
          </a:p>
          <a:p>
            <a:r>
              <a:t>CONNECT</a:t>
            </a:r>
          </a:p>
          <a:p>
            <a:r>
              <a:t>Build on the preceding slide: The operations in the error calculation.</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Two error measures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 in Python (1/2)</a:t>
            </a:r>
          </a:p>
          <a:p>
            <a:r>
              <a:t/>
            </a:r>
          </a:p>
          <a:p>
            <a:r>
              <a:t>CONNECT</a:t>
            </a:r>
          </a:p>
          <a:p>
            <a:r>
              <a:t>Build on the preceding slide: Two error measures.</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Complete practice code:</a:t>
            </a:r>
          </a:p>
          <a:p>
            <a:r>
              <a:t>from math import sqrt</a:t>
            </a:r>
          </a:p>
          <a:p>
            <a:r>
              <a:t>a = [10, 20]</a:t>
            </a:r>
          </a:p>
          <a:p>
            <a:r>
              <a:t>p = [12, 16]</a:t>
            </a:r>
          </a:p>
          <a:p>
            <a:r>
              <a:t>absolute = []</a:t>
            </a:r>
          </a:p>
          <a:p>
            <a:r>
              <a:t>squared = []</a:t>
            </a:r>
          </a:p>
          <a:p>
            <a:r>
              <a:t>for truth, guess in zip(a, p):</a:t>
            </a:r>
          </a:p>
          <a:p>
            <a:r>
              <a:t>    difference = truth - guess</a:t>
            </a:r>
          </a:p>
          <a:p>
            <a:r>
              <a:t>    absolute.append(abs(difference))</a:t>
            </a:r>
          </a:p>
          <a:p>
            <a:r>
              <a:t>    squared.append(difference ** 2)</a:t>
            </a:r>
          </a:p>
          <a:p>
            <a:r>
              <a:t>print(sum(absolute) / len(a))</a:t>
            </a:r>
          </a:p>
          <a:p>
            <a:r>
              <a:t>print(sqrt(sum(squared) / len(a)))</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import loads a library. from selects a tool from it.</a:t>
            </a:r>
          </a:p>
          <a:p>
            <a:r>
              <a:t>for takes the next item. The indented block repeats.</a:t>
            </a:r>
          </a:p>
          <a:p>
            <a:r>
              <a:t>zip pairs items at matching positions in these equal-length lists.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error measures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 in Python (2/2)</a:t>
            </a:r>
          </a:p>
          <a:p>
            <a:r>
              <a:t/>
            </a:r>
          </a:p>
          <a:p>
            <a:r>
              <a:t>CONNECT</a:t>
            </a:r>
          </a:p>
          <a:p>
            <a:r>
              <a:t>Build on the preceding slide: Two error measures in Python (1/2).</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Complete practice code:</a:t>
            </a:r>
          </a:p>
          <a:p>
            <a:r>
              <a:t>from math import sqrt</a:t>
            </a:r>
          </a:p>
          <a:p>
            <a:r>
              <a:t>a = [10, 20]</a:t>
            </a:r>
          </a:p>
          <a:p>
            <a:r>
              <a:t>p = [12, 16]</a:t>
            </a:r>
          </a:p>
          <a:p>
            <a:r>
              <a:t>absolute = []</a:t>
            </a:r>
          </a:p>
          <a:p>
            <a:r>
              <a:t>squared = []</a:t>
            </a:r>
          </a:p>
          <a:p>
            <a:r>
              <a:t>for truth, guess in zip(a, p):</a:t>
            </a:r>
          </a:p>
          <a:p>
            <a:r>
              <a:t>    difference = truth - guess</a:t>
            </a:r>
          </a:p>
          <a:p>
            <a:r>
              <a:t>    absolute.append(abs(difference))</a:t>
            </a:r>
          </a:p>
          <a:p>
            <a:r>
              <a:t>    squared.append(difference ** 2)</a:t>
            </a:r>
          </a:p>
          <a:p>
            <a:r>
              <a:t>print(sum(absolute) / len(a))</a:t>
            </a:r>
          </a:p>
          <a:p>
            <a:r>
              <a:t>print(sqrt(sum(squared) / len(a)))</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R² compares against a mean prediction.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R² compares against a mean prediction</a:t>
            </a:r>
          </a:p>
          <a:p>
            <a:r>
              <a:t/>
            </a:r>
          </a:p>
          <a:p>
            <a:r>
              <a:t>CONNECT</a:t>
            </a:r>
          </a:p>
          <a:p>
            <a:r>
              <a:t>Build on the preceding slide: Two error measures in Python (2/2).</a:t>
            </a:r>
          </a:p>
          <a:p>
            <a:r>
              <a:t/>
            </a:r>
          </a:p>
          <a:p>
            <a:r>
              <a:t>EXPLAIN IN ORDINARY WORDS</a:t>
            </a:r>
          </a:p>
          <a:p>
            <a:r>
              <a:t>R-squared compares squared prediction errors with using the evaluation targets’ mean. One is perfect; zero matches that reference. A negative value is possible.</a:t>
            </a:r>
          </a:p>
          <a:p>
            <a:r>
              <a:t/>
            </a:r>
          </a:p>
          <a:p>
            <a:r>
              <a:t>CHECK AND EXPECTED ANSWER</a:t>
            </a:r>
          </a:p>
          <a:p>
            <a:r>
              <a:t>Does R-squared=0.8 mean 80% of predictions are correct? No; it concerns variation and squared errors, not a count of correct answers.</a:t>
            </a:r>
          </a:p>
          <a:p>
            <a:r>
              <a:t/>
            </a:r>
          </a:p>
          <a:p>
            <a:r>
              <a:t>IF LEARNERS ARE STUCK</a:t>
            </a:r>
          </a:p>
          <a:p>
            <a:r>
              <a:t>Compare errors against a mean predictor on the same evaluation rows. MAE remains useful for a result in physical units.</a:t>
            </a:r>
          </a:p>
          <a:p>
            <a:r>
              <a:t/>
            </a:r>
          </a:p>
          <a:p>
            <a:r>
              <a:t>NEXT</a:t>
            </a:r>
          </a:p>
          <a:p>
            <a:r>
              <a:t>You are a prediction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a prediction rule</a:t>
            </a:r>
          </a:p>
          <a:p>
            <a:r>
              <a:t/>
            </a:r>
          </a:p>
          <a:p>
            <a:r>
              <a:t>CONNECT</a:t>
            </a:r>
          </a:p>
          <a:p>
            <a:r>
              <a:t>Build on the preceding slide: R² compares against a mean prediction.</a:t>
            </a:r>
          </a:p>
          <a:p>
            <a:r>
              <a:t/>
            </a:r>
          </a:p>
          <a:p>
            <a:r>
              <a:t>LECTURER CUE</a:t>
            </a:r>
          </a:p>
          <a:p>
            <a:r>
              <a:t>Do this before revealing the discussion slide. One learner moves or writes the items, the other checks. Swap roles. Every student explains one step. Expected: Prediction is 16. The absolute error is 2 target units. A single result does not show that the model is useful in general.</a:t>
            </a:r>
          </a:p>
          <a:p>
            <a:r>
              <a:t>Wait for an individual prediction before inviting pair discussion. Give a first-step hint if needed.</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a prediction rule.</a:t>
            </a:r>
          </a:p>
          <a:p>
            <a:r>
              <a:t/>
            </a:r>
          </a:p>
          <a:p>
            <a:r>
              <a:t>LECTURER CUE</a:t>
            </a:r>
          </a:p>
          <a:p>
            <a:r>
              <a:t>Ask which step produced this answer. Return to the concrete action if a learner cannot explain it. This is practice feedback, never a quiz key.</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Absolute errors are 2 and 4: MAE 3. Squared errors 4 and 16: RMSE sqrt(10), about 3.162. MAE is an average, not an individual error bound.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DISCUSSION KEY FOR THIS SLIDE</a:t>
            </a:r>
          </a:p>
          <a:p>
            <a:r>
              <a:t>DISCUSS THE REASONING</a:t>
            </a:r>
          </a:p>
          <a:p>
            <a:r>
              <a:t>Practice discussion</a:t>
            </a:r>
          </a:p>
          <a:p>
            <a:r>
              <a:t>Absolute errors are 2 and 4: MAE 3. Squared errors 4 and 16: RMSE sqrt(10), about 3.162. MAE is an average, not an individual error bound.</a:t>
            </a:r>
          </a:p>
          <a:p>
            <a:r>
              <a:t>Which step produced this result? What changes if one input changes?</a:t>
            </a:r>
          </a:p>
          <a:p>
            <a:r>
              <a:t>CML3113   Week 8   45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Draw an actual value and a prediction, then identify their difference.</a:t>
            </a:r>
          </a:p>
          <a:p>
            <a:r>
              <a:t>Preview before class and stop after the selected short excerpt. If playback fails, teach the worked example. Video is optional. Source: https://www.youtube.com/watch?v=aFDOzpTeg0s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Reading model outputs.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model outputs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Reading model outputs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model outputs continued</a:t>
            </a:r>
          </a:p>
          <a:p>
            <a:r>
              <a:t/>
            </a:r>
          </a:p>
          <a:p>
            <a:r>
              <a:t>CONNECT</a:t>
            </a:r>
          </a:p>
          <a:p>
            <a:r>
              <a:t>Build on the preceding slide: Reading model outputs.</a:t>
            </a:r>
          </a:p>
          <a:p>
            <a:r>
              <a:t/>
            </a:r>
          </a:p>
          <a:p>
            <a:r>
              <a:t>LECTURER CUE</a:t>
            </a:r>
          </a:p>
          <a:p>
            <a:r>
              <a:t>Teach these concepts before the weekly quiz. Use changed numbers for practice. This slide supplies concepts, not the quiz key.</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Reading model outputs continued.</a:t>
            </a:r>
          </a:p>
          <a:p>
            <a:r>
              <a:t/>
            </a:r>
          </a:p>
          <a:p>
            <a:r>
              <a:t>LECTURER CUE</a:t>
            </a:r>
          </a:p>
          <a:p>
            <a:r>
              <a:t>Investigate crusher energy demand. Target units: kWh/t.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predict_regression(training_records, 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predict_regression(training_records, feature_records)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IUEA_Teaching_Plan/assessment_banks/W08/CML3113/A/TASKS.md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regression_errors(actual,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regression_errors(actual, predicted)</a:t>
            </a:r>
          </a:p>
          <a:p>
            <a:r>
              <a:t/>
            </a:r>
          </a:p>
          <a:p>
            <a:r>
              <a:t>CONNECT</a:t>
            </a:r>
          </a:p>
          <a:p>
            <a:r>
              <a:t>Build on the preceding slide: predict_regression(training_records, feature_records).</a:t>
            </a:r>
          </a:p>
          <a:p>
            <a:r>
              <a:t/>
            </a:r>
          </a:p>
          <a:p>
            <a:r>
              <a:t>LECTURER CUE</a:t>
            </a:r>
          </a:p>
          <a:p>
            <a:r>
              <a:t>Public task contract. Explain input and output types before independent work. Source: IUEA_Teaching_Plan/assessment_banks/W08/CML3113/A/TASKS.md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regression_errors(actual,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Regression and baseline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 and baseline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Data analysis project.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a:t>
            </a:r>
          </a:p>
          <a:p>
            <a:r>
              <a:t/>
            </a:r>
          </a:p>
          <a:p>
            <a:r>
              <a:t>CONNECT</a:t>
            </a:r>
          </a:p>
          <a:p>
            <a:r>
              <a:t>Build on the preceding slide: Regression and baseline submission.</a:t>
            </a:r>
          </a:p>
          <a:p>
            <a:r>
              <a:t/>
            </a:r>
          </a:p>
          <a:p>
            <a:r>
              <a:t>LECTURER CUE</a:t>
            </a:r>
          </a:p>
          <a:p>
            <a:r>
              <a:t># CML3113 DA_PROJECT: Data analysis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a:t>
            </a:r>
          </a:p>
          <a:p>
            <a:r>
              <a:t/>
            </a:r>
          </a:p>
          <a:p>
            <a:r>
              <a:t>LECTURER CUE</a:t>
            </a:r>
          </a:p>
          <a:p>
            <a:r>
              <a:t># CML3113 DA_PROJECT: Data analysis project — variant A</a:t>
            </a:r>
          </a:p>
          <a:p>
            <a:r>
              <a:t>Full assessment requirements belong in the current public task guide; explain only the criterion or task shown on this slide.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CML3113 DA_PROJECT: Data analysis project — variant A</a:t>
            </a:r>
          </a:p>
          <a:p>
            <a:r>
              <a:t>Full assessment requirements belong in the current public task guide; explain only the criterion or task shown on this slide.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CML3113 DA_PROJECT: Data analysis project — variant A</a:t>
            </a:r>
          </a:p>
          <a:p>
            <a:r>
              <a:t>Full assessment requirements belong in the current public task guide; explain only the criterion or task shown on this slide.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CML3113 DA_PROJECT: Data analysis project — variant A</a:t>
            </a:r>
          </a:p>
          <a:p>
            <a:r>
              <a:t>Full assessment requirements belong in the current public task guide; explain only the criterion or task shown on this slide.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submission</a:t>
            </a:r>
          </a:p>
          <a:p>
            <a:r>
              <a:t/>
            </a:r>
          </a:p>
          <a:p>
            <a:r>
              <a:t>CONNECT</a:t>
            </a:r>
          </a:p>
          <a:p>
            <a:r>
              <a:t>Build on the preceding slide: Data analysis project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Week 8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8 quiz</a:t>
            </a:r>
          </a:p>
          <a:p>
            <a:r>
              <a:t/>
            </a:r>
          </a:p>
          <a:p>
            <a:r>
              <a:t>CONNECT</a:t>
            </a:r>
          </a:p>
          <a:p>
            <a:r>
              <a:t>Build on the preceding slide: Data analysis project submission.</a:t>
            </a:r>
          </a:p>
          <a:p>
            <a:r>
              <a:t/>
            </a:r>
          </a:p>
          <a:p>
            <a:r>
              <a:t>LECTURER CUE</a:t>
            </a:r>
          </a:p>
          <a:p>
            <a:r>
              <a:t>Activate the matching open_W8_CML3113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8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35734dfb9a42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51315929aa446f" /><Relationship Type="http://schemas.openxmlformats.org/officeDocument/2006/relationships/slideLayout" Target="/ppt/slideLayouts/slideLayout1.xml" Id="Rb8967458f9ae40f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967458f9ae40f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b8a6ed66a1487c" /><Relationship Type="http://schemas.openxmlformats.org/officeDocument/2006/relationships/image" Target="/ppt/media/image.png" Id="Rab87d6cfcc744b63" /><Relationship Type="http://schemas.openxmlformats.org/officeDocument/2006/relationships/notesSlide" Target="/ppt/notesSlides/notesSlide1.xml" Id="R5bba9848a7d14c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97b249b20464d51" /><Relationship Type="http://schemas.openxmlformats.org/officeDocument/2006/relationships/notesSlide" Target="/ppt/notesSlides/notesSlide2.xml" Id="Rd1212def916a40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00dba247ca4325" /><Relationship Type="http://schemas.openxmlformats.org/officeDocument/2006/relationships/notesSlide" Target="/ppt/notesSlides/notesSlide3.xml" Id="Rc51ac4b1231741a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1daf27d23674bdd" /><Relationship Type="http://schemas.openxmlformats.org/officeDocument/2006/relationships/notesSlide" Target="/ppt/notesSlides/notesSlide4.xml" Id="R88430e4e1c3b43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a11d641e8884541" /><Relationship Type="http://schemas.openxmlformats.org/officeDocument/2006/relationships/notesSlide" Target="/ppt/notesSlides/notesSlide5.xml" Id="Rcf6b4c17a3b74b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6c78bb46c5344a1" /><Relationship Type="http://schemas.openxmlformats.org/officeDocument/2006/relationships/notesSlide" Target="/ppt/notesSlides/notesSlide6.xml" Id="R14bb73dbd47c45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dff514630d46b9" /><Relationship Type="http://schemas.openxmlformats.org/officeDocument/2006/relationships/notesSlide" Target="/ppt/notesSlides/notesSlide7.xml" Id="R6949532f942149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2a094951fa43fb" /><Relationship Type="http://schemas.openxmlformats.org/officeDocument/2006/relationships/notesSlide" Target="/ppt/notesSlides/notesSlide8.xml" Id="Rd966e18a541c41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de4e2d2e7514b26" /><Relationship Type="http://schemas.openxmlformats.org/officeDocument/2006/relationships/notesSlide" Target="/ppt/notesSlides/notesSlide9.xml" Id="R3062b25589284f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87d3df7106742a4" /><Relationship Type="http://schemas.openxmlformats.org/officeDocument/2006/relationships/notesSlide" Target="/ppt/notesSlides/notesSlide10.xml" Id="R04240c3c33c04d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fad650f3a244ad" /><Relationship Type="http://schemas.openxmlformats.org/officeDocument/2006/relationships/notesSlide" Target="/ppt/notesSlides/notesSlide11.xml" Id="R69280bfe62a343e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8c490cbd4934a2a" /><Relationship Type="http://schemas.openxmlformats.org/officeDocument/2006/relationships/image" Target="/ppt/media/image2.png" Id="R71a1d1bc678e40c3" /><Relationship Type="http://schemas.openxmlformats.org/officeDocument/2006/relationships/notesSlide" Target="/ppt/notesSlides/notesSlide12.xml" Id="R773f0649b9f6448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e85394d366a4dd3" /><Relationship Type="http://schemas.openxmlformats.org/officeDocument/2006/relationships/notesSlide" Target="/ppt/notesSlides/notesSlide13.xml" Id="R87eb6e54870140b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7aa40604d8d436c" /><Relationship Type="http://schemas.openxmlformats.org/officeDocument/2006/relationships/notesSlide" Target="/ppt/notesSlides/notesSlide14.xml" Id="R314d74d5a0294e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186897c6b34487" /><Relationship Type="http://schemas.openxmlformats.org/officeDocument/2006/relationships/notesSlide" Target="/ppt/notesSlides/notesSlide15.xml" Id="Rcaf06431128447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89bd95779ea4f8f" /><Relationship Type="http://schemas.openxmlformats.org/officeDocument/2006/relationships/notesSlide" Target="/ppt/notesSlides/notesSlide16.xml" Id="Rf72e7f4ab91643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70db1ddbd26446d" /><Relationship Type="http://schemas.openxmlformats.org/officeDocument/2006/relationships/notesSlide" Target="/ppt/notesSlides/notesSlide17.xml" Id="R6791aa28d1a2455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8c103855ba840c0" /><Relationship Type="http://schemas.openxmlformats.org/officeDocument/2006/relationships/notesSlide" Target="/ppt/notesSlides/notesSlide18.xml" Id="Rb6b1465673394a4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ec140fc10647aa" /><Relationship Type="http://schemas.openxmlformats.org/officeDocument/2006/relationships/notesSlide" Target="/ppt/notesSlides/notesSlide19.xml" Id="R999751f01e834d1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925257cb2da4bd6" /><Relationship Type="http://schemas.openxmlformats.org/officeDocument/2006/relationships/notesSlide" Target="/ppt/notesSlides/notesSlide20.xml" Id="Re8ef03079ac8412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6f968a54dd44811" /><Relationship Type="http://schemas.openxmlformats.org/officeDocument/2006/relationships/notesSlide" Target="/ppt/notesSlides/notesSlide21.xml" Id="R1a701dec638d457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ee92922ba3941fe" /><Relationship Type="http://schemas.openxmlformats.org/officeDocument/2006/relationships/notesSlide" Target="/ppt/notesSlides/notesSlide22.xml" Id="Re6f2de45435741c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f6d2d47f9cd4933" /><Relationship Type="http://schemas.openxmlformats.org/officeDocument/2006/relationships/notesSlide" Target="/ppt/notesSlides/notesSlide23.xml" Id="R4f6e25c75ef147e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266a9069c31446a" /><Relationship Type="http://schemas.openxmlformats.org/officeDocument/2006/relationships/notesSlide" Target="/ppt/notesSlides/notesSlide24.xml" Id="Rf03f9f3dd12a465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cb28c1297fc48cd" /><Relationship Type="http://schemas.openxmlformats.org/officeDocument/2006/relationships/notesSlide" Target="/ppt/notesSlides/notesSlide25.xml" Id="Rfed896603ba94e4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0f754f2e1394e18" /><Relationship Type="http://schemas.openxmlformats.org/officeDocument/2006/relationships/notesSlide" Target="/ppt/notesSlides/notesSlide26.xml" Id="R2a789733b484484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0129e490b7a44ab" /><Relationship Type="http://schemas.openxmlformats.org/officeDocument/2006/relationships/notesSlide" Target="/ppt/notesSlides/notesSlide27.xml" Id="Rf52fb24008ea43f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0a46df006ef4bfe" /><Relationship Type="http://schemas.openxmlformats.org/officeDocument/2006/relationships/notesSlide" Target="/ppt/notesSlides/notesSlide28.xml" Id="R6c221fee96f8489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1b3cc5379424b70" /><Relationship Type="http://schemas.openxmlformats.org/officeDocument/2006/relationships/notesSlide" Target="/ppt/notesSlides/notesSlide29.xml" Id="Rf0e00d2fd1eb444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8247ac8665241b4" /><Relationship Type="http://schemas.openxmlformats.org/officeDocument/2006/relationships/notesSlide" Target="/ppt/notesSlides/notesSlide30.xml" Id="R0fbb99acdd554d4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f1a7ed344ca400f" /><Relationship Type="http://schemas.openxmlformats.org/officeDocument/2006/relationships/notesSlide" Target="/ppt/notesSlides/notesSlide31.xml" Id="R45a756fbf0304c8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e7dcfc5172f462a" /><Relationship Type="http://schemas.openxmlformats.org/officeDocument/2006/relationships/notesSlide" Target="/ppt/notesSlides/notesSlide32.xml" Id="R962dd76265cd49a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5f0e71ea90924598" /><Relationship Type="http://schemas.openxmlformats.org/officeDocument/2006/relationships/notesSlide" Target="/ppt/notesSlides/notesSlide33.xml" Id="Rbc71ae6e71be437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65e1fc711f643f1" /><Relationship Type="http://schemas.openxmlformats.org/officeDocument/2006/relationships/notesSlide" Target="/ppt/notesSlides/notesSlide34.xml" Id="R9c6b6fb4251343b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57b1c460f0c4bb8" /><Relationship Type="http://schemas.openxmlformats.org/officeDocument/2006/relationships/notesSlide" Target="/ppt/notesSlides/notesSlide35.xml" Id="R02bb83c7ed31449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59f7775494f42ef" /><Relationship Type="http://schemas.openxmlformats.org/officeDocument/2006/relationships/notesSlide" Target="/ppt/notesSlides/notesSlide36.xml" Id="R091092e310064b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565b75c76df4e1d" /><Relationship Type="http://schemas.openxmlformats.org/officeDocument/2006/relationships/notesSlide" Target="/ppt/notesSlides/notesSlide37.xml" Id="Re6a4965e82ed49f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dc85404f5a54f12" /><Relationship Type="http://schemas.openxmlformats.org/officeDocument/2006/relationships/notesSlide" Target="/ppt/notesSlides/notesSlide38.xml" Id="R4c8b45293dc7448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7ba22f523a549b4" /><Relationship Type="http://schemas.openxmlformats.org/officeDocument/2006/relationships/notesSlide" Target="/ppt/notesSlides/notesSlide39.xml" Id="R331f4e21f4a0405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1a7bc6832d949d4" /><Relationship Type="http://schemas.openxmlformats.org/officeDocument/2006/relationships/notesSlide" Target="/ppt/notesSlides/notesSlide40.xml" Id="Re5a841fbb0c3429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950fd5c872745d5" /><Relationship Type="http://schemas.openxmlformats.org/officeDocument/2006/relationships/notesSlide" Target="/ppt/notesSlides/notesSlide41.xml" Id="Rc741fb2e089f417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746b1317c494e74" /><Relationship Type="http://schemas.openxmlformats.org/officeDocument/2006/relationships/notesSlide" Target="/ppt/notesSlides/notesSlide42.xml" Id="R83f072f817884a0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220c7bb4d2f4f27" /><Relationship Type="http://schemas.openxmlformats.org/officeDocument/2006/relationships/notesSlide" Target="/ppt/notesSlides/notesSlide43.xml" Id="R7fd7d469359b4a2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8046c1101fad4e13" /><Relationship Type="http://schemas.openxmlformats.org/officeDocument/2006/relationships/notesSlide" Target="/ppt/notesSlides/notesSlide44.xml" Id="Rfb74ab9820354e8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922c80695ed4b9a" /><Relationship Type="http://schemas.openxmlformats.org/officeDocument/2006/relationships/notesSlide" Target="/ppt/notesSlides/notesSlide45.xml" Id="R00c14d836bdf472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1daefe86ba64d00" /><Relationship Type="http://schemas.openxmlformats.org/officeDocument/2006/relationships/hyperlink" Target="https://www.youtube.com/watch?v=aFDOzpTeg0s" TargetMode="External" Id="R699da04784524866" /><Relationship Type="http://schemas.openxmlformats.org/officeDocument/2006/relationships/notesSlide" Target="/ppt/notesSlides/notesSlide46.xml" Id="R1365eee4942f44a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b9e83ef41044322" /><Relationship Type="http://schemas.openxmlformats.org/officeDocument/2006/relationships/notesSlide" Target="/ppt/notesSlides/notesSlide47.xml" Id="R1b43d12d6494417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003b71c4b404549" /><Relationship Type="http://schemas.openxmlformats.org/officeDocument/2006/relationships/notesSlide" Target="/ppt/notesSlides/notesSlide48.xml" Id="R9d849b07846440e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f3bbbea41bf4beb" /><Relationship Type="http://schemas.openxmlformats.org/officeDocument/2006/relationships/notesSlide" Target="/ppt/notesSlides/notesSlide49.xml" Id="Rfd4882ef1c31468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ebb114cef5204387" /><Relationship Type="http://schemas.openxmlformats.org/officeDocument/2006/relationships/notesSlide" Target="/ppt/notesSlides/notesSlide50.xml" Id="R49d0e723d231449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134e4975e8c42a3" /><Relationship Type="http://schemas.openxmlformats.org/officeDocument/2006/relationships/notesSlide" Target="/ppt/notesSlides/notesSlide51.xml" Id="R8cd717ea5ef84c1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37aef49593f4b73" /><Relationship Type="http://schemas.openxmlformats.org/officeDocument/2006/relationships/notesSlide" Target="/ppt/notesSlides/notesSlide52.xml" Id="Rd9b8578877a84ac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8c84af6b54e4695" /><Relationship Type="http://schemas.openxmlformats.org/officeDocument/2006/relationships/notesSlide" Target="/ppt/notesSlides/notesSlide53.xml" Id="Rc3a8a202a92748d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15f74a234e64d0d" /><Relationship Type="http://schemas.openxmlformats.org/officeDocument/2006/relationships/notesSlide" Target="/ppt/notesSlides/notesSlide54.xml" Id="R3172260eee6349f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b224c8bbdbc41dd" /><Relationship Type="http://schemas.openxmlformats.org/officeDocument/2006/relationships/notesSlide" Target="/ppt/notesSlides/notesSlide55.xml" Id="R59063e1521b4489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df8b50cce76a4b32" /><Relationship Type="http://schemas.openxmlformats.org/officeDocument/2006/relationships/hyperlink" Target="https://docs.google.com/forms/d/e/1FAIpQLScEhukVhOy7mk4-sfmGMIBPDwAXlVTIZeAict3izXXZ1fvCFg/viewform" TargetMode="External" Id="Rf3ed99bec1a2464a" /><Relationship Type="http://schemas.openxmlformats.org/officeDocument/2006/relationships/notesSlide" Target="/ppt/notesSlides/notesSlide56.xml" Id="R92d6ebf748a4450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7ba79574304b43eb" /><Relationship Type="http://schemas.openxmlformats.org/officeDocument/2006/relationships/notesSlide" Target="/ppt/notesSlides/notesSlide57.xml" Id="Re04c657b5f00427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859bd46d4554138" /><Relationship Type="http://schemas.openxmlformats.org/officeDocument/2006/relationships/notesSlide" Target="/ppt/notesSlides/notesSlide58.xml" Id="R6c9710017d2f4a2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df34d5b443e4c32" /><Relationship Type="http://schemas.openxmlformats.org/officeDocument/2006/relationships/notesSlide" Target="/ppt/notesSlides/notesSlide59.xml" Id="R2049cc4a662f4a6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5c5e5ab62c34725" /><Relationship Type="http://schemas.openxmlformats.org/officeDocument/2006/relationships/notesSlide" Target="/ppt/notesSlides/notesSlide60.xml" Id="Rb618f8cad073441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89c7dfbe8d34fc3" /><Relationship Type="http://schemas.openxmlformats.org/officeDocument/2006/relationships/notesSlide" Target="/ppt/notesSlides/notesSlide61.xml" Id="R1c56a391b9824d0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b32bc651da54655" /><Relationship Type="http://schemas.openxmlformats.org/officeDocument/2006/relationships/hyperlink" Target="https://docs.google.com/forms/d/e/1FAIpQLSf_avvvqyl5ZJ-6HU7n4zal9AQETYyJkykuDO5J5Au3dBA4vw/viewform" TargetMode="External" Id="R2b5fe29426c04a7c" /><Relationship Type="http://schemas.openxmlformats.org/officeDocument/2006/relationships/notesSlide" Target="/ppt/notesSlides/notesSlide62.xml" Id="Ra6bed7df222c4bb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8ab8114658cb40da" /><Relationship Type="http://schemas.openxmlformats.org/officeDocument/2006/relationships/image" Target="/ppt/media/image3.png" Id="Rd6546447d26e4d31" /><Relationship Type="http://schemas.openxmlformats.org/officeDocument/2006/relationships/hyperlink" Target="https://forms.gle/njADrQM1EKhyhRSA8" TargetMode="External" Id="Rf9cd022fef2e48a8" /><Relationship Type="http://schemas.openxmlformats.org/officeDocument/2006/relationships/notesSlide" Target="/ppt/notesSlides/notesSlide63.xml" Id="Rf825cf5c264241d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cf0914c58514136" /><Relationship Type="http://schemas.openxmlformats.org/officeDocument/2006/relationships/notesSlide" Target="/ppt/notesSlides/notesSlide64.xml" Id="Rc6a0e496eae246e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b87d6cfcc744b6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3ABE4E-EF59-4AEF-9C32-ABC6A78FA29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57C60A7-711A-472C-8CE5-80F6458AB79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DF13F72A-56AC-4223-AE35-8B61E78A2BB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E96EFA75-70EB-4BD1-A49D-27CB5167C4D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B6AE1DA4-D563-4C73-8A69-AC0EFA1DCCB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123433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B027CF4-3177-414C-860B-685B606D66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E0A404-FB82-4C77-B85F-82F0A88304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A20FD15-29DE-4825-935D-C69DCF1E11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581FB30-1E40-425D-A21E-6452F73B3EF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F6A8CD-3129-4151-80EC-3A2BFD3A063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855DFFCF-4032-4E0E-9460-50EF8CEB50B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4725284D-3480-46A1-BF0D-E86CA32863A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FC40A96-B919-4D5B-9EAD-5DE1036A4C2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C24E64EB-8EEB-4C76-93A4-35ECFC4BF9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90394505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4E82C4-CF9D-40D4-85A4-EFD1CF142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5094675-1232-4CB5-B6D2-51355752B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4AF0264-4BAA-4F5B-B963-89093F73A92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71F9DC3-34D6-4C1E-815B-599DDCD781C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Given three measured temperatures, calculate the mean. How would you predict a fourth temperature without any other information?</a:t>
            </a:r>
          </a:p>
        </p:txBody>
      </p:sp>
      <p:sp>
        <p:nvSpPr>
          <p:cNvPr id="5" name="">
            <a:extLst xmlns:a="http://schemas.openxmlformats.org/drawingml/2006/main">
              <a:ext uri="{FF2B5EF4-FFF2-40B4-BE49-F238E27FC236}">
                <a16:creationId xmlns:a16="http://schemas.microsoft.com/office/drawing/2014/main" id="{81D7F5D2-1FBC-425C-98B3-711B40F4A7C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C9E7795-40C8-4125-8632-C0F640FF32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3</a:t>
            </a:r>
          </a:p>
        </p:txBody>
      </p:sp>
    </p:spTree>
    <p:extLst>
      <p:ext uri="{BB962C8B-B14F-4D97-AF65-F5344CB8AC3E}">
        <p14:creationId xmlns:p14="http://schemas.microsoft.com/office/powerpoint/2010/main" val="12291631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8BC22D-4BCF-4AF1-810E-08DDB60DDC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77F43B-8EC7-4DE3-8E1E-03C2AD207B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5A0778A-829B-4372-8A95-5FCDA8BA9D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60C5D364-D6DB-4C90-A31F-A429C5139B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F4B423-38F6-452A-AA43-4A3BF2D269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DCDDBAF9-911E-4573-B408-8B46FFB5FB1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E3857A-5A90-44B8-93D4-3C2EF553465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14B51CB3-274F-479A-8D38-5D41F49679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9AB2C8-9107-405D-B27F-B813443F3E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46FEA870-B652-4DEA-B52F-7D2707F218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a:t>
            </a:r>
          </a:p>
        </p:txBody>
      </p:sp>
    </p:spTree>
    <p:extLst>
      <p:ext uri="{BB962C8B-B14F-4D97-AF65-F5344CB8AC3E}">
        <p14:creationId xmlns:p14="http://schemas.microsoft.com/office/powerpoint/2010/main" val="11373708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077ABB-22ED-44EA-B72B-69D2B6CDA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B82AAA-1F62-4FD2-94FF-10D282A0B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1906E9-C495-485C-A868-CAAB474A3C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4720EE44-7240-47BF-879C-6DC4B54DF6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88CD2F-7F2C-4925-93B5-D469DFA523F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A6077D65-4C4B-41DF-B0F1-EC919431110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20CE158-7B05-44DD-BDB9-3CD05945C20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1D07AFFF-6EEB-4E76-976A-3D7B685A135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0E7F2D-C4E9-45BB-87E8-368C84FD2ED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6401DCD7-182A-4812-B889-49DF8345CD1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E25ABC6-2094-4211-988C-13B83BB6ED0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C3338C89-6646-4DE5-BA84-F51CCC2FE0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a:t>
            </a:r>
          </a:p>
        </p:txBody>
      </p:sp>
    </p:spTree>
    <p:extLst>
      <p:ext uri="{BB962C8B-B14F-4D97-AF65-F5344CB8AC3E}">
        <p14:creationId xmlns:p14="http://schemas.microsoft.com/office/powerpoint/2010/main" val="202180067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46A2E9-EBE1-4B4B-BF8D-0110D0C3F0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2852E5-176E-435B-8516-011C03B76D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99AD4C-576F-4CF2-865E-4EAE06CD73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66694CC1-DEEA-4645-BF35-A425C681933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525629-AA0A-4FA6-B9AE-CFD7EE8706A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4E2B71FF-1C8E-429F-97D5-05D9EBCF3BA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E803D0E2-829B-487E-AA18-A08310A185E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98C6E24-FAD7-45E5-BCE5-FB809DAC7B9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6B8AC198-5E7B-4F45-8B4B-1742D6CEACC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B7CA2A7A-1556-4EB3-95EF-DB5AEAAFCC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4294600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272A5-EF82-4C62-8565-D75A7929D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6703A3-43C4-42AD-8879-D85E1F7931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350FB08-4A53-4526-9FAB-A291588B7B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1841BEB9-5E71-4FEE-926C-6D411E10A35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5BE3E2-4565-46B0-97BB-B68FA848A2C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F5E36659-D7FB-4433-80B2-4D89F83CDDE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3611EDDF-93DD-479F-B265-00AC7EC80A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9019169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17CEB65-4A31-4CF3-B46B-393723C61E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1522F7-B7BF-445E-8E53-7C0BA03D9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034275E-DD81-41CA-86C0-56AA95C271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B17B47B3-ADE9-46A4-AF79-A23B65D36D1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17AC79-C5AE-4A86-9586-0D9C4F810C0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2765D87C-ACBB-4A3E-8A87-5F3BE808AA0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71BFB684-7B72-42DA-9F54-9C0E8B49C3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147414566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8C6A57-4A03-45DD-8090-0DA026DBAC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0DE68C-A789-4521-B813-0B62FDCAF5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DAC323-5942-4685-9313-2891F9F03E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C6F06B33-BE8B-4673-BB68-489D2581F0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FD85AE-5963-42FB-A00A-0143B60204B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8B1B130F-2C1E-4ADF-9C4E-AC4E29E4859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F7A1C9-7F3D-473C-813B-1DEE2AECC3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79180A83-D41E-4AF8-8C25-F8FBCC33F1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D79FD9-1143-4061-B068-2F1F305334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22F791F6-FA15-43CF-A0DC-624D798A12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10562378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296CCA-7E44-4690-BCE4-48B5A3427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8DE074-CC7C-4F74-8F72-47D84A7D8E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98665F2-5320-4C1D-B29C-537C50D42D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6CDD67D-FEB7-4044-A2D3-9213C21E3ED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88626308-BB5B-45CF-AF41-8984AFA4A2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7182665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33DBA8-E987-4345-841D-7BBAC20410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DB8230-DF92-4874-996C-E5EDEEF62F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0183D7-24B3-46A5-8ECE-76821C2F84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C02E81A0-A668-4D05-B0CC-CB3C51BF14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67D824-2FF8-4965-87B3-206B9464D7D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BB1D11E1-2B48-4A0F-84C0-C20460A96C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1C8CEB-DC21-45E8-BC84-BD00243F92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3FB70BE2-4BD3-4A89-AD52-C59B7C3BC7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0D4D1B-48B0-4560-96C2-8858D59A07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56002B8C-D9A6-446C-8405-C771BDA6EE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11</a:t>
            </a:r>
          </a:p>
        </p:txBody>
      </p:sp>
    </p:spTree>
    <p:extLst>
      <p:ext uri="{BB962C8B-B14F-4D97-AF65-F5344CB8AC3E}">
        <p14:creationId xmlns:p14="http://schemas.microsoft.com/office/powerpoint/2010/main" val="16139437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7C8640-596D-49A9-B926-1A7ECE23D12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835E70-B9F0-4533-9FD2-D9B51E7A4BA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1a1d1bc678e40c3"/>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157E5C6-64A4-41A9-8F3B-3BF61FE0B73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73C2F1-35FC-4B90-AD38-9D930ABD5FA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EFB5271A-DD03-4762-BB59-AA7A53E956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14478959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6C7902-23EB-41ED-B402-BAED186957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1C6DF1-AECE-41B2-87DD-A6E72C5D88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916AC8-204A-4142-B0A4-F462884DFF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9DC9C4FB-20D1-4D04-B327-0306E5D9D5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8B474-6ED8-478B-AF15-9DABE7B99EC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2D875D0F-EB74-45D5-A4EA-2C032FBD638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81FDF2-D54B-40A6-920F-E6B719DEA9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338451D2-30A1-47B1-9161-11BFCAB4C7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87DE27-6943-449F-993C-FCD6ABCC61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4FA7BC18-89DF-485C-AA49-B92485621C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4024409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119A03-3B8D-4DFD-8298-733AC38E8D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36059-64E3-40C5-B6B5-6322F9391E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9748C73-AD70-4070-BFDF-598D716106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93153CF5-920E-4D03-90F1-7448B168D81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D2157E-3D50-4509-A0CF-2285AC33E7C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1F4AC3E1-D800-45E1-8265-E4E8B9A2070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93956317-758E-4A76-8F7A-E329A31BECD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F7104DF-6040-422F-87B4-15D4DBBCADA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A0FE93B2-3209-448F-A5FE-BB3F1014E75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DA5A3137-BD52-49CC-A809-9D0ADD8F8E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8133246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341A34-5DA1-41FA-917E-00019BC167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C12528-E5A0-4C7D-A85C-17370B21A1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F3DB8FD-77A0-4800-B646-FB3C08F4B4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4A8AB8A-3295-4767-B4F1-55853E09D51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5B1ABE77-F523-49CB-B24C-A55358C98F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0420829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85C8D1-B090-4337-9E39-8F49EDA6E1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2D2EF8-B404-4FDE-A5BC-C23E45316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FBD1CD-42CA-4331-A306-D09C883B1C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F0C4C041-443C-4B08-B971-BF561509D51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2D92F1-64E5-4A88-B8FD-B9BE7BD5F0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182348A1-DD25-48E1-B749-9F79B4D445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AAA9E39-743E-4F0F-84A5-0D96E24F1E5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C66A981-B2E1-41BD-97E3-28215FB2561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16055F9-CBA8-4C07-93DF-499C0FAB49B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3BF04215-01F2-41FC-B499-75CF83FE81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DCD3F720-79F9-4454-9413-7CF088B951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20920809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553E6-5B8D-4204-AF4F-8E2F1D1D05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437721-0D5E-4B4C-9A97-90ABB3516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82A01EC-9D94-409E-9679-1D9D8D1907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DC128A69-9644-49CC-8B67-7DD6EC9B213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B6F65B-948E-4F37-877F-C9C4AEF2161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45227E62-CD4B-4A2E-966E-D5FEA784283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0231A196-C72B-4993-A375-9350B4610C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145011332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BB5015-6F7E-41BD-AD0D-6A326CBA2C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96A035-89D1-4ECC-B2FC-80C77E54A2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8F63DBC-1562-4F4F-8A45-FFA0E5D827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FBBEA7CA-90A7-4934-932C-9E73655288E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CB7C94-A38D-4134-A80F-0C571EBB08F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D4B27537-1F97-4470-9279-9ABAA7BCE8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7398F478-78B7-44E5-8D32-44001A3D5A8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53826D-2E81-4716-9AD6-24B4EBA520F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04C4CFE5-5424-40F8-AEFF-0A0E26A52E9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4A600639-9B76-4219-AE2D-97F6E2EF97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13782707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C57DC7-FFE7-49EF-909C-572A011DA2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E25E2B-EC4C-4CDD-9B23-2F9B9F2582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AF76F37-8412-46EA-9D4F-401D9C28CA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EF42EFE-186E-4E7A-96D4-76B221138F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8554D656-F134-4384-9635-ED93CDE53F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26011599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5DF4F2-5EA4-414D-80A7-2C333E801F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B1C82A-3CBE-42F7-A86D-A68F0F5E6E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513AE5-4C29-42D5-A9C0-D21A415B86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23706215-A023-4D3C-B604-81ECF541F9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6C4273-0F85-4E90-893B-2A8B7D5B23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09150A05-0CEA-40AD-8BDF-70064D437E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DBE4AB-E5E4-4182-9726-9B810DB590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C818319D-776C-4B26-8DEF-2047C8E91D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74F92D-B1BF-4180-B1E2-912FA3834F4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DFC6E660-935D-4D56-B131-E2145D342A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5422321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032E51-C450-4DEE-B541-699CB23B1B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3CD4E4-5670-48BE-8393-5DF549E1F0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C4055D-3FFC-4CDB-92C4-164A2476AE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54E235AB-96D9-4E1D-B12A-734DEB5C6B5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33C762-C6BE-42CE-90E8-C21CAD984FC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64019AD7-5ED4-47DB-A5FD-D0CB3CD7B3A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A530F718-C7B2-4109-B41F-12B3D035E11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FB53EA7F-5083-45E5-9019-37E4A5475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131238781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D91CF4-C4A0-419B-A506-6F334C4E5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4D4282-9222-4B73-A254-A1E87C4907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35246A1-2AD3-4467-A384-14B24E944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D8CAE231-ECCE-4B05-85A9-70B2068AD8F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67CA28-23E5-4BD0-92B6-00FE38D83BB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ACCCA3B0-70ED-4C57-BD8D-9FCC0F4A10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25C499-9097-4A52-84ED-AFA7C7D819C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18DCCF6E-E79B-4CC3-937D-23F6AF79D78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8664F8E0-9CC7-49DF-AD22-8FBD1CC24A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9983EA0D-D309-4CE1-9EE9-36DC35CE57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22</a:t>
            </a:r>
          </a:p>
        </p:txBody>
      </p:sp>
    </p:spTree>
    <p:extLst>
      <p:ext uri="{BB962C8B-B14F-4D97-AF65-F5344CB8AC3E}">
        <p14:creationId xmlns:p14="http://schemas.microsoft.com/office/powerpoint/2010/main" val="151491210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D2E76D-D631-48AB-BDBD-4D25BA9D0C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5F12D3-1FDB-4ABF-9816-E0DF2B599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3309A62-6DD1-4A40-8C97-AD75FDE050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F6CE1CCF-B87C-4F86-BA5B-E6BA21C5E8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618821-E42A-4B80-90F2-046A79300AA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5462CC26-DF2A-4A98-99B5-A0E4D4AB915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596B7B2-851D-4CC7-9444-98A1B8A6597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4E54FAD3-967F-4023-821B-C9330D26BE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FECB34F-9654-4FF7-8C1D-0247043F56C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3994594-DEF6-4747-B117-92FF1DA914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1FBD5614-8BC7-41DA-B432-F295E74919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23</a:t>
            </a:r>
          </a:p>
        </p:txBody>
      </p:sp>
    </p:spTree>
    <p:extLst>
      <p:ext uri="{BB962C8B-B14F-4D97-AF65-F5344CB8AC3E}">
        <p14:creationId xmlns:p14="http://schemas.microsoft.com/office/powerpoint/2010/main" val="20294353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0EC315-05A2-4AA3-8821-55512B47DE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E27149-F325-4C57-82B9-6605BAF07B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C927B90-D9DB-4162-A80E-C4C90F782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56F8086-0EE2-4E4D-898E-6EB54315172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415C16-AE7C-4CD9-AFF3-CDB574C8316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9A42D2E1-BD4A-4579-8538-7DD976DC2DA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00E95DA-340F-4DF3-9887-FBB61F79C3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17395979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8EC067-F4D0-4DA9-8DB8-A84BF33030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6EFD4C-A890-4E7F-BE19-31F133F7DD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528414-17D1-4C7C-9E3E-8CF08312D6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01BED1C1-3469-40C9-A7AE-FD1E7201E3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E94207-440B-4098-A152-8E1F2008AE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D7EBC465-603A-40F4-AAE6-56B832160C8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2F7849-F251-4F0F-9D29-E7E48D7149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B8218760-BC0F-4323-AEC8-6452DEB77E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8B1A76-F3D3-4811-8675-41AB77794E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35CD4042-DA22-4598-A484-6CECE93652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25</a:t>
            </a:r>
          </a:p>
        </p:txBody>
      </p:sp>
    </p:spTree>
    <p:extLst>
      <p:ext uri="{BB962C8B-B14F-4D97-AF65-F5344CB8AC3E}">
        <p14:creationId xmlns:p14="http://schemas.microsoft.com/office/powerpoint/2010/main" val="87579257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F1526D1-B975-45CC-B116-26603CA2A4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53530A-F6AE-496F-A837-A04141F898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CF795B-D7E5-4182-BFAA-67DFA95DA3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19ACBF15-8D64-4908-B5A4-A40BF24379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A2BCB4-97DA-4FEC-9463-2BE56B418E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D5E8DBF2-B37F-4D7A-93BC-511C0AF545F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1A995D6-BEF1-41D2-91C4-C6EB4792DBF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40F6F5CA-946E-4196-AC85-CAC9F87DC76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B16CFA0E-CBF3-41A8-92A7-C7AFE891A9A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E600829D-267C-4588-8987-D4EF83A005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13181AE7-B80E-4511-8474-0FF90F174A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26</a:t>
            </a:r>
          </a:p>
        </p:txBody>
      </p:sp>
    </p:spTree>
    <p:extLst>
      <p:ext uri="{BB962C8B-B14F-4D97-AF65-F5344CB8AC3E}">
        <p14:creationId xmlns:p14="http://schemas.microsoft.com/office/powerpoint/2010/main" val="132989420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B42227-1FBC-4DAF-B5CE-545613052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FA8E5F-FBC3-42F3-8AFE-6D2AAC714C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706FEE-DFE3-4C71-A21A-B64BBC9FE9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7A423A87-03ED-4474-8D8D-7810DE1239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0A6FF9-14C8-4223-972F-176AE921D72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1CAFA8E4-8A02-42B8-BB49-A70121ED5FD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6EFD23-E579-4076-9373-6783681366F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D5E82386-1630-43E0-81E4-A93411D08D1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4F51D9-9882-4E5B-8557-6E135872412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2C00B0FB-7971-48D3-A370-0EA393EF0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27</a:t>
            </a:r>
          </a:p>
        </p:txBody>
      </p:sp>
    </p:spTree>
    <p:extLst>
      <p:ext uri="{BB962C8B-B14F-4D97-AF65-F5344CB8AC3E}">
        <p14:creationId xmlns:p14="http://schemas.microsoft.com/office/powerpoint/2010/main" val="8070681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54B979-34A9-4DD5-BCB4-D8575A4D7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5F0126-1EBC-4273-BF2A-C598897FAA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A120DB-ED0B-42B2-8E0A-2EAA8B840A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80A20D1E-6522-49A5-8FFA-5DEAF4BC6C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AD84DD-044A-475C-9318-710CB6B3F68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756E422A-B9A6-4A1A-AC42-892EF8ACEB2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233654B-CBB8-4DA4-83BF-03AC9B7368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6ADB4307-D5D1-4A76-AC6B-23FCDA7F9C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28</a:t>
            </a:r>
          </a:p>
        </p:txBody>
      </p:sp>
    </p:spTree>
    <p:extLst>
      <p:ext uri="{BB962C8B-B14F-4D97-AF65-F5344CB8AC3E}">
        <p14:creationId xmlns:p14="http://schemas.microsoft.com/office/powerpoint/2010/main" val="101485105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7D6DB7-A26C-4739-A4E7-82861C0883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762273-245E-49E9-ACD8-3AED0B8C48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5EE4C55-F629-417D-A4CE-731DB26B73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451DBA12-FF94-4785-99ED-6C207F1709F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0E200E-1342-4FBE-B0E8-3C3B0147C11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E95A9C46-3694-40C1-8E6A-1688BFB1B93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B38C592A-EF13-4719-978A-8E60D0E1290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1F878D-86E7-40D0-AB8D-9F659FB335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760A505C-B488-47E5-A93F-5A85129343A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A5900408-E01C-417B-B24C-B1C8E0C76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29</a:t>
            </a:r>
          </a:p>
        </p:txBody>
      </p:sp>
    </p:spTree>
    <p:extLst>
      <p:ext uri="{BB962C8B-B14F-4D97-AF65-F5344CB8AC3E}">
        <p14:creationId xmlns:p14="http://schemas.microsoft.com/office/powerpoint/2010/main" val="1872479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91137A-4774-4078-9C80-32552E09E4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D0A97F-A832-4928-8CCE-3221F497B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F42ED1-FB04-413D-B4AE-08E912959B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B4D70809-2AFE-45B3-827C-0728AABB3E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106460-C73B-42C2-855E-3EF297E2BF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66F02AB9-AF2F-445B-AA2E-0378769557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EE99BA-7082-486C-B34D-3C646B414F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0DA28FD5-989E-4C29-9476-A1973C9E4E1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591518-8EF7-4533-9953-F983FC6E43D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45E88778-7E93-4EAD-A5B8-C4210B64A0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30</a:t>
            </a:r>
          </a:p>
        </p:txBody>
      </p:sp>
    </p:spTree>
    <p:extLst>
      <p:ext uri="{BB962C8B-B14F-4D97-AF65-F5344CB8AC3E}">
        <p14:creationId xmlns:p14="http://schemas.microsoft.com/office/powerpoint/2010/main" val="27003937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F01B80-E05F-4855-B2E8-9CF0B860C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7466B0-A6E5-421E-A5CF-4155A9392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7F09A1A-04D2-471D-9657-E4A2FD5CBB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BD17D0A0-37AB-460B-8F85-5C31C5977B1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26239F-935E-4EED-9B3D-996A3E28AF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19C18A14-0286-4513-85BF-20AE71F8849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A4F11F60-2C17-42AA-B961-08F0F4B326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4F96A378-2BC2-4042-BA0F-F593822A7A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31</a:t>
            </a:r>
          </a:p>
        </p:txBody>
      </p:sp>
    </p:spTree>
    <p:extLst>
      <p:ext uri="{BB962C8B-B14F-4D97-AF65-F5344CB8AC3E}">
        <p14:creationId xmlns:p14="http://schemas.microsoft.com/office/powerpoint/2010/main" val="138057153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D9C2F0-0B0A-4047-9A88-D70C3A787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E8A8F1-BEFD-4AB8-9CDF-727CE1E6FB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3FC98E-4DFE-4891-BDFF-49BA88762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35CCEE32-C319-4BC4-BB48-FE8D17CFF6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88F4FC-7C09-4D61-A425-1992D3A69B8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D0415E5D-14F4-4CB9-947E-1217A730179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5731922E-2845-412B-91A6-A6F8BF82CD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528245E-F6F5-4307-911D-B7155278C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14598363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A8DEE0-9B23-4974-9FCF-E11A0157E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20C660-5224-4DB5-ABC8-ED3F58C17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277755-4945-4045-B345-1FD5DE808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6CB5C154-BD65-47E4-A123-862559803B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D0D6B9-E2DC-45FD-8DFC-3115449FE5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D21BF05B-1DB7-4284-A41F-4E68025E2B6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CF7C5C-ABDF-4372-8112-23C11547E7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A350E0BD-DAB5-48EE-96B8-5436CE1FE0D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782D53-E4F4-4B0A-BFD7-B5D2B349094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2758CB0E-4331-4648-A0F4-E21F0B590F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111210347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6518E4-2037-47BA-8862-E1CB2124AF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2CC1CA-1669-465B-8743-0CB2D87126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30E24E-E845-406A-8BB9-20710E7C5B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4AFE00CB-57DF-4A3E-9561-4B21E297941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0C895F-4793-4E98-885A-B06DF99661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67E0BF2E-3BD5-4E02-91C4-366A08450A1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1E9DE22-2D3A-4957-AE69-84C62ECD7D3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C7B84CCB-56D6-4F87-AD6C-375752E2E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9801405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D18F7C-011C-4DCC-8F93-BBD377AC48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7C5AA2-0BDB-4071-8AAA-1C8C6C3847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AB170A-2C76-4FEB-A12C-8CE3B9F239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81FA74DE-E90C-4A2E-8C7D-EBD7E9C3DCC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633FD6-17C9-4B2D-A505-39A9CF4D16A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E2ECEBA8-E501-40F2-92FC-CCF8FB0876C8}"/>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9E88CD80-AFE3-44BA-99F8-DE42C314FE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108665150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20AF46-4462-4274-98D3-1343715B7F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1693C0-34C8-4777-84AE-B2009964F3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77DE5CA-AABC-4413-9485-5DB5CFB23C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54DD954-2E6A-47DE-BA62-E07D45F9EA4C}"/>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8D790B96-2836-488E-9A99-D6206F7E78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199608911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526589-9494-4BB2-B9DA-8E37515212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B31C6B-1BF0-4DF6-B71A-25B56E97BA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59A761-EDFA-4DD9-8BA9-AEFF9BA208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805689AE-A75A-4973-8616-34D38282F48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7A5808-2A04-4467-9A3E-D78A2FABB48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6B3DAB3B-6074-4B27-B34C-12243D99F2B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BEEAC3D9-1FE7-433E-ACA5-0B32EE419B1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0D79BC-7366-4767-975F-956F900F36C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002B4323-EDB6-4423-9F7B-86F45EBB8E7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691F8009-2D04-47A1-8300-FFA2BCA1DE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2773668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CBCAED-A86A-4425-8837-84B8746408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16D2DC-55C4-4454-9787-62EC28053A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2F01C4-CFF5-4E00-8B2C-DFA3C9EAC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4E5C583B-C991-4306-9975-BB86038F3C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498A96-E516-4C27-B766-FBCD2E2B33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7F0DEF36-D5DE-4782-86A5-A46F3D5AAFC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F0C56F-AA2A-4060-B430-8B8E7B993AF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0FB27C31-B249-46A2-BE79-1B4BBA4CB9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DB1891-2D65-42ED-878C-8FC7D56627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3FAEB4F9-FF2C-4D8D-A507-9339054509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122077452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2C1118-253D-4B59-98AF-2004585F3E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577FF9-4F53-46A7-8E27-126BD6A840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31063D-1EC0-44BD-9FBB-42518AEACC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CCCC872B-5FCB-4E6C-AF63-8A0A4FB12C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10073B-AF0C-472E-8858-7A6B4DDFEF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491E48B2-CB9A-4C18-BD8B-94596C044F9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1665A0D-98EE-428A-B64B-88E44F5284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746AC3C-D4FE-4239-93D4-756AE6B5543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C12FCF04-EF0D-4630-ACB2-22944DD28B2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B8507C4E-9EC5-4756-BE22-A7DF9F4561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B0F7D1DF-3BC4-41E9-B6BB-B2AB8BE9F6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176623596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8FEADBE-7249-44C6-8A67-D6CA28A5FB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E39FCC-6886-4F58-83FD-EF0F328A3B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0BD733-4409-4C3F-AD7A-01AFF6A060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228C52DF-FBFA-44DD-ADF6-0703829393B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FB907B-EFA2-4CFB-A813-EAA6C83BFEA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7757DAEE-3E41-4D6E-BF03-5118EE519B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0509B8A-F63D-495F-A3B1-FBE7D1A4B7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4322187-B648-4526-94EB-81ADB9D356C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F11BB369-BBAE-433A-B862-B3E51232FC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201537349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41F1CB-7DAD-4240-BB03-EAEFD26741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435B73-238B-4301-AE83-E398979D51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7154BF-6881-49E1-A137-57B702211C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DE16DABC-8CD9-4213-9A68-5747955655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6E7C10-0FF8-4A1B-9B0F-A9AC81B7AD5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57AD8F6C-7987-4EF1-B8E1-67540D8262A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98DFD4-E24E-4AB4-A348-ECCDDE2722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63927BF1-1A7F-4DAB-B7DF-EAEA9ED0EA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60D9EC-C0C7-463F-8A85-80B4AB4B815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557E99A1-DF65-464F-8041-7C04F067F0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74082188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A6F5EAC-CB00-43B7-9609-A9AF7679B6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F03F2C-82B9-4D92-89CB-1C120B4E2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8A6738AC-B02A-4335-A035-314036B804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a prediction rule</a:t>
            </a:r>
          </a:p>
        </p:txBody>
      </p:sp>
      <p:sp>
        <p:nvSpPr>
          <p:cNvPr id="4" name="">
            <a:extLst xmlns:a="http://schemas.openxmlformats.org/drawingml/2006/main">
              <a:ext uri="{FF2B5EF4-FFF2-40B4-BE49-F238E27FC236}">
                <a16:creationId xmlns:a16="http://schemas.microsoft.com/office/drawing/2014/main" id="{B3C570B4-3814-4C64-B468-AE600180964C}"/>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53257E-C883-48AF-9C7A-2093725C0884}"/>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prediction = 10 + 2 × input.</a:t>
            </a:r>
          </a:p>
        </p:txBody>
      </p:sp>
      <p:sp>
        <p:nvSpPr>
          <p:cNvPr id="6" name="">
            <a:extLst xmlns:a="http://schemas.openxmlformats.org/drawingml/2006/main">
              <a:ext uri="{FF2B5EF4-FFF2-40B4-BE49-F238E27FC236}">
                <a16:creationId xmlns:a16="http://schemas.microsoft.com/office/drawing/2014/main" id="{2EE1D644-16AF-44E4-A717-808F364789C7}"/>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79AAD0-64A9-4ACB-9BE0-03629550F237}"/>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input 3, calculate the prediction before using Python.</a:t>
            </a:r>
          </a:p>
        </p:txBody>
      </p:sp>
      <p:sp>
        <p:nvSpPr>
          <p:cNvPr id="8" name="">
            <a:extLst xmlns:a="http://schemas.openxmlformats.org/drawingml/2006/main">
              <a:ext uri="{FF2B5EF4-FFF2-40B4-BE49-F238E27FC236}">
                <a16:creationId xmlns:a16="http://schemas.microsoft.com/office/drawing/2014/main" id="{F8ADFA14-6501-4ED4-A1BE-FDD64C3742A8}"/>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CE7F01-B5EE-425C-BB4D-C2A84B425F4D}"/>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measured answer is 18. How large is the error?</a:t>
            </a:r>
          </a:p>
        </p:txBody>
      </p:sp>
      <p:sp>
        <p:nvSpPr>
          <p:cNvPr id="10" name="">
            <a:extLst xmlns:a="http://schemas.openxmlformats.org/drawingml/2006/main">
              <a:ext uri="{FF2B5EF4-FFF2-40B4-BE49-F238E27FC236}">
                <a16:creationId xmlns:a16="http://schemas.microsoft.com/office/drawing/2014/main" id="{5904E45A-B449-493C-8576-673F1EF1C51A}"/>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1542AC-E5CA-4430-BBDB-A94F1C479716}"/>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D064C7A3-929E-4198-A527-0B9754C8C3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42</a:t>
            </a:r>
          </a:p>
        </p:txBody>
      </p:sp>
    </p:spTree>
    <p:extLst>
      <p:ext uri="{BB962C8B-B14F-4D97-AF65-F5344CB8AC3E}">
        <p14:creationId xmlns:p14="http://schemas.microsoft.com/office/powerpoint/2010/main" val="167607511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AB9A0C-9A04-4351-B9CB-8AE9382DCA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90EBC8-BFE0-4C43-A48D-906C547C53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519BC67-FB44-442A-935E-E3D7513984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FB56309E-609A-4B00-B337-D1F135D9F34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2D48E9-478D-4823-ACD2-A30D0B4F1F5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Prediction is 16. The absolute error is 2 target units. A single result does not show that the model is useful in general.</a:t>
            </a:r>
          </a:p>
        </p:txBody>
      </p:sp>
      <p:sp>
        <p:nvSpPr>
          <p:cNvPr id="6" name="">
            <a:extLst xmlns:a="http://schemas.openxmlformats.org/drawingml/2006/main">
              <a:ext uri="{FF2B5EF4-FFF2-40B4-BE49-F238E27FC236}">
                <a16:creationId xmlns:a16="http://schemas.microsoft.com/office/drawing/2014/main" id="{A4A9146A-BD4A-4EDE-B45B-EE0213D2E65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FDA1FF4-E5AC-4B1F-8ADC-87B6687784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559036380"/>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5A7F21-F9E0-451A-9A4B-75289FB1F3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891D009-18EA-4A65-94FF-B9BAD3CCF5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E822AFAB-9C36-4A7E-A27D-B6D0F936607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63F8731-D84C-4C97-AA01-7811F933C11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On paper compare actual [10, 20] with predictions [12, 16]. Find MAE and RMSE. Is MAE a plus/minus guarantee for each prediction?</a:t>
            </a:r>
          </a:p>
        </p:txBody>
      </p:sp>
      <p:sp>
        <p:nvSpPr>
          <p:cNvPr id="5" name="">
            <a:extLst xmlns:a="http://schemas.openxmlformats.org/drawingml/2006/main">
              <a:ext uri="{FF2B5EF4-FFF2-40B4-BE49-F238E27FC236}">
                <a16:creationId xmlns:a16="http://schemas.microsoft.com/office/drawing/2014/main" id="{B5F5CE1D-0D78-4331-8043-4B4A5337CB9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A822368-82B1-4EA4-B2FD-6A9CD5EE4A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44</a:t>
            </a:r>
          </a:p>
        </p:txBody>
      </p:sp>
    </p:spTree>
    <p:extLst>
      <p:ext uri="{BB962C8B-B14F-4D97-AF65-F5344CB8AC3E}">
        <p14:creationId xmlns:p14="http://schemas.microsoft.com/office/powerpoint/2010/main" val="4200106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55BD3-36A0-4316-B3A8-3CB3B97884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DA9163-92D8-4C8B-B4D1-C5114EC807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044E73A-CF9A-414F-95A3-3D36BBC55A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4A6AC9E-7769-42F9-91A8-CE2FFB128A7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DD2EF7-77E6-49BC-8AFD-4C566B21E51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Absolute errors are 2 and 4: MAE 3. Squared errors 4 and 16: RMSE sqrt(10), about 3.162. MAE is an average, not an individual error bound.</a:t>
            </a:r>
          </a:p>
        </p:txBody>
      </p:sp>
      <p:sp>
        <p:nvSpPr>
          <p:cNvPr id="6" name="">
            <a:extLst xmlns:a="http://schemas.openxmlformats.org/drawingml/2006/main">
              <a:ext uri="{FF2B5EF4-FFF2-40B4-BE49-F238E27FC236}">
                <a16:creationId xmlns:a16="http://schemas.microsoft.com/office/drawing/2014/main" id="{9D5503FE-DF7F-421F-87F5-3DCA4CF179F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78D1CFA-8C99-48A5-AD8E-0F2494FF1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75270890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885EFE2-008A-4DF3-A33F-BFC1FE2813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927032-BBB8-4063-979E-ABC3696121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530CFEC-8B19-441C-94A4-FBBFC063DB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7B1F2B24-A7B8-4E14-BECA-F4FB015FCAF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B2A5F0-2A27-4F69-8E17-17537C4FE208}"/>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6" name="">
            <a:extLst xmlns:a="http://schemas.openxmlformats.org/drawingml/2006/main">
              <a:ext uri="{FF2B5EF4-FFF2-40B4-BE49-F238E27FC236}">
                <a16:creationId xmlns:a16="http://schemas.microsoft.com/office/drawing/2014/main" id="{6B16A55F-FB8C-43A3-B7B7-0571425A6A53}"/>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9DCAA6-9F1B-4441-B642-C3B4B8CB06D2}"/>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55889172-67D3-42E4-AFBF-D51232BDA28B}"/>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75168A-4206-4731-B77E-442170C9EB59}"/>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0" name="">
            <a:extLst xmlns:a="http://schemas.openxmlformats.org/drawingml/2006/main">
              <a:ext uri="{FF2B5EF4-FFF2-40B4-BE49-F238E27FC236}">
                <a16:creationId xmlns:a16="http://schemas.microsoft.com/office/drawing/2014/main" id="{54814D1F-BBD1-4F07-B919-76F4949D349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1B9443-4AE4-4F88-96FE-EF99451F8D6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99da04784524866"/>
              </a:rPr>
              <a:t>Open explainer video</a:t>
            </a:r>
          </a:p>
        </p:txBody>
      </p:sp>
      <p:sp>
        <p:nvSpPr>
          <p:cNvPr id="12" name="">
            <a:extLst xmlns:a="http://schemas.openxmlformats.org/drawingml/2006/main">
              <a:ext uri="{FF2B5EF4-FFF2-40B4-BE49-F238E27FC236}">
                <a16:creationId xmlns:a16="http://schemas.microsoft.com/office/drawing/2014/main" id="{601D73C0-C49D-4EDD-9CE4-3FE0168B486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3" name="">
            <a:extLst xmlns:a="http://schemas.openxmlformats.org/drawingml/2006/main">
              <a:ext uri="{FF2B5EF4-FFF2-40B4-BE49-F238E27FC236}">
                <a16:creationId xmlns:a16="http://schemas.microsoft.com/office/drawing/2014/main" id="{30D217F3-CF6A-486E-896D-10337F4082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901598976"/>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9CB22E-6082-4AA6-BD6C-9202FB0731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8C3C5CAE-8BA8-4C19-A53B-04ABD22B43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5911993F-9D4C-4263-85B1-F03C1518436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DC58BD3-95EB-4D76-9437-3D34ABDB0A1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Draw an actual value and a prediction, then identify their difference.</a:t>
            </a:r>
          </a:p>
        </p:txBody>
      </p:sp>
      <p:sp>
        <p:nvSpPr>
          <p:cNvPr id="5" name="">
            <a:extLst xmlns:a="http://schemas.openxmlformats.org/drawingml/2006/main">
              <a:ext uri="{FF2B5EF4-FFF2-40B4-BE49-F238E27FC236}">
                <a16:creationId xmlns:a16="http://schemas.microsoft.com/office/drawing/2014/main" id="{CC3FB595-02B9-4079-9FE4-B20EF46E469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992802C1-ED57-4087-B2E7-0D827A2CA1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47</a:t>
            </a:r>
          </a:p>
        </p:txBody>
      </p:sp>
    </p:spTree>
    <p:extLst>
      <p:ext uri="{BB962C8B-B14F-4D97-AF65-F5344CB8AC3E}">
        <p14:creationId xmlns:p14="http://schemas.microsoft.com/office/powerpoint/2010/main" val="101471751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54616B-A71C-4C27-88D2-06DCE01B63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A8FEE5-DB89-4F29-B354-F32EF312AE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0311038-6197-49F4-BD0C-871A6DCBAB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307B54C-0073-4699-BE36-AB1E04993F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EF677A-B82D-403E-B21F-950ECA619DC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33EFB705-A060-40B9-A543-5BE1F20DCF3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1EBD46-9A5E-4960-B3C5-C6318C88BF4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D8F66D28-AE89-4753-BD21-AEEF3804FA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ACF881-9DAF-4A53-8C62-4B0E037645E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33F13A41-7710-44E2-989F-49BDEF7FB40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504065-C859-48AE-95BC-9828EEAE56C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72DE881E-40E0-4FE0-93B2-DC229DE802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28019230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0FA88F-8829-49F3-AAD3-55A5DE5160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25F63A-682D-4196-9973-8F809A9A5E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1D2C04-2741-4C9E-970A-9D4238FD83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A3F94DE-7F02-4260-BA80-497A5B99D5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ACBBB0-E6EA-48E7-8464-DAD5776FABD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24728977-BF20-48C4-9320-1643D45AFC2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0714ED-2454-4533-8542-D2E64678B9C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B13954C8-43C1-45EA-B288-D971BFA88A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1C106C-3C1F-4C52-B0F3-BEB4F29A72B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059161D9-4BB5-462D-8ABC-C023F607D1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124543943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32DAB9-F210-4F47-9E04-8CDFDFE8CC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42FBD5-C05A-4249-8559-81959E4936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D40AA4-B90B-4659-A4BF-D377A82CFF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999A45DE-ABF3-4B3C-A59E-784F4463C6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F40C8-27E0-4EAF-B6B5-B2738FA409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46ACD183-7D7F-4F72-BC79-6A2E6BA546C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E8D76F-F0B0-44AB-B23E-6BDFAC44B82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56A19A43-F2AF-41B2-89E1-188A9937216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C587BA-D7FB-401F-A550-E91DC492F4E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D465A9F6-C0C3-450A-9102-E6B161E43C9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22AE39-D2D7-4ECB-984F-90C9961DDC7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BD41BE25-BDA1-4A1F-AD1F-94B2ABFC9E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121816758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42FCDA-795B-459E-8520-E3A4660662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7A343C-A0E7-4B03-B783-4C5113D01A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0D7E74-A2A0-4BB2-BF42-73231592E8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A19369E4-670E-467C-9A6A-120D2707727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9740E5-5A89-47BB-B876-D5E411D9E98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C859E3-F92B-436B-B52E-9829ADE43FB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1632D2C0-D653-4453-8714-B59FA477933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254ACB49-8918-40CB-964C-12876298BB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93824241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EC9C39-0FF6-4E6A-84DA-799735B601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D44F12-C6DE-4D5A-A4E9-454B846E8C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7C2155-50DC-4F8F-B1DC-92C1C01E09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3AB2E44-811F-41F3-9DB2-9BB3150DCE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246D55-0F09-48FB-9EDB-928D4E1A6F3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4129CF87-BA47-4004-AE92-65A543CCE7E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69C6C2-5099-4149-A611-EF8F55E7095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71AF243F-555D-4941-922F-91C0BE2E90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BB410C-43A0-4B09-BF5B-33061FAD23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063874C3-F913-4B82-9B35-988FD8D820F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20FE29-6903-4CA8-99B0-63E44CAADAD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C8C39B3-F5B5-4FB1-B010-558E740E7E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59784543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E2528E-4335-423C-B001-CBA326CEF4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6F9D22-7270-4DA7-9804-8055382457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9FE4B77-AB1F-4BCF-A972-6508E4D9FB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B125BAFE-EF42-4407-84D5-97F8F21F8EF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289D71-5E64-4813-BDDC-BFD5E8E3698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86CF5A92-B893-4B21-92A9-B264A723D68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8A3A5F-BD6B-4B1C-BD49-F83801EAD4F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100F26F-DC0E-462E-B5E9-907D15367E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179620761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DEF346-165B-4382-AC70-F77E00262F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DD2F47-D8AF-4582-991B-19E1450928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6067D52-5A0C-427B-AB02-A44F615032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7F76B1E3-D0D7-40DD-937D-EBFB431A19C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1C162B-2D94-44E0-B51B-AED27A580F3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B3C9C3D2-00F2-4C76-BECA-18298AA3E0C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46E993-F4E8-4647-9F8D-FA6A48BC3EF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93B38D3-F739-4C00-85BE-9FA4BD70E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89319321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262477-2592-4613-8440-754E7813CB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947309-E3DA-4694-9E6B-8D9F5D4B4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BFF55D-99E2-4946-823E-75090E434A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864BE55-B47D-40AC-8B86-EB662B8DF4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DD4336-1EF0-44E0-AFE2-0B367265F31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FC3D7E1-21CB-4D26-80A2-9307CBD91AD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F3A0D8-36F4-4C40-A656-3A60C131E71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C6DBE8B-68AA-42D8-AC48-9A993693A8C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ADE95E-0D1B-41C9-89F9-F694DE551E5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F1431E2-602B-4366-A50F-081CDB02610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D8A8F0-23F4-4EBA-84D5-DD9FDB0635F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D3A80F7-91C9-4B55-8EA5-C928EEB270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54826777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60D9E6-CA45-45D9-A22C-59280FEB25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D44F6F-EA28-4ABE-8C03-297E16B6EF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16F370C-D507-422F-BC42-034ABB425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C2DAD7F0-13E8-441E-9278-45DC84EB0A8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07E386-8133-4EAB-A2B9-4ADD9A10325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FD1DEDC8-7C7D-48F9-ABD3-BF23291AB7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09FD89-798F-48B5-99BA-D0EAE2CE1BD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7510FC1D-B57A-467A-A70F-2183267B672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BAB939-4B95-4080-B2C4-38D51924519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8705583-23A5-40BE-AECD-3E9FD77F665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93028E-6DB5-4A1E-911C-324FCE1D225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E620ADB-301D-412B-A6A6-4B967B6951C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A0B48AD-FABA-4220-BAD9-8DD4D7A17C3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3ed99bec1a2464a"/>
              </a:rPr>
              <a:t>Open W08 assignment form</a:t>
            </a:r>
          </a:p>
        </p:txBody>
      </p:sp>
      <p:sp>
        <p:nvSpPr>
          <p:cNvPr id="14" name="">
            <a:extLst xmlns:a="http://schemas.openxmlformats.org/drawingml/2006/main">
              <a:ext uri="{FF2B5EF4-FFF2-40B4-BE49-F238E27FC236}">
                <a16:creationId xmlns:a16="http://schemas.microsoft.com/office/drawing/2014/main" id="{FB6FD93D-4DA3-40A9-AC5D-94DFBD196CF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4251FB74-85C4-45E5-8852-AFB876AF60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60669761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5EEC99-FC10-4B27-9086-C9050ABFF0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8D7596-8A81-4F8A-B29F-79253AB35B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F3FEE8-0C26-48DD-9E29-97ADCBF484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2C62083D-AE82-4A75-86FA-248E5C7A66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A7C692-817E-4796-8143-1B2BCC758DD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42E5457D-9D8B-41F8-B05E-BE89A8CFB1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490B9F-D743-4539-A6B5-EB0E5C2D79D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8A673F5-F0B0-4F52-9DD7-4D524DDCC2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42C4BE-DA08-4CFC-9FAA-8E4DF575DE6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6C9E3FCD-E28A-4219-96AA-46ECEFAB0E8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1F2AB8A-E00A-4952-85EF-42C02805652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A38E2694-46BC-4BBB-8614-CA301882D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57</a:t>
            </a:r>
          </a:p>
        </p:txBody>
      </p:sp>
    </p:spTree>
    <p:extLst>
      <p:ext uri="{BB962C8B-B14F-4D97-AF65-F5344CB8AC3E}">
        <p14:creationId xmlns:p14="http://schemas.microsoft.com/office/powerpoint/2010/main" val="95879719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F65F1D-99AD-4DC4-AF26-092564500E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0B5089-24FB-414B-94D8-B2309F4AA5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32AEF6-0C75-40C7-9CC3-60971DCEFF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71FA6DD5-BFFD-4A36-A7FF-182A6429FF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F81BF5-E6E5-4A9B-9867-E803E4B867B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1F2781B-FF45-4520-ADDE-A422F4CA2AD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B9F160-F9D2-4D15-9856-91432634225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0104DA5E-BFE6-4F42-9BCA-2D227B0800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8E4128-635B-4311-8609-E92E3A38342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DFD1AAFF-C42C-400A-B8D2-8121AEAA344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7BB618-0CA6-429B-989F-5157AE8847C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53B4C8DB-A610-46B2-A318-EC0E28CFDC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58</a:t>
            </a:r>
          </a:p>
        </p:txBody>
      </p:sp>
    </p:spTree>
    <p:extLst>
      <p:ext uri="{BB962C8B-B14F-4D97-AF65-F5344CB8AC3E}">
        <p14:creationId xmlns:p14="http://schemas.microsoft.com/office/powerpoint/2010/main" val="1851552784"/>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39AD3A2-F336-41F8-8E74-0F30C324625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57EC004-71F9-4763-BD06-FF3EF981D06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4F94145C-9995-46F4-AA74-C193452B715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a:ext uri="{FF2B5EF4-FFF2-40B4-BE49-F238E27FC236}">
                <ns2:creationId id="{2DBC5741-F3FA-4113-B077-F7C50EFA3330}"/>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BE8727D-055B-4165-B6EA-374B38C3F4B8}"/>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a:ext uri="{FF2B5EF4-FFF2-40B4-BE49-F238E27FC236}">
                <ns2:creationId id="{F58BD99B-AD2C-4E77-B780-3095820AEFD0}"/>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E35A792-5A90-4E3B-AB2F-94B4B42ED5BB}"/>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a:ext uri="{FF2B5EF4-FFF2-40B4-BE49-F238E27FC236}">
                <ns2:creationId id="{126C6AD7-A712-4F7E-8561-64F9026D3F81}"/>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CA676B6D-4EEB-4DBE-BE4E-2CDEA5174833}"/>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a:ext uri="{FF2B5EF4-FFF2-40B4-BE49-F238E27FC236}">
                <ns2:creationId id="{1E5B6F56-9326-43FB-8117-6648612C6263}"/>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901F76EB-0D7F-40A4-A814-CA6BA4DFCD8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a:ext uri="{FF2B5EF4-FFF2-40B4-BE49-F238E27FC236}">
                <ns2:creationId id="{0A515ACE-45F9-453D-922B-1486D990BBA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ns3:creationId val="204472841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81FF53-31B2-4319-A86F-A0451887E7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570EDD-7474-4CE6-B8DE-041790BDDC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88104B-D1DF-4402-9117-63A1D05351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5E94899B-3E67-4B2E-8C2F-B0167958A1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BE8774-F9A2-4886-A1A1-26B7804BF7E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A5F67B21-12C7-4B9D-A162-DAC3630EBCB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16112D-2EE2-4229-B86B-C46A8633A1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4042AC01-3460-45C0-9054-B8F573FAA4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59A03C-E809-415B-A4A6-683C3BC4390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0DF56D1A-DDBA-403A-A7CE-D7798E091A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643C8E-E0E6-4834-8348-90188D80CB5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4BA9A895-FB44-439F-8216-C9D47FCB0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48524597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F44A0-E93F-44D7-ABAA-BBC11BD9CD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53440C-3C8E-4E55-A442-A9FAA804DF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E33FD-C5BA-4BBF-ABD2-2D2E32DB46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DE45F990-B94E-422D-A0B3-FC8CA01856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2F0249-A4BE-4321-886F-CFF2E88D1D7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5407BFF0-EA47-435E-A95B-9D410D4F82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61</a:t>
            </a:r>
          </a:p>
        </p:txBody>
      </p:sp>
    </p:spTree>
    <p:extLst>
      <p:ext uri="{BB962C8B-B14F-4D97-AF65-F5344CB8AC3E}">
        <p14:creationId xmlns:p14="http://schemas.microsoft.com/office/powerpoint/2010/main" val="182213249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5F1E2E-9B2D-4A94-BE18-A3335F17B1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939495-C425-4061-BBB4-787C26E549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7A23EDE-EACF-4055-80CA-F14B5412D1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757BA30A-EE17-4A44-B5B4-EF9C49EF523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B5C180-9E25-418B-8544-3351E9813F1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08:00 Kampala</a:t>
            </a:r>
          </a:p>
        </p:txBody>
      </p:sp>
      <p:sp>
        <p:nvSpPr>
          <p:cNvPr id="6" name="">
            <a:extLst xmlns:a="http://schemas.openxmlformats.org/drawingml/2006/main">
              <a:ext uri="{FF2B5EF4-FFF2-40B4-BE49-F238E27FC236}">
                <a16:creationId xmlns:a16="http://schemas.microsoft.com/office/drawing/2014/main" id="{BF84B273-5646-43FE-9B2E-E44615DA44F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08F62C-5013-4C46-9481-CEFDCE1FF1A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08:00 Kampala</a:t>
            </a:r>
          </a:p>
        </p:txBody>
      </p:sp>
      <p:sp>
        <p:nvSpPr>
          <p:cNvPr id="8" name="">
            <a:extLst xmlns:a="http://schemas.openxmlformats.org/drawingml/2006/main">
              <a:ext uri="{FF2B5EF4-FFF2-40B4-BE49-F238E27FC236}">
                <a16:creationId xmlns:a16="http://schemas.microsoft.com/office/drawing/2014/main" id="{6E030241-8A0C-4908-B7C7-F87E60D3222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6BE111-DD17-4827-A7A8-36686DF5C6A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7673204-2F83-491D-AA72-3357E449F2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FF8243-92BF-4925-859C-CC8A603F033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900EEA4-7609-4D98-8DC6-227D97AA3E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DDD247-CFFE-48F4-AB63-74AA33E7F23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b5fe29426c04a7c"/>
              </a:rPr>
              <a:t>Open DA_PROJECT assignment form</a:t>
            </a:r>
          </a:p>
        </p:txBody>
      </p:sp>
      <p:sp>
        <p:nvSpPr>
          <p:cNvPr id="14" name="">
            <a:extLst xmlns:a="http://schemas.openxmlformats.org/drawingml/2006/main">
              <a:ext uri="{FF2B5EF4-FFF2-40B4-BE49-F238E27FC236}">
                <a16:creationId xmlns:a16="http://schemas.microsoft.com/office/drawing/2014/main" id="{7D5BEE03-364A-41A6-8362-28C274BF70A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https://docs.google.com/forms/d/e/1FAIpQLSf_avvvqyl5ZJ-6HU7n4zal9AQETYyJkykuDO5J5Au3dBA4vw/viewform</a:t>
            </a:r>
          </a:p>
        </p:txBody>
      </p:sp>
      <p:sp>
        <p:nvSpPr>
          <p:cNvPr id="15" name="">
            <a:extLst xmlns:a="http://schemas.openxmlformats.org/drawingml/2006/main">
              <a:ext uri="{FF2B5EF4-FFF2-40B4-BE49-F238E27FC236}">
                <a16:creationId xmlns:a16="http://schemas.microsoft.com/office/drawing/2014/main" id="{8B92CB74-AC90-429E-9876-F9C11D3DA2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2014955791"/>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645D68E-CE7A-4487-85C3-8B01EEA42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AAFA28-688A-4F6B-888C-3D62F3F0BB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BC1C727-DFF2-40BD-870C-0D766288BB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24D71F10-17FA-440D-AF38-CF39DDDDBC3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752EB9-9DD1-4D26-82B7-F3E78F0F2A0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76F9E68-F9B1-4E5B-83A3-D692F16DA71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94021A-5BA3-4479-9973-7CA6F784140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D1C54ED-07D1-47F6-B56A-2A1AE3EB534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966EB2-BD92-45D5-A8C0-8F8F0F303B7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E4BA308-DBBF-4DB2-A45D-0870B9C7AA1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4CC6154-95D4-4F0A-B98D-9D2EDFDB806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6546447d26e4d3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99705E3-C55B-476D-AD4B-5396824F6D1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F91221F-48E4-4A7E-8813-558AD0B754F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AECE7B-3FBF-4E4E-AA2D-5FFDB5A4D7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9cd022fef2e48a8"/>
              </a:rPr>
              <a:t>Open this week’s quiz</a:t>
            </a:r>
          </a:p>
        </p:txBody>
      </p:sp>
      <p:sp>
        <p:nvSpPr>
          <p:cNvPr id="16" name="">
            <a:extLst xmlns:a="http://schemas.openxmlformats.org/drawingml/2006/main">
              <a:ext uri="{FF2B5EF4-FFF2-40B4-BE49-F238E27FC236}">
                <a16:creationId xmlns:a16="http://schemas.microsoft.com/office/drawing/2014/main" id="{7A9DF50E-2F22-4658-8688-6A2CFF2F8EF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xmlns:a="http://schemas.openxmlformats.org/drawingml/2006/main">
              <a:ext uri="{FF2B5EF4-FFF2-40B4-BE49-F238E27FC236}">
                <a16:creationId xmlns:a16="http://schemas.microsoft.com/office/drawing/2014/main" id="{87BA3E9C-9708-4D83-BB85-6795D461D2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63</a:t>
            </a:r>
          </a:p>
        </p:txBody>
      </p:sp>
    </p:spTree>
    <p:extLst>
      <p:ext uri="{BB962C8B-B14F-4D97-AF65-F5344CB8AC3E}">
        <p14:creationId xmlns:p14="http://schemas.microsoft.com/office/powerpoint/2010/main" val="1206317990"/>
      </p:ext>
    </p:extLst>
  </p:cSld>
</p:sld>
</file>

<file path=ppt/slides/slide6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8B0E8F-853A-43F9-8848-0347D38C0B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7D8E5A0-B508-4EF3-A983-B408CA044E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565D4DB0-C16D-4D38-BDFD-367D47926CA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BAF4914-A9F7-41C9-B1DE-7532BF99F70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1B5BC6EE-4043-42C7-80CE-18BABD3292B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6EE8A82-4303-4791-AF01-53CAE95690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64</a:t>
            </a:r>
          </a:p>
        </p:txBody>
      </p:sp>
    </p:spTree>
    <p:extLst>
      <p:ext uri="{BB962C8B-B14F-4D97-AF65-F5344CB8AC3E}">
        <p14:creationId xmlns:p14="http://schemas.microsoft.com/office/powerpoint/2010/main" val="11013183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2026-09-16T11:09:49.6860000Z</dcterms:created>
  <dcterms:modified xsi:type="dcterms:W3CDTF">2026-09-16T11:09:49.6860000Z</dcterms:modified>
</coreProperties>
</file>