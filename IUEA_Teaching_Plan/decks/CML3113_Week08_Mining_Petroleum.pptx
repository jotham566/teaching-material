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e9d424f16f4856" /><Relationship Type="http://schemas.openxmlformats.org/officeDocument/2006/relationships/extended-properties" Target="/docProps/app.xml" Id="R684b738162f84394" /><Relationship Type="http://schemas.openxmlformats.org/officeDocument/2006/relationships/officeDocument" Target="/ppt/presentation.xml" Id="R512f7648abe6491e" /></Relationships>
</file>

<file path=ppt/presentation.xml><?xml version="1.0" encoding="utf-8"?>
<p:presentation xmlns:p="http://schemas.openxmlformats.org/presentationml/2006/main">
  <p:sldMasterIdLst>
    <p:sldMasterId xmlns:r="http://schemas.openxmlformats.org/officeDocument/2006/relationships" id="2147483648" r:id="Re4587d52c85d4f5f"/>
  </p:sldMasterIdLst>
  <p:notesMasterIdLst>
    <p:notesMasterId xmlns:r="http://schemas.openxmlformats.org/officeDocument/2006/relationships" r:id="R1f4117108b3b4185"/>
  </p:notesMasterIdLst>
  <p:sldIdLst>
    <p:sldId xmlns:r="http://schemas.openxmlformats.org/officeDocument/2006/relationships" id="256" r:id="R10767c0cc16e4cbe"/>
    <p:sldId xmlns:r="http://schemas.openxmlformats.org/officeDocument/2006/relationships" id="257" r:id="R46f4f2103eac4d81"/>
    <p:sldId xmlns:r="http://schemas.openxmlformats.org/officeDocument/2006/relationships" id="258" r:id="Reae24afb1c884d69"/>
    <p:sldId xmlns:r="http://schemas.openxmlformats.org/officeDocument/2006/relationships" id="259" r:id="R35dcf746b7c24534"/>
    <p:sldId xmlns:r="http://schemas.openxmlformats.org/officeDocument/2006/relationships" id="260" r:id="R0c9a995156134d20"/>
    <p:sldId xmlns:r="http://schemas.openxmlformats.org/officeDocument/2006/relationships" id="261" r:id="Rf0970837ad504e0f"/>
    <p:sldId xmlns:r="http://schemas.openxmlformats.org/officeDocument/2006/relationships" id="262" r:id="Rd8b247753091473c"/>
    <p:sldId xmlns:r="http://schemas.openxmlformats.org/officeDocument/2006/relationships" id="263" r:id="R89e84ef6b98e4040"/>
    <p:sldId xmlns:r="http://schemas.openxmlformats.org/officeDocument/2006/relationships" id="264" r:id="R30f03c8868084c15"/>
    <p:sldId xmlns:r="http://schemas.openxmlformats.org/officeDocument/2006/relationships" id="265" r:id="Rf95db367afe24e11"/>
    <p:sldId xmlns:r="http://schemas.openxmlformats.org/officeDocument/2006/relationships" id="266" r:id="R8c2063490f324384"/>
    <p:sldId xmlns:r="http://schemas.openxmlformats.org/officeDocument/2006/relationships" id="267" r:id="R42611c3f58c743ab"/>
    <p:sldId xmlns:r="http://schemas.openxmlformats.org/officeDocument/2006/relationships" id="268" r:id="Re9cc740f5c024185"/>
    <p:sldId xmlns:r="http://schemas.openxmlformats.org/officeDocument/2006/relationships" id="269" r:id="R01ac7049609b4bc6"/>
    <p:sldId xmlns:r="http://schemas.openxmlformats.org/officeDocument/2006/relationships" id="270" r:id="R6e32a00f41e04a5a"/>
    <p:sldId xmlns:r="http://schemas.openxmlformats.org/officeDocument/2006/relationships" id="271" r:id="R2210364da35e4691"/>
    <p:sldId xmlns:r="http://schemas.openxmlformats.org/officeDocument/2006/relationships" id="272" r:id="R0a06d8f5ac114e66"/>
    <p:sldId xmlns:r="http://schemas.openxmlformats.org/officeDocument/2006/relationships" id="273" r:id="R1e5357d5b3cb4067"/>
    <p:sldId xmlns:r="http://schemas.openxmlformats.org/officeDocument/2006/relationships" id="274" r:id="Rd5bded835ce44b42"/>
    <p:sldId xmlns:r="http://schemas.openxmlformats.org/officeDocument/2006/relationships" id="275" r:id="R47f21245cd5e41a9"/>
    <p:sldId xmlns:r="http://schemas.openxmlformats.org/officeDocument/2006/relationships" id="276" r:id="Rd3bdd0c6f6fd4350"/>
    <p:sldId xmlns:r="http://schemas.openxmlformats.org/officeDocument/2006/relationships" id="277" r:id="R09c391c0d2ff40b3"/>
    <p:sldId xmlns:r="http://schemas.openxmlformats.org/officeDocument/2006/relationships" id="278" r:id="Rf493e8e2a82a4f45"/>
    <p:sldId xmlns:r="http://schemas.openxmlformats.org/officeDocument/2006/relationships" id="279" r:id="R2021284ef3974e4a"/>
    <p:sldId xmlns:r="http://schemas.openxmlformats.org/officeDocument/2006/relationships" id="280" r:id="R5ae044599ef14d26"/>
    <p:sldId xmlns:r="http://schemas.openxmlformats.org/officeDocument/2006/relationships" id="281" r:id="R4005de62ceea4cf2"/>
    <p:sldId xmlns:r="http://schemas.openxmlformats.org/officeDocument/2006/relationships" id="282" r:id="R50b258b13a1e43db"/>
    <p:sldId xmlns:r="http://schemas.openxmlformats.org/officeDocument/2006/relationships" id="283" r:id="Rca54ff79cff84c6c"/>
    <p:sldId xmlns:r="http://schemas.openxmlformats.org/officeDocument/2006/relationships" id="284" r:id="R15acb97b934344b1"/>
    <p:sldId xmlns:r="http://schemas.openxmlformats.org/officeDocument/2006/relationships" id="285" r:id="R3b4dd8152afd40db"/>
    <p:sldId xmlns:r="http://schemas.openxmlformats.org/officeDocument/2006/relationships" id="286" r:id="R50603a54c6b34399"/>
    <p:sldId xmlns:r="http://schemas.openxmlformats.org/officeDocument/2006/relationships" id="287" r:id="R2f1d4045feb24380"/>
    <p:sldId xmlns:r="http://schemas.openxmlformats.org/officeDocument/2006/relationships" id="288" r:id="Rd21dbd91af434437"/>
    <p:sldId xmlns:r="http://schemas.openxmlformats.org/officeDocument/2006/relationships" id="289" r:id="Rc8bd3fca97eb40be"/>
    <p:sldId xmlns:r="http://schemas.openxmlformats.org/officeDocument/2006/relationships" id="290" r:id="Rf4393ae549bc4384"/>
    <p:sldId xmlns:r="http://schemas.openxmlformats.org/officeDocument/2006/relationships" id="291" r:id="R6fbc812f31504e89"/>
    <p:sldId xmlns:r="http://schemas.openxmlformats.org/officeDocument/2006/relationships" id="292" r:id="Racc1d2e58aa64a83"/>
    <p:sldId xmlns:r="http://schemas.openxmlformats.org/officeDocument/2006/relationships" id="293" r:id="Rd275b5e7c2de4f85"/>
    <p:sldId xmlns:r="http://schemas.openxmlformats.org/officeDocument/2006/relationships" id="294" r:id="Rcf075414504d4670"/>
    <p:sldId xmlns:r="http://schemas.openxmlformats.org/officeDocument/2006/relationships" id="295" r:id="R43f1052478fb4f2c"/>
    <p:sldId xmlns:r="http://schemas.openxmlformats.org/officeDocument/2006/relationships" id="296" r:id="R8543e55efb014b6e"/>
    <p:sldId xmlns:r="http://schemas.openxmlformats.org/officeDocument/2006/relationships" id="297" r:id="Rc6fc3a0a40fe42de"/>
    <p:sldId xmlns:r="http://schemas.openxmlformats.org/officeDocument/2006/relationships" id="298" r:id="Rc91b2755070c4828"/>
    <p:sldId xmlns:r="http://schemas.openxmlformats.org/officeDocument/2006/relationships" id="299" r:id="R02646aad38f2450f"/>
    <p:sldId xmlns:r="http://schemas.openxmlformats.org/officeDocument/2006/relationships" id="300" r:id="R065c4c4bc1bc47a8"/>
    <p:sldId xmlns:r="http://schemas.openxmlformats.org/officeDocument/2006/relationships" id="301" r:id="R52c4422248fb46b3"/>
    <p:sldId xmlns:r="http://schemas.openxmlformats.org/officeDocument/2006/relationships" id="302" r:id="R5ad44a6212c64ab3"/>
    <p:sldId xmlns:r="http://schemas.openxmlformats.org/officeDocument/2006/relationships" id="303" r:id="Rbd622f4229a74d52"/>
    <p:sldId xmlns:r="http://schemas.openxmlformats.org/officeDocument/2006/relationships" id="304" r:id="R022cf75b32d849aa"/>
    <p:sldId xmlns:r="http://schemas.openxmlformats.org/officeDocument/2006/relationships" id="305" r:id="R7f4624d3510044bf"/>
    <p:sldId xmlns:r="http://schemas.openxmlformats.org/officeDocument/2006/relationships" id="306" r:id="R537f6644bded485c"/>
    <p:sldId xmlns:r="http://schemas.openxmlformats.org/officeDocument/2006/relationships" id="307" r:id="Rd769d1fdef0f49cb"/>
    <p:sldId xmlns:r="http://schemas.openxmlformats.org/officeDocument/2006/relationships" id="308" r:id="R52399d7560964fac"/>
    <p:sldId xmlns:r="http://schemas.openxmlformats.org/officeDocument/2006/relationships" id="309" r:id="Rf8091f3471154534"/>
    <p:sldId xmlns:r="http://schemas.openxmlformats.org/officeDocument/2006/relationships" id="310" r:id="R1b53190b9c804a59"/>
    <p:sldId xmlns:r="http://schemas.openxmlformats.org/officeDocument/2006/relationships" id="311" r:id="Rf5e2eec85fc84547"/>
    <p:sldId xmlns:r="http://schemas.openxmlformats.org/officeDocument/2006/relationships" id="312" r:id="Rf0a2b5866ddb4f48"/>
    <p:sldId xmlns:r="http://schemas.openxmlformats.org/officeDocument/2006/relationships" id="313" r:id="R6337c961e1b24020"/>
    <p:sldId xmlns:r="http://schemas.openxmlformats.org/officeDocument/2006/relationships" id="314" r:id="R52b528cd1b184e63"/>
    <p:sldId xmlns:r="http://schemas.openxmlformats.org/officeDocument/2006/relationships" id="315" r:id="R00191a547b9443da"/>
    <p:sldId xmlns:r="http://schemas.openxmlformats.org/officeDocument/2006/relationships" id="316" r:id="Rfc42ad1b5c304120"/>
    <p:sldId xmlns:r="http://schemas.openxmlformats.org/officeDocument/2006/relationships" id="317" r:id="R6e3c180c15fb4d5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967d03f235497b" /><Relationship Type="http://schemas.openxmlformats.org/officeDocument/2006/relationships/slideMaster" Target="/ppt/slideMasters/slideMaster1.xml" Id="Re4587d52c85d4f5f" /><Relationship Type="http://schemas.openxmlformats.org/officeDocument/2006/relationships/notesMaster" Target="/ppt/notesMasters/notesMaster1.xml" Id="R1f4117108b3b4185" /><Relationship Type="http://schemas.openxmlformats.org/officeDocument/2006/relationships/presProps" Target="/ppt/presProps.xml" Id="Ra932e01b09ab4097" /><Relationship Type="http://schemas.openxmlformats.org/officeDocument/2006/relationships/tableStyles" Target="/ppt/tableStyles.xml" Id="R316c44713df542d9" /><Relationship Type="http://schemas.openxmlformats.org/officeDocument/2006/relationships/slide" Target="/ppt/slides/slide1.xml" Id="R10767c0cc16e4cbe" /><Relationship Type="http://schemas.openxmlformats.org/officeDocument/2006/relationships/slide" Target="/ppt/slides/slide2.xml" Id="R46f4f2103eac4d81" /><Relationship Type="http://schemas.openxmlformats.org/officeDocument/2006/relationships/slide" Target="/ppt/slides/slide3.xml" Id="Reae24afb1c884d69" /><Relationship Type="http://schemas.openxmlformats.org/officeDocument/2006/relationships/slide" Target="/ppt/slides/slide4.xml" Id="R35dcf746b7c24534" /><Relationship Type="http://schemas.openxmlformats.org/officeDocument/2006/relationships/slide" Target="/ppt/slides/slide5.xml" Id="R0c9a995156134d20" /><Relationship Type="http://schemas.openxmlformats.org/officeDocument/2006/relationships/slide" Target="/ppt/slides/slide6.xml" Id="Rf0970837ad504e0f" /><Relationship Type="http://schemas.openxmlformats.org/officeDocument/2006/relationships/slide" Target="/ppt/slides/slide7.xml" Id="Rd8b247753091473c" /><Relationship Type="http://schemas.openxmlformats.org/officeDocument/2006/relationships/slide" Target="/ppt/slides/slide8.xml" Id="R89e84ef6b98e4040" /><Relationship Type="http://schemas.openxmlformats.org/officeDocument/2006/relationships/slide" Target="/ppt/slides/slide9.xml" Id="R30f03c8868084c15" /><Relationship Type="http://schemas.openxmlformats.org/officeDocument/2006/relationships/slide" Target="/ppt/slides/slide10.xml" Id="Rf95db367afe24e11" /><Relationship Type="http://schemas.openxmlformats.org/officeDocument/2006/relationships/slide" Target="/ppt/slides/slide11.xml" Id="R8c2063490f324384" /><Relationship Type="http://schemas.openxmlformats.org/officeDocument/2006/relationships/slide" Target="/ppt/slides/slide12.xml" Id="R42611c3f58c743ab" /><Relationship Type="http://schemas.openxmlformats.org/officeDocument/2006/relationships/slide" Target="/ppt/slides/slide13.xml" Id="Re9cc740f5c024185" /><Relationship Type="http://schemas.openxmlformats.org/officeDocument/2006/relationships/slide" Target="/ppt/slides/slide14.xml" Id="R01ac7049609b4bc6" /><Relationship Type="http://schemas.openxmlformats.org/officeDocument/2006/relationships/slide" Target="/ppt/slides/slide15.xml" Id="R6e32a00f41e04a5a" /><Relationship Type="http://schemas.openxmlformats.org/officeDocument/2006/relationships/slide" Target="/ppt/slides/slide16.xml" Id="R2210364da35e4691" /><Relationship Type="http://schemas.openxmlformats.org/officeDocument/2006/relationships/slide" Target="/ppt/slides/slide17.xml" Id="R0a06d8f5ac114e66" /><Relationship Type="http://schemas.openxmlformats.org/officeDocument/2006/relationships/slide" Target="/ppt/slides/slide18.xml" Id="R1e5357d5b3cb4067" /><Relationship Type="http://schemas.openxmlformats.org/officeDocument/2006/relationships/slide" Target="/ppt/slides/slide19.xml" Id="Rd5bded835ce44b42" /><Relationship Type="http://schemas.openxmlformats.org/officeDocument/2006/relationships/slide" Target="/ppt/slides/slide20.xml" Id="R47f21245cd5e41a9" /><Relationship Type="http://schemas.openxmlformats.org/officeDocument/2006/relationships/slide" Target="/ppt/slides/slide21.xml" Id="Rd3bdd0c6f6fd4350" /><Relationship Type="http://schemas.openxmlformats.org/officeDocument/2006/relationships/slide" Target="/ppt/slides/slide22.xml" Id="R09c391c0d2ff40b3" /><Relationship Type="http://schemas.openxmlformats.org/officeDocument/2006/relationships/slide" Target="/ppt/slides/slide23.xml" Id="Rf493e8e2a82a4f45" /><Relationship Type="http://schemas.openxmlformats.org/officeDocument/2006/relationships/slide" Target="/ppt/slides/slide24.xml" Id="R2021284ef3974e4a" /><Relationship Type="http://schemas.openxmlformats.org/officeDocument/2006/relationships/slide" Target="/ppt/slides/slide25.xml" Id="R5ae044599ef14d26" /><Relationship Type="http://schemas.openxmlformats.org/officeDocument/2006/relationships/slide" Target="/ppt/slides/slide26.xml" Id="R4005de62ceea4cf2" /><Relationship Type="http://schemas.openxmlformats.org/officeDocument/2006/relationships/slide" Target="/ppt/slides/slide27.xml" Id="R50b258b13a1e43db" /><Relationship Type="http://schemas.openxmlformats.org/officeDocument/2006/relationships/slide" Target="/ppt/slides/slide28.xml" Id="Rca54ff79cff84c6c" /><Relationship Type="http://schemas.openxmlformats.org/officeDocument/2006/relationships/slide" Target="/ppt/slides/slide29.xml" Id="R15acb97b934344b1" /><Relationship Type="http://schemas.openxmlformats.org/officeDocument/2006/relationships/slide" Target="/ppt/slides/slide30.xml" Id="R3b4dd8152afd40db" /><Relationship Type="http://schemas.openxmlformats.org/officeDocument/2006/relationships/slide" Target="/ppt/slides/slide31.xml" Id="R50603a54c6b34399" /><Relationship Type="http://schemas.openxmlformats.org/officeDocument/2006/relationships/slide" Target="/ppt/slides/slide32.xml" Id="R2f1d4045feb24380" /><Relationship Type="http://schemas.openxmlformats.org/officeDocument/2006/relationships/slide" Target="/ppt/slides/slide33.xml" Id="Rd21dbd91af434437" /><Relationship Type="http://schemas.openxmlformats.org/officeDocument/2006/relationships/slide" Target="/ppt/slides/slide34.xml" Id="Rc8bd3fca97eb40be" /><Relationship Type="http://schemas.openxmlformats.org/officeDocument/2006/relationships/slide" Target="/ppt/slides/slide35.xml" Id="Rf4393ae549bc4384" /><Relationship Type="http://schemas.openxmlformats.org/officeDocument/2006/relationships/slide" Target="/ppt/slides/slide36.xml" Id="R6fbc812f31504e89" /><Relationship Type="http://schemas.openxmlformats.org/officeDocument/2006/relationships/slide" Target="/ppt/slides/slide37.xml" Id="Racc1d2e58aa64a83" /><Relationship Type="http://schemas.openxmlformats.org/officeDocument/2006/relationships/slide" Target="/ppt/slides/slide38.xml" Id="Rd275b5e7c2de4f85" /><Relationship Type="http://schemas.openxmlformats.org/officeDocument/2006/relationships/slide" Target="/ppt/slides/slide39.xml" Id="Rcf075414504d4670" /><Relationship Type="http://schemas.openxmlformats.org/officeDocument/2006/relationships/slide" Target="/ppt/slides/slide40.xml" Id="R43f1052478fb4f2c" /><Relationship Type="http://schemas.openxmlformats.org/officeDocument/2006/relationships/slide" Target="/ppt/slides/slide41.xml" Id="R8543e55efb014b6e" /><Relationship Type="http://schemas.openxmlformats.org/officeDocument/2006/relationships/slide" Target="/ppt/slides/slide42.xml" Id="Rc6fc3a0a40fe42de" /><Relationship Type="http://schemas.openxmlformats.org/officeDocument/2006/relationships/slide" Target="/ppt/slides/slide43.xml" Id="Rc91b2755070c4828" /><Relationship Type="http://schemas.openxmlformats.org/officeDocument/2006/relationships/slide" Target="/ppt/slides/slide44.xml" Id="R02646aad38f2450f" /><Relationship Type="http://schemas.openxmlformats.org/officeDocument/2006/relationships/slide" Target="/ppt/slides/slide45.xml" Id="R065c4c4bc1bc47a8" /><Relationship Type="http://schemas.openxmlformats.org/officeDocument/2006/relationships/slide" Target="/ppt/slides/slide46.xml" Id="R52c4422248fb46b3" /><Relationship Type="http://schemas.openxmlformats.org/officeDocument/2006/relationships/slide" Target="/ppt/slides/slide47.xml" Id="R5ad44a6212c64ab3" /><Relationship Type="http://schemas.openxmlformats.org/officeDocument/2006/relationships/slide" Target="/ppt/slides/slide48.xml" Id="Rbd622f4229a74d52" /><Relationship Type="http://schemas.openxmlformats.org/officeDocument/2006/relationships/slide" Target="/ppt/slides/slide49.xml" Id="R022cf75b32d849aa" /><Relationship Type="http://schemas.openxmlformats.org/officeDocument/2006/relationships/slide" Target="/ppt/slides/slide50.xml" Id="R7f4624d3510044bf" /><Relationship Type="http://schemas.openxmlformats.org/officeDocument/2006/relationships/slide" Target="/ppt/slides/slide51.xml" Id="R537f6644bded485c" /><Relationship Type="http://schemas.openxmlformats.org/officeDocument/2006/relationships/slide" Target="/ppt/slides/slide52.xml" Id="Rd769d1fdef0f49cb" /><Relationship Type="http://schemas.openxmlformats.org/officeDocument/2006/relationships/slide" Target="/ppt/slides/slide53.xml" Id="R52399d7560964fac" /><Relationship Type="http://schemas.openxmlformats.org/officeDocument/2006/relationships/slide" Target="/ppt/slides/slide54.xml" Id="Rf8091f3471154534" /><Relationship Type="http://schemas.openxmlformats.org/officeDocument/2006/relationships/slide" Target="/ppt/slides/slide55.xml" Id="R1b53190b9c804a59" /><Relationship Type="http://schemas.openxmlformats.org/officeDocument/2006/relationships/slide" Target="/ppt/slides/slide56.xml" Id="Rf5e2eec85fc84547" /><Relationship Type="http://schemas.openxmlformats.org/officeDocument/2006/relationships/slide" Target="/ppt/slides/slide57.xml" Id="Rf0a2b5866ddb4f48" /><Relationship Type="http://schemas.openxmlformats.org/officeDocument/2006/relationships/slide" Target="/ppt/slides/slide58.xml" Id="R6337c961e1b24020" /><Relationship Type="http://schemas.openxmlformats.org/officeDocument/2006/relationships/slide" Target="/ppt/slides/slide59.xml" Id="R52b528cd1b184e63" /><Relationship Type="http://schemas.openxmlformats.org/officeDocument/2006/relationships/slide" Target="/ppt/slides/slide60.xml" Id="R00191a547b9443da" /><Relationship Type="http://schemas.openxmlformats.org/officeDocument/2006/relationships/slide" Target="/ppt/slides/slide61.xml" Id="Rfc42ad1b5c304120" /><Relationship Type="http://schemas.openxmlformats.org/officeDocument/2006/relationships/slide" Target="/ppt/slides/slide62.xml" Id="R6e3c180c15fb4d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36e24ae78c49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6f99799935452e" /><Relationship Type="http://schemas.openxmlformats.org/officeDocument/2006/relationships/notesMaster" Target="/ppt/notesMasters/notesMaster1.xml" Id="R42ef039ea39948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adcf04f6e64bde" /><Relationship Type="http://schemas.openxmlformats.org/officeDocument/2006/relationships/notesMaster" Target="/ppt/notesMasters/notesMaster1.xml" Id="R6518fd9294c14d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03f679ccdb4e3a" /><Relationship Type="http://schemas.openxmlformats.org/officeDocument/2006/relationships/notesMaster" Target="/ppt/notesMasters/notesMaster1.xml" Id="R0fc1b8cce3454c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51637fe1b347c5" /><Relationship Type="http://schemas.openxmlformats.org/officeDocument/2006/relationships/notesMaster" Target="/ppt/notesMasters/notesMaster1.xml" Id="Ra68546f97b8d4a6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15d75fa4af49e4" /><Relationship Type="http://schemas.openxmlformats.org/officeDocument/2006/relationships/notesMaster" Target="/ppt/notesMasters/notesMaster1.xml" Id="Rac77d9ed8b664fb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3e0472ff2241ef" /><Relationship Type="http://schemas.openxmlformats.org/officeDocument/2006/relationships/notesMaster" Target="/ppt/notesMasters/notesMaster1.xml" Id="Rb3785b71a11d4ae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f166a30f29459c" /><Relationship Type="http://schemas.openxmlformats.org/officeDocument/2006/relationships/notesMaster" Target="/ppt/notesMasters/notesMaster1.xml" Id="Rb3b310061ef24c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9760cbb67b4d68" /><Relationship Type="http://schemas.openxmlformats.org/officeDocument/2006/relationships/notesMaster" Target="/ppt/notesMasters/notesMaster1.xml" Id="R93df4f6b5da049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4d37eaf20a64fbf" /><Relationship Type="http://schemas.openxmlformats.org/officeDocument/2006/relationships/notesMaster" Target="/ppt/notesMasters/notesMaster1.xml" Id="R364dbae5112749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480fa00a4a4b21" /><Relationship Type="http://schemas.openxmlformats.org/officeDocument/2006/relationships/notesMaster" Target="/ppt/notesMasters/notesMaster1.xml" Id="R9cd3debf11784b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f72a675baf846cf" /><Relationship Type="http://schemas.openxmlformats.org/officeDocument/2006/relationships/notesMaster" Target="/ppt/notesMasters/notesMaster1.xml" Id="R89fbb87928264a4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1605705aa24fe7" /><Relationship Type="http://schemas.openxmlformats.org/officeDocument/2006/relationships/notesMaster" Target="/ppt/notesMasters/notesMaster1.xml" Id="R5864527fc58146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52dac51dde4428c" /><Relationship Type="http://schemas.openxmlformats.org/officeDocument/2006/relationships/notesMaster" Target="/ppt/notesMasters/notesMaster1.xml" Id="Rf4335f2eb5d340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00924a77547486b" /><Relationship Type="http://schemas.openxmlformats.org/officeDocument/2006/relationships/notesMaster" Target="/ppt/notesMasters/notesMaster1.xml" Id="R914e231e20684f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7f9818e92414e31" /><Relationship Type="http://schemas.openxmlformats.org/officeDocument/2006/relationships/notesMaster" Target="/ppt/notesMasters/notesMaster1.xml" Id="R756fd6a638f743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c1418c727384d48" /><Relationship Type="http://schemas.openxmlformats.org/officeDocument/2006/relationships/notesMaster" Target="/ppt/notesMasters/notesMaster1.xml" Id="Rb2bd29ea40fc45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b5d21dee5a4224" /><Relationship Type="http://schemas.openxmlformats.org/officeDocument/2006/relationships/notesMaster" Target="/ppt/notesMasters/notesMaster1.xml" Id="R167b0eb2aada479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55a870362154f74" /><Relationship Type="http://schemas.openxmlformats.org/officeDocument/2006/relationships/notesMaster" Target="/ppt/notesMasters/notesMaster1.xml" Id="Rf59fa38adba6408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a7ff43cdfa04b55" /><Relationship Type="http://schemas.openxmlformats.org/officeDocument/2006/relationships/notesMaster" Target="/ppt/notesMasters/notesMaster1.xml" Id="R75a8856cc36c46c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03876764efc4b24" /><Relationship Type="http://schemas.openxmlformats.org/officeDocument/2006/relationships/notesMaster" Target="/ppt/notesMasters/notesMaster1.xml" Id="R9c6fa8bf5ab840d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7041e784f204748" /><Relationship Type="http://schemas.openxmlformats.org/officeDocument/2006/relationships/notesMaster" Target="/ppt/notesMasters/notesMaster1.xml" Id="Rb1879b9319af4a2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9502b7235c4125" /><Relationship Type="http://schemas.openxmlformats.org/officeDocument/2006/relationships/notesMaster" Target="/ppt/notesMasters/notesMaster1.xml" Id="R3826c8b4d07d40f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34cfbce042e429b" /><Relationship Type="http://schemas.openxmlformats.org/officeDocument/2006/relationships/notesMaster" Target="/ppt/notesMasters/notesMaster1.xml" Id="R35700e3f2b98467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b359ce2b494819" /><Relationship Type="http://schemas.openxmlformats.org/officeDocument/2006/relationships/notesMaster" Target="/ppt/notesMasters/notesMaster1.xml" Id="R95b69ff7adfc4e4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13afb361f3d4c18" /><Relationship Type="http://schemas.openxmlformats.org/officeDocument/2006/relationships/notesMaster" Target="/ppt/notesMasters/notesMaster1.xml" Id="R69d62c96e83043a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a48fa9b3a8742c2" /><Relationship Type="http://schemas.openxmlformats.org/officeDocument/2006/relationships/notesMaster" Target="/ppt/notesMasters/notesMaster1.xml" Id="Rc19fbef198d940a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c918f4604fe48b7" /><Relationship Type="http://schemas.openxmlformats.org/officeDocument/2006/relationships/notesMaster" Target="/ppt/notesMasters/notesMaster1.xml" Id="R20d4e42d39644c1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47618bb02ef4eb9" /><Relationship Type="http://schemas.openxmlformats.org/officeDocument/2006/relationships/notesMaster" Target="/ppt/notesMasters/notesMaster1.xml" Id="R4b9ccb9766d942b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bb5a0674fb7479f" /><Relationship Type="http://schemas.openxmlformats.org/officeDocument/2006/relationships/notesMaster" Target="/ppt/notesMasters/notesMaster1.xml" Id="Rca4ab8bb8612427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4647ecc3d264b8e" /><Relationship Type="http://schemas.openxmlformats.org/officeDocument/2006/relationships/notesMaster" Target="/ppt/notesMasters/notesMaster1.xml" Id="R9ac06f81695e45d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ab7749c70894467" /><Relationship Type="http://schemas.openxmlformats.org/officeDocument/2006/relationships/notesMaster" Target="/ppt/notesMasters/notesMaster1.xml" Id="R0c7c688399cd4c1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df37a2d0115454b" /><Relationship Type="http://schemas.openxmlformats.org/officeDocument/2006/relationships/notesMaster" Target="/ppt/notesMasters/notesMaster1.xml" Id="Rf830d8802f1e43f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41b451abf9946cf" /><Relationship Type="http://schemas.openxmlformats.org/officeDocument/2006/relationships/notesMaster" Target="/ppt/notesMasters/notesMaster1.xml" Id="Rcfa9b27026124eb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c7e8e987a6848da" /><Relationship Type="http://schemas.openxmlformats.org/officeDocument/2006/relationships/notesMaster" Target="/ppt/notesMasters/notesMaster1.xml" Id="R02b16f9c85154f3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e54574218e428e" /><Relationship Type="http://schemas.openxmlformats.org/officeDocument/2006/relationships/notesMaster" Target="/ppt/notesMasters/notesMaster1.xml" Id="R6c5955af9fef4e6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0d74169538f4aec" /><Relationship Type="http://schemas.openxmlformats.org/officeDocument/2006/relationships/notesMaster" Target="/ppt/notesMasters/notesMaster1.xml" Id="R355e58bbf3d54a5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65ae5d34e774523" /><Relationship Type="http://schemas.openxmlformats.org/officeDocument/2006/relationships/notesMaster" Target="/ppt/notesMasters/notesMaster1.xml" Id="R5561ed2861734f9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3da111e91624695" /><Relationship Type="http://schemas.openxmlformats.org/officeDocument/2006/relationships/notesMaster" Target="/ppt/notesMasters/notesMaster1.xml" Id="R2cd0530d8721464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97a926258834af3" /><Relationship Type="http://schemas.openxmlformats.org/officeDocument/2006/relationships/notesMaster" Target="/ppt/notesMasters/notesMaster1.xml" Id="Rd053c25ac5ba4de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0c6d848e6cc441a" /><Relationship Type="http://schemas.openxmlformats.org/officeDocument/2006/relationships/notesMaster" Target="/ppt/notesMasters/notesMaster1.xml" Id="R981ec449ce424df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3f9b654d3ac4d80" /><Relationship Type="http://schemas.openxmlformats.org/officeDocument/2006/relationships/notesMaster" Target="/ppt/notesMasters/notesMaster1.xml" Id="Rf4a1b235d0db435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c7195a30a94fc0" /><Relationship Type="http://schemas.openxmlformats.org/officeDocument/2006/relationships/notesMaster" Target="/ppt/notesMasters/notesMaster1.xml" Id="R2638d7532c6d423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4b5c4c63935412a" /><Relationship Type="http://schemas.openxmlformats.org/officeDocument/2006/relationships/notesMaster" Target="/ppt/notesMasters/notesMaster1.xml" Id="Rbac4a4961d8b420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c93fbe5e21b42ea" /><Relationship Type="http://schemas.openxmlformats.org/officeDocument/2006/relationships/notesMaster" Target="/ppt/notesMasters/notesMaster1.xml" Id="R19327eeb9a104df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7d05a6f48fe4527" /><Relationship Type="http://schemas.openxmlformats.org/officeDocument/2006/relationships/notesMaster" Target="/ppt/notesMasters/notesMaster1.xml" Id="R13fd54c3173245a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f9258d72d4a465e" /><Relationship Type="http://schemas.openxmlformats.org/officeDocument/2006/relationships/notesMaster" Target="/ppt/notesMasters/notesMaster1.xml" Id="Re614af9c599d4ed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46f21d0a22a4a03" /><Relationship Type="http://schemas.openxmlformats.org/officeDocument/2006/relationships/notesMaster" Target="/ppt/notesMasters/notesMaster1.xml" Id="R19cb0011562f4f6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202a62260d84ecf" /><Relationship Type="http://schemas.openxmlformats.org/officeDocument/2006/relationships/notesMaster" Target="/ppt/notesMasters/notesMaster1.xml" Id="Rcbad60076061480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b004ae2f7254920" /><Relationship Type="http://schemas.openxmlformats.org/officeDocument/2006/relationships/notesMaster" Target="/ppt/notesMasters/notesMaster1.xml" Id="Rcf7b8b955acd44a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507d403d6d14c44" /><Relationship Type="http://schemas.openxmlformats.org/officeDocument/2006/relationships/notesMaster" Target="/ppt/notesMasters/notesMaster1.xml" Id="Ra7f92599866744b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944421c2a6c4917" /><Relationship Type="http://schemas.openxmlformats.org/officeDocument/2006/relationships/notesMaster" Target="/ppt/notesMasters/notesMaster1.xml" Id="R2b0bca51f73644e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e98ccf1d23f47f9" /><Relationship Type="http://schemas.openxmlformats.org/officeDocument/2006/relationships/notesMaster" Target="/ppt/notesMasters/notesMaster1.xml" Id="R7ca125d0dd26458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f2565e0a7e44bab" /><Relationship Type="http://schemas.openxmlformats.org/officeDocument/2006/relationships/notesMaster" Target="/ppt/notesMasters/notesMaster1.xml" Id="R0a154da4371641c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dbb7d2825c547e6" /><Relationship Type="http://schemas.openxmlformats.org/officeDocument/2006/relationships/notesMaster" Target="/ppt/notesMasters/notesMaster1.xml" Id="R2dd2a051118f437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a3dffc33c3a4ab6" /><Relationship Type="http://schemas.openxmlformats.org/officeDocument/2006/relationships/notesMaster" Target="/ppt/notesMasters/notesMaster1.xml" Id="R6f46a22dc07a434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9e9f7f0bdfb49b0" /><Relationship Type="http://schemas.openxmlformats.org/officeDocument/2006/relationships/notesMaster" Target="/ppt/notesMasters/notesMaster1.xml" Id="Rc11dbf7b29fb454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02f3c0d1f5645b5" /><Relationship Type="http://schemas.openxmlformats.org/officeDocument/2006/relationships/notesMaster" Target="/ppt/notesMasters/notesMaster1.xml" Id="R9f2f761ac341425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ba3836adb8b43d2" /><Relationship Type="http://schemas.openxmlformats.org/officeDocument/2006/relationships/notesMaster" Target="/ppt/notesMasters/notesMaster1.xml" Id="R010f08a816824db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32c3b7658e64eb4" /><Relationship Type="http://schemas.openxmlformats.org/officeDocument/2006/relationships/notesMaster" Target="/ppt/notesMasters/notesMaster1.xml" Id="R4af5524f3bea48d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ca4bcfb88a94998" /><Relationship Type="http://schemas.openxmlformats.org/officeDocument/2006/relationships/notesMaster" Target="/ppt/notesMasters/notesMaster1.xml" Id="R21e766689cba4d3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9ade5f40a834a15" /><Relationship Type="http://schemas.openxmlformats.org/officeDocument/2006/relationships/notesMaster" Target="/ppt/notesMasters/notesMaster1.xml" Id="R8ada94142d9442d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dd2137666f64ffd" /><Relationship Type="http://schemas.openxmlformats.org/officeDocument/2006/relationships/notesMaster" Target="/ppt/notesMasters/notesMaster1.xml" Id="R44222b77a3564a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first prediction model</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A first prediction model. Explain why this example is needed before running it.</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A first prediction model.</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A numerical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numerical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 and target and Training validation and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Build on A numerical prediction. Explain why this example is needed before running it.</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numerical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NEXT</a:t>
            </a:r>
          </a:p>
          <a:p xmlns:a="http://schemas.openxmlformats.org/drawingml/2006/main">
            <a:r>
              <a:t>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Feature and target and Training validation and test. Explain why this example is needed before running it.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POINT TO THE DEFINITION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NEXT</a:t>
            </a:r>
          </a:p>
          <a:p xmlns:a="http://schemas.openxmlformats.org/drawingml/2006/main">
            <a:r>
              <a:t>Linear model and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Linear model and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Baseline. Explain why this example is needed before running it.</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the preceding slide: Baseline.</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NEXT</a:t>
            </a:r>
          </a:p>
          <a:p xmlns:a="http://schemas.openxmlformats.org/drawingml/2006/main">
            <a:r>
              <a:t>What learning means in this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learning means in this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Linear model and tree. Explain why this example is needed before running it.</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the preceding slide: Linear model and tree.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NEXT</a:t>
            </a:r>
          </a:p>
          <a:p xmlns:a="http://schemas.openxmlformats.org/drawingml/2006/main">
            <a:r>
              <a:t>Training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What learning means in this example. Explain why this example is needed before running it.</a:t>
            </a:r>
          </a:p>
          <a:p xmlns:a="http://schemas.openxmlformats.org/drawingml/2006/main">
            <a:r>
              <a:t/>
            </a:r>
          </a:p>
          <a:p xmlns:a="http://schemas.openxmlformats.org/drawingml/2006/main">
            <a:r>
              <a:t>EXPLAIN</a:t>
            </a:r>
          </a:p>
          <a:p xmlns:a="http://schemas.openxmlformats.org/drawingml/2006/main">
            <a:r>
              <a:t>Invented numbers for learning.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the preceding slide: What learning means in this example.</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fitted line is a numerical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fitted line is a numerical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Training observations. Explain why this example is needed before running it.</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the preceding slide: Training observations.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Fitting a line to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Fitting a line to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A fitted line is a numerical rule. Explain why this example is needed before running it.</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the preceding slide: A fitted line is a numerical rule.</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Rows must stay paired with their answers.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must stay paired with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Fitting a line to observations.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the preceding slide: Fitting a line to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Rows and arrays before model code.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matrix is a rectangular table of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Build on Rows must stay paired with their answers. Explain why this example is needed before running it.</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and arrays before model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A matrix is a rectangular table of numbers. Explain why this example is needed before running it.</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the preceding slide: Rows must stay paired with their answers.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NEXT</a:t>
            </a:r>
          </a:p>
          <a:p xmlns:a="http://schemas.openxmlformats.org/drawingml/2006/main">
            <a:r>
              <a:t>Reading NumPy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NumPy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Rows and arrays before model code. Explain why this example is needed before running it.</a:t>
            </a:r>
          </a:p>
          <a:p xmlns:a="http://schemas.openxmlformats.org/drawingml/2006/main">
            <a:r>
              <a:t/>
            </a:r>
          </a:p>
          <a:p xmlns:a="http://schemas.openxmlformats.org/drawingml/2006/main">
            <a:r>
              <a:t>EXPLAIN</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the preceding slide: Rows and arrays before model code.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Rows, columns and named options.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columns and named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Reading NumPy results. Explain why this example is needed before running it.</a:t>
            </a:r>
          </a:p>
          <a:p xmlns:a="http://schemas.openxmlformats.org/drawingml/2006/main">
            <a:r>
              <a:t/>
            </a:r>
          </a:p>
          <a:p xmlns:a="http://schemas.openxmlformats.org/drawingml/2006/main">
            <a:r>
              <a:t>EXPLAIN</a:t>
            </a:r>
          </a:p>
          <a:p xmlns:a="http://schemas.openxmlformats.org/drawingml/2006/main">
            <a:r>
              <a:t>X has three rows and one feature column. y has three target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the preceding slide: Reading NumPy results.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fit and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 and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Rows, columns and named options. Explain why this example is needed before running it.</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the preceding slide: Rows, columns and named options.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NEXT</a:t>
            </a:r>
          </a:p>
          <a:p xmlns:a="http://schemas.openxmlformats.org/drawingml/2006/main">
            <a:r>
              <a:t>A model object keeps learned information.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model object keeps learned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fit and predict. Explain why this example is needed before running it.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the preceding slide: fit and predict.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NEXT</a:t>
            </a:r>
          </a:p>
          <a:p xmlns:a="http://schemas.openxmlformats.org/drawingml/2006/main">
            <a:r>
              <a:t>An object remembers its fitted state.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object remembers its fitted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A model object keeps learned information. Explain why this example is needed before running it.</a:t>
            </a:r>
          </a:p>
          <a:p xmlns:a="http://schemas.openxmlformats.org/drawingml/2006/main">
            <a:r>
              <a:t/>
            </a:r>
          </a:p>
          <a:p xmlns:a="http://schemas.openxmlformats.org/drawingml/2006/main">
            <a:r>
              <a:t>EXPLAIN</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the preceding slide: A model object keeps learned information.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Creating, fitting and predicting.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fitting and predicting.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An object remembers its fitted state. Explain why this example is needed before running it.</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the preceding slide: An object remembers its fitted state.</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Where the modelling tools come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Build on Creating, fitting and predicting. Explain why this example is needed before running it.</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Build on Where the modelling tools come from.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Creating, fitting and predicting.</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fit learns using the supplied training observations.</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The mean 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Regression models and errors results. Explain why this example is needed before running it.</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NEXT</a:t>
            </a:r>
          </a:p>
          <a:p xmlns:a="http://schemas.openxmlformats.org/drawingml/2006/main">
            <a:r>
              <a:t>The mean baseline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mean baseline.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preceding slide: The mean baseline.</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small regression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mean baseline in Python. Explain why this example is needed before running it.</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preceding slide: The mean baseline in Python.</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A small regression tree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A small regression tree.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the preceding slide: A small regression tree.</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Reuse the same preparation on new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Reuse the same preparation on new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A small regression tree in Python. Explain why this example is needed before running it.</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the preceding slide: A small regression tree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NEXT</a:t>
            </a:r>
          </a:p>
          <a:p xmlns:a="http://schemas.openxmlformats.org/drawingml/2006/main">
            <a:r>
              <a:t>Preprocessing learned from training only.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Reuse the same preparation on new inputs. Explain why this example is needed before running it.</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the preceding slide: Reuse the same preparation on new inputs.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Preprocessing learned from training only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Preprocessing learned from training only.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Preprocessing learned from training only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Preprocessing learned from training only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(1/2).</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records into a feature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Preprocessing learned from training only in Python (2/2).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(2/2).</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Reading records into a feature table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Reading records into a feature 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the preceding slide: Reading records into a feature table.</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MAE and RMSE.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MAE and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Reading records into a feature table in Python. Explain why this example is needed before running it.</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the preceding slide: Reading records into a feature table in Python.</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POINT TO THE DEFINITION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NEXT</a:t>
            </a:r>
          </a:p>
          <a:p xmlns:a="http://schemas.openxmlformats.org/drawingml/2006/main">
            <a:r>
              <a:t>A prediction error in ordinary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prediction error in ordinary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MAE and RMSE. Explain why this example is needed before running it.</a:t>
            </a:r>
          </a:p>
          <a:p xmlns:a="http://schemas.openxmlformats.org/drawingml/2006/main">
            <a:r>
              <a:t/>
            </a:r>
          </a:p>
          <a:p xmlns:a="http://schemas.openxmlformats.org/drawingml/2006/main">
            <a:r>
              <a:t>EXPLAIN</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the preceding slide: MAE and RMSE.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The operations in the error calculation.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operations in the error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A prediction error in ordinary numbers. Explain why this example is needed before running it.</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the preceding slide: A prediction error in ordinary numbers.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NEXT</a:t>
            </a:r>
          </a:p>
          <a:p xmlns:a="http://schemas.openxmlformats.org/drawingml/2006/main">
            <a:r>
              <a:t>Two error measures.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operations in the error calculation. Explain why this example is needed before running it.</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preceding slide: The operations in the error calculation.</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Two error measures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Two error measures.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the preceding slide: Two error measures.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error measures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Two error measures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the preceding slide: Two error measures in Python (1/2).</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R² compares against a mean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R² compares against a mean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Two error measures in Python (2/2). Explain why this example is needed before running it.</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the preceding slide: Two error measures in Python (2/2).</a:t>
            </a:r>
          </a:p>
          <a:p xmlns:a="http://schemas.openxmlformats.org/drawingml/2006/main">
            <a:r>
              <a:t/>
            </a:r>
          </a:p>
          <a:p xmlns:a="http://schemas.openxmlformats.org/drawingml/2006/main">
            <a:r>
              <a:t>EXPLAIN IN ORDINARY WORDS</a:t>
            </a:r>
          </a:p>
          <a:p xmlns:a="http://schemas.openxmlformats.org/drawingml/2006/main">
            <a:r>
              <a:t>R-squared compares squared prediction errors with using the evaluation targets’ mean. One is perfect; zero matches that reference. A negative value is possible.</a:t>
            </a:r>
          </a:p>
          <a:p xmlns:a="http://schemas.openxmlformats.org/drawingml/2006/main">
            <a:r>
              <a:t/>
            </a:r>
          </a:p>
          <a:p xmlns:a="http://schemas.openxmlformats.org/drawingml/2006/main">
            <a:r>
              <a:t>CHECK AND EXPECTED ANSWER</a:t>
            </a:r>
          </a:p>
          <a:p xmlns:a="http://schemas.openxmlformats.org/drawingml/2006/main">
            <a:r>
              <a:t>Does R-squared=0.8 mean 80% of predictions are correct? No; it concerns variation and squared errors, not a count of correct answers.</a:t>
            </a:r>
          </a:p>
          <a:p xmlns:a="http://schemas.openxmlformats.org/drawingml/2006/main">
            <a:r>
              <a:t/>
            </a:r>
          </a:p>
          <a:p xmlns:a="http://schemas.openxmlformats.org/drawingml/2006/main">
            <a:r>
              <a:t>IF LEARNERS ARE STUCK</a:t>
            </a:r>
          </a:p>
          <a:p xmlns:a="http://schemas.openxmlformats.org/drawingml/2006/main">
            <a:r>
              <a:t>Compare errors against a mean predictor on the same evaluation rows. MAE remains useful for a result in physical units.</a:t>
            </a:r>
          </a:p>
          <a:p xmlns:a="http://schemas.openxmlformats.org/drawingml/2006/main">
            <a:r>
              <a:t/>
            </a:r>
          </a:p>
          <a:p xmlns:a="http://schemas.openxmlformats.org/drawingml/2006/main">
            <a:r>
              <a:t>NEXT</a:t>
            </a:r>
          </a:p>
          <a:p xmlns:a="http://schemas.openxmlformats.org/drawingml/2006/main">
            <a:r>
              <a:t>You are a prediction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R² compares against a mean prediction. Explain why this example is needed before running it.</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Absolute errors are 2 and 4: MAE 3. Squared errors 4 and 16: RMSE sqrt(10), about 3.162. MAE is an average, not an individual error bound.</a:t>
            </a:r>
          </a:p>
          <a:p xmlns:a="http://schemas.openxmlformats.org/drawingml/2006/main">
            <a:r>
              <a:t>Which step produced this result? What changes if one input changes?</a:t>
            </a:r>
          </a:p>
          <a:p xmlns:a="http://schemas.openxmlformats.org/drawingml/2006/main">
            <a:r>
              <a:t>CML3113   Week 8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Reading model outputs.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Reading model outputs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Reading model outputs. Explain why this example is needed before running it.</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the preceding slide: Reading model outputs.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Reading model outputs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Reading model outputs continued.</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IUEA_Teaching_Plan/assessment_banks/W08/CML3113/A/TASKS.md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regression_errors(actual,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regression_errors(actual,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IUEA_Teaching_Plan/assessment_banks/W08/CML3113/A/TASKS.md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regression_errors(actual,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regression_errors(actual,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Regression and baseline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 and baseline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30 Oct 2026, 08:00 Kampala</a:t>
            </a:r>
          </a:p>
          <a:p xmlns:a="http://schemas.openxmlformats.org/drawingml/2006/main">
            <a:r>
              <a:t/>
            </a:r>
          </a:p>
          <a:p xmlns:a="http://schemas.openxmlformats.org/drawingml/2006/main">
            <a:r>
              <a:t>Deadline: 06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Data analysis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Regression and baseline submission.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the preceding slide: Regression and baseline submission.</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CML3113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09 Oct 2026, 08:00 Kampala</a:t>
            </a:r>
          </a:p>
          <a:p xmlns:a="http://schemas.openxmlformats.org/drawingml/2006/main">
            <a:r>
              <a:t/>
            </a:r>
          </a:p>
          <a:p xmlns:a="http://schemas.openxmlformats.org/drawingml/2006/main">
            <a:r>
              <a:t>Deadline: 30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Week 8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8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Data analysis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the preceding slide: Data analysis project submission.</a:t>
            </a:r>
          </a:p>
          <a:p xmlns:a="http://schemas.openxmlformats.org/drawingml/2006/main">
            <a:r>
              <a:t/>
            </a:r>
          </a:p>
          <a:p xmlns:a="http://schemas.openxmlformats.org/drawingml/2006/main">
            <a:r>
              <a:t>LECTURER CUE</a:t>
            </a:r>
          </a:p>
          <a:p xmlns:a="http://schemas.openxmlformats.org/drawingml/2006/main">
            <a:r>
              <a:t>Activate the matching open_W8_CML3113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8 quiz. Explain why this example is needed before running it.</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8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6952dbc60540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ac921149b6942f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627628768944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f9ecfa548da4e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c4f3bfe0c64a0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458e3706f14b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48E1384-1C64-424F-BD7F-3DD23375F07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E790034-7C6E-4443-89F8-767B55FBB9D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40DBB0AF-3E37-47FF-9F7C-9867BEC493C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9615627-95FD-4646-B7B2-B29DF831EA7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963B6D2-1AFD-4DB5-B13F-BB002882F4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00A3D1D-FA5A-4EE1-B907-D044B9DA594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FF6D50-099B-4554-8C97-FF7E6EDE59C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403D7A5-4C0C-4676-88DC-0B196458BF9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FD7A197-636B-4884-B058-0F99B2CCDDC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6FD8F54-1E13-4490-A7DF-DFC79A5940F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BD5BB05-9F4E-4A02-B245-22CDCF6391F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E70481F-262D-4F9C-968D-066198E5612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462900E-DE1D-4F76-98E5-CC2A6928787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75A2993-13EB-4412-B035-64BF0ED44A8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7FAA436-FF13-411B-94AE-439094AE49E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f7130e52b3402f" /><Relationship Type="http://schemas.openxmlformats.org/officeDocument/2006/relationships/slideLayout" Target="/ppt/slideLayouts/slideLayout1.xml" Id="R714dae6f1b96478b" /><Relationship Type="http://schemas.openxmlformats.org/officeDocument/2006/relationships/slideLayout" Target="/ppt/slideLayouts/slideLayout2.xml" Id="R0052899e811f4fc0" /><Relationship Type="http://schemas.openxmlformats.org/officeDocument/2006/relationships/slideLayout" Target="/ppt/slideLayouts/slideLayout3.xml" Id="R9febf146c7274950" /><Relationship Type="http://schemas.openxmlformats.org/officeDocument/2006/relationships/slideLayout" Target="/ppt/slideLayouts/slideLayout4.xml" Id="R05b49663c7a8444a" /><Relationship Type="http://schemas.openxmlformats.org/officeDocument/2006/relationships/slideLayout" Target="/ppt/slideLayouts/slideLayout5.xml" Id="R10a5e7a754a64e21" /><Relationship Type="http://schemas.openxmlformats.org/officeDocument/2006/relationships/slideLayout" Target="/ppt/slideLayouts/slideLayout6.xml" Id="R1614b924615a41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4dae6f1b96478b"/>
    <p:sldLayoutId xmlns:r="http://schemas.openxmlformats.org/officeDocument/2006/relationships" id="2147483650" r:id="R0052899e811f4fc0"/>
    <p:sldLayoutId xmlns:r="http://schemas.openxmlformats.org/officeDocument/2006/relationships" id="2147483651" r:id="R9febf146c7274950"/>
    <p:sldLayoutId xmlns:r="http://schemas.openxmlformats.org/officeDocument/2006/relationships" id="2147483652" r:id="R05b49663c7a8444a"/>
    <p:sldLayoutId xmlns:r="http://schemas.openxmlformats.org/officeDocument/2006/relationships" id="2147483653" r:id="R10a5e7a754a64e21"/>
    <p:sldLayoutId xmlns:r="http://schemas.openxmlformats.org/officeDocument/2006/relationships" id="2147483654" r:id="R1614b924615a41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65e7888e5b74933" /><Relationship Type="http://schemas.openxmlformats.org/officeDocument/2006/relationships/image" Target="/ppt/media/image.png" Id="R898b58dfe8e84b7e" /><Relationship Type="http://schemas.openxmlformats.org/officeDocument/2006/relationships/notesSlide" Target="/ppt/notesSlides/notesSlide1.xml" Id="R1f05480f44d042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cac7dca524610" /><Relationship Type="http://schemas.openxmlformats.org/officeDocument/2006/relationships/notesSlide" Target="/ppt/notesSlides/notesSlide2.xml" Id="Ra21c69461b3642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1f7557019484e48" /><Relationship Type="http://schemas.openxmlformats.org/officeDocument/2006/relationships/notesSlide" Target="/ppt/notesSlides/notesSlide3.xml" Id="Rb646915d527444a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020f9ae4aee40af" /><Relationship Type="http://schemas.openxmlformats.org/officeDocument/2006/relationships/notesSlide" Target="/ppt/notesSlides/notesSlide4.xml" Id="R3d1e5386d59c44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cfff958b2524a20" /><Relationship Type="http://schemas.openxmlformats.org/officeDocument/2006/relationships/notesSlide" Target="/ppt/notesSlides/notesSlide5.xml" Id="Rb71c53d0352c4c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b92993c0b834277" /><Relationship Type="http://schemas.openxmlformats.org/officeDocument/2006/relationships/notesSlide" Target="/ppt/notesSlides/notesSlide6.xml" Id="Ra73d24553dd04e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288bcd8c7549f4" /><Relationship Type="http://schemas.openxmlformats.org/officeDocument/2006/relationships/notesSlide" Target="/ppt/notesSlides/notesSlide7.xml" Id="R02bdd4af39164c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fe06a6df2f247fc" /><Relationship Type="http://schemas.openxmlformats.org/officeDocument/2006/relationships/notesSlide" Target="/ppt/notesSlides/notesSlide8.xml" Id="R829afa7e50f9434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34a120125f4cea" /><Relationship Type="http://schemas.openxmlformats.org/officeDocument/2006/relationships/notesSlide" Target="/ppt/notesSlides/notesSlide9.xml" Id="Re78a9eb83f2f41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cc1cec7489f43ef" /><Relationship Type="http://schemas.openxmlformats.org/officeDocument/2006/relationships/notesSlide" Target="/ppt/notesSlides/notesSlide10.xml" Id="R19a59fb8a14f43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b76cf7347954ce3" /><Relationship Type="http://schemas.openxmlformats.org/officeDocument/2006/relationships/notesSlide" Target="/ppt/notesSlides/notesSlide11.xml" Id="R326e8656334b45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2644d4b3d554f3c" /><Relationship Type="http://schemas.openxmlformats.org/officeDocument/2006/relationships/image" Target="/ppt/media/image2.png" Id="Ra926de8a76114336" /><Relationship Type="http://schemas.openxmlformats.org/officeDocument/2006/relationships/notesSlide" Target="/ppt/notesSlides/notesSlide12.xml" Id="R4eb71999d3ae45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2d6e08372244d0c" /><Relationship Type="http://schemas.openxmlformats.org/officeDocument/2006/relationships/notesSlide" Target="/ppt/notesSlides/notesSlide13.xml" Id="Rea0d2f4611ec45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91fbf46b0874bda" /><Relationship Type="http://schemas.openxmlformats.org/officeDocument/2006/relationships/notesSlide" Target="/ppt/notesSlides/notesSlide14.xml" Id="R1eeb814fd0884fa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5a2c7e8d9f94fff" /><Relationship Type="http://schemas.openxmlformats.org/officeDocument/2006/relationships/notesSlide" Target="/ppt/notesSlides/notesSlide15.xml" Id="R411d617b65a44d5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02feb3d61554026" /><Relationship Type="http://schemas.openxmlformats.org/officeDocument/2006/relationships/notesSlide" Target="/ppt/notesSlides/notesSlide16.xml" Id="R4fba58de8a5b463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416ae8f153a4e6c" /><Relationship Type="http://schemas.openxmlformats.org/officeDocument/2006/relationships/notesSlide" Target="/ppt/notesSlides/notesSlide17.xml" Id="R8de41f75eec64de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6152d9a2ac840e0" /><Relationship Type="http://schemas.openxmlformats.org/officeDocument/2006/relationships/notesSlide" Target="/ppt/notesSlides/notesSlide18.xml" Id="Re3a771b1dd6f4d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31b11b1db2a4dae" /><Relationship Type="http://schemas.openxmlformats.org/officeDocument/2006/relationships/notesSlide" Target="/ppt/notesSlides/notesSlide19.xml" Id="R3b2945b1dd7045f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f7ac914141947cf" /><Relationship Type="http://schemas.openxmlformats.org/officeDocument/2006/relationships/notesSlide" Target="/ppt/notesSlides/notesSlide20.xml" Id="Reaecc0c93c4846b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a94b9e3639241c9" /><Relationship Type="http://schemas.openxmlformats.org/officeDocument/2006/relationships/notesSlide" Target="/ppt/notesSlides/notesSlide21.xml" Id="Rb7a0a658881e4ce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13de5ad7c1e4f52" /><Relationship Type="http://schemas.openxmlformats.org/officeDocument/2006/relationships/notesSlide" Target="/ppt/notesSlides/notesSlide22.xml" Id="R618af590908a4f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f3aef8cca074bff" /><Relationship Type="http://schemas.openxmlformats.org/officeDocument/2006/relationships/notesSlide" Target="/ppt/notesSlides/notesSlide23.xml" Id="Ra66adb6dd958436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9dd5bb9b8eb4584" /><Relationship Type="http://schemas.openxmlformats.org/officeDocument/2006/relationships/notesSlide" Target="/ppt/notesSlides/notesSlide24.xml" Id="Rbbc8a691dcc3472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4db131e206d4a1c" /><Relationship Type="http://schemas.openxmlformats.org/officeDocument/2006/relationships/notesSlide" Target="/ppt/notesSlides/notesSlide25.xml" Id="R31cacca27bdf49e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a04a97b7f0b4062" /><Relationship Type="http://schemas.openxmlformats.org/officeDocument/2006/relationships/notesSlide" Target="/ppt/notesSlides/notesSlide26.xml" Id="R69cf492a6ef84fa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3d3e667995a47d2" /><Relationship Type="http://schemas.openxmlformats.org/officeDocument/2006/relationships/notesSlide" Target="/ppt/notesSlides/notesSlide27.xml" Id="Rbd270282f5384e4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b2eb7bb42094581" /><Relationship Type="http://schemas.openxmlformats.org/officeDocument/2006/relationships/notesSlide" Target="/ppt/notesSlides/notesSlide28.xml" Id="Rc225d0cd6a53499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4ac95324cce436a" /><Relationship Type="http://schemas.openxmlformats.org/officeDocument/2006/relationships/notesSlide" Target="/ppt/notesSlides/notesSlide29.xml" Id="Rc58402d420b7458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b4bac6a7dd24851" /><Relationship Type="http://schemas.openxmlformats.org/officeDocument/2006/relationships/notesSlide" Target="/ppt/notesSlides/notesSlide30.xml" Id="R646085b970204ec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c0f1043a1d24fbc" /><Relationship Type="http://schemas.openxmlformats.org/officeDocument/2006/relationships/notesSlide" Target="/ppt/notesSlides/notesSlide31.xml" Id="Rb92b641063b94ed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328cab0faa54e61" /><Relationship Type="http://schemas.openxmlformats.org/officeDocument/2006/relationships/notesSlide" Target="/ppt/notesSlides/notesSlide32.xml" Id="R1a3fe22a8c31485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0fefcca17624b17" /><Relationship Type="http://schemas.openxmlformats.org/officeDocument/2006/relationships/notesSlide" Target="/ppt/notesSlides/notesSlide33.xml" Id="Re056d0f6b7d24d2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210511ccf6e4e90" /><Relationship Type="http://schemas.openxmlformats.org/officeDocument/2006/relationships/notesSlide" Target="/ppt/notesSlides/notesSlide34.xml" Id="R098a6cae7e71413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240dc26987b4050" /><Relationship Type="http://schemas.openxmlformats.org/officeDocument/2006/relationships/notesSlide" Target="/ppt/notesSlides/notesSlide35.xml" Id="Rca316e6ed6cc49e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8c1e875568341c5" /><Relationship Type="http://schemas.openxmlformats.org/officeDocument/2006/relationships/notesSlide" Target="/ppt/notesSlides/notesSlide36.xml" Id="R428938bf5e0647b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3464c25877b84fe7" /><Relationship Type="http://schemas.openxmlformats.org/officeDocument/2006/relationships/notesSlide" Target="/ppt/notesSlides/notesSlide37.xml" Id="R801eb525c6704ab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a1712ff4314442f" /><Relationship Type="http://schemas.openxmlformats.org/officeDocument/2006/relationships/notesSlide" Target="/ppt/notesSlides/notesSlide38.xml" Id="R9dd72cc7cfdf4fc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1d7d0af67574647" /><Relationship Type="http://schemas.openxmlformats.org/officeDocument/2006/relationships/notesSlide" Target="/ppt/notesSlides/notesSlide39.xml" Id="R2c051e174763487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4dfe280c7234666" /><Relationship Type="http://schemas.openxmlformats.org/officeDocument/2006/relationships/notesSlide" Target="/ppt/notesSlides/notesSlide40.xml" Id="R8dce91878897442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8d29471d6614a1b" /><Relationship Type="http://schemas.openxmlformats.org/officeDocument/2006/relationships/notesSlide" Target="/ppt/notesSlides/notesSlide41.xml" Id="R03c0cb50b94342b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f5dc6e329bd4e2c" /><Relationship Type="http://schemas.openxmlformats.org/officeDocument/2006/relationships/notesSlide" Target="/ppt/notesSlides/notesSlide42.xml" Id="R6b64f53562934c5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c3b0bfafc454522" /><Relationship Type="http://schemas.openxmlformats.org/officeDocument/2006/relationships/notesSlide" Target="/ppt/notesSlides/notesSlide43.xml" Id="R8486a1fd408e454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d5e16c00cc24d13" /><Relationship Type="http://schemas.openxmlformats.org/officeDocument/2006/relationships/notesSlide" Target="/ppt/notesSlides/notesSlide44.xml" Id="Ra749de0eae8e4cc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35f0176135be48e1" /><Relationship Type="http://schemas.openxmlformats.org/officeDocument/2006/relationships/notesSlide" Target="/ppt/notesSlides/notesSlide45.xml" Id="R726d66620ceb4b4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b2109f4c46f412d" /><Relationship Type="http://schemas.openxmlformats.org/officeDocument/2006/relationships/notesSlide" Target="/ppt/notesSlides/notesSlide46.xml" Id="R6ea6bd5e399f4bb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c2bf1a2345149a6" /><Relationship Type="http://schemas.openxmlformats.org/officeDocument/2006/relationships/notesSlide" Target="/ppt/notesSlides/notesSlide47.xml" Id="R3dd5bb9117b94a6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b325d92603f4431" /><Relationship Type="http://schemas.openxmlformats.org/officeDocument/2006/relationships/notesSlide" Target="/ppt/notesSlides/notesSlide48.xml" Id="Rc1121e454c6d46c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77dbb74df1844b3" /><Relationship Type="http://schemas.openxmlformats.org/officeDocument/2006/relationships/notesSlide" Target="/ppt/notesSlides/notesSlide49.xml" Id="R520106df6701488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055b8b5af6864b24" /><Relationship Type="http://schemas.openxmlformats.org/officeDocument/2006/relationships/notesSlide" Target="/ppt/notesSlides/notesSlide50.xml" Id="Rc22a21ea6d4d44a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6ee8927ac564034" /><Relationship Type="http://schemas.openxmlformats.org/officeDocument/2006/relationships/notesSlide" Target="/ppt/notesSlides/notesSlide51.xml" Id="Rb41e78ebdc0f448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a097ac312b794337" /><Relationship Type="http://schemas.openxmlformats.org/officeDocument/2006/relationships/notesSlide" Target="/ppt/notesSlides/notesSlide52.xml" Id="R9196c31df12445f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d4f5483917d487c" /><Relationship Type="http://schemas.openxmlformats.org/officeDocument/2006/relationships/hyperlink" Target="https://docs.google.com/forms/d/e/1FAIpQLScEhukVhOy7mk4-sfmGMIBPDwAXlVTIZeAict3izXXZ1fvCFg/viewform" TargetMode="External" Id="Rda584af8e9ec48e5" /><Relationship Type="http://schemas.openxmlformats.org/officeDocument/2006/relationships/notesSlide" Target="/ppt/notesSlides/notesSlide53.xml" Id="R0a0dbd415a574a66"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a5fa142effb4580" /><Relationship Type="http://schemas.openxmlformats.org/officeDocument/2006/relationships/notesSlide" Target="/ppt/notesSlides/notesSlide54.xml" Id="R0511704af8c7451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bd1b02bc0d7c4977" /><Relationship Type="http://schemas.openxmlformats.org/officeDocument/2006/relationships/notesSlide" Target="/ppt/notesSlides/notesSlide55.xml" Id="R97f5a2753e0d49f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8f57f85bd9964433" /><Relationship Type="http://schemas.openxmlformats.org/officeDocument/2006/relationships/notesSlide" Target="/ppt/notesSlides/notesSlide56.xml" Id="Rccfb08c0a1cb43f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de832ea2c394879" /><Relationship Type="http://schemas.openxmlformats.org/officeDocument/2006/relationships/notesSlide" Target="/ppt/notesSlides/notesSlide57.xml" Id="R849eae3321b24a8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a1f4084b2074d6f" /><Relationship Type="http://schemas.openxmlformats.org/officeDocument/2006/relationships/notesSlide" Target="/ppt/notesSlides/notesSlide58.xml" Id="R81c6c365c8ea43e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707e410a84bb4149" /><Relationship Type="http://schemas.openxmlformats.org/officeDocument/2006/relationships/hyperlink" Target="https://docs.google.com/forms/d/e/1FAIpQLSf_avvvqyl5ZJ-6HU7n4zal9AQETYyJkykuDO5J5Au3dBA4vw/viewform" TargetMode="External" Id="Re1b42e8b242c47d2" /><Relationship Type="http://schemas.openxmlformats.org/officeDocument/2006/relationships/notesSlide" Target="/ppt/notesSlides/notesSlide59.xml" Id="R4378187f3057455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4494d29f1fa407d" /><Relationship Type="http://schemas.openxmlformats.org/officeDocument/2006/relationships/image" Target="/ppt/media/image3.png" Id="Rcba7ad6e349546fb" /><Relationship Type="http://schemas.openxmlformats.org/officeDocument/2006/relationships/hyperlink" Target="https://forms.gle/njADrQM1EKhyhRSA8" TargetMode="External" Id="R4392d24349e5413f" /><Relationship Type="http://schemas.openxmlformats.org/officeDocument/2006/relationships/notesSlide" Target="/ppt/notesSlides/notesSlide60.xml" Id="R1409da3dc3b6425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b82c3b2410c4de4" /><Relationship Type="http://schemas.openxmlformats.org/officeDocument/2006/relationships/notesSlide" Target="/ppt/notesSlides/notesSlide61.xml" Id="R04a02e4a2688408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2bd6b178bd9d4f26" /><Relationship Type="http://schemas.openxmlformats.org/officeDocument/2006/relationships/hyperlink" Target="https://www.youtube.com/watch?v=aFDOzpTeg0s" TargetMode="External" Id="R18668ec9997d415b" /><Relationship Type="http://schemas.openxmlformats.org/officeDocument/2006/relationships/notesSlide" Target="/ppt/notesSlides/notesSlide62.xml" Id="R7b64639bdb3d403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98b58dfe8e84b7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826FFCA-104D-4317-8AA0-A3A1E1FFE6E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4BF5B8-8E90-4500-946A-3D59AD2F65D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201A7A68-81AF-474B-B1A6-6073BB233E7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044049FE-C856-4B94-B793-ABC710116B5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568EFB7-161C-4512-9AEC-1CB63218176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078460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C13638-80BB-43D7-B550-F928534B1B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BDAC0E-81F7-472C-B888-8DDACCAD06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92BC18AC-BC75-40BA-9FC1-6D499F9733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F34B9C3-C833-46D0-A946-4085B82D0A9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6DB87D-DF1F-486A-AF15-316DB3B7AFC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25853125-7101-44BE-B268-64E79C872DF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7603240F-393E-4CD3-9B36-F623024E77D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EA7142AE-D20D-4C0D-960E-0EA95DD4F38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5E2E199B-CA3B-4885-A69D-ABB222192D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6570210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E6265E-061C-40AD-9F96-5540B41E6B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5ECE39-D90C-4CE1-A355-A98C3B18E5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9683B0-362D-4112-8877-A6494FCBEE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989C4BF-092E-4AD7-9087-9D3CD60B628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59AA14-C473-4AB6-BB76-9DC40A74A69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124337BC-B25B-44C5-8596-340A02047C3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3802BA8E-1875-48F0-A399-56882C232F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a:t>
            </a:r>
          </a:p>
        </p:txBody>
      </p:sp>
    </p:spTree>
    <p:extLst>
      <p:ext uri="{BB962C8B-B14F-4D97-AF65-F5344CB8AC3E}">
        <p14:creationId xmlns:p14="http://schemas.microsoft.com/office/powerpoint/2010/main" val="19089715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807139-FD07-4C5A-BE52-8C3C44AD78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D605EB-F966-478A-B459-80C41F083A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6EF653-E0D8-4066-88CF-E62617060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DD3199B-DBD0-472C-B8C8-3A1F092AE09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E60D76-7CB2-42B9-9890-71352E1D9A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71964243-23F9-499B-9811-F079771B19A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CC89D68B-BFE6-4696-B124-48DB2F9E21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a:t>
            </a:r>
          </a:p>
        </p:txBody>
      </p:sp>
    </p:spTree>
    <p:extLst>
      <p:ext uri="{BB962C8B-B14F-4D97-AF65-F5344CB8AC3E}">
        <p14:creationId xmlns:p14="http://schemas.microsoft.com/office/powerpoint/2010/main" val="2194575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C65BAC-AF30-4FF9-8AE6-813D2D100E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C800FD-E37F-4BB0-8B80-0B19E8DE57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BE4FAC-1473-4248-927D-A0BC571647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7F930091-3E0B-441C-947D-725F8BCAAA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D39D33-48AE-4FED-A58D-ECA41F3026B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B284E956-D386-4E3A-8DAB-D1C43B224F5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CBCD8C-F9DF-465A-B62A-794B9167DF3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4208A3D8-16BB-487F-AD33-674A54C6E9F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D86073-9D70-418C-8270-DA1E88358E8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A305FF31-CAAB-47E8-952B-21DC4D5B2E7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BCC636B-1F91-4D09-9D03-208C9B6B988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CD72E0FA-363C-4C03-BB96-5BA6E11985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a:t>
            </a:r>
          </a:p>
        </p:txBody>
      </p:sp>
    </p:spTree>
    <p:extLst>
      <p:ext uri="{BB962C8B-B14F-4D97-AF65-F5344CB8AC3E}">
        <p14:creationId xmlns:p14="http://schemas.microsoft.com/office/powerpoint/2010/main" val="19504955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F112A8-B1DB-46B2-B1DA-25AC823E3A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36F7A6-E7C4-4536-8549-ADCF0081CE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533B4DC-99B0-471E-A232-56C6458822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C9E4F56C-FA6E-4267-8344-5E0C44C6153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AE5CC5-3DD2-4763-A7C5-A58ADABD057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53BDB5B6-D730-4F66-A282-425E8ECEBB1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CFF28F61-328B-4DDD-993B-485C3DD53E0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7A62078-2A5A-4BBA-B402-77C11A23703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454AA117-092A-487C-A521-7CF21C3FBC1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43D8C675-C05A-4836-ABBE-C61DF0E36D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10047573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E785E9-7EEB-41CB-95E8-8DF2FF0BFA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E28A02-E99F-4F20-90C5-3BE22EED2D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414F7FD-513D-4CD7-83F6-EF4356EB89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9A2AD83D-9981-4BE6-8E09-CC77E5E4F2E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9D7EF9-EB60-41B7-8AC4-EFD48A36AE9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2615C6F5-ED69-407E-8EA6-D4454FE26DD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296BF075-ED71-4115-BCBE-7A1C270AC8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7398659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E7AFB70-E95C-4752-84A0-183E84E9A5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985131-DE2D-497D-9889-446C183CA3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E25B3F2-E02B-440B-AF4F-003D8ABDC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42D8865A-7095-439F-8C55-1E7DC44E5C7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580059-A561-4DB6-957D-D108A529644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AAC34B40-A2B8-43A4-9762-50ABD86AA3A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A0BAB7B1-98A9-4C32-BC39-302C3EAE2C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9792805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B3D34D-3A40-4290-8996-C10525009A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646B49-0881-473D-9A41-D7D794F617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08CBCC-7E80-4B63-AB00-B1F4136769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48826AD1-ED63-43A4-9EA4-89E90C042E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6E947C-DEA5-439A-914B-41AD5D3DB1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DC2ED2DF-AF53-4147-AFE4-7B73CC8669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23FDD0-6A02-4E9B-B5E8-3C15C7E8D6D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670C91BD-A116-43AE-B79E-6C8D69E5F8D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DE8EEFC-620C-455B-80E6-63DA5A423A1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D2C3A438-3327-4566-8AF1-2728C67D28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6150571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E854F8-9D27-40B8-AA99-550B61D18A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709886-C486-410B-A5C6-22066EA17D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EF2B01A6-A335-4449-BA6B-7241C546D1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F84AAD-A885-4367-BBA3-A66EB4B9916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1D1B4BE1-31E8-472C-A2E1-5F6CDDAB74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957233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7BC127-4AFA-4A3A-95CC-8A5CB747D4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C2AA49-00ED-4968-BB7B-B7FB13D6E9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77ECE0-CE08-41B6-B2D8-C3A9716911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77B67B9D-E3FA-41DD-B4B7-26736A6033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4D69C1-A47F-4673-B05F-E17641E0E92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1A4EE25C-4A38-4E00-963C-757F2264AA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8C46AA-EFFA-47CC-8F24-C3820717AB6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3901ACF5-BA9D-496B-8EDA-3E130E19AFC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1D44DE-6D2B-424D-BBE3-3B223548909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D9F4E763-7746-4811-B926-761B8C3B41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11</a:t>
            </a:r>
          </a:p>
        </p:txBody>
      </p:sp>
    </p:spTree>
    <p:extLst>
      <p:ext uri="{BB962C8B-B14F-4D97-AF65-F5344CB8AC3E}">
        <p14:creationId xmlns:p14="http://schemas.microsoft.com/office/powerpoint/2010/main" val="19712598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925DA4-9D69-499E-928D-A0EC588D01B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09412C-3847-4A0C-BF39-1C7048B404D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926de8a76114336"/>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944B163-64C9-4281-BD12-A4612C1CFFB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8935EB-2A14-42CD-AA34-3C8B98F05AC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C91485D3-80DC-4EDF-8584-60F32311FF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21137893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9AD63B-AB0A-421D-9489-AB825E87A6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ECAE76-8ECE-4B59-A19F-2A3236385A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2CE3AC-C350-40D9-90D3-489728DA11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4872149A-1A42-469A-84D4-023CF6803E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278346-2365-48B1-AA01-3A007F45C5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9CF4CEF8-F7AE-47CA-8E58-EE6A4262C27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1394CC-1EB7-4C5D-9174-BFBD5992851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AE48327B-679C-4DF5-A75D-F94960B5B25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6D2FEE-56ED-40FE-BDB2-289487277F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CEF9E0B9-2B20-440A-A9F3-D1891BE44C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97088847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4C8227-3F5F-4C91-8AB8-F97E23DCF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8A5C6D-8D06-42CE-A764-0C6A5DA8FD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27052F-B728-4051-9BD8-589F3E4BE8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B4C59042-F454-40E8-8A1C-3937769542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92F590-F527-475A-9029-2B766512CB5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DDABED38-D25E-4A04-B7E1-16D4120D24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35B7F9-6ED0-4A2D-9CDF-76704EEBC33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E2125955-E696-4E83-92C0-1C8F7DA279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09FB78-228D-4B3F-AC10-533D9D18F3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E93C3795-9CB7-480F-963B-7F985F8A0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16004799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040970C-4379-4221-B6D5-6D40122A4C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0FFCCC-A0EE-4A9A-8E7A-301E537653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D01146-8CAD-4145-92F2-640C730727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08BF3E2D-B71C-4867-BF70-360DBCEC8B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997603-9B4F-4FE9-ACC0-4ACB25F2B1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5F7B7D7B-A671-43FE-83DC-186E56F291B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14CC7ED6-A605-423C-8D0D-295F523ED2C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7BF77FC-6C3B-4B05-8B53-618E3591133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86DCD3CA-EDBE-4631-BC8D-09C778D44BC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560B427F-A2DF-420E-8F56-C1954ED3DA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2606927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02A898-DA2B-4DEF-A7C1-7C19649232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D0B196-F051-4199-9E52-7C45610B73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006F367-A92B-4656-BED2-754CBA3229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BCF64D1-494E-475B-B5C7-5A5D78BB4C4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4A719CF9-29B3-417D-89CF-CBFC0602AE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139849721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90DAEF-A96D-4CFD-960B-02B6D1825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F815DD-3ED1-46FE-93D2-B4D5B360B9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F706B18-D5B1-4469-B2EA-13C42146E3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DDE8F528-4F78-4F3D-A98F-D18F8922C8A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D570DF-7384-4315-B45C-C89045A817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0E0CD8E2-3EE4-4543-8C7C-3B74FE0645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35C3D28-04B1-4DCF-96AA-949BAC5EA7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7DFBD483-0232-4FC8-8206-2D99349A748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AE2A1F49-3D54-4CC2-830B-7DFBAD1114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48CDB807-8EFC-4BA2-B7CA-C2B952A730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3DF6601A-F773-4215-834C-D6EA9DE188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205039072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BCF4DC-27ED-4367-9C53-4FDA3027B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2E5410-E6CB-46DE-9EB2-D0B09BC0E1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9026987-09B6-4FB7-9A7A-55240D83F1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C86A08C4-FDCA-43D3-86FA-C959D406F44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D04462-8194-4288-B7F5-470027D2254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00BAF675-77D4-4216-BD68-588B97503D4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A8453E25-5C8A-4156-BDC0-DD788DBC84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17842400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D49357-45F0-4EEC-9340-F9B891E5B3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609B3-A297-4FDE-A86C-2FE7CA8720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5E029E8-653F-4A4A-82C2-6D3B1D3CEE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598C6C7D-1FE2-4C6E-9529-F034378DD1E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AF7BB7-2E62-49C8-B2D7-456657A4CB9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76831A7C-4894-426B-88AB-538D487C1CF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44B3A93F-054B-425A-9F44-CBF8DA6768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A622A3-F147-462E-BB62-07C7CAFB807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58D74D17-0DFC-4116-A323-7C561DC8936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6604CF6D-44BC-48A1-8806-18521718E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150588609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6544D6-03C2-40CA-9414-4DB12AEC87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6A3F6C-B31C-481C-BC14-2D104C241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FA36522-A504-4B86-824B-EDF477ED13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231ECA9-08F3-492C-8A6A-CDD79A09FB1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F6365D3E-9588-49B5-8615-47F091AE2B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41750562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4609DA-7CD3-4840-86B3-D3918BFF7A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A2B340-AF5F-436C-BB1B-6991082589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BC0B90-2693-4575-BF40-81960CD608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9ED8AFD6-4F0D-4403-924D-2ED5A2CAB7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07C5AF-73D1-4373-97DE-4589BA9E4D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1C4C5CCA-ECDF-4076-88B5-5D4017D5448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3A9C5B-92FE-4950-B504-20D205C005D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868A7528-AD67-4D1A-868C-FEB9760976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BA43DD-C912-468D-AB15-7ADF3F34DAB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44133443-E5DD-43B7-B5A6-D2018EEFB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17171778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50E598-148C-41AD-8B53-F87BB38B3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011560-C738-40F7-AC58-5AEEFFBFBF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B48EE6-701F-4554-801E-A1530358BC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6351E79A-FD76-472D-9A04-CFE74A2B3F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BBA4E6-6827-4BBA-BCF6-F4CC7B88F95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3113EF81-D3C1-4A8B-896F-EB45B3375B2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D647C9-FB48-4CBF-BFAD-DAE1A65229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80A59D7E-755A-4978-9006-E62080DF2A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2F264E-980D-4287-BAAF-AB21C0FFD4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FA32A09E-118E-44B4-83D6-9C8735273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22</a:t>
            </a:r>
          </a:p>
        </p:txBody>
      </p:sp>
    </p:spTree>
    <p:extLst>
      <p:ext uri="{BB962C8B-B14F-4D97-AF65-F5344CB8AC3E}">
        <p14:creationId xmlns:p14="http://schemas.microsoft.com/office/powerpoint/2010/main" val="457305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75AEC5-E2F4-4832-AE57-5E676D8838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0140E1-0BD8-4018-93FE-50BD711A53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1759AE-C28C-4010-94F0-E1EEAEB5E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4F30DF06-FC36-49E1-95E1-6E51A7F5FD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225E42-31EC-452B-9EFA-A97825CE2D2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9FECE3E7-C529-4707-92CA-1DCBB9E1CE3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F59D454D-2CEB-49BD-A3B1-5F3A7153DB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9BF92F6-72A6-4416-A7F4-BD9D368157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23</a:t>
            </a:r>
          </a:p>
        </p:txBody>
      </p:sp>
    </p:spTree>
    <p:extLst>
      <p:ext uri="{BB962C8B-B14F-4D97-AF65-F5344CB8AC3E}">
        <p14:creationId xmlns:p14="http://schemas.microsoft.com/office/powerpoint/2010/main" val="188352996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E2DA2E-0140-475E-B90E-0E640A303A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DA9664-1386-43AD-88F8-D3338D0A54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542794-AEFC-4A42-A596-B4905AA913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9564F688-9D58-4C1F-B278-567FADA14BF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B1D1FD-347B-43A0-9A62-DF8EDC7938A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8B603F83-01C8-4019-B8C9-D88BC3123EE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D937DC-B702-454C-9251-B1FEDFB0D04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0B9E1527-F435-481B-8715-AF65E506326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594C3645-8D32-42C6-8013-A10A694339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A22F4731-6DDA-4957-95C1-F2DF5B3E5E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85188569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BA3A92F-092B-4917-AC38-DB9BA36E6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49A9CA-B1CF-437A-A68F-FD93240444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B883529-D3AC-42DF-BEBE-E172ADE41B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5BB8C42F-4EB8-478C-BBC5-41DEB927900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5B5464-A24C-46A7-8C77-455993F4109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463B100C-FE14-4E28-BEE6-8A44BC9AE20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D2678BB-73A0-4DDA-830F-75A6E4CBDBC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A26E651D-293B-4FBF-A283-57F325FAD52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B2AD6F9B-96B3-4C2E-A40C-B32DD228811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04C77C8-7071-486F-A536-91C3E0AF13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F1EC4A5-7AE7-4B9C-8CB8-303734693A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25</a:t>
            </a:r>
          </a:p>
        </p:txBody>
      </p:sp>
    </p:spTree>
    <p:extLst>
      <p:ext uri="{BB962C8B-B14F-4D97-AF65-F5344CB8AC3E}">
        <p14:creationId xmlns:p14="http://schemas.microsoft.com/office/powerpoint/2010/main" val="68277525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98D150-2E2A-48C5-8E46-F8150DB1D3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BCC7E9-F551-4E78-99A5-6ABAB2F7F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357FB16-C507-495F-BB7E-EAB7E9C23C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E7C15ED2-1BA7-4389-8019-7E2F19429E8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F21FB7-F3E4-4743-A2D9-4C58C3AB08B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82C0331F-0176-496C-9A74-36CF26483F8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717A3C4-C52B-4A46-B331-614DBE710C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26</a:t>
            </a:r>
          </a:p>
        </p:txBody>
      </p:sp>
    </p:spTree>
    <p:extLst>
      <p:ext uri="{BB962C8B-B14F-4D97-AF65-F5344CB8AC3E}">
        <p14:creationId xmlns:p14="http://schemas.microsoft.com/office/powerpoint/2010/main" val="163886386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AC2E0C-D627-47F9-BFE8-3C71254689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CC8E04-26A1-4F3E-BB71-D01015FE16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FB51EA-D5DC-4C80-B4D9-AC93B0591E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7C83A29C-11AE-4C25-8E91-16F83C806E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AE183B-C120-4E19-9019-68E83C5BCA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78721B7D-7A62-4B37-A7C2-CF2F0052B1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865A74-135E-42DD-9413-4F4446CB97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CCE38BEF-A4F0-4EEF-9C53-E6652186A07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A551A8-5547-4395-97AA-5819ADE366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F6ED03C6-4D64-4213-9B5A-7B9AFCE8DC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27</a:t>
            </a:r>
          </a:p>
        </p:txBody>
      </p:sp>
    </p:spTree>
    <p:extLst>
      <p:ext uri="{BB962C8B-B14F-4D97-AF65-F5344CB8AC3E}">
        <p14:creationId xmlns:p14="http://schemas.microsoft.com/office/powerpoint/2010/main" val="8183295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D0728AA-AD84-42BF-9CEF-8E905D6DD2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DA360E-1E2F-4C49-AEE8-BCFF25B72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0767B6-3BEA-4D18-9534-3D0E3A7BD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F0D5ED50-D55F-4969-B1DD-5C7B23B30B5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F035FC-F816-442E-AA79-8CC1552021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EB3C3B87-99AF-4808-81F4-45F34D00F01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E77AE0E-879C-4E1D-BE26-E8DDC44327A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D5D02BBE-5103-41B1-BDAB-53F951C9F65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9C0F87E6-2B83-44D6-B6A0-2A923E37DDB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9B02CDEF-15DA-45A0-A03B-0FAC1531FF2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4C66AF0F-B1F5-4029-83C8-AC9A980902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28</a:t>
            </a:r>
          </a:p>
        </p:txBody>
      </p:sp>
    </p:spTree>
    <p:extLst>
      <p:ext uri="{BB962C8B-B14F-4D97-AF65-F5344CB8AC3E}">
        <p14:creationId xmlns:p14="http://schemas.microsoft.com/office/powerpoint/2010/main" val="75306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8FA73C-F1B7-4752-8478-636914C97E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B57F96-6AA1-42D7-A01A-7ABBE59785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22FDAE-4F4D-4B1C-8A1D-A4AB58572A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99B51AFB-9AD2-4C62-BF73-AA0E029C6A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DCADC8-906D-470E-857F-A579BBE49E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1AFFF694-1C5C-4E62-A0BA-3488CC0869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2AC03-EA66-46A3-8660-24C89CA94C6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CE9884E6-EEAE-41A3-AC76-C519E66F97E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A6226F-BB72-43A7-8023-D89EF868C2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875CC867-2FAD-42EA-A284-1CAAAF7CF3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29</a:t>
            </a:r>
          </a:p>
        </p:txBody>
      </p:sp>
    </p:spTree>
    <p:extLst>
      <p:ext uri="{BB962C8B-B14F-4D97-AF65-F5344CB8AC3E}">
        <p14:creationId xmlns:p14="http://schemas.microsoft.com/office/powerpoint/2010/main" val="186637944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4694BD-391C-43DB-8748-489A90ABF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D5CB37-7E5B-4275-872B-0CDA404E90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9E2489-341E-4295-8E9C-66259F2C8E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CD69CAED-37F5-4B75-8D19-DBFDC62BA45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8E9596-35E1-4640-9D2F-C30B0D73A25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B417A719-D568-4FB5-8D52-CCC3053630C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C865DF1F-EF87-4AE6-98C5-AD12D30DF4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9413981-0D5F-4B70-94B5-42307048B4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30</a:t>
            </a:r>
          </a:p>
        </p:txBody>
      </p:sp>
    </p:spTree>
    <p:extLst>
      <p:ext uri="{BB962C8B-B14F-4D97-AF65-F5344CB8AC3E}">
        <p14:creationId xmlns:p14="http://schemas.microsoft.com/office/powerpoint/2010/main" val="9217609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F5F29A-FB53-44D8-9077-C0A0ECCEC6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3B06EE-37F6-4BC5-9701-9264C062B6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2961E2-8772-44B7-86A5-4C5B67EEE2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827ECBD5-F930-4C3E-9672-C9A0708E4CA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9D2922-C916-4B48-AAAE-01B7E77D43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3FB1520A-D76C-4939-876E-30FEB180DE5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47FC8209-4051-40E0-B142-CD8A8531802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FCAAC5-C7D5-4D15-B3BB-623E7186498D}"/>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B069D716-A668-4EBA-8CCC-251CB1E6D28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AAFD5E5B-7FDC-47C3-9A8C-6CC76E0D6B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31</a:t>
            </a:r>
          </a:p>
        </p:txBody>
      </p:sp>
    </p:spTree>
    <p:extLst>
      <p:ext uri="{BB962C8B-B14F-4D97-AF65-F5344CB8AC3E}">
        <p14:creationId xmlns:p14="http://schemas.microsoft.com/office/powerpoint/2010/main" val="20684001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C55036-0F6B-4512-BB01-7ED8D7DA71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8455D6-FCAB-4017-88E5-5C57C3B7F8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3B19A5-BBF7-4C98-A713-D9B65A325E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D9A1575A-F082-4BCD-AACF-35186E50A5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8F1EB3-3B98-4239-A788-C34FE979296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B9777944-4F87-4645-B19C-35836B4136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B2AF44B-2AC6-4E53-9A5A-35567F21F7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EA1A6E92-44D8-4E92-A115-B0C5AF04CB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55E0BE-853E-463A-9893-D8705B2D2C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5FED3182-4E8C-43FE-888C-5252FD88E3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196368255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C83D86-1D65-4604-9718-9F52A335A9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499B00-3E0C-4602-A8F2-3C2A8E473B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64F71A-A3FF-47E4-A87E-312EC44B78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BCDB5327-6A75-42A7-A490-3EED933E63C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882D21-EBDE-4837-A580-2E2E02E5399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73BB335B-83AB-4F5C-B625-E99D2E8DD1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FA910A42-AAC7-4BF7-A710-8787A9554A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D4D8063-A341-4752-B702-B34D8E366C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100576090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870E2E-003A-4A90-86F6-D927E7941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DA0598-B4D7-4595-91CF-6A59E9E1A6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D31C60D-2CAA-43A0-890E-DE42E261C7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F0DC549F-1A9A-4CD2-BB0D-65433305C53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1F4C23-1BE5-4D4C-A862-AAB071A3AD9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7D29F5D5-F5B2-40BD-8DB8-681D35D2D95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E438F478-0533-47FC-A7BD-D239EBBB83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6BDA737B-C9A7-4A8B-A6B1-6ABFB32AD0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21349133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C66008-6E7F-4B5F-87D9-275F72D63C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C9ACEA-3B94-4845-900E-7FBE5AD5AA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A8A4CA-DB4B-4AD6-A418-1E8B4390E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CD5996CF-6223-4764-9506-FFBB58CBBE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50B859-F1FB-4C86-88ED-D79150069F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95008763-5FD9-4C7B-B3C4-DCEEBDB7F07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30C79E-D302-447C-9D50-64F5210B5F4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3AF09EFE-1B2B-44D9-8DBA-35F8BF4064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8724F9-C791-4C1E-9A50-517D0129E9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4E9B65CF-38AC-4E6F-A29E-8A4D41D7C5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62824733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2A4552-9EE3-435E-B447-3190381BF1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83DE93-A467-4705-A155-8B16383C98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5884CB-DCBB-42C7-9CF2-4CE7940987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81839BC6-908D-4FAE-B4D7-E250E2B62E6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F8C6E5-904C-47F1-B93B-BE30DB615D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B9148A19-BFF0-43A3-9E59-EF6C6217CD2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5057842-55EC-404B-951B-55EF718164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5148943-E8AD-4A93-92DF-A7372606EA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80800312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4BEED0-60D9-46A9-88D4-5B4B5E35E4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E2577A-1147-4801-973C-A7B1E4F294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6BA0085-3500-4E5E-8864-60DEC57483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D7C6D5D6-CE8A-49ED-B9CF-127CB42F904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96DCA5-452B-4E56-B2EF-A5C7CA692B9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A6511A71-2D6C-4F7F-9C5B-DBE91B6FE83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D10C7156-F9E8-44E7-9DE3-B98B1A9378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31871540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D53A07-1429-4397-8652-9E7C586FC2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CAF26-A51A-418F-AFD9-38F82D0D7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EBFB85C-2B2B-4801-9F0A-7C6A3A7E94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6909825-2CA0-40A0-966B-3D437C4A230F}"/>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2C24AA10-C6E4-4643-91DF-8F01F0326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185573519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E4560E-38A9-464B-A259-6F6D61B5D4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0F7A45-44C8-4814-BE68-CCC902A2E2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9F4766F-4BFB-4D5C-8407-881907545E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06EDD36D-9D69-4C0F-B5B9-5323A3FFC96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EB59C7-B730-405C-9674-3574EA9B910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0047DBC2-AD22-4FA2-8E14-0C0837F3C81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58353DAE-1144-4985-807A-5E914C99A9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58BB12-F60F-44B3-83D3-BD25D24D584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B7C597C0-0834-489E-8281-8BFF5C96789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1F79DA0D-5232-4818-B539-77ED4145D5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79168677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FF123DE-7FBC-4385-8F5D-FA571B2F54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4CDFC0-ED59-4CE2-8E1E-D86602A60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8030A0-D196-4362-A4F7-B2B3E6ADAB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11F91DAB-A897-4C9A-80C7-5D0BC16B5B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29C5FB-E143-4134-A00C-9144B8E316A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73FB928F-43B6-432C-A9C3-5211EE8777A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901C7D-6741-4BEB-B07B-7E33DFC2AA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1E5FB2A3-A9F2-4139-A933-7929130D5C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3F86A6-C476-4E5A-96B2-AA3F1E3975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E976E5B0-89A9-4397-A312-2D5BF6DA76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112090300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7384EF-F8AC-4A4D-AE11-0B5E4ECD4D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7FAFAA-DECE-4C4D-AA5F-2BFAC0B4CD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0B149A-FE75-4AA2-803A-AE9F42055D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76FA4903-3418-483F-BCAF-8DCA1E036D2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A60105-B88D-4E43-A275-6AF67ABC888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178D030D-C2EF-4B28-AC99-8DB0F10EC2E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2E8AC5-5826-4EB9-84FC-26665AF3667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6983A6DC-9415-45E0-867A-116B577791E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64072F75-9DC1-4DA6-932C-5ED252E3EDE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C6E3C968-BBB4-4E74-ADEB-0132E840A7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45EEBF93-5F81-41E2-B436-38755035E8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26940569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2CC4ADD-4468-40E9-87C7-B0BF130DE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67D8CD-F90B-4D98-BA0D-C0CFFB7E9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64BA75-A8CF-4AB1-A2A9-536FA4781D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3716D915-0FB8-4DD7-B3F4-B8124F5FD55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51BBEB-7FD4-4854-B4C2-D785B2F9D4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28A45D39-1BBB-490D-A439-5A22E126473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A3FAB0-C7EA-4720-9DBC-996F879A50E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391A99C-B22E-4A37-96FF-E3DFE913A4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611244EA-431D-486E-B520-E5C47C46B7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42</a:t>
            </a:r>
          </a:p>
        </p:txBody>
      </p:sp>
    </p:spTree>
    <p:extLst>
      <p:ext uri="{BB962C8B-B14F-4D97-AF65-F5344CB8AC3E}">
        <p14:creationId xmlns:p14="http://schemas.microsoft.com/office/powerpoint/2010/main" val="183683545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0505FC-532F-4660-AE65-9C1CC9F888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0A4A1D-F6A7-4F92-8F55-69274EC4A2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FF3983-02FB-4E91-BC6A-A873E1F041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5687A3C5-974B-4343-9D13-D4B93186C4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013589-847F-4CBA-BBFB-7CD930CCC5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FF348A0A-A4CF-43D2-BB3A-C2AD04D4F4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F14B2D-DBBE-4050-A60E-906C9B5E1DF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DDD025EB-8939-4C56-B0A8-DF59CEB1F58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135384-C97E-4DC8-B90F-9D953F91DD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0944B3F5-34DC-4FE8-B42F-C31FDCD0AD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54094841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DDADEA-1ED8-4D7F-9EB5-1C6C2DC03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AAEA84-EB87-46AC-BC42-54807CF6FE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94A25F-8510-4CBF-9AFD-6A6AA9FE3C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7DFBC5A0-FFA3-4DAD-A4A8-BCA9F710126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B187E9-EEA5-4638-930F-D9B1731384A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AEA6C4-63F3-4BB2-BE43-6CDD50C0A3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20349734-2A96-4098-8951-D56083181E8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24A0B6F3-6DBB-4803-A75E-EB51A02048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189093925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52D1B1-1A4A-4F8B-A8AC-7B455D7059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766B01-E786-4894-B4EA-3F51DBF05C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055CB79-C83C-42D4-84C7-23FFFF4C44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7D7E75D-0E6B-4150-8693-45C3DADFE95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FF14D3-EADA-436D-B352-173AB1175A0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E270552A-0649-4D88-9F35-DB884636101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577F13-7F4D-4B74-BA1A-334001C9636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0ECCA5F2-A093-4C5C-86BE-D84F3448AD6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41E745-89BE-47C9-93CF-5C2F5E66283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F21A91B3-8B16-4E2B-AB83-87207670F9D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D27E2A5-8174-4FD9-8C85-6208A1D60E6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A82AD37F-6869-4FD1-974F-681532A595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140043930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43834F-18BC-4A9E-915A-959DA3E56B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345C9E-5837-4A82-A50C-D90E76C548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0243857-D1B7-453B-8157-E7614DC7A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8D8248BD-14C1-4A48-8531-75FCE4D0E6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2B0DFE-B26D-48EF-A537-0C617AB9E5A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1F42A6C6-5F83-4156-9E40-98609CB339F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600CD1-F2C1-41C4-BF79-30359B8572B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08203015-2C46-467F-94ED-F061D30F2C8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921625-8086-4072-8F68-28649E1F609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71EA7FD0-1BB6-46D6-B7B8-651625A36B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154998783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0DCB9F-37E7-4A94-A3C0-93598B8667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FD040D-B86D-4174-ADC3-6638F194E2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9408DD-0F56-4918-8C50-4243BE42FE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91CF5924-20CD-4DD1-A587-3A26354786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35AB95-B30B-4C02-BDAE-E563A83FC7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69B0BDCA-21AF-472B-897A-A4C2B57732B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97C599-B2AD-421B-A658-1801153D6F2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E314621B-F887-4F89-8C93-311C8E8DC64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B51965-A6DE-4C9B-AA67-21BCB1FEABE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DD6A19A9-734F-4D18-9FA4-EA9F8C20BF4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8AC260B-A9BF-499B-B2F6-4E2C352F1F4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0434B3E9-F387-4AF4-BCD9-5D00344516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208155824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2A91FE-9F27-4AD2-8935-9B48F5F3A3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790E89-B19D-4F5E-AB8B-A0B5830D67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1EF706-1465-4CF2-BBEA-A98D3ED105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61C624CD-39F8-4C33-947F-BE8BA7FEA0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8F4CFC-F8CB-4F94-A7D0-92EADD2FC6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B2D66A-855A-4F28-8B1E-D7DA96839D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EF41D928-EDD4-4FD1-A700-BF85939959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8FD050BE-4C76-47E0-A6D2-AD46D55A47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183982249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A6F0B98-748A-4BB2-A5DA-4CEADC1BB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C62AED-03E7-47B8-B5EF-A2DB1E6B44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00B76F-F606-4EF1-885F-82DAB7D457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4C8CE0B-7DE5-4E58-ADC5-9245E9FC76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DF2B63-F6A0-47EB-A26E-C46AF916F7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1F2F96D1-6535-4685-92E1-F0BD48684D6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C4E6CF-5547-473A-92DD-1864A148954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B332FC11-4F86-45FE-8C96-CA539A9540D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52D8B9-BFAC-4F8D-A761-CAF251D5E7F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9A30C5E6-0C34-4B4C-8DBB-368149BC097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E6E5B8-BB1F-4E7E-8E16-7FB9B30F0A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1E53C757-ED75-46D1-9275-86B4559BF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152691189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F713E6-DA94-4055-BE69-D4E668278E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72B6A1-5B41-46FC-9895-ECD215528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5C5CD6C-7AC8-4517-ACBA-0120F02F74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D0752952-D123-4DB0-9900-1FF8921CB08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150F0D-42AF-4576-8960-DD1741CCCF1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D049F51-2811-4FE0-ACD2-CA0D1DCB135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1C90630-48D8-4470-9AA1-F61C39EB247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7D1DDE7-260D-427C-B6FE-4F741E55E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146225248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52B439-4092-460D-B9C8-E02561FF46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81727E-CD9B-4A27-800C-3C72A19498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2775B3F-00A9-48AF-8537-965A4D657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FA9B196D-CF06-4E85-81E2-5122B23C563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6762F3-F94E-4793-ABC9-568B8C6C9A2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F9E8A27D-8B82-4A29-B7BC-65A7C11912D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9C9230-AC3D-49EC-8C0A-965B7CB0ABB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A3F657B-20CE-450A-87A4-DBFBDA4FCF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31456338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07C434-E32B-43C5-851E-9E981A208E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199D2C-E7B8-45C3-9DD2-00C7D8409C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4EC8D1B-F9ED-44E3-9A7F-2F7560357B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ABBB337-FC22-4991-9EEB-C313AD50CA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0B4351-474F-49AC-AD7E-41BCB61BCE2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98CC8601-95F5-49CF-AF68-7634DC5B1DA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91786F-DA09-4CB8-A757-5E564E8A0C0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F13AFB6C-C6DB-437E-9252-329F3C3211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33395CD-95E5-4DBD-8225-786672054BD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FAD9FF7-F3B7-4930-BF22-79F5BDD0685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896D34-A5E5-4568-B8FC-2BBAF582EAB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C7755A78-7514-4F65-A1BA-1403D758C1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81531236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13E7F99-8528-405A-A305-B33B2B2000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47F56B-54ED-4BB4-8BA9-5930BD61FC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EEACEAF-BAF8-417B-9412-29905D3E74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76AFFB4D-B794-4C07-91EF-678DD352EDB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ED2E99-1734-40A6-A5A2-192F8EBDF00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F96C214D-E8CF-4F34-BEA4-4F13C336EF1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D42EC0-E1A3-425B-A976-FB39CAC2A36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3B2EC4E8-3B91-4DAA-89AC-043226AE933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46F4D6-EF35-4AE5-A0E2-5149C4A486B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F10D925-1B21-4897-B29C-E909FE3E2D8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EF253C3-65A2-4B8C-BE2E-8AAB334B0B1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C900608-7A29-4E25-8523-533A7767375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549715-961E-48AE-BB31-3DDEE682C61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a584af8e9ec48e5"/>
              </a:rPr>
              <a:t>Open W08 assignment form</a:t>
            </a:r>
          </a:p>
        </p:txBody>
      </p:sp>
      <p:sp>
        <p:nvSpPr>
          <p:cNvPr id="14" name="">
            <a:extLst xmlns:a="http://schemas.openxmlformats.org/drawingml/2006/main">
              <a:ext uri="{FF2B5EF4-FFF2-40B4-BE49-F238E27FC236}">
                <a16:creationId xmlns:a16="http://schemas.microsoft.com/office/drawing/2014/main" id="{D8486DB2-B347-4B35-BF81-368F0FE0900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E960A014-A1E1-480B-8C4D-9D47591F1D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142123697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529A9A-FC23-4C57-8584-20DF68D1B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AB600F-873F-4F06-BE0F-C6E2244024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A44F15-56F6-42E9-909C-79CDE13A5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61BB6BD0-07F6-47AD-93AC-FD8648BEBE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75277C-21F5-4289-9B79-BC25DD4A320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BB6191AA-9F5C-4987-870C-F1C1DC1C232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A3F8EC-9674-4651-A11F-C97328F2102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DBC9D407-CA8F-4A6E-AD35-0E0A9396E1C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F251CD-5F25-4EB8-A263-2F1CB896D2E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3417044D-5082-4A43-A295-356F72D4AA7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B71A4BB-1124-4F99-9561-D6914DCC019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E12F5A61-A790-45D2-9D82-970B7E1CB9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42442495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6B8356-A7CD-4D33-8721-6288B85F2E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033D2D-A9CE-4077-8472-C10A780AEE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747EC30-62EE-4857-9164-FD226713CA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F582CBBC-CDAC-4606-B4D7-25FC681103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AEF156-45BE-496A-82AD-19BB011D9D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149E1555-0AE4-4E8C-A0C2-6CAEF0314DC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28EDFC-98BF-4FFD-8635-D633581058B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D682628-C730-4103-8838-13122FDD75F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AD15C3-A5E6-4811-BEFC-A41F478B02C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F636AAA7-4B19-43E5-AA01-99DF25F0874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779C3D-1A8F-4B26-B444-DB0E4C292D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CD5A82FF-C150-4426-9E03-0FBA2EF267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45354846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0CB7BD-ADBA-486F-A997-786BAD7A39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4CBEF4-06E6-497A-A041-81AF45B09E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E45672D-9861-477B-AE22-1A1F7CE43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43D3CAFD-39C5-45AE-88A1-638333B96C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814330-A086-4425-A5F9-8C3B06891F1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82796866-46BA-47CB-9DEC-F827B835EA5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009584-21B5-427A-A4ED-3D38693D485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AF5A6D57-111D-4C50-B387-DD7790EF94A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9720363-79DD-4272-807A-C493BF6B400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A7423971-ED44-4B86-A831-0D72A970D77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5BAB9C-1FE8-455B-9C26-F0FF8ACA2CE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BD417BCE-9260-441D-8538-20466775EF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4644072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181AD0-2977-4035-804F-1C501391A8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E5E108-6CAC-4901-AFD6-4F3EF43479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6C402F-07C9-4A22-AB69-677879B36F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D1D73654-D0F4-4716-8566-D23821B6E5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27444D-BF33-4EB7-8D69-2F3A4978028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FBD3099E-5CF9-4F3C-94DE-6031FF46ABE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87B358-E822-4922-9B99-71380FFFC51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943935C0-5C33-485E-A80A-7C6CE40FE91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494150-FE92-4EBB-AA20-87FFB54855F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40779E1D-0F8F-4F5B-A63D-EF6958DE054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4704415-2F5A-484A-9001-BE97BE02020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4B5E81FF-A095-4644-868B-CCFE085DCB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57</a:t>
            </a:r>
          </a:p>
        </p:txBody>
      </p:sp>
    </p:spTree>
    <p:extLst>
      <p:ext uri="{BB962C8B-B14F-4D97-AF65-F5344CB8AC3E}">
        <p14:creationId xmlns:p14="http://schemas.microsoft.com/office/powerpoint/2010/main" val="1998693832"/>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364A97-2463-4FC4-BAD3-DFD9328D3C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10C880-7D87-4B12-93CB-CC6206BFD2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D05A36-DAF9-483C-878E-22402A0B3C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6D117E13-FCB3-41CC-94A2-45012244C5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ACCFE3-2DEF-4EF8-87A7-C46548F6E30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5672F924-B4D9-4FF5-A3E8-76BD5FC4A7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58</a:t>
            </a:r>
          </a:p>
        </p:txBody>
      </p:sp>
    </p:spTree>
    <p:extLst>
      <p:ext uri="{BB962C8B-B14F-4D97-AF65-F5344CB8AC3E}">
        <p14:creationId xmlns:p14="http://schemas.microsoft.com/office/powerpoint/2010/main" val="135094870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8FA18B5-6558-4D8B-9234-79A252F5CF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B9341C-F32D-4F62-AEB6-2B853C6D1B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A592BE1-B019-4B5B-B901-DD91186440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64BC86E5-735E-404B-836F-CECCA7BD1C9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263C69-394B-4226-8EF6-1D36D1DC00A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08:00 Kampala</a:t>
            </a:r>
          </a:p>
        </p:txBody>
      </p:sp>
      <p:sp>
        <p:nvSpPr>
          <p:cNvPr id="6" name="">
            <a:extLst xmlns:a="http://schemas.openxmlformats.org/drawingml/2006/main">
              <a:ext uri="{FF2B5EF4-FFF2-40B4-BE49-F238E27FC236}">
                <a16:creationId xmlns:a16="http://schemas.microsoft.com/office/drawing/2014/main" id="{4B7EF923-1681-4CD3-8987-EC9963D925C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FDED47-8843-4317-B9EF-051A67A23B3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08:00 Kampala</a:t>
            </a:r>
          </a:p>
        </p:txBody>
      </p:sp>
      <p:sp>
        <p:nvSpPr>
          <p:cNvPr id="8" name="">
            <a:extLst xmlns:a="http://schemas.openxmlformats.org/drawingml/2006/main">
              <a:ext uri="{FF2B5EF4-FFF2-40B4-BE49-F238E27FC236}">
                <a16:creationId xmlns:a16="http://schemas.microsoft.com/office/drawing/2014/main" id="{097A90EB-AE2E-4F6D-ABF2-20EF4A5D6A4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7A4F53-EAF8-4E10-9FFA-BA3D2DDEDFB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7D9456E-0F8A-4357-9047-84C275A73CC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3A5CDA0-E726-48E8-8A13-EE01EF19A23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54411D8-CC54-46A8-8D2A-1EF9B906F6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93BF5D2-2F86-49E6-98DB-01ED64DD40A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1b42e8b242c47d2"/>
              </a:rPr>
              <a:t>Open DA_PROJECT assignment form</a:t>
            </a:r>
          </a:p>
        </p:txBody>
      </p:sp>
      <p:sp>
        <p:nvSpPr>
          <p:cNvPr id="14" name="">
            <a:extLst xmlns:a="http://schemas.openxmlformats.org/drawingml/2006/main">
              <a:ext uri="{FF2B5EF4-FFF2-40B4-BE49-F238E27FC236}">
                <a16:creationId xmlns:a16="http://schemas.microsoft.com/office/drawing/2014/main" id="{053CFFD7-B1B2-4331-93B5-E91B588B9D2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https://docs.google.com/forms/d/e/1FAIpQLSf_avvvqyl5ZJ-6HU7n4zal9AQETYyJkykuDO5J5Au3dBA4vw/viewform</a:t>
            </a:r>
          </a:p>
        </p:txBody>
      </p:sp>
      <p:sp>
        <p:nvSpPr>
          <p:cNvPr id="15" name="">
            <a:extLst xmlns:a="http://schemas.openxmlformats.org/drawingml/2006/main">
              <a:ext uri="{FF2B5EF4-FFF2-40B4-BE49-F238E27FC236}">
                <a16:creationId xmlns:a16="http://schemas.microsoft.com/office/drawing/2014/main" id="{1EF3DDEE-4F78-4EB1-839D-72C33A0E9D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p14:creationId xmlns:p14="http://schemas.microsoft.com/office/powerpoint/2010/main" val="67071769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B2A19BA-095A-45B2-BED0-B4D72A80A4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C4F3B5-E484-48E5-9B5D-CF65AECF0D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039C6CC-9252-4504-B817-17B3FC4E2F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DE268BC6-DE92-4C63-A023-944BCDB5185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7F775-C79D-4DBE-BA8D-88D37053F61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E08895A3-0EE7-408C-A775-9EBC9C23FA7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13D361-B7A4-4858-82B4-CAA7C3C33CA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C71F524-03D0-42BB-8793-78FC4EC6C5A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B34674D-F09D-456B-AB9C-781DE3E6103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F2A548B4-12F8-4A84-8DB3-D62EEE6B228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0EEF7D5-5D52-4007-A1FE-7532980E4AA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ba7ad6e349546f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487691C-88BC-4BDD-B441-34B1360AD66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BABCE1C-4BF2-4534-8D21-274A4AD9B23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DD8DF50-95A6-4F7C-BA06-71EB48984E2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392d24349e5413f"/>
              </a:rPr>
              <a:t>Open this week’s quiz</a:t>
            </a:r>
          </a:p>
        </p:txBody>
      </p:sp>
      <p:sp>
        <p:nvSpPr>
          <p:cNvPr id="16" name="">
            <a:extLst xmlns:a="http://schemas.openxmlformats.org/drawingml/2006/main">
              <a:ext uri="{FF2B5EF4-FFF2-40B4-BE49-F238E27FC236}">
                <a16:creationId xmlns:a16="http://schemas.microsoft.com/office/drawing/2014/main" id="{DFFC2E84-DB67-482C-9142-7EF98CF9136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xmlns:a="http://schemas.openxmlformats.org/drawingml/2006/main">
              <a:ext uri="{FF2B5EF4-FFF2-40B4-BE49-F238E27FC236}">
                <a16:creationId xmlns:a16="http://schemas.microsoft.com/office/drawing/2014/main" id="{C6D6AADC-3A7E-4822-8B74-0D32FF9A23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1727894050"/>
      </p:ext>
    </p:extLst>
  </p:cSld>
</p:sld>
</file>

<file path=ppt/slides/slide6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EC5DC7-2FD6-48D2-B094-353E225E37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B479400-244C-4798-874F-1A28C5C851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BD7394F-09F6-4498-A21D-3CEF4B95DC6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A898E56-0A1A-4415-A7C2-F856500BF8D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F7128978-0017-418A-80AB-9A377C1D97A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433A184-2E31-4C67-990C-F5F351EE77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61</a:t>
            </a:r>
          </a:p>
        </p:txBody>
      </p:sp>
    </p:spTree>
    <p:extLst>
      <p:ext uri="{BB962C8B-B14F-4D97-AF65-F5344CB8AC3E}">
        <p14:creationId xmlns:p14="http://schemas.microsoft.com/office/powerpoint/2010/main" val="1282754074"/>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B333518-B177-4074-B381-9448B5601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A52885-0368-40B2-97A6-A5575FE0AC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9CC5805-0859-42C1-BD6A-9DCB63B8C5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4ECD460-6197-4550-B7BC-ADDF5C7F573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551D57-DCDE-415D-9B5F-6BD83D63BA1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89FE342-17C4-4816-9B2F-BD4034FC9B1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B78FF9-D59C-4241-A692-D130FC9CC9B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A8406858-00F4-4D03-9AB4-850466CFFB5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EC80AB-E83D-411F-8AF2-08CCC450A31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57B5037F-8F36-4AFD-896B-48C4BB08724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EB7ECB4-81A9-4DC7-8C1A-BD2E94DB7A1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D13DD74E-B4C7-49F1-BAE7-0EA56266FA3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4CE8D12-969D-4E87-8409-1773C575F4A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8668ec9997d415b"/>
              </a:rPr>
              <a:t>Open explainer video</a:t>
            </a:r>
          </a:p>
        </p:txBody>
      </p:sp>
      <p:sp>
        <p:nvSpPr>
          <p:cNvPr id="14" name="">
            <a:extLst xmlns:a="http://schemas.openxmlformats.org/drawingml/2006/main">
              <a:ext uri="{FF2B5EF4-FFF2-40B4-BE49-F238E27FC236}">
                <a16:creationId xmlns:a16="http://schemas.microsoft.com/office/drawing/2014/main" id="{352E9F60-AE7B-4C3F-94B3-EAD037BA8D2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0494C4D9-3EE4-43A2-B77D-D80FD78FC5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4643697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2026-09-28T21:15:03.8460000Z</dcterms:created>
  <dcterms:modified xsi:type="dcterms:W3CDTF">2026-09-28T21:15:03.8460000Z</dcterms:modified>
</coreProperties>
</file>