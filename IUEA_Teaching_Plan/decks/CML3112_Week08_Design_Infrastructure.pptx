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f2ce54615ad44b3" /><Relationship Type="http://schemas.openxmlformats.org/officeDocument/2006/relationships/extended-properties" Target="/docProps/app.xml" Id="R082f1100594a4494" /><Relationship Type="http://schemas.openxmlformats.org/officeDocument/2006/relationships/officeDocument" Target="/ppt/presentation.xml" Id="Rb4e005ada0924361" /></Relationships>
</file>

<file path=ppt/presentation.xml><?xml version="1.0" encoding="utf-8"?>
<p:presentation xmlns:p="http://schemas.openxmlformats.org/presentationml/2006/main">
  <p:sldMasterIdLst>
    <p:sldMasterId xmlns:r="http://schemas.openxmlformats.org/officeDocument/2006/relationships" id="2147483648" r:id="Rb7e8985e51e244d0"/>
  </p:sldMasterIdLst>
  <p:notesMasterIdLst>
    <p:notesMasterId xmlns:r="http://schemas.openxmlformats.org/officeDocument/2006/relationships" r:id="Re0a5c3d056094840"/>
  </p:notesMasterIdLst>
  <p:sldIdLst>
    <p:sldId xmlns:r="http://schemas.openxmlformats.org/officeDocument/2006/relationships" id="256" r:id="Rb6a2907d46994efc"/>
    <p:sldId xmlns:r="http://schemas.openxmlformats.org/officeDocument/2006/relationships" id="257" r:id="Rf98bc918e92441f7"/>
    <p:sldId xmlns:r="http://schemas.openxmlformats.org/officeDocument/2006/relationships" id="258" r:id="Re7bc801fba124333"/>
    <p:sldId xmlns:r="http://schemas.openxmlformats.org/officeDocument/2006/relationships" id="259" r:id="R20fcff87cf724f60"/>
    <p:sldId xmlns:r="http://schemas.openxmlformats.org/officeDocument/2006/relationships" id="260" r:id="Rd8df49a1b1874c25"/>
    <p:sldId xmlns:r="http://schemas.openxmlformats.org/officeDocument/2006/relationships" id="261" r:id="Re2bd03d0ebd0479c"/>
    <p:sldId xmlns:r="http://schemas.openxmlformats.org/officeDocument/2006/relationships" id="262" r:id="Rd77bc7d829af4d25"/>
    <p:sldId xmlns:r="http://schemas.openxmlformats.org/officeDocument/2006/relationships" id="263" r:id="Rfa5430766e4d4a8c"/>
    <p:sldId xmlns:r="http://schemas.openxmlformats.org/officeDocument/2006/relationships" id="264" r:id="R8eab5ee617a74f75"/>
    <p:sldId xmlns:r="http://schemas.openxmlformats.org/officeDocument/2006/relationships" id="265" r:id="R4459ea8bc05740b4"/>
    <p:sldId xmlns:r="http://schemas.openxmlformats.org/officeDocument/2006/relationships" id="266" r:id="R1381f33230384136"/>
    <p:sldId xmlns:r="http://schemas.openxmlformats.org/officeDocument/2006/relationships" id="267" r:id="Rb3265c033737495f"/>
    <p:sldId xmlns:r="http://schemas.openxmlformats.org/officeDocument/2006/relationships" id="268" r:id="Ra9b5e358e500495c"/>
    <p:sldId xmlns:r="http://schemas.openxmlformats.org/officeDocument/2006/relationships" id="269" r:id="Ra47218237ed44af2"/>
    <p:sldId xmlns:r="http://schemas.openxmlformats.org/officeDocument/2006/relationships" id="270" r:id="R6e351411726a448b"/>
    <p:sldId xmlns:r="http://schemas.openxmlformats.org/officeDocument/2006/relationships" id="271" r:id="R1cc9a07f46974a6a"/>
    <p:sldId xmlns:r="http://schemas.openxmlformats.org/officeDocument/2006/relationships" id="272" r:id="Rc5949a6f58974103"/>
    <p:sldId xmlns:r="http://schemas.openxmlformats.org/officeDocument/2006/relationships" id="273" r:id="R7721080a628e4a84"/>
    <p:sldId xmlns:r="http://schemas.openxmlformats.org/officeDocument/2006/relationships" id="274" r:id="R79d97d0c5c4d4735"/>
    <p:sldId xmlns:r="http://schemas.openxmlformats.org/officeDocument/2006/relationships" id="275" r:id="R95689d7fba2644aa"/>
    <p:sldId xmlns:r="http://schemas.openxmlformats.org/officeDocument/2006/relationships" id="276" r:id="R1cfcc6273b0a4556"/>
    <p:sldId xmlns:r="http://schemas.openxmlformats.org/officeDocument/2006/relationships" id="277" r:id="Rcbcf221d14284759"/>
    <p:sldId xmlns:r="http://schemas.openxmlformats.org/officeDocument/2006/relationships" id="278" r:id="Rfb34111731e043db"/>
    <p:sldId xmlns:r="http://schemas.openxmlformats.org/officeDocument/2006/relationships" id="279" r:id="Rd4e3f8ec19ec419d"/>
    <p:sldId xmlns:r="http://schemas.openxmlformats.org/officeDocument/2006/relationships" id="280" r:id="Re86c83846a6947bb"/>
    <p:sldId xmlns:r="http://schemas.openxmlformats.org/officeDocument/2006/relationships" id="281" r:id="Rfd7dbbb0235f44ac"/>
    <p:sldId xmlns:r="http://schemas.openxmlformats.org/officeDocument/2006/relationships" id="282" r:id="R1139ac0724ed4152"/>
    <p:sldId xmlns:r="http://schemas.openxmlformats.org/officeDocument/2006/relationships" id="283" r:id="R8229da1a6fed4a9e"/>
    <p:sldId xmlns:r="http://schemas.openxmlformats.org/officeDocument/2006/relationships" id="284" r:id="R8efd850f39114230"/>
    <p:sldId xmlns:r="http://schemas.openxmlformats.org/officeDocument/2006/relationships" id="285" r:id="Rd937fdd6859b42df"/>
    <p:sldId xmlns:r="http://schemas.openxmlformats.org/officeDocument/2006/relationships" id="286" r:id="R22cae707d8a04f92"/>
    <p:sldId xmlns:r="http://schemas.openxmlformats.org/officeDocument/2006/relationships" id="287" r:id="Rc9b93577468b4afa"/>
    <p:sldId xmlns:r="http://schemas.openxmlformats.org/officeDocument/2006/relationships" id="288" r:id="R5b4137f9075344ba"/>
    <p:sldId xmlns:r="http://schemas.openxmlformats.org/officeDocument/2006/relationships" id="289" r:id="R181bbf5fdaee4b09"/>
    <p:sldId xmlns:r="http://schemas.openxmlformats.org/officeDocument/2006/relationships" id="290" r:id="R502712fb54f747c5"/>
    <p:sldId xmlns:r="http://schemas.openxmlformats.org/officeDocument/2006/relationships" id="291" r:id="Rf59b57319cab4a52"/>
    <p:sldId xmlns:r="http://schemas.openxmlformats.org/officeDocument/2006/relationships" id="292" r:id="Rb98ab2ae60bb4ff5"/>
    <p:sldId xmlns:r="http://schemas.openxmlformats.org/officeDocument/2006/relationships" id="293" r:id="Rf65a06864bcb4c85"/>
    <p:sldId xmlns:r="http://schemas.openxmlformats.org/officeDocument/2006/relationships" id="294" r:id="Rb13c9c0596c24fe6"/>
    <p:sldId xmlns:r="http://schemas.openxmlformats.org/officeDocument/2006/relationships" id="295" r:id="R2e4edec8023c442a"/>
    <p:sldId xmlns:r="http://schemas.openxmlformats.org/officeDocument/2006/relationships" id="296" r:id="R0fb60924382e4aaa"/>
    <p:sldId xmlns:r="http://schemas.openxmlformats.org/officeDocument/2006/relationships" id="297" r:id="R860744e9402e4d04"/>
    <p:sldId xmlns:r="http://schemas.openxmlformats.org/officeDocument/2006/relationships" id="298" r:id="Rc90d08eaf96e42d2"/>
    <p:sldId xmlns:r="http://schemas.openxmlformats.org/officeDocument/2006/relationships" id="299" r:id="Ra2954d62dc4444a5"/>
    <p:sldId xmlns:r="http://schemas.openxmlformats.org/officeDocument/2006/relationships" id="300" r:id="R855e8089607b49ce"/>
    <p:sldId xmlns:r="http://schemas.openxmlformats.org/officeDocument/2006/relationships" id="301" r:id="R5ec13b30e7564324"/>
    <p:sldId xmlns:r="http://schemas.openxmlformats.org/officeDocument/2006/relationships" id="302" r:id="Ra34b9ff238764261"/>
    <p:sldId xmlns:r="http://schemas.openxmlformats.org/officeDocument/2006/relationships" id="303" r:id="R4bb4e249399d4352"/>
    <p:sldId xmlns:r="http://schemas.openxmlformats.org/officeDocument/2006/relationships" id="304" r:id="R3e3cce96bf124bcd"/>
    <p:sldId xmlns:r="http://schemas.openxmlformats.org/officeDocument/2006/relationships" id="305" r:id="R1d1c1a81799746b0"/>
    <p:sldId xmlns:r="http://schemas.openxmlformats.org/officeDocument/2006/relationships" id="306" r:id="R60e4992b828e4dcc"/>
    <p:sldId xmlns:r="http://schemas.openxmlformats.org/officeDocument/2006/relationships" id="307" r:id="R46ad35c3013244ac"/>
    <p:sldId xmlns:r="http://schemas.openxmlformats.org/officeDocument/2006/relationships" id="308" r:id="Rcfa670fb22f84e4e"/>
    <p:sldId xmlns:r="http://schemas.openxmlformats.org/officeDocument/2006/relationships" id="309" r:id="R74ad2714353b40bc"/>
    <p:sldId xmlns:r="http://schemas.openxmlformats.org/officeDocument/2006/relationships" id="310" r:id="R592f139dc4ab44b1"/>
    <p:sldId xmlns:r="http://schemas.openxmlformats.org/officeDocument/2006/relationships" id="311" r:id="Rf4ecbbf9ee734676"/>
    <p:sldId xmlns:r="http://schemas.openxmlformats.org/officeDocument/2006/relationships" id="312" r:id="R77e5b0176fc04786"/>
    <p:sldId xmlns:r="http://schemas.openxmlformats.org/officeDocument/2006/relationships" id="313" r:id="R40a4b8414b744754"/>
    <p:sldId xmlns:r="http://schemas.openxmlformats.org/officeDocument/2006/relationships" id="314" r:id="Rc33dc12380b9462f"/>
    <p:sldId xmlns:r="http://schemas.openxmlformats.org/officeDocument/2006/relationships" id="315" r:id="R55ef0981d84247dc"/>
    <p:sldId xmlns:r="http://schemas.openxmlformats.org/officeDocument/2006/relationships" id="316" r:id="Rc8bc85fa4c354cda"/>
    <p:sldId xmlns:r="http://schemas.openxmlformats.org/officeDocument/2006/relationships" id="317" r:id="Rf336ad89a62c40a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d182d8018cc4939" /><Relationship Type="http://schemas.openxmlformats.org/officeDocument/2006/relationships/slideMaster" Target="/ppt/slideMasters/slideMaster1.xml" Id="Rb7e8985e51e244d0" /><Relationship Type="http://schemas.openxmlformats.org/officeDocument/2006/relationships/notesMaster" Target="/ppt/notesMasters/notesMaster1.xml" Id="Re0a5c3d056094840" /><Relationship Type="http://schemas.openxmlformats.org/officeDocument/2006/relationships/presProps" Target="/ppt/presProps.xml" Id="Ra9902568be03474d" /><Relationship Type="http://schemas.openxmlformats.org/officeDocument/2006/relationships/tableStyles" Target="/ppt/tableStyles.xml" Id="R8b29e77266944723" /><Relationship Type="http://schemas.openxmlformats.org/officeDocument/2006/relationships/slide" Target="/ppt/slides/slide1.xml" Id="Rb6a2907d46994efc" /><Relationship Type="http://schemas.openxmlformats.org/officeDocument/2006/relationships/slide" Target="/ppt/slides/slide2.xml" Id="Rf98bc918e92441f7" /><Relationship Type="http://schemas.openxmlformats.org/officeDocument/2006/relationships/slide" Target="/ppt/slides/slide3.xml" Id="Re7bc801fba124333" /><Relationship Type="http://schemas.openxmlformats.org/officeDocument/2006/relationships/slide" Target="/ppt/slides/slide4.xml" Id="R20fcff87cf724f60" /><Relationship Type="http://schemas.openxmlformats.org/officeDocument/2006/relationships/slide" Target="/ppt/slides/slide5.xml" Id="Rd8df49a1b1874c25" /><Relationship Type="http://schemas.openxmlformats.org/officeDocument/2006/relationships/slide" Target="/ppt/slides/slide6.xml" Id="Re2bd03d0ebd0479c" /><Relationship Type="http://schemas.openxmlformats.org/officeDocument/2006/relationships/slide" Target="/ppt/slides/slide7.xml" Id="Rd77bc7d829af4d25" /><Relationship Type="http://schemas.openxmlformats.org/officeDocument/2006/relationships/slide" Target="/ppt/slides/slide8.xml" Id="Rfa5430766e4d4a8c" /><Relationship Type="http://schemas.openxmlformats.org/officeDocument/2006/relationships/slide" Target="/ppt/slides/slide9.xml" Id="R8eab5ee617a74f75" /><Relationship Type="http://schemas.openxmlformats.org/officeDocument/2006/relationships/slide" Target="/ppt/slides/slide10.xml" Id="R4459ea8bc05740b4" /><Relationship Type="http://schemas.openxmlformats.org/officeDocument/2006/relationships/slide" Target="/ppt/slides/slide11.xml" Id="R1381f33230384136" /><Relationship Type="http://schemas.openxmlformats.org/officeDocument/2006/relationships/slide" Target="/ppt/slides/slide12.xml" Id="Rb3265c033737495f" /><Relationship Type="http://schemas.openxmlformats.org/officeDocument/2006/relationships/slide" Target="/ppt/slides/slide13.xml" Id="Ra9b5e358e500495c" /><Relationship Type="http://schemas.openxmlformats.org/officeDocument/2006/relationships/slide" Target="/ppt/slides/slide14.xml" Id="Ra47218237ed44af2" /><Relationship Type="http://schemas.openxmlformats.org/officeDocument/2006/relationships/slide" Target="/ppt/slides/slide15.xml" Id="R6e351411726a448b" /><Relationship Type="http://schemas.openxmlformats.org/officeDocument/2006/relationships/slide" Target="/ppt/slides/slide16.xml" Id="R1cc9a07f46974a6a" /><Relationship Type="http://schemas.openxmlformats.org/officeDocument/2006/relationships/slide" Target="/ppt/slides/slide17.xml" Id="Rc5949a6f58974103" /><Relationship Type="http://schemas.openxmlformats.org/officeDocument/2006/relationships/slide" Target="/ppt/slides/slide18.xml" Id="R7721080a628e4a84" /><Relationship Type="http://schemas.openxmlformats.org/officeDocument/2006/relationships/slide" Target="/ppt/slides/slide19.xml" Id="R79d97d0c5c4d4735" /><Relationship Type="http://schemas.openxmlformats.org/officeDocument/2006/relationships/slide" Target="/ppt/slides/slide20.xml" Id="R95689d7fba2644aa" /><Relationship Type="http://schemas.openxmlformats.org/officeDocument/2006/relationships/slide" Target="/ppt/slides/slide21.xml" Id="R1cfcc6273b0a4556" /><Relationship Type="http://schemas.openxmlformats.org/officeDocument/2006/relationships/slide" Target="/ppt/slides/slide22.xml" Id="Rcbcf221d14284759" /><Relationship Type="http://schemas.openxmlformats.org/officeDocument/2006/relationships/slide" Target="/ppt/slides/slide23.xml" Id="Rfb34111731e043db" /><Relationship Type="http://schemas.openxmlformats.org/officeDocument/2006/relationships/slide" Target="/ppt/slides/slide24.xml" Id="Rd4e3f8ec19ec419d" /><Relationship Type="http://schemas.openxmlformats.org/officeDocument/2006/relationships/slide" Target="/ppt/slides/slide25.xml" Id="Re86c83846a6947bb" /><Relationship Type="http://schemas.openxmlformats.org/officeDocument/2006/relationships/slide" Target="/ppt/slides/slide26.xml" Id="Rfd7dbbb0235f44ac" /><Relationship Type="http://schemas.openxmlformats.org/officeDocument/2006/relationships/slide" Target="/ppt/slides/slide27.xml" Id="R1139ac0724ed4152" /><Relationship Type="http://schemas.openxmlformats.org/officeDocument/2006/relationships/slide" Target="/ppt/slides/slide28.xml" Id="R8229da1a6fed4a9e" /><Relationship Type="http://schemas.openxmlformats.org/officeDocument/2006/relationships/slide" Target="/ppt/slides/slide29.xml" Id="R8efd850f39114230" /><Relationship Type="http://schemas.openxmlformats.org/officeDocument/2006/relationships/slide" Target="/ppt/slides/slide30.xml" Id="Rd937fdd6859b42df" /><Relationship Type="http://schemas.openxmlformats.org/officeDocument/2006/relationships/slide" Target="/ppt/slides/slide31.xml" Id="R22cae707d8a04f92" /><Relationship Type="http://schemas.openxmlformats.org/officeDocument/2006/relationships/slide" Target="/ppt/slides/slide32.xml" Id="Rc9b93577468b4afa" /><Relationship Type="http://schemas.openxmlformats.org/officeDocument/2006/relationships/slide" Target="/ppt/slides/slide33.xml" Id="R5b4137f9075344ba" /><Relationship Type="http://schemas.openxmlformats.org/officeDocument/2006/relationships/slide" Target="/ppt/slides/slide34.xml" Id="R181bbf5fdaee4b09" /><Relationship Type="http://schemas.openxmlformats.org/officeDocument/2006/relationships/slide" Target="/ppt/slides/slide35.xml" Id="R502712fb54f747c5" /><Relationship Type="http://schemas.openxmlformats.org/officeDocument/2006/relationships/slide" Target="/ppt/slides/slide36.xml" Id="Rf59b57319cab4a52" /><Relationship Type="http://schemas.openxmlformats.org/officeDocument/2006/relationships/slide" Target="/ppt/slides/slide37.xml" Id="Rb98ab2ae60bb4ff5" /><Relationship Type="http://schemas.openxmlformats.org/officeDocument/2006/relationships/slide" Target="/ppt/slides/slide38.xml" Id="Rf65a06864bcb4c85" /><Relationship Type="http://schemas.openxmlformats.org/officeDocument/2006/relationships/slide" Target="/ppt/slides/slide39.xml" Id="Rb13c9c0596c24fe6" /><Relationship Type="http://schemas.openxmlformats.org/officeDocument/2006/relationships/slide" Target="/ppt/slides/slide40.xml" Id="R2e4edec8023c442a" /><Relationship Type="http://schemas.openxmlformats.org/officeDocument/2006/relationships/slide" Target="/ppt/slides/slide41.xml" Id="R0fb60924382e4aaa" /><Relationship Type="http://schemas.openxmlformats.org/officeDocument/2006/relationships/slide" Target="/ppt/slides/slide42.xml" Id="R860744e9402e4d04" /><Relationship Type="http://schemas.openxmlformats.org/officeDocument/2006/relationships/slide" Target="/ppt/slides/slide43.xml" Id="Rc90d08eaf96e42d2" /><Relationship Type="http://schemas.openxmlformats.org/officeDocument/2006/relationships/slide" Target="/ppt/slides/slide44.xml" Id="Ra2954d62dc4444a5" /><Relationship Type="http://schemas.openxmlformats.org/officeDocument/2006/relationships/slide" Target="/ppt/slides/slide45.xml" Id="R855e8089607b49ce" /><Relationship Type="http://schemas.openxmlformats.org/officeDocument/2006/relationships/slide" Target="/ppt/slides/slide46.xml" Id="R5ec13b30e7564324" /><Relationship Type="http://schemas.openxmlformats.org/officeDocument/2006/relationships/slide" Target="/ppt/slides/slide47.xml" Id="Ra34b9ff238764261" /><Relationship Type="http://schemas.openxmlformats.org/officeDocument/2006/relationships/slide" Target="/ppt/slides/slide48.xml" Id="R4bb4e249399d4352" /><Relationship Type="http://schemas.openxmlformats.org/officeDocument/2006/relationships/slide" Target="/ppt/slides/slide49.xml" Id="R3e3cce96bf124bcd" /><Relationship Type="http://schemas.openxmlformats.org/officeDocument/2006/relationships/slide" Target="/ppt/slides/slide50.xml" Id="R1d1c1a81799746b0" /><Relationship Type="http://schemas.openxmlformats.org/officeDocument/2006/relationships/slide" Target="/ppt/slides/slide51.xml" Id="R60e4992b828e4dcc" /><Relationship Type="http://schemas.openxmlformats.org/officeDocument/2006/relationships/slide" Target="/ppt/slides/slide52.xml" Id="R46ad35c3013244ac" /><Relationship Type="http://schemas.openxmlformats.org/officeDocument/2006/relationships/slide" Target="/ppt/slides/slide53.xml" Id="Rcfa670fb22f84e4e" /><Relationship Type="http://schemas.openxmlformats.org/officeDocument/2006/relationships/slide" Target="/ppt/slides/slide54.xml" Id="R74ad2714353b40bc" /><Relationship Type="http://schemas.openxmlformats.org/officeDocument/2006/relationships/slide" Target="/ppt/slides/slide55.xml" Id="R592f139dc4ab44b1" /><Relationship Type="http://schemas.openxmlformats.org/officeDocument/2006/relationships/slide" Target="/ppt/slides/slide56.xml" Id="Rf4ecbbf9ee734676" /><Relationship Type="http://schemas.openxmlformats.org/officeDocument/2006/relationships/slide" Target="/ppt/slides/slide57.xml" Id="R77e5b0176fc04786" /><Relationship Type="http://schemas.openxmlformats.org/officeDocument/2006/relationships/slide" Target="/ppt/slides/slide58.xml" Id="R40a4b8414b744754" /><Relationship Type="http://schemas.openxmlformats.org/officeDocument/2006/relationships/slide" Target="/ppt/slides/slide59.xml" Id="Rc33dc12380b9462f" /><Relationship Type="http://schemas.openxmlformats.org/officeDocument/2006/relationships/slide" Target="/ppt/slides/slide60.xml" Id="R55ef0981d84247dc" /><Relationship Type="http://schemas.openxmlformats.org/officeDocument/2006/relationships/slide" Target="/ppt/slides/slide61.xml" Id="Rc8bc85fa4c354cda" /><Relationship Type="http://schemas.openxmlformats.org/officeDocument/2006/relationships/slide" Target="/ppt/slides/slide62.xml" Id="Rf336ad89a62c40a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a117e7d9bd41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43b5b8d11c54b79" /><Relationship Type="http://schemas.openxmlformats.org/officeDocument/2006/relationships/notesMaster" Target="/ppt/notesMasters/notesMaster1.xml" Id="Re0d227b8028844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1f79b4c06f4b5f" /><Relationship Type="http://schemas.openxmlformats.org/officeDocument/2006/relationships/notesMaster" Target="/ppt/notesMasters/notesMaster1.xml" Id="Rb816fe77c45b49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fa1a215d8874a70" /><Relationship Type="http://schemas.openxmlformats.org/officeDocument/2006/relationships/notesMaster" Target="/ppt/notesMasters/notesMaster1.xml" Id="R33b0c0644ae542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2bc2bf0c86e4010" /><Relationship Type="http://schemas.openxmlformats.org/officeDocument/2006/relationships/notesMaster" Target="/ppt/notesMasters/notesMaster1.xml" Id="R847c94d0c6524bb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f4487b06274194" /><Relationship Type="http://schemas.openxmlformats.org/officeDocument/2006/relationships/notesMaster" Target="/ppt/notesMasters/notesMaster1.xml" Id="Rb454a54684a041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ba82909f9e4c9c" /><Relationship Type="http://schemas.openxmlformats.org/officeDocument/2006/relationships/notesMaster" Target="/ppt/notesMasters/notesMaster1.xml" Id="Re27f47197df54f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ddfcee67c94da0" /><Relationship Type="http://schemas.openxmlformats.org/officeDocument/2006/relationships/notesMaster" Target="/ppt/notesMasters/notesMaster1.xml" Id="Rc35db4d127c24c37"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753f5e473e4acc" /><Relationship Type="http://schemas.openxmlformats.org/officeDocument/2006/relationships/notesMaster" Target="/ppt/notesMasters/notesMaster1.xml" Id="Ra2eef4bff3714e85" /></Relationships>
</file>

<file path=ppt/notesSlides/_rels/notesSlide9.xml.rels>&#65279;<?xml version="1.0" encoding="utf-8"?><Relationships xmlns="http://schemas.openxmlformats.org/package/2006/relationships"><Relationship Type="http://schemas.openxmlformats.org/officeDocument/2006/relationships/slide" Target="/ppt/slides/slide9.xml" Id="R2a91cae5f44347e1" /><Relationship Type="http://schemas.openxmlformats.org/officeDocument/2006/relationships/notesMaster" Target="/ppt/notesMasters/notesMaster1.xml" Id="R3e9a1b71cacd49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1b91a23c8c242fc" /><Relationship Type="http://schemas.openxmlformats.org/officeDocument/2006/relationships/notesMaster" Target="/ppt/notesMasters/notesMaster1.xml" Id="R1ed0307ddf07475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4881542fc654d0d" /><Relationship Type="http://schemas.openxmlformats.org/officeDocument/2006/relationships/notesMaster" Target="/ppt/notesMasters/notesMaster1.xml" Id="R446e90f0b6d3427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0f6ab33e53842ff" /><Relationship Type="http://schemas.openxmlformats.org/officeDocument/2006/relationships/notesMaster" Target="/ppt/notesMasters/notesMaster1.xml" Id="R3ece051e30fc4e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7054a59cad4183" /><Relationship Type="http://schemas.openxmlformats.org/officeDocument/2006/relationships/notesMaster" Target="/ppt/notesMasters/notesMaster1.xml" Id="R0e14f6c6277a4ce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4f3e5e2521b4145" /><Relationship Type="http://schemas.openxmlformats.org/officeDocument/2006/relationships/notesMaster" Target="/ppt/notesMasters/notesMaster1.xml" Id="Rf11410c34ce340c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be9e34df0d048d7" /><Relationship Type="http://schemas.openxmlformats.org/officeDocument/2006/relationships/notesMaster" Target="/ppt/notesMasters/notesMaster1.xml" Id="R72dd3d3517544a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9cfed6db0854fec" /><Relationship Type="http://schemas.openxmlformats.org/officeDocument/2006/relationships/notesMaster" Target="/ppt/notesMasters/notesMaster1.xml" Id="Rfbfc512fdbf44a8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7eff6bb515b4783" /><Relationship Type="http://schemas.openxmlformats.org/officeDocument/2006/relationships/notesMaster" Target="/ppt/notesMasters/notesMaster1.xml" Id="Rac6ccd51c76341a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40bc2c824354b0a" /><Relationship Type="http://schemas.openxmlformats.org/officeDocument/2006/relationships/notesMaster" Target="/ppt/notesMasters/notesMaster1.xml" Id="Ra4984ad295d946a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7f7c38bb1eb4464" /><Relationship Type="http://schemas.openxmlformats.org/officeDocument/2006/relationships/notesMaster" Target="/ppt/notesMasters/notesMaster1.xml" Id="R8c3503edaf7944c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6e091e02c84832" /><Relationship Type="http://schemas.openxmlformats.org/officeDocument/2006/relationships/notesMaster" Target="/ppt/notesMasters/notesMaster1.xml" Id="Rd5d810c036ae426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61edc830acd43c2" /><Relationship Type="http://schemas.openxmlformats.org/officeDocument/2006/relationships/notesMaster" Target="/ppt/notesMasters/notesMaster1.xml" Id="R1a52733ced80403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568874fab5e4443" /><Relationship Type="http://schemas.openxmlformats.org/officeDocument/2006/relationships/notesMaster" Target="/ppt/notesMasters/notesMaster1.xml" Id="R94fbd82c87e340c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362239f04f94916" /><Relationship Type="http://schemas.openxmlformats.org/officeDocument/2006/relationships/notesMaster" Target="/ppt/notesMasters/notesMaster1.xml" Id="R621ccec8d3d9465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7674fcc43044ff9" /><Relationship Type="http://schemas.openxmlformats.org/officeDocument/2006/relationships/notesMaster" Target="/ppt/notesMasters/notesMaster1.xml" Id="R22051547475647e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6f270c1ea114b74" /><Relationship Type="http://schemas.openxmlformats.org/officeDocument/2006/relationships/notesMaster" Target="/ppt/notesMasters/notesMaster1.xml" Id="R00a08631b48c44f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702c0c29130416e" /><Relationship Type="http://schemas.openxmlformats.org/officeDocument/2006/relationships/notesMaster" Target="/ppt/notesMasters/notesMaster1.xml" Id="R5ea6be535dad4d1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61b8e9f12cf44ea" /><Relationship Type="http://schemas.openxmlformats.org/officeDocument/2006/relationships/notesMaster" Target="/ppt/notesMasters/notesMaster1.xml" Id="R4b666b882efb42d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5609868b534676" /><Relationship Type="http://schemas.openxmlformats.org/officeDocument/2006/relationships/notesMaster" Target="/ppt/notesMasters/notesMaster1.xml" Id="Ra218d454b08b40a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8cf717716a94ccb" /><Relationship Type="http://schemas.openxmlformats.org/officeDocument/2006/relationships/notesMaster" Target="/ppt/notesMasters/notesMaster1.xml" Id="Rebab4711c20a4af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e5708410cbb4f7f" /><Relationship Type="http://schemas.openxmlformats.org/officeDocument/2006/relationships/notesMaster" Target="/ppt/notesMasters/notesMaster1.xml" Id="R50fe644ded994a2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90dc239ec1c4d5d" /><Relationship Type="http://schemas.openxmlformats.org/officeDocument/2006/relationships/notesMaster" Target="/ppt/notesMasters/notesMaster1.xml" Id="Re5174bdfbfd54a2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5d35e661ae146d6" /><Relationship Type="http://schemas.openxmlformats.org/officeDocument/2006/relationships/notesMaster" Target="/ppt/notesMasters/notesMaster1.xml" Id="Rb1d0f173b82847a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2fb7946c3b94edd" /><Relationship Type="http://schemas.openxmlformats.org/officeDocument/2006/relationships/notesMaster" Target="/ppt/notesMasters/notesMaster1.xml" Id="Rf7078c7e00b9410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22f4a1e0e064aac" /><Relationship Type="http://schemas.openxmlformats.org/officeDocument/2006/relationships/notesMaster" Target="/ppt/notesMasters/notesMaster1.xml" Id="Rf0147bc80ec04aa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2f5721f98a24267" /><Relationship Type="http://schemas.openxmlformats.org/officeDocument/2006/relationships/notesMaster" Target="/ppt/notesMasters/notesMaster1.xml" Id="R18e7f5da5f434ba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cdedf8365654ec8" /><Relationship Type="http://schemas.openxmlformats.org/officeDocument/2006/relationships/notesMaster" Target="/ppt/notesMasters/notesMaster1.xml" Id="R7d3ac04df459432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5b382f0fcb0470c" /><Relationship Type="http://schemas.openxmlformats.org/officeDocument/2006/relationships/notesMaster" Target="/ppt/notesMasters/notesMaster1.xml" Id="R1b8cc779af1c40f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cf449e5914447b5" /><Relationship Type="http://schemas.openxmlformats.org/officeDocument/2006/relationships/notesMaster" Target="/ppt/notesMasters/notesMaster1.xml" Id="Ra2bb2a8b38e8459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61a78a1aaac4d07" /><Relationship Type="http://schemas.openxmlformats.org/officeDocument/2006/relationships/notesMaster" Target="/ppt/notesMasters/notesMaster1.xml" Id="R8763e0fece43481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188d2de628540df" /><Relationship Type="http://schemas.openxmlformats.org/officeDocument/2006/relationships/notesMaster" Target="/ppt/notesMasters/notesMaster1.xml" Id="Rded6a385c3cd4b1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1fb87117c7b4c30" /><Relationship Type="http://schemas.openxmlformats.org/officeDocument/2006/relationships/notesMaster" Target="/ppt/notesMasters/notesMaster1.xml" Id="R40b9bc77eb9243a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d0773709ca640c5" /><Relationship Type="http://schemas.openxmlformats.org/officeDocument/2006/relationships/notesMaster" Target="/ppt/notesMasters/notesMaster1.xml" Id="Rcf9beb356f404e3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89ca9ab2ab9461d" /><Relationship Type="http://schemas.openxmlformats.org/officeDocument/2006/relationships/notesMaster" Target="/ppt/notesMasters/notesMaster1.xml" Id="R5a44ac010250493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ad520a8483a4882" /><Relationship Type="http://schemas.openxmlformats.org/officeDocument/2006/relationships/notesMaster" Target="/ppt/notesMasters/notesMaster1.xml" Id="Ra782a904fc6740f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9812edc94fb4cc3" /><Relationship Type="http://schemas.openxmlformats.org/officeDocument/2006/relationships/notesMaster" Target="/ppt/notesMasters/notesMaster1.xml" Id="Rbf4b6eae26574af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44327319c8c45e2" /><Relationship Type="http://schemas.openxmlformats.org/officeDocument/2006/relationships/notesMaster" Target="/ppt/notesMasters/notesMaster1.xml" Id="Rcb96d9c3b09a44a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02c3749832e4652" /><Relationship Type="http://schemas.openxmlformats.org/officeDocument/2006/relationships/notesMaster" Target="/ppt/notesMasters/notesMaster1.xml" Id="R61aa03f623ee4f4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b5f9cd7249e43ed" /><Relationship Type="http://schemas.openxmlformats.org/officeDocument/2006/relationships/notesMaster" Target="/ppt/notesMasters/notesMaster1.xml" Id="R4fc357a5004041b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508b48ab7c64a44" /><Relationship Type="http://schemas.openxmlformats.org/officeDocument/2006/relationships/notesMaster" Target="/ppt/notesMasters/notesMaster1.xml" Id="Rd40a1d48f27e48b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9f469870764402a" /><Relationship Type="http://schemas.openxmlformats.org/officeDocument/2006/relationships/notesMaster" Target="/ppt/notesMasters/notesMaster1.xml" Id="R50946e8708a149f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ef347e00df24347" /><Relationship Type="http://schemas.openxmlformats.org/officeDocument/2006/relationships/notesMaster" Target="/ppt/notesMasters/notesMaster1.xml" Id="R2ba8046474e041d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1fc894846114b0d" /><Relationship Type="http://schemas.openxmlformats.org/officeDocument/2006/relationships/notesMaster" Target="/ppt/notesMasters/notesMaster1.xml" Id="R2e907288f450448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c757300ae144d1c" /><Relationship Type="http://schemas.openxmlformats.org/officeDocument/2006/relationships/notesMaster" Target="/ppt/notesMasters/notesMaster1.xml" Id="Rd9d00e0a2d88441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e955d5a1656482b" /><Relationship Type="http://schemas.openxmlformats.org/officeDocument/2006/relationships/notesMaster" Target="/ppt/notesMasters/notesMaster1.xml" Id="R40dda7bfa8054c4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690040a113a4226" /><Relationship Type="http://schemas.openxmlformats.org/officeDocument/2006/relationships/notesMaster" Target="/ppt/notesMasters/notesMaster1.xml" Id="R44f2af1908f045f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486833ae430436e" /><Relationship Type="http://schemas.openxmlformats.org/officeDocument/2006/relationships/notesMaster" Target="/ppt/notesMasters/notesMaster1.xml" Id="R0feaf9ac02c8474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efd2fc86a3f48db" /><Relationship Type="http://schemas.openxmlformats.org/officeDocument/2006/relationships/notesMaster" Target="/ppt/notesMasters/notesMaster1.xml" Id="R156037bdc16a4c1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26c4f5857084e36" /><Relationship Type="http://schemas.openxmlformats.org/officeDocument/2006/relationships/notesMaster" Target="/ppt/notesMasters/notesMaster1.xml" Id="R157d0935a7d14d0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1339f221e5744e6" /><Relationship Type="http://schemas.openxmlformats.org/officeDocument/2006/relationships/notesMaster" Target="/ppt/notesMasters/notesMaster1.xml" Id="Rc7b2541747f64f8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8b6af8f1ce34856" /><Relationship Type="http://schemas.openxmlformats.org/officeDocument/2006/relationships/notesMaster" Target="/ppt/notesMasters/notesMaster1.xml" Id="R15873f8af7f4448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710bea28aa6b4532" /><Relationship Type="http://schemas.openxmlformats.org/officeDocument/2006/relationships/notesMaster" Target="/ppt/notesMasters/notesMaster1.xml" Id="Rbcae1a4b9f4541d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ab2e774c83e46d4" /><Relationship Type="http://schemas.openxmlformats.org/officeDocument/2006/relationships/notesMaster" Target="/ppt/notesMasters/notesMaster1.xml" Id="R864aadbcd66a41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first prediction model</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first prediction model</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A first prediction model. Explain why this example is needed before running it.</a:t>
            </a:r>
          </a:p>
          <a:p xmlns:a="http://schemas.openxmlformats.org/drawingml/2006/main">
            <a:r>
              <a:t/>
            </a:r>
          </a:p>
          <a:p xmlns:a="http://schemas.openxmlformats.org/drawingml/2006/main">
            <a:r>
              <a:t>EXPLAIN</a:t>
            </a:r>
          </a:p>
          <a:p xmlns:a="http://schemas.openxmlformats.org/drawingml/2006/main">
            <a:r>
              <a:t>Identify prediction inputs and a measured target.</a:t>
            </a:r>
          </a:p>
          <a:p xmlns:a="http://schemas.openxmlformats.org/drawingml/2006/main">
            <a:r>
              <a:t/>
            </a:r>
          </a:p>
          <a:p xmlns:a="http://schemas.openxmlformats.org/drawingml/2006/main">
            <a:r>
              <a:t>Fit a simple model and compare prediction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A first prediction model.</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Deriving least squares, leaderboard competition, many residual plots and coefficient inference are reference. R² may be negative and is not an accuracy percentage.</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Weeks 3–6 supplied Python, tables, cleaning and charts. We now use paired inputs and known answers to fit a prediction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regression model predicts a numerical engineering target from measurements available beforehand. The small invented data explain the code; they do not establish real-world accuracy.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A numerical prediction.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numerical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Regression predicts a number, such as cooling load in kW.</a:t>
            </a:r>
          </a:p>
          <a:p xmlns:a="http://schemas.openxmlformats.org/drawingml/2006/main">
            <a:r>
              <a:t/>
            </a:r>
          </a:p>
          <a:p xmlns:a="http://schemas.openxmlformats.org/drawingml/2006/main">
            <a:r>
              <a:t>A feature is information available when predicting.</a:t>
            </a:r>
          </a:p>
          <a:p xmlns:a="http://schemas.openxmlformats.org/drawingml/2006/main">
            <a:r>
              <a:t/>
            </a:r>
          </a:p>
          <a:p xmlns:a="http://schemas.openxmlformats.org/drawingml/2006/main">
            <a:r>
              <a:t>The target is the measured answer used during training.</a:t>
            </a:r>
          </a:p>
          <a:p xmlns:a="http://schemas.openxmlformats.org/drawingml/2006/main">
            <a:r>
              <a:t/>
            </a:r>
          </a:p>
          <a:p xmlns:a="http://schemas.openxmlformats.org/drawingml/2006/main">
            <a:r>
              <a:t>Classification, next week, predicts a category.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 and target and Training validation and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and target and Training validation and test</a:t>
            </a:r>
          </a:p>
          <a:p xmlns:a="http://schemas.openxmlformats.org/drawingml/2006/main">
            <a:r>
              <a:t/>
            </a:r>
          </a:p>
          <a:p xmlns:a="http://schemas.openxmlformats.org/drawingml/2006/main">
            <a:r>
              <a:t>CONNECT</a:t>
            </a:r>
          </a:p>
          <a:p xmlns:a="http://schemas.openxmlformats.org/drawingml/2006/main">
            <a:r>
              <a:t>Build on A numerical prediction. Explain why this example is needed before running it.</a:t>
            </a:r>
          </a:p>
          <a:p xmlns:a="http://schemas.openxmlformats.org/drawingml/2006/main">
            <a:r>
              <a:t/>
            </a:r>
          </a:p>
          <a:p xmlns:a="http://schemas.openxmlformats.org/drawingml/2006/main">
            <a:r>
              <a:t>EXPLAIN</a:t>
            </a:r>
          </a:p>
          <a:p xmlns:a="http://schemas.openxmlformats.org/drawingml/2006/main">
            <a:r>
              <a:t>Feature and target: Features are inputs available when making a prediction. The target is the quantity we want to predict.</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numerical prediction.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Feature and target: Features are inputs available when making a prediction. The target is the quantity we want to predict.</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NEXT</a:t>
            </a:r>
          </a:p>
          <a:p xmlns:a="http://schemas.openxmlformats.org/drawingml/2006/main">
            <a:r>
              <a:t>Baseline.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Build on Feature and target and Training validation and test. Explain why this example is needed before running it.</a:t>
            </a:r>
          </a:p>
          <a:p xmlns:a="http://schemas.openxmlformats.org/drawingml/2006/main">
            <a:r>
              <a:t/>
            </a:r>
          </a:p>
          <a:p xmlns:a="http://schemas.openxmlformats.org/drawingml/2006/main">
            <a:r>
              <a:t>EXPLAIN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POINT TO THE DEFINITION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NEXT</a:t>
            </a:r>
          </a:p>
          <a:p xmlns:a="http://schemas.openxmlformats.org/drawingml/2006/main">
            <a:r>
              <a:t>Linear model and tree.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Linear model and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Build on Baseline. Explain why this example is needed before running it.</a:t>
            </a:r>
          </a:p>
          <a:p xmlns:a="http://schemas.openxmlformats.org/drawingml/2006/main">
            <a:r>
              <a:t/>
            </a:r>
          </a:p>
          <a:p xmlns:a="http://schemas.openxmlformats.org/drawingml/2006/main">
            <a:r>
              <a:t>EXPLAIN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Build on the preceding slide: Baseline.</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NEXT</a:t>
            </a:r>
          </a:p>
          <a:p xmlns:a="http://schemas.openxmlformats.org/drawingml/2006/main">
            <a:r>
              <a:t>What learning means in this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What learning means in this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Build on Linear model and tree. Explain why this example is needed before running it.</a:t>
            </a:r>
          </a:p>
          <a:p xmlns:a="http://schemas.openxmlformats.org/drawingml/2006/main">
            <a:r>
              <a:t/>
            </a:r>
          </a:p>
          <a:p xmlns:a="http://schemas.openxmlformats.org/drawingml/2006/main">
            <a:r>
              <a:t>EXPLAIN</a:t>
            </a:r>
          </a:p>
          <a:p xmlns:a="http://schemas.openxmlformats.org/drawingml/2006/main">
            <a:r>
              <a:t>Training supplies inputs and their known answers.</a:t>
            </a:r>
          </a:p>
          <a:p xmlns:a="http://schemas.openxmlformats.org/drawingml/2006/main">
            <a:r>
              <a:t/>
            </a:r>
          </a:p>
          <a:p xmlns:a="http://schemas.openxmlformats.org/drawingml/2006/main">
            <a:r>
              <a:t>The model uses those examples to choose its internal numbers.</a:t>
            </a:r>
          </a:p>
          <a:p xmlns:a="http://schemas.openxmlformats.org/drawingml/2006/main">
            <a:r>
              <a:t/>
            </a:r>
          </a:p>
          <a:p xmlns:a="http://schemas.openxmlformats.org/drawingml/2006/main">
            <a:r>
              <a:t>Prediction applies the fitted model to inputs whose answer we want to estimate.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Build on the preceding slide: Linear model and tree.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a:t>
            </a:r>
          </a:p>
          <a:p xmlns:a="http://schemas.openxmlformats.org/drawingml/2006/main">
            <a:r>
              <a:t/>
            </a:r>
          </a:p>
          <a:p xmlns:a="http://schemas.openxmlformats.org/drawingml/2006/main">
            <a:r>
              <a:t>NEXT</a:t>
            </a:r>
          </a:p>
          <a:p xmlns:a="http://schemas.openxmlformats.org/drawingml/2006/main">
            <a:r>
              <a:t>Training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Training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Build on What learning means in this example. Explain why this example is needed before running it.</a:t>
            </a:r>
          </a:p>
          <a:p xmlns:a="http://schemas.openxmlformats.org/drawingml/2006/main">
            <a:r>
              <a:t/>
            </a:r>
          </a:p>
          <a:p xmlns:a="http://schemas.openxmlformats.org/drawingml/2006/main">
            <a:r>
              <a:t>EXPLAIN</a:t>
            </a:r>
          </a:p>
          <a:p xmlns:a="http://schemas.openxmlformats.org/drawingml/2006/main">
            <a:r>
              <a:t>Invented numbers for learning.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Build on the preceding slide: What learning means in this example.</a:t>
            </a:r>
          </a:p>
          <a:p xmlns:a="http://schemas.openxmlformats.org/drawingml/2006/main">
            <a:r>
              <a:t/>
            </a:r>
          </a:p>
          <a:p xmlns:a="http://schemas.openxmlformats.org/drawingml/2006/main">
            <a:r>
              <a:t>LECTURER CUE</a:t>
            </a:r>
          </a:p>
          <a:p xmlns:a="http://schemas.openxmlformats.org/drawingml/2006/main">
            <a:r>
              <a:t>Invented numbers for learning. The fitted line predicts 15 at input 2.5. The training mean is also 15 at this one example, so it cannot establish superiority.</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fitted line is a numerical rule.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fitted line is a numerical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Build on Training observations. Explain why this example is needed before running it.</a:t>
            </a:r>
          </a:p>
          <a:p xmlns:a="http://schemas.openxmlformats.org/drawingml/2006/main">
            <a:r>
              <a:t/>
            </a:r>
          </a:p>
          <a:p xmlns:a="http://schemas.openxmlformats.org/drawingml/2006/main">
            <a:r>
              <a:t>EXPLAIN</a:t>
            </a:r>
          </a:p>
          <a:p xmlns:a="http://schemas.openxmlformats.org/drawingml/2006/main">
            <a:r>
              <a:t>For these invented observations, target = 2 × input + 10 matches all four points. 2 is the slope; 10 is the intercept, the value at input zero.</a:t>
            </a:r>
          </a:p>
          <a:p xmlns:a="http://schemas.openxmlformats.org/drawingml/2006/main">
            <a:r>
              <a:t/>
            </a:r>
          </a:p>
          <a:p xmlns:a="http://schemas.openxmlformats.org/drawingml/2006/main">
            <a:r>
              <a:t>A prediction error is the difference between a prediction and the measured answer. A vertical gap in the picture shows that error.</a:t>
            </a:r>
          </a:p>
          <a:p xmlns:a="http://schemas.openxmlformats.org/drawingml/2006/main">
            <a:r>
              <a:t/>
            </a:r>
          </a:p>
          <a:p xmlns:a="http://schemas.openxmlformats.org/drawingml/2006/main">
            <a:r>
              <a:t>Fitting chooses the slope and intercept to minimise summed squared errors. Squaring means multiplying an error by itself; a small training error still needs an unseen-data check.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Build on the preceding slide: Training observations.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Fitting a line to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Fitting a line to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Build on A fitted line is a numerical rule. Explain why this example is needed before running it.</a:t>
            </a:r>
          </a:p>
          <a:p xmlns:a="http://schemas.openxmlformats.org/drawingml/2006/main">
            <a:r>
              <a:t/>
            </a:r>
          </a:p>
          <a:p xmlns:a="http://schemas.openxmlformats.org/drawingml/2006/main">
            <a:r>
              <a:t>EXPLAIN</a:t>
            </a:r>
          </a:p>
          <a:p xmlns:a="http://schemas.openxmlformats.org/drawingml/2006/main">
            <a:r>
              <a:t>The fitted line minimises the sum of squared vertical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Build on the preceding slide: A fitted line is a numerical rule.</a:t>
            </a:r>
          </a:p>
          <a:p xmlns:a="http://schemas.openxmlformats.org/drawingml/2006/main">
            <a:r>
              <a:t/>
            </a:r>
          </a:p>
          <a:p xmlns:a="http://schemas.openxmlformats.org/drawingml/2006/main">
            <a:r>
              <a:t>LECTURER CUE</a:t>
            </a:r>
          </a:p>
          <a:p xmlns:a="http://schemas.openxmlformats.org/drawingml/2006/main">
            <a:r>
              <a:t>These are illustrative concrete observations. Point to x, y, one prediction and one residual. A unique slope requires variation in x. A low training error alone does not show generalisation.</a:t>
            </a:r>
          </a:p>
          <a:p xmlns:a="http://schemas.openxmlformats.org/drawingml/2006/main">
            <a:r>
              <a:t>Source: existing course illustration figs/fit_by_eye.png.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Rows must stay paired with their answers.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must stay paired with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Build on Fitting a line to observations. Explain why this example is needed before running it.</a:t>
            </a:r>
          </a:p>
          <a:p xmlns:a="http://schemas.openxmlformats.org/drawingml/2006/main">
            <a:r>
              <a:t/>
            </a:r>
          </a:p>
          <a:p xmlns:a="http://schemas.openxmlformats.org/drawingml/2006/main">
            <a:r>
              <a:t>EXPLAIN</a:t>
            </a:r>
          </a:p>
          <a:p xmlns:a="http://schemas.openxmlformats.org/drawingml/2006/main">
            <a:r>
              <a:t>Each inner list in X_train is one observation.</a:t>
            </a:r>
          </a:p>
          <a:p xmlns:a="http://schemas.openxmlformats.org/drawingml/2006/main">
            <a:r>
              <a:t/>
            </a:r>
          </a:p>
          <a:p xmlns:a="http://schemas.openxmlformats.org/drawingml/2006/main">
            <a:r>
              <a:t>y_train contains one target value for each row, in the same order.</a:t>
            </a:r>
          </a:p>
          <a:p xmlns:a="http://schemas.openxmlformats.org/drawingml/2006/main">
            <a:r>
              <a:t/>
            </a:r>
          </a:p>
          <a:p xmlns:a="http://schemas.openxmlformats.org/drawingml/2006/main">
            <a:r>
              <a:t>Changing the order of only one list attaches answers to the wrong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Build on the preceding slide: Fitting a line to observations.</a:t>
            </a:r>
          </a:p>
          <a:p xmlns:a="http://schemas.openxmlformats.org/drawingml/2006/main">
            <a:r>
              <a:t/>
            </a:r>
          </a:p>
          <a:p xmlns:a="http://schemas.openxmlformats.org/drawingml/2006/main">
            <a:r>
              <a:t>LECTURER CUE</a:t>
            </a:r>
          </a:p>
          <a:p xmlns:a="http://schemas.openxmlformats.org/drawingml/2006/main">
            <a:r>
              <a:t>A list of lists is a table: each inner list holds the features of one observation. y_train holds one target per training row in the same order. Never reorder one without the other.</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Rows and arrays before model code.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matrix is a rectangular table of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matrix is a rectangular table of numbers</a:t>
            </a:r>
          </a:p>
          <a:p xmlns:a="http://schemas.openxmlformats.org/drawingml/2006/main">
            <a:r>
              <a:t/>
            </a:r>
          </a:p>
          <a:p xmlns:a="http://schemas.openxmlformats.org/drawingml/2006/main">
            <a:r>
              <a:t>CONNECT</a:t>
            </a:r>
          </a:p>
          <a:p xmlns:a="http://schemas.openxmlformats.org/drawingml/2006/main">
            <a:r>
              <a:t>Build on Rows must stay paired with their answers. Explain why this example is needed before running it.</a:t>
            </a:r>
          </a:p>
          <a:p xmlns:a="http://schemas.openxmlformats.org/drawingml/2006/main">
            <a:r>
              <a:t/>
            </a:r>
          </a:p>
          <a:p xmlns:a="http://schemas.openxmlformats.org/drawingml/2006/main">
            <a:r>
              <a:t>EXPLAIN</a:t>
            </a:r>
          </a:p>
          <a:p xmlns:a="http://schemas.openxmlformats.org/drawingml/2006/main">
            <a:r>
              <a:t>A matrix has rows and columns. For modelling, one row is one observation and each column is one input feature.</a:t>
            </a:r>
          </a:p>
          <a:p xmlns:a="http://schemas.openxmlformats.org/drawingml/2006/main">
            <a:r>
              <a:t/>
            </a:r>
          </a:p>
          <a:p xmlns:a="http://schemas.openxmlformats.org/drawingml/2006/main">
            <a:r>
              <a:t>[[1, 20], [2, 22]] has two rows and two columns. The outer list contains rows; each inner list contains that row’s features.</a:t>
            </a:r>
          </a:p>
          <a:p xmlns:a="http://schemas.openxmlformats.org/drawingml/2006/main">
            <a:r>
              <a:t/>
            </a:r>
          </a:p>
          <a:p xmlns:a="http://schemas.openxmlformats.org/drawingml/2006/main">
            <a:r>
              <a:t>X is a conventional name for this input table. y holds one known target per row. These names have no special power in Python.</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and arrays before model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Build on A matrix is a rectangular table of numbers. Explain why this example is needed before running it.</a:t>
            </a:r>
          </a:p>
          <a:p xmlns:a="http://schemas.openxmlformats.org/drawingml/2006/main">
            <a:r>
              <a:t/>
            </a:r>
          </a:p>
          <a:p xmlns:a="http://schemas.openxmlformats.org/drawingml/2006/main">
            <a:r>
              <a:t>EXPLAIN</a:t>
            </a:r>
          </a:p>
          <a:p xmlns:a="http://schemas.openxmlformats.org/drawingml/2006/main">
            <a:r>
              <a:t>Nested lists: [[1], [2], [3]] has three inner lists: three rows with one feature each. [12, 14, 16] has one target per row in the same order.</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Build on the preceding slide: Rows must stay paired with their answers.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Nested lists: [[1], [2], [3]] has three inner lists: three rows with one feature each. [12, 14, 16] has one target per row in the same order.</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NEXT</a:t>
            </a:r>
          </a:p>
          <a:p xmlns:a="http://schemas.openxmlformats.org/drawingml/2006/main">
            <a:r>
              <a:t>Reading NumPy results.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NumPy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Build on Rows and arrays before model code. Explain why this example is needed before running it.</a:t>
            </a:r>
          </a:p>
          <a:p xmlns:a="http://schemas.openxmlformats.org/drawingml/2006/main">
            <a:r>
              <a:t/>
            </a:r>
          </a:p>
          <a:p xmlns:a="http://schemas.openxmlformats.org/drawingml/2006/main">
            <a:r>
              <a:t>EXPLAIN</a:t>
            </a:r>
          </a:p>
          <a:p xmlns:a="http://schemas.openxmlformats.org/drawingml/2006/main">
            <a:r>
              <a:t>Use rounded values only for a labelled display. Keep full precision when the assignment requires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Build on the preceding slide: Rows and arrays before model code.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Rows, columns and named options.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columns and named options.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Build on Reading NumPy results. Explain why this example is needed before running it.</a:t>
            </a:r>
          </a:p>
          <a:p xmlns:a="http://schemas.openxmlformats.org/drawingml/2006/main">
            <a:r>
              <a:t/>
            </a:r>
          </a:p>
          <a:p xmlns:a="http://schemas.openxmlformats.org/drawingml/2006/main">
            <a:r>
              <a:t>EXPLAIN</a:t>
            </a:r>
          </a:p>
          <a:p xmlns:a="http://schemas.openxmlformats.org/drawingml/2006/main">
            <a:r>
              <a:t>X has three rows and one feature column. y has three target values.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Build on the preceding slide: Reading NumPy results.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(3, 1) then (3,). Explain nested brackets before model.fit(X, y). Keyword arguments such as random_state=42 name an option.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fit and predict.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fit and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Build on Rows, columns and named options. Explain why this example is needed before running it.</a:t>
            </a:r>
          </a:p>
          <a:p xmlns:a="http://schemas.openxmlformats.org/drawingml/2006/main">
            <a:r>
              <a:t/>
            </a:r>
          </a:p>
          <a:p xmlns:a="http://schemas.openxmlformats.org/drawingml/2006/main">
            <a:r>
              <a:t>EXPLAIN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Build on the preceding slide: Rows, columns and named options.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NEXT</a:t>
            </a:r>
          </a:p>
          <a:p xmlns:a="http://schemas.openxmlformats.org/drawingml/2006/main">
            <a:r>
              <a:t>A model object keeps learned information.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model object keeps learned 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Build on fit and predict. Explain why this example is needed before running it.</a:t>
            </a:r>
          </a:p>
          <a:p xmlns:a="http://schemas.openxmlformats.org/drawingml/2006/main">
            <a:r>
              <a:t/>
            </a:r>
          </a:p>
          <a:p xmlns:a="http://schemas.openxmlformats.org/drawingml/2006/main">
            <a:r>
              <a:t>EXPLAIN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Build on the preceding slide: fit and predict.</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NEXT</a:t>
            </a:r>
          </a:p>
          <a:p xmlns:a="http://schemas.openxmlformats.org/drawingml/2006/main">
            <a:r>
              <a:t>An object remembers its fitted state.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object remembers its fitted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Build on A model object keeps learned information. Explain why this example is needed before running it.</a:t>
            </a:r>
          </a:p>
          <a:p xmlns:a="http://schemas.openxmlformats.org/drawingml/2006/main">
            <a:r>
              <a:t/>
            </a:r>
          </a:p>
          <a:p xmlns:a="http://schemas.openxmlformats.org/drawingml/2006/main">
            <a:r>
              <a:t>EXPLAIN</a:t>
            </a:r>
          </a:p>
          <a:p xmlns:a="http://schemas.openxmlformats.org/drawingml/2006/main">
            <a:r>
              <a:t>An object holds state and has methods. A method is a function used through that object.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Build on the preceding slide: A model object keeps learned information.</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Creating, fitting and predicting.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Creating, fitting and predicting.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Build on An object remembers its fitted state. Explain why this example is needed before running it.</a:t>
            </a:r>
          </a:p>
          <a:p xmlns:a="http://schemas.openxmlformats.org/drawingml/2006/main">
            <a:r>
              <a:t/>
            </a:r>
          </a:p>
          <a:p xmlns:a="http://schemas.openxmlformats.org/drawingml/2006/main">
            <a:r>
              <a:t>EXPLAIN</a:t>
            </a:r>
          </a:p>
          <a:p xmlns:a="http://schemas.openxmlformats.org/drawingml/2006/main">
            <a:r>
              <a:t>LinearRegression() creates a model that has not learned yet.</a:t>
            </a:r>
          </a:p>
          <a:p xmlns:a="http://schemas.openxmlformats.org/drawingml/2006/main">
            <a:r>
              <a:t/>
            </a:r>
          </a:p>
          <a:p xmlns:a="http://schemas.openxmlformats.org/drawingml/2006/main">
            <a:r>
              <a:t>fit(X_train, y_train) learns from paired training examples.</a:t>
            </a:r>
          </a:p>
          <a:p xmlns:a="http://schemas.openxmlformats.org/drawingml/2006/main">
            <a:r>
              <a:t/>
            </a:r>
          </a:p>
          <a:p xmlns:a="http://schemas.openxmlformats.org/drawingml/2006/main">
            <a:r>
              <a:t>predict(new_inputs) returns estimates. The actual targets are absent from new_inputs.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Build on the preceding slide: An object remembers its fitted state.</a:t>
            </a:r>
          </a:p>
          <a:p xmlns:a="http://schemas.openxmlformats.org/drawingml/2006/main">
            <a:r>
              <a:t/>
            </a:r>
          </a:p>
          <a:p xmlns:a="http://schemas.openxmlformats.org/drawingml/2006/main">
            <a:r>
              <a:t>LECTURER CUE</a:t>
            </a:r>
          </a:p>
          <a:p xmlns:a="http://schemas.openxmlformats.org/drawingml/2006/main">
            <a:r>
              <a:t>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Where the modelling tools come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Where the modelling tools come from</a:t>
            </a:r>
          </a:p>
          <a:p xmlns:a="http://schemas.openxmlformats.org/drawingml/2006/main">
            <a:r>
              <a:t/>
            </a:r>
          </a:p>
          <a:p xmlns:a="http://schemas.openxmlformats.org/drawingml/2006/main">
            <a:r>
              <a:t>CONNECT</a:t>
            </a:r>
          </a:p>
          <a:p xmlns:a="http://schemas.openxmlformats.org/drawingml/2006/main">
            <a:r>
              <a:t>Build on Creating, fitting and predicting. Explain why this example is needed before running it.</a:t>
            </a:r>
          </a:p>
          <a:p xmlns:a="http://schemas.openxmlformats.org/drawingml/2006/main">
            <a:r>
              <a:t/>
            </a:r>
          </a:p>
          <a:p xmlns:a="http://schemas.openxmlformats.org/drawingml/2006/main">
            <a:r>
              <a:t>EXPLAIN</a:t>
            </a:r>
          </a:p>
          <a:p xmlns:a="http://schemas.openxmlformats.org/drawingml/2006/main">
            <a:r>
              <a:t>scikit-learn is an installed machine-learning library. Its Python import name is sklearn. linear_model is the part containing LinearRegression.</a:t>
            </a:r>
          </a:p>
          <a:p xmlns:a="http://schemas.openxmlformats.org/drawingml/2006/main">
            <a:r>
              <a:t/>
            </a:r>
          </a:p>
          <a:p xmlns:a="http://schemas.openxmlformats.org/drawingml/2006/main">
            <a:r>
              <a:t>from sklearn.linear_model import LinearRegression makes that model class available. LinearRegression() creates an individual model object.</a:t>
            </a:r>
          </a:p>
          <a:p xmlns:a="http://schemas.openxmlformats.org/drawingml/2006/main">
            <a:r>
              <a:t/>
            </a:r>
          </a:p>
          <a:p xmlns:a="http://schemas.openxmlformats.org/drawingml/2006/main">
            <a:r>
              <a:t>In Colab this library is normally available. If an import fails, use the course setup instructions and retry the import before running model code.</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a:t>
            </a:r>
          </a:p>
          <a:p xmlns:a="http://schemas.openxmlformats.org/drawingml/2006/main">
            <a:r>
              <a:t/>
            </a:r>
          </a:p>
          <a:p xmlns:a="http://schemas.openxmlformats.org/drawingml/2006/main">
            <a:r>
              <a:t>CONNECT</a:t>
            </a:r>
          </a:p>
          <a:p xmlns:a="http://schemas.openxmlformats.org/drawingml/2006/main">
            <a:r>
              <a:t>Build on Where the modelling tools come from.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Creating, fitting and predicting.</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Build on Regression models and errors in Python.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fit learns using the supplied training observations.</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Build on Regression models and errors in Python continued.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results</a:t>
            </a:r>
          </a:p>
          <a:p xmlns:a="http://schemas.openxmlformats.org/drawingml/2006/main">
            <a:r>
              <a:t/>
            </a:r>
          </a:p>
          <a:p xmlns:a="http://schemas.openxmlformats.org/drawingml/2006/main">
            <a:r>
              <a:t>CONNECT</a:t>
            </a:r>
          </a:p>
          <a:p xmlns:a="http://schemas.openxmlformats.org/drawingml/2006/main">
            <a:r>
              <a:t>Build on Regression models and errors in Python continued. Explain why this example is needed before running it.</a:t>
            </a:r>
          </a:p>
          <a:p xmlns:a="http://schemas.openxmlformats.org/drawingml/2006/main">
            <a:r>
              <a:t/>
            </a:r>
          </a:p>
          <a:p xmlns:a="http://schemas.openxmlformats.org/drawingml/2006/main">
            <a:r>
              <a:t>EXPLAIN</a:t>
            </a:r>
          </a:p>
          <a:p xmlns:a="http://schemas.openxmlformats.org/drawingml/2006/main">
            <a:r>
              <a:t>[15.0]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The mean baseline.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mean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Build on Regression models and errors results. Explain why this example is needed before running it.</a:t>
            </a:r>
          </a:p>
          <a:p xmlns:a="http://schemas.openxmlformats.org/drawingml/2006/main">
            <a:r>
              <a:t/>
            </a:r>
          </a:p>
          <a:p xmlns:a="http://schemas.openxmlformats.org/drawingml/2006/main">
            <a:r>
              <a:t>EXPLAIN</a:t>
            </a:r>
          </a:p>
          <a:p xmlns:a="http://schemas.openxmlformats.org/drawingml/2006/main">
            <a:r>
              <a:t>Use the same training data.</a:t>
            </a:r>
          </a:p>
          <a:p xmlns:a="http://schemas.openxmlformats.org/drawingml/2006/main">
            <a:r>
              <a:t/>
            </a:r>
          </a:p>
          <a:p xmlns:a="http://schemas.openxmlformats.org/drawingml/2006/main">
            <a:r>
              <a:t>This baseline learns their mean, 15, and predicts it for every input.</a:t>
            </a:r>
          </a:p>
          <a:p xmlns:a="http://schemas.openxmlformats.org/drawingml/2006/main">
            <a:r>
              <a:t/>
            </a:r>
          </a:p>
          <a:p xmlns:a="http://schemas.openxmlformats.org/drawingml/2006/main">
            <a:r>
              <a:t>It gives a simple comparison before claiming the line helps.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NEXT</a:t>
            </a:r>
          </a:p>
          <a:p xmlns:a="http://schemas.openxmlformats.org/drawingml/2006/main">
            <a:r>
              <a:t>The mean baseline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mean baseline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Build on The mean baseline.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Build on the preceding slide: The mean baseline.</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Complete practice code:</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predict applies the fitted model to new inputs.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small regression tree.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small regression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Build on The mean baseline in Python. Explain why this example is needed before running it.</a:t>
            </a:r>
          </a:p>
          <a:p xmlns:a="http://schemas.openxmlformats.org/drawingml/2006/main">
            <a:r>
              <a:t/>
            </a:r>
          </a:p>
          <a:p xmlns:a="http://schemas.openxmlformats.org/drawingml/2006/main">
            <a:r>
              <a:t>EXPLAIN</a:t>
            </a:r>
          </a:p>
          <a:p xmlns:a="http://schemas.openxmlformats.org/drawingml/2006/main">
            <a:r>
              <a:t>A tree learns threshold questions from the training inputs.</a:t>
            </a:r>
          </a:p>
          <a:p xmlns:a="http://schemas.openxmlformats.org/drawingml/2006/main">
            <a:r>
              <a:t/>
            </a:r>
          </a:p>
          <a:p xmlns:a="http://schemas.openxmlformats.org/drawingml/2006/main">
            <a:r>
              <a:t>Each final group, or leaf, predicts a target value.</a:t>
            </a:r>
          </a:p>
          <a:p xmlns:a="http://schemas.openxmlformats.org/drawingml/2006/main">
            <a:r>
              <a:t/>
            </a:r>
          </a:p>
          <a:p xmlns:a="http://schemas.openxmlformats.org/drawingml/2006/main">
            <a:r>
              <a:t>This tree returns 14 for input 2.5 in this toy example. max_depth limits the number of successive decisions. random_state fixes the random seed.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Build on the preceding slide: The mean baseline in Python.</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A small regression tree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small regression tree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Build on A small regression tree.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Build on the preceding slide: A small regression tree.</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Complete practice code:</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predict applies the fitted model to new inputs.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Reuse the same preparation on new inputs.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Reuse the same preparation on new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Build on A small regression tree in Python. Explain why this example is needed before running it.</a:t>
            </a:r>
          </a:p>
          <a:p xmlns:a="http://schemas.openxmlformats.org/drawingml/2006/main">
            <a:r>
              <a:t/>
            </a:r>
          </a:p>
          <a:p xmlns:a="http://schemas.openxmlformats.org/drawingml/2006/main">
            <a:r>
              <a:t>EXPLAIN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Build on the preceding slide: A small regression tree in Python.</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NEXT</a:t>
            </a:r>
          </a:p>
          <a:p xmlns:a="http://schemas.openxmlformats.org/drawingml/2006/main">
            <a:r>
              <a:t>Preprocessing learned from training only.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Build on Reuse the same preparation on new inputs. Explain why this example is needed before running it.</a:t>
            </a:r>
          </a:p>
          <a:p xmlns:a="http://schemas.openxmlformats.org/drawingml/2006/main">
            <a:r>
              <a:t/>
            </a:r>
          </a:p>
          <a:p xmlns:a="http://schemas.openxmlformats.org/drawingml/2006/main">
            <a:r>
              <a:t>EXPLAIN</a:t>
            </a:r>
          </a:p>
          <a:p xmlns:a="http://schemas.openxmlformats.org/drawingml/2006/main">
            <a:r>
              <a:t>SimpleImputer learns one median for each training column. make_pipeline connects this step to the model. fit learns both steps using only the training examples. predict reuses them on new inputs.</a:t>
            </a:r>
          </a:p>
          <a:p xmlns:a="http://schemas.openxmlformats.org/drawingml/2006/main">
            <a:r>
              <a:t/>
            </a:r>
          </a:p>
          <a:p xmlns:a="http://schemas.openxmlformats.org/drawingml/2006/main">
            <a:r>
              <a:t>No target is supplied to predict.</a:t>
            </a:r>
          </a:p>
          <a:p xmlns:a="http://schemas.openxmlformats.org/drawingml/2006/main">
            <a:r>
              <a:t/>
            </a:r>
          </a:p>
          <a:p xmlns:a="http://schemas.openxmlformats.org/drawingml/2006/main">
            <a:r>
              <a:t>The two inputs here are invented practice measurements.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Build on the preceding slide: Reuse the same preparation on new inputs.</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Preprocessing learned from training only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Build on Preprocessing learned from training only.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Preprocessing learned from training only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Build on Preprocessing learned from training only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 in Python (1/2).</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Reading records into a feature 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records into a feature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Build on Preprocessing learned from training only in Python (2/2). Explain why this example is needed before running it.</a:t>
            </a:r>
          </a:p>
          <a:p xmlns:a="http://schemas.openxmlformats.org/drawingml/2006/main">
            <a:r>
              <a:t/>
            </a:r>
          </a:p>
          <a:p xmlns:a="http://schemas.openxmlformats.org/drawingml/2006/main">
            <a:r>
              <a:t>EXPLAIN</a:t>
            </a:r>
          </a:p>
          <a:p xmlns:a="http://schemas.openxmlformats.org/drawingml/2006/main">
            <a:r>
              <a:t>Each inner list is one row, in the same order as the input records.</a:t>
            </a:r>
          </a:p>
          <a:p xmlns:a="http://schemas.openxmlformats.org/drawingml/2006/main">
            <a:r>
              <a:t/>
            </a:r>
          </a:p>
          <a:p xmlns:a="http://schemas.openxmlformats.org/drawingml/2006/main">
            <a:r>
              <a:t>The target list uses that same row order.</a:t>
            </a:r>
          </a:p>
          <a:p xmlns:a="http://schemas.openxmlformats.org/drawingml/2006/main">
            <a:r>
              <a:t/>
            </a:r>
          </a:p>
          <a:p xmlns:a="http://schemas.openxmlformats.org/drawingml/2006/main">
            <a:r>
              <a:t>The feature table has no answer column.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 in Python (2/2).</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Reading records into a feature table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records into a feature table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Build on Reading records into a feature table.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Build on the preceding slide: Reading records into a feature table.</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Complete practice code:</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MAE and RMSE.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MAE and RMSE.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Build on Reading records into a feature table in Python. Explain why this example is needed before running it.</a:t>
            </a:r>
          </a:p>
          <a:p xmlns:a="http://schemas.openxmlformats.org/drawingml/2006/main">
            <a:r>
              <a:t/>
            </a:r>
          </a:p>
          <a:p xmlns:a="http://schemas.openxmlformats.org/drawingml/2006/main">
            <a:r>
              <a:t>EXPLAIN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Build on the preceding slide: Reading records into a feature table in Python.</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POINT TO THE DEFINITION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NEXT</a:t>
            </a:r>
          </a:p>
          <a:p xmlns:a="http://schemas.openxmlformats.org/drawingml/2006/main">
            <a:r>
              <a:t>A prediction error in ordinary numbers.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prediction error in ordinary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Build on MAE and RMSE. Explain why this example is needed before running it.</a:t>
            </a:r>
          </a:p>
          <a:p xmlns:a="http://schemas.openxmlformats.org/drawingml/2006/main">
            <a:r>
              <a:t/>
            </a:r>
          </a:p>
          <a:p xmlns:a="http://schemas.openxmlformats.org/drawingml/2006/main">
            <a:r>
              <a:t>EXPLAIN</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Build on the preceding slide: MAE and RMSE.</a:t>
            </a:r>
          </a:p>
          <a:p xmlns:a="http://schemas.openxmlformats.org/drawingml/2006/main">
            <a:r>
              <a:t/>
            </a:r>
          </a:p>
          <a:p xmlns:a="http://schemas.openxmlformats.org/drawingml/2006/main">
            <a:r>
              <a:t>LECTURER CUE</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The operations in the error calculation.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operations in the error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Build on A prediction error in ordinary numbers. Explain why this example is needed before running it.</a:t>
            </a:r>
          </a:p>
          <a:p xmlns:a="http://schemas.openxmlformats.org/drawingml/2006/main">
            <a:r>
              <a:t/>
            </a:r>
          </a:p>
          <a:p xmlns:a="http://schemas.openxmlformats.org/drawingml/2006/main">
            <a:r>
              <a:t>EXPLAIN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Build on the preceding slide: A prediction error in ordinary numbers.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NEXT</a:t>
            </a:r>
          </a:p>
          <a:p xmlns:a="http://schemas.openxmlformats.org/drawingml/2006/main">
            <a:r>
              <a:t>Two error measures.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Build on The operations in the error calculation. Explain why this example is needed before running it.</a:t>
            </a:r>
          </a:p>
          <a:p xmlns:a="http://schemas.openxmlformats.org/drawingml/2006/main">
            <a:r>
              <a:t/>
            </a:r>
          </a:p>
          <a:p xmlns:a="http://schemas.openxmlformats.org/drawingml/2006/main">
            <a:r>
              <a:t>EXPLAIN</a:t>
            </a:r>
          </a:p>
          <a:p xmlns:a="http://schemas.openxmlformats.org/drawingml/2006/main">
            <a:r>
              <a:t>zip pairs corresponding values. abs measures error size.</a:t>
            </a:r>
          </a:p>
          <a:p xmlns:a="http://schemas.openxmlformats.org/drawingml/2006/main">
            <a:r>
              <a:t/>
            </a:r>
          </a:p>
          <a:p xmlns:a="http://schemas.openxmlformats.org/drawingml/2006/main">
            <a:r>
              <a:t>Squaring emphasises large errors; taking the square root returns to the original unit.</a:t>
            </a:r>
          </a:p>
          <a:p xmlns:a="http://schemas.openxmlformats.org/drawingml/2006/main">
            <a:r>
              <a:t/>
            </a:r>
          </a:p>
          <a:p xmlns:a="http://schemas.openxmlformats.org/drawingml/2006/main">
            <a:r>
              <a:t>These functions assume equal-length, nonempty paired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Build on the preceding slide: The operations in the error calculation.</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Two error measures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Build on Two error measures.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Build on the preceding slide: Two error measures.</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error measures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Build on Two error measures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Build on the preceding slide: Two error measures in Python (1/2).</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R² compares against a mean prediction.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R² compares against a mean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Build on Two error measures in Python (2/2). Explain why this example is needed before running it.</a:t>
            </a:r>
          </a:p>
          <a:p xmlns:a="http://schemas.openxmlformats.org/drawingml/2006/main">
            <a:r>
              <a:t/>
            </a:r>
          </a:p>
          <a:p xmlns:a="http://schemas.openxmlformats.org/drawingml/2006/main">
            <a:r>
              <a:t>EXPLAIN</a:t>
            </a:r>
          </a:p>
          <a:p xmlns:a="http://schemas.openxmlformats.org/drawingml/2006/main">
            <a:r>
              <a:t>R² compares squared errors with predicting the mean of the evaluated targets. It is a score, not “percentage accuracy”.</a:t>
            </a:r>
          </a:p>
          <a:p xmlns:a="http://schemas.openxmlformats.org/drawingml/2006/main">
            <a:r>
              <a:t/>
            </a:r>
          </a:p>
          <a:p xmlns:a="http://schemas.openxmlformats.org/drawingml/2006/main">
            <a:r>
              <a:t>1 means perfect predictions on those observations. 0 matches that mean-prediction reference; a negative score can be worse.</a:t>
            </a:r>
          </a:p>
          <a:p xmlns:a="http://schemas.openxmlformats.org/drawingml/2006/main">
            <a:r>
              <a:t/>
            </a:r>
          </a:p>
          <a:p xmlns:a="http://schemas.openxmlformats.org/drawingml/2006/main">
            <a:r>
              <a:t>Use the same evaluation observations and report the specified error metric with its units. Constant targets need special handling; this score alone does not prove usefulness.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Build on the preceding slide: Two error measures in Python (2/2).</a:t>
            </a:r>
          </a:p>
          <a:p xmlns:a="http://schemas.openxmlformats.org/drawingml/2006/main">
            <a:r>
              <a:t/>
            </a:r>
          </a:p>
          <a:p xmlns:a="http://schemas.openxmlformats.org/drawingml/2006/main">
            <a:r>
              <a:t>EXPLAIN IN ORDINARY WORDS</a:t>
            </a:r>
          </a:p>
          <a:p xmlns:a="http://schemas.openxmlformats.org/drawingml/2006/main">
            <a:r>
              <a:t>R-squared compares squared prediction errors with using the evaluation targets’ mean. One is perfect; zero matches that reference. A negative value is possible.</a:t>
            </a:r>
          </a:p>
          <a:p xmlns:a="http://schemas.openxmlformats.org/drawingml/2006/main">
            <a:r>
              <a:t/>
            </a:r>
          </a:p>
          <a:p xmlns:a="http://schemas.openxmlformats.org/drawingml/2006/main">
            <a:r>
              <a:t>CHECK AND EXPECTED ANSWER</a:t>
            </a:r>
          </a:p>
          <a:p xmlns:a="http://schemas.openxmlformats.org/drawingml/2006/main">
            <a:r>
              <a:t>Does R-squared=0.8 mean 80% of predictions are correct? No; it concerns variation and squared errors, not a count of correct answers.</a:t>
            </a:r>
          </a:p>
          <a:p xmlns:a="http://schemas.openxmlformats.org/drawingml/2006/main">
            <a:r>
              <a:t/>
            </a:r>
          </a:p>
          <a:p xmlns:a="http://schemas.openxmlformats.org/drawingml/2006/main">
            <a:r>
              <a:t>IF LEARNERS ARE STUCK</a:t>
            </a:r>
          </a:p>
          <a:p xmlns:a="http://schemas.openxmlformats.org/drawingml/2006/main">
            <a:r>
              <a:t>Compare errors against a mean predictor on the same evaluation rows. MAE remains useful for a result in physical units.</a:t>
            </a:r>
          </a:p>
          <a:p xmlns:a="http://schemas.openxmlformats.org/drawingml/2006/main">
            <a:r>
              <a:t/>
            </a:r>
          </a:p>
          <a:p xmlns:a="http://schemas.openxmlformats.org/drawingml/2006/main">
            <a:r>
              <a:t>NEXT</a:t>
            </a:r>
          </a:p>
          <a:p xmlns:a="http://schemas.openxmlformats.org/drawingml/2006/main">
            <a:r>
              <a:t>You are a prediction rule.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R² compares against a mean prediction. Explain why this example is needed before running it.</a:t>
            </a:r>
          </a:p>
          <a:p xmlns:a="http://schemas.openxmlformats.org/drawingml/2006/main">
            <a:r>
              <a:t/>
            </a:r>
          </a:p>
          <a:p xmlns:a="http://schemas.openxmlformats.org/drawingml/2006/main">
            <a:r>
              <a:t>EXPLAIN</a:t>
            </a:r>
          </a:p>
          <a:p xmlns:a="http://schemas.openxmlformats.org/drawingml/2006/main">
            <a:r>
              <a:t>Example: On paper compare actual [10, 20] with predictions [12, 16]. Find MAE and RMSE. Is MAE a plus/minus guarantee for each prediction?</a:t>
            </a:r>
          </a:p>
          <a:p xmlns:a="http://schemas.openxmlformats.org/drawingml/2006/main">
            <a:r>
              <a:t/>
            </a:r>
          </a:p>
          <a:p xmlns:a="http://schemas.openxmlformats.org/drawingml/2006/main">
            <a:r>
              <a:t>Answer: Absolute errors are 2 and 4: MAE 3. Squared errors 4 and 16: RMSE sqrt(10), about 3.162. MAE is an average, not an individual error bound.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Absolute errors are 2 and 4: MAE 3. Squared errors 4 and 16: RMSE sqrt(10), about 3.162. MAE is an average, not an individual error bound.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Absolute errors are 2 and 4: MAE 3. Squared errors 4 and 16: RMSE sqrt(10), about 3.162. MAE is an average, not an individual error bound.</a:t>
            </a:r>
          </a:p>
          <a:p xmlns:a="http://schemas.openxmlformats.org/drawingml/2006/main">
            <a:r>
              <a:t>Which step produced this result? What changes if one input changes?</a:t>
            </a:r>
          </a:p>
          <a:p xmlns:a="http://schemas.openxmlformats.org/drawingml/2006/main">
            <a:r>
              <a:t>CML3112   Week 8   45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W08 asks for baseline, linear and depth-4 tree prediction lists plus error metrics.</a:t>
            </a:r>
          </a:p>
          <a:p xmlns:a="http://schemas.openxmlformats.org/drawingml/2006/main">
            <a:r>
              <a:t/>
            </a:r>
          </a:p>
          <a:p xmlns:a="http://schemas.openxmlformats.org/drawingml/2006/main">
            <a:r>
              <a:t>Fit missing-value replacement on training data.</a:t>
            </a:r>
          </a:p>
          <a:p xmlns:a="http://schemas.openxmlformats.org/drawingml/2006/main">
            <a:r>
              <a:t/>
            </a:r>
          </a:p>
          <a:p xmlns:a="http://schemas.openxmlformats.org/drawingml/2006/main">
            <a:r>
              <a:t>A Pipeline joins preprocessing to the model.</a:t>
            </a:r>
          </a:p>
          <a:p xmlns:a="http://schemas.openxmlformats.org/drawingml/2006/main">
            <a:r>
              <a:t/>
            </a:r>
          </a:p>
          <a:p xmlns:a="http://schemas.openxmlformats.org/drawingml/2006/main">
            <a:r>
              <a:t>Only load_pct and ambient_c are predictors.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Keep observations from the same equipment in one partition.</a:t>
            </a:r>
          </a:p>
          <a:p xmlns:a="http://schemas.openxmlformats.org/drawingml/2006/main">
            <a:r>
              <a:t/>
            </a:r>
          </a:p>
          <a:p xmlns:a="http://schemas.openxmlformats.org/drawingml/2006/main">
            <a:r>
              <a:t>The written comparison supplies scenario values.</a:t>
            </a:r>
          </a:p>
          <a:p xmlns:a="http://schemas.openxmlformats.org/drawingml/2006/main">
            <a:r>
              <a:t/>
            </a:r>
          </a:p>
          <a:p xmlns:a="http://schemas.openxmlformats.org/drawingml/2006/main">
            <a:r>
              <a:t>Distinguish them from your own measured results.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Reading model outputs.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A score on training rows describes training fit.</a:t>
            </a:r>
          </a:p>
          <a:p xmlns:a="http://schemas.openxmlformats.org/drawingml/2006/main">
            <a:r>
              <a:t/>
            </a:r>
          </a:p>
          <a:p xmlns:a="http://schemas.openxmlformats.org/drawingml/2006/main">
            <a:r>
              <a:t>A feature table must preserve the training column names, order and units during prediction.</a:t>
            </a:r>
          </a:p>
          <a:p xmlns:a="http://schemas.openxmlformats.org/drawingml/2006/main">
            <a:r>
              <a:t/>
            </a:r>
          </a:p>
          <a:p xmlns:a="http://schemas.openxmlformats.org/drawingml/2006/main">
            <a:r>
              <a:t>A one-dimensional list may have the wrong shape for a model expecting rows and columns.</a:t>
            </a:r>
          </a:p>
          <a:p xmlns:a="http://schemas.openxmlformats.org/drawingml/2006/main">
            <a:r>
              <a:t/>
            </a:r>
          </a:p>
          <a:p xmlns:a="http://schemas.openxmlformats.org/drawingml/2006/main">
            <a:r>
              <a:t>A predicted-versus-actual plot uses the diagonal as perfect agreement; a pattern is not proof of causation.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Reading model outputs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model outputs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Build on Reading model outputs. Explain why this example is needed before running it.</a:t>
            </a:r>
          </a:p>
          <a:p xmlns:a="http://schemas.openxmlformats.org/drawingml/2006/main">
            <a:r>
              <a:t/>
            </a:r>
          </a:p>
          <a:p xmlns:a="http://schemas.openxmlformats.org/drawingml/2006/main">
            <a:r>
              <a:t>EXPLAIN</a:t>
            </a:r>
          </a:p>
          <a:p xmlns:a="http://schemas.openxmlformats.org/drawingml/2006/main">
            <a:r>
              <a:t>Judge MAE against the baseline and the decision’s acceptable error.</a:t>
            </a:r>
          </a:p>
          <a:p xmlns:a="http://schemas.openxmlformats.org/drawingml/2006/main">
            <a:r>
              <a:t/>
            </a:r>
          </a:p>
          <a:p xmlns:a="http://schemas.openxmlformats.org/drawingml/2006/main">
            <a:r>
              <a:t>R² is not an accuracy percentage.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Build on the preceding slide: Reading model outputs.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Reading model outputs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Reading model outputs continued.</a:t>
            </a:r>
          </a:p>
          <a:p xmlns:a="http://schemas.openxmlformats.org/drawingml/2006/main">
            <a:r>
              <a:t/>
            </a:r>
          </a:p>
          <a:p xmlns:a="http://schemas.openxmlformats.org/drawingml/2006/main">
            <a:r>
              <a:t>LECTURER CUE</a:t>
            </a:r>
          </a:p>
          <a:p xmlns:a="http://schemas.openxmlformats.org/drawingml/2006/main">
            <a:r>
              <a:t>Investigate building cooling load. Target units: kW.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predict_regression(training_records, 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predict_regression(training_records, 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IUEA_Teaching_Plan/assessment_banks/W08/CML3112/A/TASKS.md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regression_errors(actual, predicted).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regression_errors(actual, predicted).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predict_regression(training_records, 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the preceding slide: predict_regression(training_records, feature_records).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IUEA_Teaching_Plan/assessment_banks/W08/CML3112/A/TASKS.md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regression_errors(actual, predicted).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regression_errors(actual, predicted).</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Regression and baseline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Regression and baseline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27 Oct 2026, 11:00 Kampala</a:t>
            </a:r>
          </a:p>
          <a:p xmlns:a="http://schemas.openxmlformats.org/drawingml/2006/main">
            <a:r>
              <a:t/>
            </a:r>
          </a:p>
          <a:p xmlns:a="http://schemas.openxmlformats.org/drawingml/2006/main">
            <a:r>
              <a:t>Deadline: 03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Data analysis project.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Build on Regression and baseline submission.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Build on the preceding slide: Regression and baseline submission.</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Individual contribution log (5.0 total): Present, specific, and consistent with the repository's commit history.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CML3112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06 Oct 2026, 11:00 Kampala</a:t>
            </a:r>
          </a:p>
          <a:p xmlns:a="http://schemas.openxmlformats.org/drawingml/2006/main">
            <a:r>
              <a:t/>
            </a:r>
          </a:p>
          <a:p xmlns:a="http://schemas.openxmlformats.org/drawingml/2006/main">
            <a:r>
              <a:t>Deadline: 27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Week 8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8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Build on Data analysis project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Build on the preceding slide: Data analysis project submission.</a:t>
            </a:r>
          </a:p>
          <a:p xmlns:a="http://schemas.openxmlformats.org/drawingml/2006/main">
            <a:r>
              <a:t/>
            </a:r>
          </a:p>
          <a:p xmlns:a="http://schemas.openxmlformats.org/drawingml/2006/main">
            <a:r>
              <a:t>LECTURER CUE</a:t>
            </a:r>
          </a:p>
          <a:p xmlns:a="http://schemas.openxmlformats.org/drawingml/2006/main">
            <a:r>
              <a:t>Activate the matching open_W8_CML3112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8 quiz. Explain why this example is needed before running it.</a:t>
            </a:r>
          </a:p>
          <a:p xmlns:a="http://schemas.openxmlformats.org/drawingml/2006/main">
            <a:r>
              <a:t/>
            </a:r>
          </a:p>
          <a:p xmlns:a="http://schemas.openxmlformats.org/drawingml/2006/main">
            <a:r>
              <a:t>EXPLAIN</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8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Draw an actual value and a prediction, then identify their difference.</a:t>
            </a:r>
          </a:p>
          <a:p xmlns:a="http://schemas.openxmlformats.org/drawingml/2006/main">
            <a:r>
              <a:t>Preview before class and stop after the selected short excerpt. If playback fails, teach the worked example. Video is optional. Source: https://www.youtube.com/watch?v=aFDOzpTeg0s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baf93f3e35c4e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e98a6f665aa4ac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bb489f0316547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9dd06746d014f8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81ad01260b94bd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3e6de1a5d714d4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FE003E5-6B70-4B49-9A56-7086D5CC7B5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CB905C9-4FED-4B32-A290-EEF70EB11496}"/>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3A451217-C79B-40E5-8D64-55B4BB97557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063E69D6-5E6F-4495-A308-9D40AB7F5E0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6D63431-B09F-42C8-BD22-7F45AC9E1C3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0DCE7F7-0788-4DDC-9FEF-DF8A4FCB298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CC1453F-9FDB-4089-AD67-9A823FDB4D0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D2B1759-3A39-4E85-9EC8-D44623F202B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E34AA78C-AF48-4649-8584-AB44F2B6B01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F8CD748-647B-4411-A7C3-74B7C901CF0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3CEA15F-432B-448F-ABCF-DEAB5EE720A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E119681B-B884-4395-B889-DF4FBB6B32E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EFF625A-37F9-46F4-A754-2F3D308D874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B8EE8D5-2346-4AC3-97BB-FA4B0B0D18F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77916C3-9593-4FFD-96AB-D01AFB115C9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047a53643c4436" /><Relationship Type="http://schemas.openxmlformats.org/officeDocument/2006/relationships/slideLayout" Target="/ppt/slideLayouts/slideLayout1.xml" Id="R0483676072094980" /><Relationship Type="http://schemas.openxmlformats.org/officeDocument/2006/relationships/slideLayout" Target="/ppt/slideLayouts/slideLayout2.xml" Id="R9bad0e58ade5496d" /><Relationship Type="http://schemas.openxmlformats.org/officeDocument/2006/relationships/slideLayout" Target="/ppt/slideLayouts/slideLayout3.xml" Id="Rd2948613a0be427b" /><Relationship Type="http://schemas.openxmlformats.org/officeDocument/2006/relationships/slideLayout" Target="/ppt/slideLayouts/slideLayout4.xml" Id="Re568e3f7dde2434f" /><Relationship Type="http://schemas.openxmlformats.org/officeDocument/2006/relationships/slideLayout" Target="/ppt/slideLayouts/slideLayout5.xml" Id="Re979943bbebc49b9" /><Relationship Type="http://schemas.openxmlformats.org/officeDocument/2006/relationships/slideLayout" Target="/ppt/slideLayouts/slideLayout6.xml" Id="R3faa14bf43d24a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83676072094980"/>
    <p:sldLayoutId xmlns:r="http://schemas.openxmlformats.org/officeDocument/2006/relationships" id="2147483650" r:id="R9bad0e58ade5496d"/>
    <p:sldLayoutId xmlns:r="http://schemas.openxmlformats.org/officeDocument/2006/relationships" id="2147483651" r:id="Rd2948613a0be427b"/>
    <p:sldLayoutId xmlns:r="http://schemas.openxmlformats.org/officeDocument/2006/relationships" id="2147483652" r:id="Re568e3f7dde2434f"/>
    <p:sldLayoutId xmlns:r="http://schemas.openxmlformats.org/officeDocument/2006/relationships" id="2147483653" r:id="Re979943bbebc49b9"/>
    <p:sldLayoutId xmlns:r="http://schemas.openxmlformats.org/officeDocument/2006/relationships" id="2147483654" r:id="R3faa14bf43d24a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cd9bf008c8e4eac" /><Relationship Type="http://schemas.openxmlformats.org/officeDocument/2006/relationships/image" Target="/ppt/media/image.png" Id="R60142d384e684cef" /><Relationship Type="http://schemas.openxmlformats.org/officeDocument/2006/relationships/notesSlide" Target="/ppt/notesSlides/notesSlide1.xml" Id="R905f49b02495414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c4d3293c0ef47fd" /><Relationship Type="http://schemas.openxmlformats.org/officeDocument/2006/relationships/notesSlide" Target="/ppt/notesSlides/notesSlide2.xml" Id="R825bc8b4f79f43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05faf7c50e84e0a" /><Relationship Type="http://schemas.openxmlformats.org/officeDocument/2006/relationships/notesSlide" Target="/ppt/notesSlides/notesSlide3.xml" Id="R7e712ef1d964485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2b5bf641784eb3" /><Relationship Type="http://schemas.openxmlformats.org/officeDocument/2006/relationships/notesSlide" Target="/ppt/notesSlides/notesSlide4.xml" Id="R5ac3cb13cee342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8ef1f82599d41b9" /><Relationship Type="http://schemas.openxmlformats.org/officeDocument/2006/relationships/notesSlide" Target="/ppt/notesSlides/notesSlide5.xml" Id="Ra989018aa02846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054e6dfecdf4844" /><Relationship Type="http://schemas.openxmlformats.org/officeDocument/2006/relationships/notesSlide" Target="/ppt/notesSlides/notesSlide6.xml" Id="Rfdaf3db2f3b845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df1c803b95748e2" /><Relationship Type="http://schemas.openxmlformats.org/officeDocument/2006/relationships/notesSlide" Target="/ppt/notesSlides/notesSlide7.xml" Id="R3db1cebf955345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522a638a6ef46a4" /><Relationship Type="http://schemas.openxmlformats.org/officeDocument/2006/relationships/notesSlide" Target="/ppt/notesSlides/notesSlide8.xml" Id="R4491761157e94bf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0bf2e2eabe24d9f" /><Relationship Type="http://schemas.openxmlformats.org/officeDocument/2006/relationships/notesSlide" Target="/ppt/notesSlides/notesSlide9.xml" Id="R211d4506a25744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6dd1b3c29d8434a" /><Relationship Type="http://schemas.openxmlformats.org/officeDocument/2006/relationships/notesSlide" Target="/ppt/notesSlides/notesSlide10.xml" Id="R1fd2e969126c41e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efbd160c25647c7" /><Relationship Type="http://schemas.openxmlformats.org/officeDocument/2006/relationships/notesSlide" Target="/ppt/notesSlides/notesSlide11.xml" Id="R6c9bb8cdeb614d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e8a7aa8f5f042e3" /><Relationship Type="http://schemas.openxmlformats.org/officeDocument/2006/relationships/image" Target="/ppt/media/image2.png" Id="R5acb6c648d9f4b4b" /><Relationship Type="http://schemas.openxmlformats.org/officeDocument/2006/relationships/notesSlide" Target="/ppt/notesSlides/notesSlide12.xml" Id="R7e7770f4ca7f45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ca1e108eae14de6" /><Relationship Type="http://schemas.openxmlformats.org/officeDocument/2006/relationships/notesSlide" Target="/ppt/notesSlides/notesSlide13.xml" Id="Re35b7ac40eba40b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a0d1510aac3453e" /><Relationship Type="http://schemas.openxmlformats.org/officeDocument/2006/relationships/notesSlide" Target="/ppt/notesSlides/notesSlide14.xml" Id="R89968e42b5234eb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894c08bbbff4ba2" /><Relationship Type="http://schemas.openxmlformats.org/officeDocument/2006/relationships/notesSlide" Target="/ppt/notesSlides/notesSlide15.xml" Id="R94056db4d983436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003a3d6d21d42cc" /><Relationship Type="http://schemas.openxmlformats.org/officeDocument/2006/relationships/notesSlide" Target="/ppt/notesSlides/notesSlide16.xml" Id="R48ac9a3ce8d444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b045d79a6cc4da7" /><Relationship Type="http://schemas.openxmlformats.org/officeDocument/2006/relationships/notesSlide" Target="/ppt/notesSlides/notesSlide17.xml" Id="Ra1be79de0dba423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d80d66c9f0a4f58" /><Relationship Type="http://schemas.openxmlformats.org/officeDocument/2006/relationships/notesSlide" Target="/ppt/notesSlides/notesSlide18.xml" Id="Ra53586f047f944c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5241c331061486c" /><Relationship Type="http://schemas.openxmlformats.org/officeDocument/2006/relationships/notesSlide" Target="/ppt/notesSlides/notesSlide19.xml" Id="R4f9510fd0d7c4ae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cda7825eed54019" /><Relationship Type="http://schemas.openxmlformats.org/officeDocument/2006/relationships/notesSlide" Target="/ppt/notesSlides/notesSlide20.xml" Id="R147b9c70b3fa482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e526b97687e4978" /><Relationship Type="http://schemas.openxmlformats.org/officeDocument/2006/relationships/notesSlide" Target="/ppt/notesSlides/notesSlide21.xml" Id="R81e25384b548418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c36cb35590347a0" /><Relationship Type="http://schemas.openxmlformats.org/officeDocument/2006/relationships/notesSlide" Target="/ppt/notesSlides/notesSlide22.xml" Id="R485ef79f4db34cd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4e6cdaaaad47e1" /><Relationship Type="http://schemas.openxmlformats.org/officeDocument/2006/relationships/notesSlide" Target="/ppt/notesSlides/notesSlide23.xml" Id="Rb99c60596e2d438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8db0a6fb9944d28" /><Relationship Type="http://schemas.openxmlformats.org/officeDocument/2006/relationships/notesSlide" Target="/ppt/notesSlides/notesSlide24.xml" Id="R3ea2d6e8b41b451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067f416f4524d6f" /><Relationship Type="http://schemas.openxmlformats.org/officeDocument/2006/relationships/notesSlide" Target="/ppt/notesSlides/notesSlide25.xml" Id="Rf793a944f7dc444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221ff7af4a14682" /><Relationship Type="http://schemas.openxmlformats.org/officeDocument/2006/relationships/notesSlide" Target="/ppt/notesSlides/notesSlide26.xml" Id="Reb1d8f5f8995404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f792f3ba1084791" /><Relationship Type="http://schemas.openxmlformats.org/officeDocument/2006/relationships/notesSlide" Target="/ppt/notesSlides/notesSlide27.xml" Id="R0a7df85931cc470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99065bd628c47b9" /><Relationship Type="http://schemas.openxmlformats.org/officeDocument/2006/relationships/notesSlide" Target="/ppt/notesSlides/notesSlide28.xml" Id="R4edec7bccd4249b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41eaaa7b9ff4fb2" /><Relationship Type="http://schemas.openxmlformats.org/officeDocument/2006/relationships/notesSlide" Target="/ppt/notesSlides/notesSlide29.xml" Id="Ra34653525c5f43e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38085eb17d54858" /><Relationship Type="http://schemas.openxmlformats.org/officeDocument/2006/relationships/notesSlide" Target="/ppt/notesSlides/notesSlide30.xml" Id="Ra8dd929ba77a4b4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d663f51faaf4847" /><Relationship Type="http://schemas.openxmlformats.org/officeDocument/2006/relationships/notesSlide" Target="/ppt/notesSlides/notesSlide31.xml" Id="R31c056a9b0b0496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b9537b3df4f4748" /><Relationship Type="http://schemas.openxmlformats.org/officeDocument/2006/relationships/notesSlide" Target="/ppt/notesSlides/notesSlide32.xml" Id="R4994b573f2f4475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c4a6c67824d47f7" /><Relationship Type="http://schemas.openxmlformats.org/officeDocument/2006/relationships/notesSlide" Target="/ppt/notesSlides/notesSlide33.xml" Id="Raac810c2cfc2494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ac637b1aad9460f" /><Relationship Type="http://schemas.openxmlformats.org/officeDocument/2006/relationships/notesSlide" Target="/ppt/notesSlides/notesSlide34.xml" Id="Rd4aba13063d4491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ef23e6e5fb140e8" /><Relationship Type="http://schemas.openxmlformats.org/officeDocument/2006/relationships/notesSlide" Target="/ppt/notesSlides/notesSlide35.xml" Id="R8546a5ac118b40c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52d3a7ed81545f4" /><Relationship Type="http://schemas.openxmlformats.org/officeDocument/2006/relationships/notesSlide" Target="/ppt/notesSlides/notesSlide36.xml" Id="R13c833051be04e1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2f7465b35e64c5b" /><Relationship Type="http://schemas.openxmlformats.org/officeDocument/2006/relationships/notesSlide" Target="/ppt/notesSlides/notesSlide37.xml" Id="Rf8be8483d817473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f90671debdb4d24" /><Relationship Type="http://schemas.openxmlformats.org/officeDocument/2006/relationships/notesSlide" Target="/ppt/notesSlides/notesSlide38.xml" Id="Rc2d45b4b60b9430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6e8284e0ac8408e" /><Relationship Type="http://schemas.openxmlformats.org/officeDocument/2006/relationships/notesSlide" Target="/ppt/notesSlides/notesSlide39.xml" Id="R9d125d565c1741e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8fbe1d3d7144ae8" /><Relationship Type="http://schemas.openxmlformats.org/officeDocument/2006/relationships/notesSlide" Target="/ppt/notesSlides/notesSlide40.xml" Id="Rb4e4559309304f0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1decb6bd06647d2" /><Relationship Type="http://schemas.openxmlformats.org/officeDocument/2006/relationships/notesSlide" Target="/ppt/notesSlides/notesSlide41.xml" Id="R4d9915ca5136471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919a2c6b778443f" /><Relationship Type="http://schemas.openxmlformats.org/officeDocument/2006/relationships/notesSlide" Target="/ppt/notesSlides/notesSlide42.xml" Id="R19da6c1f562d444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8e4478f80924559" /><Relationship Type="http://schemas.openxmlformats.org/officeDocument/2006/relationships/notesSlide" Target="/ppt/notesSlides/notesSlide43.xml" Id="Rbeeea1db7add451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5ca39234548a43e2" /><Relationship Type="http://schemas.openxmlformats.org/officeDocument/2006/relationships/notesSlide" Target="/ppt/notesSlides/notesSlide44.xml" Id="R79c1a937982c449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9e9008300fb4de3" /><Relationship Type="http://schemas.openxmlformats.org/officeDocument/2006/relationships/notesSlide" Target="/ppt/notesSlides/notesSlide45.xml" Id="Rf358291964234d3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ccff121afb54621" /><Relationship Type="http://schemas.openxmlformats.org/officeDocument/2006/relationships/notesSlide" Target="/ppt/notesSlides/notesSlide46.xml" Id="R489a4c98e23f450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d56bae17fc7485c" /><Relationship Type="http://schemas.openxmlformats.org/officeDocument/2006/relationships/notesSlide" Target="/ppt/notesSlides/notesSlide47.xml" Id="R262a6eca2a274fe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3a70257636041e4" /><Relationship Type="http://schemas.openxmlformats.org/officeDocument/2006/relationships/notesSlide" Target="/ppt/notesSlides/notesSlide48.xml" Id="R5d44d80f28cc442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41b89168d931466b" /><Relationship Type="http://schemas.openxmlformats.org/officeDocument/2006/relationships/notesSlide" Target="/ppt/notesSlides/notesSlide49.xml" Id="R43e18d842063495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b09e9b0592d4dd3" /><Relationship Type="http://schemas.openxmlformats.org/officeDocument/2006/relationships/notesSlide" Target="/ppt/notesSlides/notesSlide50.xml" Id="Rc635c1693c57428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809b304e903f4544" /><Relationship Type="http://schemas.openxmlformats.org/officeDocument/2006/relationships/notesSlide" Target="/ppt/notesSlides/notesSlide51.xml" Id="R7b070782f5cf4bb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f678996b8162441e" /><Relationship Type="http://schemas.openxmlformats.org/officeDocument/2006/relationships/notesSlide" Target="/ppt/notesSlides/notesSlide52.xml" Id="R99d12fbb03b8438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a9826e42ade4fba" /><Relationship Type="http://schemas.openxmlformats.org/officeDocument/2006/relationships/hyperlink" Target="https://docs.google.com/forms/d/e/1FAIpQLSfOpt4U_rhJrjlYCp6pyzm9ygu2vN5EwO9yeAiJaUKy-kJKoA/viewform" TargetMode="External" Id="Rbb4781d00d0d47f9" /><Relationship Type="http://schemas.openxmlformats.org/officeDocument/2006/relationships/notesSlide" Target="/ppt/notesSlides/notesSlide53.xml" Id="Rb432c584744140a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abf1f82eafcd4622" /><Relationship Type="http://schemas.openxmlformats.org/officeDocument/2006/relationships/notesSlide" Target="/ppt/notesSlides/notesSlide54.xml" Id="R85a09033dd34438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414fdab8df3f4890" /><Relationship Type="http://schemas.openxmlformats.org/officeDocument/2006/relationships/notesSlide" Target="/ppt/notesSlides/notesSlide55.xml" Id="Rebe4f78570f348f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abb27d31bb1453c" /><Relationship Type="http://schemas.openxmlformats.org/officeDocument/2006/relationships/notesSlide" Target="/ppt/notesSlides/notesSlide56.xml" Id="R27391bc22392437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b5c87f2da9f7435b" /><Relationship Type="http://schemas.openxmlformats.org/officeDocument/2006/relationships/notesSlide" Target="/ppt/notesSlides/notesSlide57.xml" Id="R41482bb075f844a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4764cf4582d440d7" /><Relationship Type="http://schemas.openxmlformats.org/officeDocument/2006/relationships/notesSlide" Target="/ppt/notesSlides/notesSlide58.xml" Id="R6fbaec1896d749a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c00c5da37604ae6" /><Relationship Type="http://schemas.openxmlformats.org/officeDocument/2006/relationships/hyperlink" Target="https://docs.google.com/forms/d/e/1FAIpQLScBWq6-FVmuDHGDXqQzURw8zP6C0I8H_GnhD7sinBspayooCA/viewform" TargetMode="External" Id="R3e8c3cdacdc1439a" /><Relationship Type="http://schemas.openxmlformats.org/officeDocument/2006/relationships/notesSlide" Target="/ppt/notesSlides/notesSlide59.xml" Id="Rd508b56d49a2461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2a92a0c79f74364" /><Relationship Type="http://schemas.openxmlformats.org/officeDocument/2006/relationships/image" Target="/ppt/media/image3.png" Id="R0d7458646bcf42cd" /><Relationship Type="http://schemas.openxmlformats.org/officeDocument/2006/relationships/hyperlink" Target="https://forms.gle/MKAfeSE9NfRziGebA" TargetMode="External" Id="R5e6da17f241f4320" /><Relationship Type="http://schemas.openxmlformats.org/officeDocument/2006/relationships/notesSlide" Target="/ppt/notesSlides/notesSlide60.xml" Id="R31cad7d9010740c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1bc938d9e81e4a20" /><Relationship Type="http://schemas.openxmlformats.org/officeDocument/2006/relationships/notesSlide" Target="/ppt/notesSlides/notesSlide61.xml" Id="Rd8519979489d44e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c7386fe635a34596" /><Relationship Type="http://schemas.openxmlformats.org/officeDocument/2006/relationships/hyperlink" Target="https://www.youtube.com/watch?v=aFDOzpTeg0s" TargetMode="External" Id="Rc5d2d6144d8e4f7f" /><Relationship Type="http://schemas.openxmlformats.org/officeDocument/2006/relationships/notesSlide" Target="/ppt/notesSlides/notesSlide62.xml" Id="Rfd41bc09f360427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0142d384e684ce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5E30FA-2863-44A1-9C42-8003C9DDC63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8239198-64A4-4337-A16B-14CB29A46EE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8</a:t>
            </a:r>
          </a:p>
        </p:txBody>
      </p:sp>
      <p:sp>
        <p:nvSpPr>
          <p:cNvPr id="4" name="">
            <a:extLst xmlns:a="http://schemas.openxmlformats.org/drawingml/2006/main">
              <a:ext uri="{FF2B5EF4-FFF2-40B4-BE49-F238E27FC236}">
                <a16:creationId xmlns:a16="http://schemas.microsoft.com/office/drawing/2014/main" id="{2DB57C6E-167B-4D3E-B703-C5CA4E647142}"/>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EBECCBF0-6D30-4E5A-8124-A3869B6BD1D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FB36A699-BE03-4F71-A0DC-6E8D9D98DCC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27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283276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6E60D2-5B58-419B-B56C-F134E83B69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CE88D8-0891-4D7B-ACD4-2904AA9162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7E22D3C-105C-453A-B9B6-75AA0338D1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AE29DC9-E238-4F43-9A03-37156274EE7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50E79F-565D-47CF-8CAC-5B0EA28CD840}"/>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4E3F863-259E-4818-A9E3-BF65D5571FA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6E6064DB-A119-4021-BA56-B7577C11BA1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782179A-8418-45F6-8F30-246FD671FD2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B8295CE1-60D4-4BCC-8DC6-52706D835A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a:t>
            </a:r>
          </a:p>
        </p:txBody>
      </p:sp>
    </p:spTree>
    <p:extLst>
      <p:ext uri="{BB962C8B-B14F-4D97-AF65-F5344CB8AC3E}">
        <p14:creationId xmlns:p14="http://schemas.microsoft.com/office/powerpoint/2010/main" val="171249206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60E1FE-3B72-4ADF-8EBC-C42A30FF03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83987F-CFCF-4C32-B86E-C6308E887A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D828FC-40E1-43B2-87BB-3709252B72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D70D1705-0A49-4822-B365-502311ECD90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ED603B-BDDA-4385-BD32-5A72976D26A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51FDA6D6-BA2D-406A-9775-30DABF17A09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99AEE608-8B40-43AC-A5CA-D633B201D0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a:t>
            </a:r>
          </a:p>
        </p:txBody>
      </p:sp>
    </p:spTree>
    <p:extLst>
      <p:ext uri="{BB962C8B-B14F-4D97-AF65-F5344CB8AC3E}">
        <p14:creationId xmlns:p14="http://schemas.microsoft.com/office/powerpoint/2010/main" val="19355310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453798-35F6-4A83-8A9C-B9775FECB9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8C2D47-AD02-4FC7-A237-AF0ED41B8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F52D9B-C51A-4126-AE60-23FD036EC1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8B1FB3F9-CDE4-4F4B-A339-B5E5AF0B7C7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36DB07-4253-4E02-9453-0C3D21F0C3A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xmlns:a="http://schemas.openxmlformats.org/drawingml/2006/main">
              <a:ext uri="{FF2B5EF4-FFF2-40B4-BE49-F238E27FC236}">
                <a16:creationId xmlns:a16="http://schemas.microsoft.com/office/drawing/2014/main" id="{5FAEF6B3-2A56-42A9-95A3-38F186C06D2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small invented data explain the code; they do not establish real-world accuracy.</a:t>
            </a:r>
          </a:p>
        </p:txBody>
      </p:sp>
      <p:sp>
        <p:nvSpPr>
          <p:cNvPr id="7" name="">
            <a:extLst xmlns:a="http://schemas.openxmlformats.org/drawingml/2006/main">
              <a:ext uri="{FF2B5EF4-FFF2-40B4-BE49-F238E27FC236}">
                <a16:creationId xmlns:a16="http://schemas.microsoft.com/office/drawing/2014/main" id="{12507C49-7564-44CE-B167-5D852BC974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a:t>
            </a:r>
          </a:p>
        </p:txBody>
      </p:sp>
    </p:spTree>
    <p:extLst>
      <p:ext uri="{BB962C8B-B14F-4D97-AF65-F5344CB8AC3E}">
        <p14:creationId xmlns:p14="http://schemas.microsoft.com/office/powerpoint/2010/main" val="14584183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6AF860-8919-41E5-AF6E-BAA61CABF5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13AE37-26CA-4EF8-8213-150BED38CB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76141F-356C-4E25-A0C7-3E6F2E35A4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AF20263A-C446-4726-8A5A-08359D49C6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0BC9AF-ABDF-4503-B27E-5013E48C95F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94A7ABDC-4990-4DF8-9890-D7F111E77EF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A337FB-FA1D-491C-BF7A-B7BBDDBA3EF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666C6761-C10F-45A8-919F-3A503D8D901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B41639-D904-445F-B2CD-DBAE6FE7CAA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14968EB8-9CE0-41F9-8E82-15AD1D729CE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DD192B-1613-45E0-BF4E-CE9D32197BD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D69BDD6F-7ECA-47F4-A4D0-F841A8842E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a:t>
            </a:r>
          </a:p>
        </p:txBody>
      </p:sp>
    </p:spTree>
    <p:extLst>
      <p:ext uri="{BB962C8B-B14F-4D97-AF65-F5344CB8AC3E}">
        <p14:creationId xmlns:p14="http://schemas.microsoft.com/office/powerpoint/2010/main" val="10742271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7367DB-D28E-4703-AA10-8EA63DA3EE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528A89-A1E2-4FC9-A403-A5095FB8BB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B98A0EA-AA98-480B-9C09-474C8A5102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EEA70544-A83C-4FA5-8247-62AA17F709E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6E79C0-D3A5-4750-BA93-9D4726BBD1E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8EE18FBF-488E-4A10-A388-6A6927C0BD8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274A522B-2D8D-47F8-8E8A-71D7D370A70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81F9F2-F1E6-4730-AE53-4172F79FB0C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9E1B2C52-3BD6-4301-B090-73A47E23BA6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A1112A4C-3A35-4F4B-8AEB-06A7ED8A6F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a:t>
            </a:r>
          </a:p>
        </p:txBody>
      </p:sp>
    </p:spTree>
    <p:extLst>
      <p:ext uri="{BB962C8B-B14F-4D97-AF65-F5344CB8AC3E}">
        <p14:creationId xmlns:p14="http://schemas.microsoft.com/office/powerpoint/2010/main" val="46688079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94BE3D-217D-4F77-B411-DD78EF331C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CC36A0-7080-4245-826B-0CE0946BB1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78FF42F-8E30-4A85-AA0F-9B046C522E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22D9AFD2-8D77-438B-B5F5-5C01FEE478B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8C7C18-B69F-42FE-8018-5FD3AC3D8E2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4B6FE9EF-A804-46CF-8345-CD3892933C2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AD5CCC71-8B0C-42DE-8DF1-2CED2FFD32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a:t>
            </a:r>
          </a:p>
        </p:txBody>
      </p:sp>
    </p:spTree>
    <p:extLst>
      <p:ext uri="{BB962C8B-B14F-4D97-AF65-F5344CB8AC3E}">
        <p14:creationId xmlns:p14="http://schemas.microsoft.com/office/powerpoint/2010/main" val="134242331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E3046A-468C-4BDC-A251-DE99329045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19A3B1-F47C-428C-8D8B-1AE50C13D6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AB61641-DA51-44CC-9FEC-C20AAC7C80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89B28F7F-B436-4414-9C55-72926C7EC9E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01F20E-6834-4265-9173-43CF5531D9B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E703A67F-F4DE-4D7A-BE08-755CBD4825C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48018525-11EC-43DA-83C7-B60557C2C5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8</a:t>
            </a:r>
          </a:p>
        </p:txBody>
      </p:sp>
    </p:spTree>
    <p:extLst>
      <p:ext uri="{BB962C8B-B14F-4D97-AF65-F5344CB8AC3E}">
        <p14:creationId xmlns:p14="http://schemas.microsoft.com/office/powerpoint/2010/main" val="18037873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5E766D-D6C6-436D-B5F3-79AE7F2213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187280-C2F0-47E2-B1E5-037022E3B4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88DDBB-F91B-4C1C-9335-3D7F76ED91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1F1FA4ED-9B0A-4793-91C1-F9A45C17D7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A1C0C2-1C8A-4B9B-B244-F3DA32D94EB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AB252C3A-D0ED-4A49-853D-441B0A09AF0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349678-BA8B-4571-9D2F-58E69B21519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5114440D-1E1B-464F-8FA3-1FDA0FA9EC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1F9BB0-84C1-4694-A056-EABE7D99D8C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05DD9A62-2A77-4758-92D3-1945EB4D5E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9</a:t>
            </a:r>
          </a:p>
        </p:txBody>
      </p:sp>
    </p:spTree>
    <p:extLst>
      <p:ext uri="{BB962C8B-B14F-4D97-AF65-F5344CB8AC3E}">
        <p14:creationId xmlns:p14="http://schemas.microsoft.com/office/powerpoint/2010/main" val="130787018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6CB8E95-134F-4810-8BD1-E3A3A275F2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321B5B-B1F1-4992-8D03-F27CA602EA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1EFCB7E-C6A6-4CE6-BAD7-0E6E91F665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F3E29C4-A5C9-4800-9250-A3AAA3D6B8A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C7875961-ABCC-45FC-98C9-F68664A75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10</a:t>
            </a:r>
          </a:p>
        </p:txBody>
      </p:sp>
    </p:spTree>
    <p:extLst>
      <p:ext uri="{BB962C8B-B14F-4D97-AF65-F5344CB8AC3E}">
        <p14:creationId xmlns:p14="http://schemas.microsoft.com/office/powerpoint/2010/main" val="61165952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EFB77B-FEC4-4ECC-9FA8-73F06B6C4D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DCD8D2-9351-4835-AF3D-A838FDFF89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A18C4E-64FB-4DB2-BB01-A7002652F3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157C4BD0-50C9-4BF1-9A42-33A7E299424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D68B42-A69D-4E5D-A1F8-2DEB76D2BF9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DFEDEFAC-0666-4D83-A890-DE3EC0BDD45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13DBDD-9768-4027-9DA2-F714BFD69BD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45736BE3-EC79-4665-B2E8-ED83A1DAD5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BC077D-11BD-4FA0-AD17-08CD347CDB3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3716FD00-C9CD-4DD3-9179-D6A7B0676C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11</a:t>
            </a:r>
          </a:p>
        </p:txBody>
      </p:sp>
    </p:spTree>
    <p:extLst>
      <p:ext uri="{BB962C8B-B14F-4D97-AF65-F5344CB8AC3E}">
        <p14:creationId xmlns:p14="http://schemas.microsoft.com/office/powerpoint/2010/main" val="157729316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1AFD76-7A8D-4117-B87D-0F998F42560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903C8C-0C2D-4515-83AF-B684F34E4F7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acb6c648d9f4b4b"/>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2B7F11A-9A86-4758-A1AC-441B0DAA8B3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05FF65-B3AA-4C2C-9BC8-DFD270DF5E7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F69B8578-1C42-4CFE-82F1-8E3DF7586B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12</a:t>
            </a:r>
          </a:p>
        </p:txBody>
      </p:sp>
    </p:spTree>
    <p:extLst>
      <p:ext uri="{BB962C8B-B14F-4D97-AF65-F5344CB8AC3E}">
        <p14:creationId xmlns:p14="http://schemas.microsoft.com/office/powerpoint/2010/main" val="27310766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8BD65C-3B59-44B8-9742-A37927A62F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87442F-5508-428E-9E67-C7413BA3D3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B3DBE2-0052-417C-9B42-ECF485C98D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2B6E3A98-CFA9-4855-ADE1-002905CE95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CCBC9F-2632-43D7-BB63-3E1A3CA1493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0F163661-961B-489A-9552-9049AAB9441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234D3E-9CE9-41FA-9994-868DAFDC92F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BAC158B2-C9BF-43BA-9CEE-E51C82C3C94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F52E56-4172-454A-A43C-6E20A2D1EF6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960FFCFC-703C-4860-8E2A-BAB5993B5D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13</a:t>
            </a:r>
          </a:p>
        </p:txBody>
      </p:sp>
    </p:spTree>
    <p:extLst>
      <p:ext uri="{BB962C8B-B14F-4D97-AF65-F5344CB8AC3E}">
        <p14:creationId xmlns:p14="http://schemas.microsoft.com/office/powerpoint/2010/main" val="164472175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0F3069-C786-485B-A3EE-45C254DEBA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B66CB5-4707-421B-91A6-C7E70AA280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2C5851-9C21-4993-B938-1D71E6887D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D0A4918B-64F6-46B6-8D6C-99826E958A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AC5BEA-CA1A-4CE9-8EEE-AABC643D9FB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7B41B4CE-90D5-4ACE-A768-CA7A0C1FF7D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6762C1-944F-4EE5-8D9C-4192660678F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864E09F4-C1DD-462D-A055-A9F5C94014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098602-A74A-4A26-9AA0-ECE469A1EC4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33C9390F-8EE7-45D6-AF1E-662EF3143E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14</a:t>
            </a:r>
          </a:p>
        </p:txBody>
      </p:sp>
    </p:spTree>
    <p:extLst>
      <p:ext uri="{BB962C8B-B14F-4D97-AF65-F5344CB8AC3E}">
        <p14:creationId xmlns:p14="http://schemas.microsoft.com/office/powerpoint/2010/main" val="4431638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C31747-8AF6-4AE2-A413-22A753B201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432C3A-04FD-4254-8114-F584BD729C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42486E2-FDC4-4B50-B6D8-611010065C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11F43CA0-F764-493F-8A04-8D9521A7A83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E12DC0-8CE9-46FC-A962-5E88380C1AE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BBA5FCDA-F01A-4FD5-A426-30B4466CF16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46698D54-1199-43E2-BCFC-D876B680FC8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8BDE2B-D4C5-4740-B55E-BAD496A733D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38801C9C-8745-43DD-AD0E-077AF6DFE29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58717F80-2F88-443D-A55D-9A8AF99380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15</a:t>
            </a:r>
          </a:p>
        </p:txBody>
      </p:sp>
    </p:spTree>
    <p:extLst>
      <p:ext uri="{BB962C8B-B14F-4D97-AF65-F5344CB8AC3E}">
        <p14:creationId xmlns:p14="http://schemas.microsoft.com/office/powerpoint/2010/main" val="144448982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6059E2-8F02-439F-8135-C783416605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E0E884-0E79-48BA-9463-76E2E3473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7A0C2CD-EC35-4396-858D-670020D221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4FC6B5D-0293-48D6-BE6A-9C3E1AA6BD4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36D8257D-CB5A-49B5-8F07-D7152E252C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16</a:t>
            </a:r>
          </a:p>
        </p:txBody>
      </p:sp>
    </p:spTree>
    <p:extLst>
      <p:ext uri="{BB962C8B-B14F-4D97-AF65-F5344CB8AC3E}">
        <p14:creationId xmlns:p14="http://schemas.microsoft.com/office/powerpoint/2010/main" val="18148885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DAD2D9A-0AA6-4C6B-BA43-2D6832BBE9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FADA53-A04B-4A4C-B543-B45DAD1E54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5220FF-B87E-4C81-9319-54095D1B95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0129F869-1D3B-4AF8-A425-18C189B4ED5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6E1DB2-7312-4638-80FE-F38153219AA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50D3B741-08CE-4A31-8D71-DF3C117FAF2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40349FE-DBC3-488F-89C1-179C01AAEF7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D14D8391-2645-4C98-848A-0888D6C1AE2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9990A0E-0C77-451F-90FE-1BD9888ABAC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CCD6F231-D113-498D-94F8-DAAD984E5D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375E02EE-4500-4DD6-8D0A-CD7D916C49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17</a:t>
            </a:r>
          </a:p>
        </p:txBody>
      </p:sp>
    </p:spTree>
    <p:extLst>
      <p:ext uri="{BB962C8B-B14F-4D97-AF65-F5344CB8AC3E}">
        <p14:creationId xmlns:p14="http://schemas.microsoft.com/office/powerpoint/2010/main" val="43813996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CB9EA9-83D5-4086-B31E-17423782E3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2718BA-32A7-48C6-A977-42DEFBC58A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7D23C58-B9DC-4D62-808B-881DAAC7D0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C24713F1-7565-4016-B9A1-8FAE7EAF752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FAE5CE-281B-41C1-8231-7F8D2E3D9D7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68916077-E4B2-4632-B7CE-66A4EBE5BFD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D7EE973E-09EC-431C-8FD9-80B727FDF7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18</a:t>
            </a:r>
          </a:p>
        </p:txBody>
      </p:sp>
    </p:spTree>
    <p:extLst>
      <p:ext uri="{BB962C8B-B14F-4D97-AF65-F5344CB8AC3E}">
        <p14:creationId xmlns:p14="http://schemas.microsoft.com/office/powerpoint/2010/main" val="71929362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CFD619-FDBF-4853-AAFE-7880934582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046804-47EF-402C-9278-791FD1A777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54F1B9E-D5F5-46E2-9361-027D0CAC99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10772DAB-F055-49F6-A1E0-DA769364F8F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016164-4892-48C2-9755-8CF4E3A3D43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36C1DEE5-526C-488E-A777-D4966F04FED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94A43688-5954-4651-BE9F-44DF11FB72C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64D72C0-0A66-40D3-8F79-4D44768EBF0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3FA11C8A-1A7B-4B80-8DF8-57E2A4D3C31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441A84FC-7EDF-4CB4-A98E-5B3B0A9910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19</a:t>
            </a:r>
          </a:p>
        </p:txBody>
      </p:sp>
    </p:spTree>
    <p:extLst>
      <p:ext uri="{BB962C8B-B14F-4D97-AF65-F5344CB8AC3E}">
        <p14:creationId xmlns:p14="http://schemas.microsoft.com/office/powerpoint/2010/main" val="1155884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6D92A6-7FEA-4808-A194-7537FF2EFA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634194-3135-4FF8-839E-21980B27C6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0813C37-E779-42F8-9E81-64D447726E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4375C0C-F554-48A7-B7AD-E76F56C2DD1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66E4D200-9C9D-41AA-BFB2-C172E4BFD7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20</a:t>
            </a:r>
          </a:p>
        </p:txBody>
      </p:sp>
    </p:spTree>
    <p:extLst>
      <p:ext uri="{BB962C8B-B14F-4D97-AF65-F5344CB8AC3E}">
        <p14:creationId xmlns:p14="http://schemas.microsoft.com/office/powerpoint/2010/main" val="197821150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A05C1F-49CF-482B-A5B4-7D895D3C5B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75FA79-6F8F-433F-8674-3D28E4EE72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104BE0-B5EB-401A-AC78-37826606A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F7AF35A2-4FD3-4366-A618-90F1986211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B856CE-2469-410E-ACE2-69B5A704E83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03A1303F-C6E2-461A-9AC6-1DAE9B86066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698645C-3777-472B-9C48-D25381CDB0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F9975833-2DBB-4142-B23D-85BDA8C29D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1F1445-454C-485E-99F0-AAF0BCD39A3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9E9B3C40-A2F2-4DE3-B678-4FAD706AB0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21</a:t>
            </a:r>
          </a:p>
        </p:txBody>
      </p:sp>
    </p:spTree>
    <p:extLst>
      <p:ext uri="{BB962C8B-B14F-4D97-AF65-F5344CB8AC3E}">
        <p14:creationId xmlns:p14="http://schemas.microsoft.com/office/powerpoint/2010/main" val="59981123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D3F246-93BA-4D43-BDAB-3BDA00332A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7714F9-091F-4794-A6EC-3CD2496337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CD7FD9-06FA-4C4A-A1CE-A67C326777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4198E616-8A48-4AB4-9B8C-E24CFFCD34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130FBC-C343-4948-BBDB-07E64549E0A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1742F457-688D-4EBF-A39A-541DEA84F0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1B694F-0650-4E00-B358-C62E2C4D83D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1358D091-1F7A-48DA-BA30-6CE177DED4A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FDA380-8EC1-41D7-966D-595A8B4130E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10BF3FDE-9AD5-45DA-8ADD-970F6515AF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22</a:t>
            </a:r>
          </a:p>
        </p:txBody>
      </p:sp>
    </p:spTree>
    <p:extLst>
      <p:ext uri="{BB962C8B-B14F-4D97-AF65-F5344CB8AC3E}">
        <p14:creationId xmlns:p14="http://schemas.microsoft.com/office/powerpoint/2010/main" val="40545372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919E47-569B-45D6-86FD-9CF14AFF58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DC1AEA-9B4D-4BFC-BF7D-6EF0BE0AD6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C1E603-F334-4CB1-B784-A5CE4ADF53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92C8D6CD-8F60-414B-8748-97570BB11F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D889CA-347D-4D60-AB6A-E2BD2098AE4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717E796C-D3B4-41DC-8411-7D848E3E90A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20935986-033B-442D-83F5-5D6C132D879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808429A-1CB6-438E-A329-D7E2621EC0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23</a:t>
            </a:r>
          </a:p>
        </p:txBody>
      </p:sp>
    </p:spTree>
    <p:extLst>
      <p:ext uri="{BB962C8B-B14F-4D97-AF65-F5344CB8AC3E}">
        <p14:creationId xmlns:p14="http://schemas.microsoft.com/office/powerpoint/2010/main" val="83359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1E0304-4F58-43CC-891A-2EA474157B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4DF344-594E-426A-8CEF-B010A6B916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9872C2-F731-476E-8EB9-AFC80F6835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0ED3F52C-5E6C-4CD6-B2A2-E6D41BB453F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79CEF3-4C54-47A3-B57A-C244451198C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EAE41E7D-8BE1-4619-A305-855DFD4E179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63DACD7-758A-4D79-A327-7DBC4E6F852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6E3EDF05-A534-4B7E-B3CA-135F05A59FA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5143BA9C-DF19-4346-82D3-3ACC590F844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0A662528-9387-45E4-826D-7B6915AC5B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24</a:t>
            </a:r>
          </a:p>
        </p:txBody>
      </p:sp>
    </p:spTree>
    <p:extLst>
      <p:ext uri="{BB962C8B-B14F-4D97-AF65-F5344CB8AC3E}">
        <p14:creationId xmlns:p14="http://schemas.microsoft.com/office/powerpoint/2010/main" val="194863407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1593857-16EF-4759-8937-AF750372B5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F1273B-91D4-4A66-8ECD-C8DA167C1F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2FD3C90-C024-4859-873A-76F95B37F6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74C2A7E0-AE93-4E7F-98A3-6B22F49DBE1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EA7B0C-906E-4677-AA2F-C6CD26C9EA0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68943808-99B8-4C72-B32D-963C09EDD02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F3A9F1C-E174-442D-BAC9-2195B401A6E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B837E2B0-E811-49EE-809B-410F4F550F8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60AC8D02-1481-4AE7-9EA4-ECE59C0C229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A5881072-721A-4BE3-B9EC-71F1DFF42B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E202C54B-B222-422A-9FEC-DC0360D82A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25</a:t>
            </a:r>
          </a:p>
        </p:txBody>
      </p:sp>
    </p:spTree>
    <p:extLst>
      <p:ext uri="{BB962C8B-B14F-4D97-AF65-F5344CB8AC3E}">
        <p14:creationId xmlns:p14="http://schemas.microsoft.com/office/powerpoint/2010/main" val="57231863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873FCC-D5C0-460F-9A62-50A69BD074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260DA8-62F8-48CD-A186-A7A6E1C648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89D9DF5-2C50-4C3C-AC47-C704D758D2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5B17BF23-4EE8-4346-8965-B395C4A85A5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B2FE07-D12A-42C1-A8E6-4FE98DE5864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890D0F91-BCD1-4E10-B276-86CB7A117C4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83378A1-0343-4488-AB3A-68F0FA8469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26</a:t>
            </a:r>
          </a:p>
        </p:txBody>
      </p:sp>
    </p:spTree>
    <p:extLst>
      <p:ext uri="{BB962C8B-B14F-4D97-AF65-F5344CB8AC3E}">
        <p14:creationId xmlns:p14="http://schemas.microsoft.com/office/powerpoint/2010/main" val="115038032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C193F7-5C02-46DB-A639-F5AD13A292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BECCC3-FF1B-4E0E-91DC-3E321ED5D0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8C2D6E-7726-44DF-B91E-9CB021CC88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7455AD7C-929F-48EE-BAE2-3121306EEB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C42F0B-D60C-4EAE-A811-C93FF55D2B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277B8214-ACE8-4CB7-803B-710210293DA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64FFB0-1CF2-46C4-AC80-2C372959E47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84B4AF3A-8052-4176-8FAC-DDC5B004E1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FA889F-5087-4F0C-941E-2A964295051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DF7E935D-D995-488D-8EB7-927A926122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27</a:t>
            </a:r>
          </a:p>
        </p:txBody>
      </p:sp>
    </p:spTree>
    <p:extLst>
      <p:ext uri="{BB962C8B-B14F-4D97-AF65-F5344CB8AC3E}">
        <p14:creationId xmlns:p14="http://schemas.microsoft.com/office/powerpoint/2010/main" val="168218035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6F2BEB-04B5-4687-AE5E-A44D838336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BCF644-4F16-462C-AE0C-4A480F72D0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4D41AE-D1CA-4A0E-AE21-8018E2559F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3E8D3576-857D-470B-8F39-DEBF73911A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D77BB7-59A1-4060-90BE-D07FA85E362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C829CCF4-BFCD-4EFD-A238-C4A0DAD6CA9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E4253D4-ED1D-49AE-A8B8-CE3FCF675E9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C184AF90-DCDB-43B1-81DD-50EC9A2A0CD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2BE07A84-9443-4B9E-A153-1A4456091A0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0C064B7D-8679-4995-9D4C-876A0361A1A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C5F0B45-AE3C-4163-A05C-8B137CFE8E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28</a:t>
            </a:r>
          </a:p>
        </p:txBody>
      </p:sp>
    </p:spTree>
    <p:extLst>
      <p:ext uri="{BB962C8B-B14F-4D97-AF65-F5344CB8AC3E}">
        <p14:creationId xmlns:p14="http://schemas.microsoft.com/office/powerpoint/2010/main" val="99275551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FCF8A6-216C-4C70-8A53-E6215DD1C3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2F8F95-2A90-4DDA-9DC5-C390E8C429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7282A3-C452-442B-92C3-45839A4BAE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D321CF04-E476-430F-8772-A97EFC36D1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4B1F8D-F687-4168-980D-6E074D3CF6B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4993860F-571C-48AE-BFA3-1C6467633FD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047A9C-4661-49F0-8A23-D56F287B40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75DF121C-1E9F-4D72-90F5-AE6D519D51C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FA6BCA-E774-4B09-A076-4FDDBF6FEE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FF604628-BC24-494C-869C-5E9EE7BAA2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29</a:t>
            </a:r>
          </a:p>
        </p:txBody>
      </p:sp>
    </p:spTree>
    <p:extLst>
      <p:ext uri="{BB962C8B-B14F-4D97-AF65-F5344CB8AC3E}">
        <p14:creationId xmlns:p14="http://schemas.microsoft.com/office/powerpoint/2010/main" val="58857983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9DDB0D-8AE3-4D0A-980A-DC405978EB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5C207C-C2A2-49B0-B308-15A01FBE1D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9018D4-5E46-4D60-BBF3-5EE718D44E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F3604CB4-A708-4787-82B5-4266D3F570C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E1F323-67FE-4CD3-B3C4-1B2DECB788B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02B50CEE-4971-499E-8290-92BC1497438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A61A32A8-0032-4CFF-97A7-9DE2BB7472A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1B2738D-FA84-491E-A63E-36514C242E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30</a:t>
            </a:r>
          </a:p>
        </p:txBody>
      </p:sp>
    </p:spTree>
    <p:extLst>
      <p:ext uri="{BB962C8B-B14F-4D97-AF65-F5344CB8AC3E}">
        <p14:creationId xmlns:p14="http://schemas.microsoft.com/office/powerpoint/2010/main" val="71818941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A16797-BC95-40F3-9749-FCCD6A42B9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08A3ED-34FB-43E9-B58F-552DB6D3FC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E995B2D-30A2-40E9-83F6-3A05488376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498EF9A3-1945-4FBA-85CB-D61F5B94107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4244D2-A04B-4FC8-8B02-1C8BA2378E5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6875932F-4D5C-4485-B814-E73C31CA9E8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CCC5A807-96BA-4BDC-A881-F7002711F66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908D56-470C-4937-9CE8-3B05BCEE127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064DE6DA-D29F-462E-93E3-D2C41355539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055A3811-570E-40CF-8713-165C944A32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31</a:t>
            </a:r>
          </a:p>
        </p:txBody>
      </p:sp>
    </p:spTree>
    <p:extLst>
      <p:ext uri="{BB962C8B-B14F-4D97-AF65-F5344CB8AC3E}">
        <p14:creationId xmlns:p14="http://schemas.microsoft.com/office/powerpoint/2010/main" val="71067373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F998D5-2298-4741-9882-225EBBBA7B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AFDB11-4A05-4DA6-A0DB-5FD51878F3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232C47-7EAF-40D7-BF56-2389AD6C4B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98FF52CA-114E-49C6-8CFE-267E4A89E2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7931FD-CD86-43F7-A900-D9B5019B676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B120BD4E-1ED0-4E5C-BCE6-DB71465B6F2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155999-CAF8-4088-9259-C6044E6467B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F497C2F3-2A1D-4473-9145-3DF8191895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3C1ACF-0ACB-4B45-950D-37A612E0E44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B70D51FA-C6E2-4D02-B301-59158020EC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32</a:t>
            </a:r>
          </a:p>
        </p:txBody>
      </p:sp>
    </p:spTree>
    <p:extLst>
      <p:ext uri="{BB962C8B-B14F-4D97-AF65-F5344CB8AC3E}">
        <p14:creationId xmlns:p14="http://schemas.microsoft.com/office/powerpoint/2010/main" val="172748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463BEE-0B81-452F-8CDA-29A214A80D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A5DAEE-BFCF-46CF-BFA7-42C96AB189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250AD68-66ED-4778-9274-F31608A507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C4959F93-550E-4E0C-98A6-37507B87904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FD2971-D65A-477A-A842-025E02F5651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1F92E122-5C1D-4F19-8A13-06519E210A4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417954E9-68B0-4529-84D9-028BB257F38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8B5F444C-113C-47A4-86F6-CA461856E0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33</a:t>
            </a:r>
          </a:p>
        </p:txBody>
      </p:sp>
    </p:spTree>
    <p:extLst>
      <p:ext uri="{BB962C8B-B14F-4D97-AF65-F5344CB8AC3E}">
        <p14:creationId xmlns:p14="http://schemas.microsoft.com/office/powerpoint/2010/main" val="137029375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E22DD7-336A-46DC-B15D-58C839B81D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AC7319-94B7-4616-9761-C7BA8F4E5F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FD4826-91BD-4A48-B471-080D2D31A2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D92E4E7B-919C-4FC6-B45A-2A96DB69EB1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9C0D9A-206C-4420-9883-698F46D8389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ADA1E83E-D97C-4EF8-A3A2-57D8C9B5B80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0F283E02-F9F1-4C3D-AD5C-966B5BBA42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8E5FA9CB-C70F-4BC5-8A63-6F06804BF7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34</a:t>
            </a:r>
          </a:p>
        </p:txBody>
      </p:sp>
    </p:spTree>
    <p:extLst>
      <p:ext uri="{BB962C8B-B14F-4D97-AF65-F5344CB8AC3E}">
        <p14:creationId xmlns:p14="http://schemas.microsoft.com/office/powerpoint/2010/main" val="123690091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87DE16-5674-4E17-90F9-2D542093E1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16D3FC-265B-4DFA-9D2B-68145A3080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147E4A-ECC8-4113-9A9D-99F655AB7F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D8D438BA-2048-4092-B593-996CCB391E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B8879A-D922-43ED-AC8E-AE43F6015A6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C9CC1435-9FEE-4292-8AA7-2D2A47664C0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C090A2-4EAB-4127-B54B-88CF5C47B57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5EB8F28F-CDD7-478E-BAE8-8FD353C881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1003C2-7DDA-4920-97A2-29AEE2448E2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B4EC234E-B4D7-4F2C-9A28-8E63E93E27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35</a:t>
            </a:r>
          </a:p>
        </p:txBody>
      </p:sp>
    </p:spTree>
    <p:extLst>
      <p:ext uri="{BB962C8B-B14F-4D97-AF65-F5344CB8AC3E}">
        <p14:creationId xmlns:p14="http://schemas.microsoft.com/office/powerpoint/2010/main" val="8247429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1C7DE6-2085-419D-BAE5-F8CF063584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CEA736-D7BA-4EB3-A1C3-A437DBCB68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3864592-CE15-4E9D-886F-D109A0DD41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354F7362-27E3-4CFA-960F-28392B74FA0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B0D71D-5514-4A76-8854-1A01F504A5A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E97F0CD5-59A1-4D48-A8C4-4D2C59BEDEA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533261D0-9599-4425-9D1F-1CC00BFFF34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DAA16DF0-AA6D-4989-A74D-CC059801DB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36</a:t>
            </a:r>
          </a:p>
        </p:txBody>
      </p:sp>
    </p:spTree>
    <p:extLst>
      <p:ext uri="{BB962C8B-B14F-4D97-AF65-F5344CB8AC3E}">
        <p14:creationId xmlns:p14="http://schemas.microsoft.com/office/powerpoint/2010/main" val="51103453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BF9C0F-C99C-43DC-AB7A-B8862FDA0F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94DAD8-3420-4594-890B-2F6FBA5591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5CF4C7C-30D6-4A40-AE73-D13B2356E5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E3E265FD-C682-4A48-883A-6BD9C6F84CC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376C49-F6D6-473E-9999-BFB79F0994F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83318477-AD03-4B6F-97AF-0C32F786717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71973FDB-3A73-4DA2-83C0-B6BD977D01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37</a:t>
            </a:r>
          </a:p>
        </p:txBody>
      </p:sp>
    </p:spTree>
    <p:extLst>
      <p:ext uri="{BB962C8B-B14F-4D97-AF65-F5344CB8AC3E}">
        <p14:creationId xmlns:p14="http://schemas.microsoft.com/office/powerpoint/2010/main" val="90453462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E7F51D-0B2B-4BE8-8C96-CB3684588C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D9A4B3-B7DC-44A1-A57B-1DAD6B1AAF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A14B64A-765D-4D7D-9E83-1E8F88380C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520E701-C9AD-4CD6-B701-844E911D0041}"/>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99DD3D5F-7FB1-4FEF-B5B1-8A0DB72301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38</a:t>
            </a:r>
          </a:p>
        </p:txBody>
      </p:sp>
    </p:spTree>
    <p:extLst>
      <p:ext uri="{BB962C8B-B14F-4D97-AF65-F5344CB8AC3E}">
        <p14:creationId xmlns:p14="http://schemas.microsoft.com/office/powerpoint/2010/main" val="32408664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0623ED-396B-4209-858E-1E4ED60B08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D34114-73A8-4B79-9BFF-0F29117258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B3886F5-FD5F-4303-8E97-4F412F5FD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498D10E8-AFF2-4DB3-BBC9-6A044753C69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BAD03D-9C9F-4280-A755-AF60758B025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86AEB40D-2E21-416B-8869-123626F0BE1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0728064E-FD5B-456C-98B4-C784080454F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159A1B2-CE81-40EF-AF6B-5A24D9B90A2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0877A98A-4303-4B90-BB65-DA96B7F1CBB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D19970FB-7CDC-49CB-A3A0-3E7C4CDF1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39</a:t>
            </a:r>
          </a:p>
        </p:txBody>
      </p:sp>
    </p:spTree>
    <p:extLst>
      <p:ext uri="{BB962C8B-B14F-4D97-AF65-F5344CB8AC3E}">
        <p14:creationId xmlns:p14="http://schemas.microsoft.com/office/powerpoint/2010/main" val="22823637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22785F-1702-4D14-A9F0-B67F18AC20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0DA2C7-59FF-42B9-8C46-B71D9F3A13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204E03-B1D6-4B7A-97E3-01DAD90F34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AAF04205-14A5-42C2-8EAA-C20C8580D9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7FD701-7BE1-4EFD-8802-30F416F504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FCBF360A-CE27-49F2-8D5C-784BDC3DB7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810C3B-3BA8-461D-B135-A4B17190E04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B624E61E-EC3C-4E67-B261-FB80B451CAF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2AC53F-4589-4C2A-BFAB-077EA34CED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0257D5AB-1298-41E3-A51A-8F8AB5862B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40</a:t>
            </a:r>
          </a:p>
        </p:txBody>
      </p:sp>
    </p:spTree>
    <p:extLst>
      <p:ext uri="{BB962C8B-B14F-4D97-AF65-F5344CB8AC3E}">
        <p14:creationId xmlns:p14="http://schemas.microsoft.com/office/powerpoint/2010/main" val="176109420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0800759-55F2-4EEA-9416-4BBF47D089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19F14B-63EC-4863-B161-E6DBA36608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3B30E2C-46F5-4645-B20E-136B0B68F1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7B200664-CBEC-49B2-845F-2ED4310E4E6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B4F1FD-10F1-4512-AAEA-DDD12551E4B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D82C7CD6-2E47-452E-9EE2-92F90DA8F57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98323D4-3C79-4CCE-BFF4-42244933523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49A55944-FAD2-4052-B1C8-41C16CD82B7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B4585600-8132-4843-85B4-87CD16C3332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E8CB65E3-18A1-4B02-BE1E-6C4444A812F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3DA8509-FA73-490E-80D2-00118A00AD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41</a:t>
            </a:r>
          </a:p>
        </p:txBody>
      </p:sp>
    </p:spTree>
    <p:extLst>
      <p:ext uri="{BB962C8B-B14F-4D97-AF65-F5344CB8AC3E}">
        <p14:creationId xmlns:p14="http://schemas.microsoft.com/office/powerpoint/2010/main" val="168574110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23F27BF-9A21-4967-AC72-5B0633DC24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D08212-B9B0-4547-8C92-A8C937EBB1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E0A45A1-CD3C-4C31-956B-8A0EFDFE44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D2ABB53F-A473-4513-BD10-D3C01B528D2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9107F2-F9F1-4571-8DD6-24B2F97ACA0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EB683AE6-58BE-4A6A-A16E-604459FF920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7CE0143-7869-4695-871B-B1D8C209E80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8F3DB7E-30FB-45A6-AABE-BF3FB6DE3D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D959E388-B0FB-45CB-B33F-D792A408B0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42</a:t>
            </a:r>
          </a:p>
        </p:txBody>
      </p:sp>
    </p:spTree>
    <p:extLst>
      <p:ext uri="{BB962C8B-B14F-4D97-AF65-F5344CB8AC3E}">
        <p14:creationId xmlns:p14="http://schemas.microsoft.com/office/powerpoint/2010/main" val="122391386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1D7876-8E02-4174-BAF5-207BE1A523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0FFA4E-7574-4205-BC86-16F512A86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4AD638-AE5A-4CC1-BF65-6A180654BC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B3565E19-E7CC-49A8-9301-4ACC865997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9913C6-2BB4-4EE5-B7F9-D995F9A0476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16E297BC-77C5-4F13-8340-60BF30C0B8A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D75FACA-AF41-4213-BEE7-7640EBBE5B6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EBFDB6C1-565D-4D38-A286-B1581542374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1E1026-0B88-4EF4-9526-8E305FA4F95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2F9CF0E3-FCBA-4CE8-9E4F-1A7020D593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43</a:t>
            </a:r>
          </a:p>
        </p:txBody>
      </p:sp>
    </p:spTree>
    <p:extLst>
      <p:ext uri="{BB962C8B-B14F-4D97-AF65-F5344CB8AC3E}">
        <p14:creationId xmlns:p14="http://schemas.microsoft.com/office/powerpoint/2010/main" val="4031113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A615D7-E3C5-4E01-A720-3335AE41D0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FF2CEA-78F4-4E59-AD08-3521277E30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600926-E354-42A0-A5F6-ED56EF3E35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1006B03B-7946-49C2-8043-A8CB082A964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6783A6-74DF-411B-BFA1-FAA79FC8A8A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FEA5130-6B0C-4453-9E9A-F83508A0CB8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9984AB7E-5117-45A1-90AD-103D3276817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716AD692-CF00-4B6F-BA96-B74A0F349A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44</a:t>
            </a:r>
          </a:p>
        </p:txBody>
      </p:sp>
    </p:spTree>
    <p:extLst>
      <p:ext uri="{BB962C8B-B14F-4D97-AF65-F5344CB8AC3E}">
        <p14:creationId xmlns:p14="http://schemas.microsoft.com/office/powerpoint/2010/main" val="140969017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003F8E-637D-4C54-8E6D-379B1C22EA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1353C8-8FD3-4509-8976-C2E17D3F00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3578337-CC4A-494A-BBC5-48D918358E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8B3DC5A8-DD01-4F6E-90CD-B46AE00FE3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503869-99DB-4805-BB94-65A642FBE93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349DA02F-D062-41E8-A227-9C73E0EDF40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A9148C-FB4A-4678-9304-75569BF1A49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E1F5622A-27ED-4B62-A988-EE391F4FB73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5069F6-C64D-4789-AE94-F55BCA8C630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341812A9-C4FC-43B3-9F0F-8695727FCF8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393737E-1B7B-4190-90A2-204140D80F0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F990CB79-5C6F-49D0-85C3-CFFFC1D50A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45</a:t>
            </a:r>
          </a:p>
        </p:txBody>
      </p:sp>
    </p:spTree>
    <p:extLst>
      <p:ext uri="{BB962C8B-B14F-4D97-AF65-F5344CB8AC3E}">
        <p14:creationId xmlns:p14="http://schemas.microsoft.com/office/powerpoint/2010/main" val="193409312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C001C4-6B75-4690-A050-CDC251CD12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038EF6-589C-45D4-8974-CC2572762D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6CC4F99-175E-454C-8CB7-BEA8B2D1CC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B042D15-2298-405A-A65E-9E8BD3D2A54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0B8543-B818-4A51-89C0-ECE6D35180A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A1A22A43-E907-4F3A-B1D8-BA29A3F36F7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9CC502-903D-47DE-BE04-DD1C492467C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78DA376D-701B-4840-88CC-627DDF03477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F42A16-0960-416F-9657-373FAAD439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D95D56A6-03C6-49C3-B16F-6B038873A2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46</a:t>
            </a:r>
          </a:p>
        </p:txBody>
      </p:sp>
    </p:spTree>
    <p:extLst>
      <p:ext uri="{BB962C8B-B14F-4D97-AF65-F5344CB8AC3E}">
        <p14:creationId xmlns:p14="http://schemas.microsoft.com/office/powerpoint/2010/main" val="1253419483"/>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9AC8D3-19D4-4268-91F0-75A6FEA172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2FB35E-74DA-44B9-8EE9-B40C60D27E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F35BC0-AE05-4DC9-9F36-55252C6FE7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0EFB0D93-0BA5-4AE2-A63F-55EF11F86A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A9CA7E0-4301-40EC-B6FA-5C9E561E093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E916DDEC-8CE3-41BB-9E46-173BB9D0EC0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F95FB3-FE14-4D78-AD25-1F8BE545120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6FA1E8B0-080C-4A28-994A-E3F73EDE5D3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80BC4A-9827-4E45-AA88-83369D255B8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E297E873-9D41-465D-91C0-248CEAD3EC9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500912C-350D-4385-90A6-D5C8CAE0DDA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E1BF0AC6-9205-49C5-AF1A-9F570AFE72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47</a:t>
            </a:r>
          </a:p>
        </p:txBody>
      </p:sp>
    </p:spTree>
    <p:extLst>
      <p:ext uri="{BB962C8B-B14F-4D97-AF65-F5344CB8AC3E}">
        <p14:creationId xmlns:p14="http://schemas.microsoft.com/office/powerpoint/2010/main" val="138355451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9628DC-A39F-46AD-8DFA-67D5E4AD6D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25E03D-B7DE-4308-8CC5-0CC4896781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E3999D-FAC3-4BE0-A858-E6FBB5ACA7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491660E0-3AC2-4A17-919C-F34821EE710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EA4F10-D063-4B9B-AE03-C58F943A466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B757A8C-6EC1-4A53-8FC7-0CA3DC1605E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633EF1A7-D558-4199-83DB-7524F204393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E923DEA7-F252-4B32-82E4-1BA26741AD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48</a:t>
            </a:r>
          </a:p>
        </p:txBody>
      </p:sp>
    </p:spTree>
    <p:extLst>
      <p:ext uri="{BB962C8B-B14F-4D97-AF65-F5344CB8AC3E}">
        <p14:creationId xmlns:p14="http://schemas.microsoft.com/office/powerpoint/2010/main" val="12757126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7673D69-AC04-4EE2-A1C5-1B118C8BC3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C8DB90-F9C9-4241-8D7C-B7D295BFB5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E673DA2-AA25-4EDA-B681-F4F60DEE7B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D558C41B-B2C0-47DA-B670-73F1EB9DE6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C69708A-D941-44F6-80D5-8F892DB92A2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EE04A899-F4F7-427F-BAEC-53CA59D533A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644B25-812E-4F36-B179-D046B2FADDD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B485164F-6F9F-4D82-83B4-C1DC13CDE34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4162EF-B827-4A93-91E8-2BABF8E4D48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7E9316B8-AE87-4B32-A303-EF9EE5F6A62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B4B56B-0C25-4DB2-A4A4-89307C13155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F4687BC-F067-492E-9501-79FFB52AA9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49</a:t>
            </a:r>
          </a:p>
        </p:txBody>
      </p:sp>
    </p:spTree>
    <p:extLst>
      <p:ext uri="{BB962C8B-B14F-4D97-AF65-F5344CB8AC3E}">
        <p14:creationId xmlns:p14="http://schemas.microsoft.com/office/powerpoint/2010/main" val="69952972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E6B63F-445E-433A-92D2-F6EA70A09A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6BAEB9-FF2E-48DD-9212-4C9AEB9EC6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315D094-A948-483F-A24E-4713F1E562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BD153BE4-0D75-441E-A11B-117F70E3A99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DF3471-9F31-4879-8EF3-541ED3A15BB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AD923AB8-980D-4AF4-BCBB-9A1C15A574B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627E818-96F6-458A-880A-F25829BBC8D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3E4D209-2EB9-48B8-BEF6-B3D356ED4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50</a:t>
            </a:r>
          </a:p>
        </p:txBody>
      </p:sp>
    </p:spTree>
    <p:extLst>
      <p:ext uri="{BB962C8B-B14F-4D97-AF65-F5344CB8AC3E}">
        <p14:creationId xmlns:p14="http://schemas.microsoft.com/office/powerpoint/2010/main" val="91756241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0CF6D3-7570-4FE0-847A-F64F020BCC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54E06D-972D-4546-8B01-31116ACDF8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FA0F9E9-CF8E-4B0E-BE4A-70EEA55496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C25894FC-DA4C-4A0B-97F6-B22AFE4AF27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B6F795-973E-4088-A600-0DC61199391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3453E11D-7692-48ED-A79F-F46E2A1121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3FB328-7A5F-44F0-96CF-782835DF9A7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DEA59FA-D7E0-423E-9622-27F0232B0B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51</a:t>
            </a:r>
          </a:p>
        </p:txBody>
      </p:sp>
    </p:spTree>
    <p:extLst>
      <p:ext uri="{BB962C8B-B14F-4D97-AF65-F5344CB8AC3E}">
        <p14:creationId xmlns:p14="http://schemas.microsoft.com/office/powerpoint/2010/main" val="181984355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E3DCB2-B996-438D-A69B-8330D5468D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8B42DB-34AE-414B-9F70-673C6BBF21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EA9912-DAA6-4AF2-A5AB-75E80A1171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FA377FAB-EB84-4578-A8FA-50D2F5FDA1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0AD81D-00AD-4133-9CBC-8D7CE9490D9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7ECDDC58-7F10-4F9C-AAF5-CCA7879F73B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4E6460-21D5-4793-9610-8F9DA30CDDF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C3B66DAE-9C4C-430B-9B11-1F5BD66040A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4B9E65-EEF9-4B7B-9029-60F07B4FA34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BD7E5D2F-52F4-474E-B3F7-4AEA1F258FE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E7424EA-9167-4E77-A214-646FD2DE644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F4487906-EC05-40B5-AEE4-A8F9C38AE0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52</a:t>
            </a:r>
          </a:p>
        </p:txBody>
      </p:sp>
    </p:spTree>
    <p:extLst>
      <p:ext uri="{BB962C8B-B14F-4D97-AF65-F5344CB8AC3E}">
        <p14:creationId xmlns:p14="http://schemas.microsoft.com/office/powerpoint/2010/main" val="20019549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8046FCB-F25E-4B17-B5AF-F37D5CA177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2E6EF8-55AE-4CC1-A4B2-0855AA04C6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F2B76A6-A269-4FEE-917F-A7D78C7187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C81881C2-6FE3-4883-971D-1186088FD53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3EDE43-9251-4EBC-A2E9-301AF6EC738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Oct 2026, 11:00 Kampala</a:t>
            </a:r>
          </a:p>
        </p:txBody>
      </p:sp>
      <p:sp>
        <p:nvSpPr>
          <p:cNvPr id="6" name="">
            <a:extLst xmlns:a="http://schemas.openxmlformats.org/drawingml/2006/main">
              <a:ext uri="{FF2B5EF4-FFF2-40B4-BE49-F238E27FC236}">
                <a16:creationId xmlns:a16="http://schemas.microsoft.com/office/drawing/2014/main" id="{B85F65AF-119C-4C9C-8560-FADE6A3DAD0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84D554-08F5-4931-BEDC-B4B1FD34E70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03 Nov 2026, 11:00 Kampala</a:t>
            </a:r>
          </a:p>
        </p:txBody>
      </p:sp>
      <p:sp>
        <p:nvSpPr>
          <p:cNvPr id="8" name="">
            <a:extLst xmlns:a="http://schemas.openxmlformats.org/drawingml/2006/main">
              <a:ext uri="{FF2B5EF4-FFF2-40B4-BE49-F238E27FC236}">
                <a16:creationId xmlns:a16="http://schemas.microsoft.com/office/drawing/2014/main" id="{07D24334-9553-4FBE-90E3-6F124DAF7DF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570CDD-D647-42DF-8C14-5B62A773A80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BC3ECA5-650B-44EA-88BD-6C2E3E06E9F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2BA6484-06DC-4501-8B40-A7C22FDAF71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C8F607C-5184-41D3-AADD-57E53648FE8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68AF852-6B4C-48CF-B46E-E895A3CC94F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b4781d00d0d47f9"/>
              </a:rPr>
              <a:t>Open W08 assignment form</a:t>
            </a:r>
          </a:p>
        </p:txBody>
      </p:sp>
      <p:sp>
        <p:nvSpPr>
          <p:cNvPr id="14" name="">
            <a:extLst xmlns:a="http://schemas.openxmlformats.org/drawingml/2006/main">
              <a:ext uri="{FF2B5EF4-FFF2-40B4-BE49-F238E27FC236}">
                <a16:creationId xmlns:a16="http://schemas.microsoft.com/office/drawing/2014/main" id="{C2A49650-EE69-44B3-ADBA-F2A85E6AD4B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https://docs.google.com/forms/d/e/1FAIpQLSfOpt4U_rhJrjlYCp6pyzm9ygu2vN5EwO9yeAiJaUKy-kJKoA/viewform</a:t>
            </a:r>
          </a:p>
        </p:txBody>
      </p:sp>
      <p:sp>
        <p:nvSpPr>
          <p:cNvPr id="15" name="">
            <a:extLst xmlns:a="http://schemas.openxmlformats.org/drawingml/2006/main">
              <a:ext uri="{FF2B5EF4-FFF2-40B4-BE49-F238E27FC236}">
                <a16:creationId xmlns:a16="http://schemas.microsoft.com/office/drawing/2014/main" id="{59B16ECA-485F-420E-AD9C-980ECA4D12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53</a:t>
            </a:r>
          </a:p>
        </p:txBody>
      </p:sp>
    </p:spTree>
    <p:extLst>
      <p:ext uri="{BB962C8B-B14F-4D97-AF65-F5344CB8AC3E}">
        <p14:creationId xmlns:p14="http://schemas.microsoft.com/office/powerpoint/2010/main" val="110249921"/>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096915-3311-4E59-817D-91DF23CE4F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91A259-75C6-47F9-B633-A129DF5650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7895C4C-DC09-43E9-833D-404CBE91D8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6426FC20-4738-44D4-B778-82BF9D2D3C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872748-7B93-42E3-BDE8-084A7B5D9EE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F4C3462D-B3BE-48EB-A56D-17A125E2F3F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01266B-4BE7-48DE-94FB-7B3ACD02113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0F39A5EC-EE8F-4680-A105-F9D8EEF770B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9DBFCF-E179-42D5-83F3-5E8534E622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EEF722D2-C56B-4F8A-98A3-3997E78DF45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4F56E5-E08F-4F53-9F51-F96048530B6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46A382FD-E56A-4C94-8983-24B8168904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54</a:t>
            </a:r>
          </a:p>
        </p:txBody>
      </p:sp>
    </p:spTree>
    <p:extLst>
      <p:ext uri="{BB962C8B-B14F-4D97-AF65-F5344CB8AC3E}">
        <p14:creationId xmlns:p14="http://schemas.microsoft.com/office/powerpoint/2010/main" val="133588544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3F47F4-055B-4EF1-98E5-3A9AB9005B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FD4E44-EBFD-4E7B-9884-6CFFD58B71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948DD5E-8534-4F99-B95D-EDFD00D181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C253988A-3553-43EC-9A8B-43CE2D82BF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F02F62-7207-46A3-ABE3-22FD0954974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C5CD817A-5422-41A7-A0BA-AF452A80524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C829894-9E4B-404E-83DD-76C22AAABCD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A7151A3F-1901-46A3-A239-528E6394031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160D9E-CE0C-462C-A63E-A16AA9C2C2B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91E5F2FF-31EF-4FCB-8A20-FAC53F9D6EC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388CACC-1F9A-49EC-B2C7-002F0006254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5E74AE28-9E5A-4D8B-8379-3CBBC89074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55</a:t>
            </a:r>
          </a:p>
        </p:txBody>
      </p:sp>
    </p:spTree>
    <p:extLst>
      <p:ext uri="{BB962C8B-B14F-4D97-AF65-F5344CB8AC3E}">
        <p14:creationId xmlns:p14="http://schemas.microsoft.com/office/powerpoint/2010/main" val="50932292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51FAEF-513E-4E81-A031-714C872FA5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1D7C7B-387C-4A09-8A6C-A8F7B89F2A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5C2BB51-F412-46CA-84C1-B311D90D5B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B30BB521-23B9-4144-B1CB-20B64D0093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D1A151-7A69-4189-8239-A07EC384A1B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19B2F841-2106-46F1-AF06-1F11CCAC09D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426FD6-5C7D-478B-9BB9-17129D71413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9E4E2976-8DF8-41E9-891C-265B3B42816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EAA2AD-F079-4247-8022-8F7CF50E89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48445540-C910-487F-BC8E-64C9DE5EB8C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BEF67AD-482A-47CE-9704-83284D2BBCD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EC40920E-B9DA-4410-BCC8-B5326F45D0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56</a:t>
            </a:r>
          </a:p>
        </p:txBody>
      </p:sp>
    </p:spTree>
    <p:extLst>
      <p:ext uri="{BB962C8B-B14F-4D97-AF65-F5344CB8AC3E}">
        <p14:creationId xmlns:p14="http://schemas.microsoft.com/office/powerpoint/2010/main" val="40019111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37A347-3879-4F66-83D9-847605173B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71B09A-2C14-48F8-86C7-C4C433DFE2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0FF6501-083B-4D7A-A084-829C285E7A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71F4819A-F02B-4F1B-8DA6-C1FBB5F8E7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D263A3-2804-4FEB-B955-C9BA6DC2BCE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671BACF6-3148-4504-83C9-EDB243D4613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D10AD3-6266-41B6-AADD-70EAD4D67B2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77F9FA85-63A2-43D1-819E-5C225C344AA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156E98-F50B-4BE8-BDD4-8AF822E1422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67CF6F0B-2A22-4238-9091-3B1ABB81506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46C99F7-E8D6-4D02-A829-6A1A6348B0E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45CCC3CB-EFBD-4061-935E-C40E48429C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57</a:t>
            </a:r>
          </a:p>
        </p:txBody>
      </p:sp>
    </p:spTree>
    <p:extLst>
      <p:ext uri="{BB962C8B-B14F-4D97-AF65-F5344CB8AC3E}">
        <p14:creationId xmlns:p14="http://schemas.microsoft.com/office/powerpoint/2010/main" val="211075837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727170-E7EC-4D00-BC41-B84000EF05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64C0CA-08E2-43B9-A525-1DB2A1B1D6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9C21877-4B4F-4AE3-8416-2B445552A1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F36C9E22-9A39-4732-8B1C-6593AB4CAC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9848C7-22E9-4BB0-9B9F-ECF512DFB102}"/>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3F04FA51-1F75-46C9-9950-6778A013DD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58</a:t>
            </a:r>
          </a:p>
        </p:txBody>
      </p:sp>
    </p:spTree>
    <p:extLst>
      <p:ext uri="{BB962C8B-B14F-4D97-AF65-F5344CB8AC3E}">
        <p14:creationId xmlns:p14="http://schemas.microsoft.com/office/powerpoint/2010/main" val="21799905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55C9A3E-7F68-42C2-9744-D255F57D06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3DCE72-0628-4173-80F9-9168CEE395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401D760-EE69-40C6-BD16-0E79898453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5F19A91A-92AB-4FD5-BBB6-C73C5474EC5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1980468-23A4-4D40-834E-AB52086B2B3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883675C4-2CCC-451A-8210-8FB5282A450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4813AF-D755-43AD-A8A7-1BA56A8797D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Oct 2026, 11:00 Kampala</a:t>
            </a:r>
          </a:p>
        </p:txBody>
      </p:sp>
      <p:sp>
        <p:nvSpPr>
          <p:cNvPr id="8" name="">
            <a:extLst xmlns:a="http://schemas.openxmlformats.org/drawingml/2006/main">
              <a:ext uri="{FF2B5EF4-FFF2-40B4-BE49-F238E27FC236}">
                <a16:creationId xmlns:a16="http://schemas.microsoft.com/office/drawing/2014/main" id="{88F8BD91-350A-43B3-A139-532A687969A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754641-F88D-4297-AB67-A03CCC93379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DEC8B95-F94D-4C0E-BBD0-B849A7FB355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46A2A2-C6C4-4256-A870-97E20ACFAF2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CA77330-B42D-435A-9848-192BE404C0B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F96F349-3D83-43DF-844A-9F61F4C111D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e8c3cdacdc1439a"/>
              </a:rPr>
              <a:t>Open DA_PROJECT assignment form</a:t>
            </a:r>
          </a:p>
        </p:txBody>
      </p:sp>
      <p:sp>
        <p:nvSpPr>
          <p:cNvPr id="14" name="">
            <a:extLst xmlns:a="http://schemas.openxmlformats.org/drawingml/2006/main">
              <a:ext uri="{FF2B5EF4-FFF2-40B4-BE49-F238E27FC236}">
                <a16:creationId xmlns:a16="http://schemas.microsoft.com/office/drawing/2014/main" id="{6E988808-39D7-4824-80CD-C850EA037A3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https://docs.google.com/forms/d/e/1FAIpQLScBWq6-FVmuDHGDXqQzURw8zP6C0I8H_GnhD7sinBspayooCA/viewform</a:t>
            </a:r>
          </a:p>
        </p:txBody>
      </p:sp>
      <p:sp>
        <p:nvSpPr>
          <p:cNvPr id="15" name="">
            <a:extLst xmlns:a="http://schemas.openxmlformats.org/drawingml/2006/main">
              <a:ext uri="{FF2B5EF4-FFF2-40B4-BE49-F238E27FC236}">
                <a16:creationId xmlns:a16="http://schemas.microsoft.com/office/drawing/2014/main" id="{481BF8EA-2ABE-4E4A-925E-71A1C42FD3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59</a:t>
            </a:r>
          </a:p>
        </p:txBody>
      </p:sp>
    </p:spTree>
    <p:extLst>
      <p:ext uri="{BB962C8B-B14F-4D97-AF65-F5344CB8AC3E}">
        <p14:creationId xmlns:p14="http://schemas.microsoft.com/office/powerpoint/2010/main" val="124042072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9569E2B-4ED7-4FE4-9BEA-DB8C0C6B11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1B6A2D-DD58-408A-9F9D-62156D50F4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8D705718-3A58-43C8-B616-756F145667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1075B1C8-1F67-4482-BA94-F06BA044187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165FE0B-AA00-48A6-BD1C-08B61F17412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3459309-8A33-4EA5-AD97-AB491BA8DAA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F8946F-91D4-406D-9496-76154C23D64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B0CF9164-2F43-4A03-9D0F-63534B22CD4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269D75-7423-4C65-8901-7FBFF9754D58}"/>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CD5464F-A7B3-4365-9EA7-93699DA45D0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817F51D-F305-47D4-8485-9DEFB66EBD37}"/>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d7458646bcf42c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BFB8D92-540D-45DC-BC05-9A4AEA57578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585F7AB-E9B0-4DBE-A685-EECE6DE6256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F587C7D-14CF-4C9B-BEAE-AE0A652931B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e6da17f241f4320"/>
              </a:rPr>
              <a:t>Open this week’s quiz</a:t>
            </a:r>
          </a:p>
        </p:txBody>
      </p:sp>
      <p:sp>
        <p:nvSpPr>
          <p:cNvPr id="16" name="">
            <a:extLst xmlns:a="http://schemas.openxmlformats.org/drawingml/2006/main">
              <a:ext uri="{FF2B5EF4-FFF2-40B4-BE49-F238E27FC236}">
                <a16:creationId xmlns:a16="http://schemas.microsoft.com/office/drawing/2014/main" id="{2FC406D8-1A12-40E5-87AC-03CFF230E1C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https://forms.gle/MKAfeSE9NfRziGebA</a:t>
            </a:r>
          </a:p>
        </p:txBody>
      </p:sp>
      <p:sp>
        <p:nvSpPr>
          <p:cNvPr id="17" name="">
            <a:extLst xmlns:a="http://schemas.openxmlformats.org/drawingml/2006/main">
              <a:ext uri="{FF2B5EF4-FFF2-40B4-BE49-F238E27FC236}">
                <a16:creationId xmlns:a16="http://schemas.microsoft.com/office/drawing/2014/main" id="{E2EC57E2-F122-4CC8-A818-9CBE11A9CB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60</a:t>
            </a:r>
          </a:p>
        </p:txBody>
      </p:sp>
    </p:spTree>
    <p:extLst>
      <p:ext uri="{BB962C8B-B14F-4D97-AF65-F5344CB8AC3E}">
        <p14:creationId xmlns:p14="http://schemas.microsoft.com/office/powerpoint/2010/main" val="734323933"/>
      </p:ext>
    </p:extLst>
  </p:cSld>
</p:sld>
</file>

<file path=ppt/slides/slide6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FDBD6E-3358-4292-9A2C-74AD09FE83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04883E8-62CC-4BC4-962A-C9B274A13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CCD8B28-EC57-488D-A329-5DB6D8F554E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CF00684-57C5-4C9C-A02A-D8EB7CFC3C2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50C46650-CF34-4ECC-98CD-CA215252E94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E1B1F82D-A6F8-4AFE-9290-2F0BB4C1F7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8   61</a:t>
            </a:r>
          </a:p>
        </p:txBody>
      </p:sp>
    </p:spTree>
    <p:extLst>
      <p:ext uri="{BB962C8B-B14F-4D97-AF65-F5344CB8AC3E}">
        <p14:creationId xmlns:p14="http://schemas.microsoft.com/office/powerpoint/2010/main" val="148576213"/>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A964CE0-321F-43AC-A65C-7A8AF655D6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ED8E1E-97A7-4206-AE55-BFAFF93D89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216496EA-C81F-44BE-98B0-50039EF987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565C6DE-214E-4337-8E6F-7927ECEF01C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DCB304-A080-44E3-A69F-3DAE1DA9D02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0B711660-D9B6-4678-B751-0B8EF400EA6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CF293D-DEAD-4064-98E7-64FD33DB40B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9F5DBA78-C3CA-4128-9D9A-8BECD5F372F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4D76F1-F4F9-4F44-8228-065B5480093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096E6C4-1F05-4E81-AF67-265FAA17781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418133-45CD-45F2-9D18-0523971CC70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BF1CA8FC-A55D-4350-A763-364412AA471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779E3A6-899B-4D48-8A6B-062C71EFCDD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5d2d6144d8e4f7f"/>
              </a:rPr>
              <a:t>Open explainer video</a:t>
            </a:r>
          </a:p>
        </p:txBody>
      </p:sp>
      <p:sp>
        <p:nvSpPr>
          <p:cNvPr id="14" name="">
            <a:extLst xmlns:a="http://schemas.openxmlformats.org/drawingml/2006/main">
              <a:ext uri="{FF2B5EF4-FFF2-40B4-BE49-F238E27FC236}">
                <a16:creationId xmlns:a16="http://schemas.microsoft.com/office/drawing/2014/main" id="{33E062ED-0AA7-48C4-80B6-2723D916134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01541DCD-963C-4865-9BBC-3A4E8D6982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62</a:t>
            </a:r>
          </a:p>
        </p:txBody>
      </p:sp>
    </p:spTree>
    <p:extLst>
      <p:ext uri="{BB962C8B-B14F-4D97-AF65-F5344CB8AC3E}">
        <p14:creationId xmlns:p14="http://schemas.microsoft.com/office/powerpoint/2010/main" val="16749126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2026-09-28T21:15:04.3090000Z</dcterms:created>
  <dcterms:modified xsi:type="dcterms:W3CDTF">2026-09-28T21:15:04.3090000Z</dcterms:modified>
</coreProperties>
</file>