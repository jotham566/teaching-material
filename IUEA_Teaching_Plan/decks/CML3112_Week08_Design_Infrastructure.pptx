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ab9f412187347c4" Type="http://schemas.openxmlformats.org/package/2006/relationships/metadata/core-properties" Target="docProps/core.xml"/><Relationship Id="R87166202bee54ea7" Type="http://schemas.openxmlformats.org/officeDocument/2006/relationships/officeDocument" Target="ppt/presentation.xml"/><Relationship Id="Rfd05b4d40bfc47c8"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4139e9606c884f9b"/>
  </p:sldMasterIdLst>
  <p:notesMasterIdLst>
    <p:notesMasterId xmlns:r="http://schemas.openxmlformats.org/officeDocument/2006/relationships" r:id="Rfa3b34260ee7490a"/>
  </p:notesMasterIdLst>
  <p:sldIdLst>
    <p:sldId xmlns:r="http://schemas.openxmlformats.org/officeDocument/2006/relationships" id="256" r:id="Re8100ef977744ad8"/>
    <p:sldId xmlns:r="http://schemas.openxmlformats.org/officeDocument/2006/relationships" id="257" r:id="Rab802ed7148d4225"/>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157811df4d56471a"/>
    <p:sldId xmlns:r="http://schemas.openxmlformats.org/officeDocument/2006/relationships" id="259" r:id="R2e7822f3b27d45f3"/>
    <p:sldId xmlns:r="http://schemas.openxmlformats.org/officeDocument/2006/relationships" id="260" r:id="R3b73fa7ae2054914"/>
    <p:sldId xmlns:r="http://schemas.openxmlformats.org/officeDocument/2006/relationships" id="261" r:id="R0910c99b78654cf7"/>
    <p:sldId xmlns:r="http://schemas.openxmlformats.org/officeDocument/2006/relationships" id="262" r:id="R1126da676e934180"/>
    <p:sldId xmlns:ns0="http://schemas.openxmlformats.org/officeDocument/2006/relationships" id="319" ns0:id="rId63"/>
    <p:sldId xmlns:r="http://schemas.openxmlformats.org/officeDocument/2006/relationships" id="263" r:id="R33844400fcb24856"/>
    <p:sldId xmlns:r="http://schemas.openxmlformats.org/officeDocument/2006/relationships" id="264" r:id="Rcc424cca34ad46b4"/>
    <p:sldId xmlns:r="http://schemas.openxmlformats.org/officeDocument/2006/relationships" id="265" r:id="Re9c926b4bd934f6b"/>
    <p:sldId xmlns:r="http://schemas.openxmlformats.org/officeDocument/2006/relationships" id="266" r:id="R343e7f5e7ad04a7f"/>
    <p:sldId xmlns:r="http://schemas.openxmlformats.org/officeDocument/2006/relationships" id="267" r:id="R83db9fb883314332"/>
    <p:sldId xmlns:r="http://schemas.openxmlformats.org/officeDocument/2006/relationships" id="268" r:id="Rd18c22f7eed64b80"/>
    <p:sldId xmlns:r="http://schemas.openxmlformats.org/officeDocument/2006/relationships" id="269" r:id="Rfb82623ec6144c4d"/>
    <p:sldId xmlns:r="http://schemas.openxmlformats.org/officeDocument/2006/relationships" id="270" r:id="Re664689ed44a4ffc"/>
    <p:sldId xmlns:r="http://schemas.openxmlformats.org/officeDocument/2006/relationships" id="271" r:id="Rea5951931e5c4ce6"/>
    <p:sldId xmlns:r="http://schemas.openxmlformats.org/officeDocument/2006/relationships" id="272" r:id="Rc076dd23f176491b"/>
    <p:sldId xmlns:ns0="http://schemas.openxmlformats.org/officeDocument/2006/relationships" id="320" ns0:id="rId64"/>
    <p:sldId xmlns:ns0="http://schemas.openxmlformats.org/officeDocument/2006/relationships" id="325" ns0:id="rId69"/>
    <p:sldId xmlns:r="http://schemas.openxmlformats.org/officeDocument/2006/relationships" id="273" r:id="R4a981f194f174fe4"/>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317d96d531bd4aef"/>
    <p:sldId xmlns:r="http://schemas.openxmlformats.org/officeDocument/2006/relationships" id="275" r:id="R886bddfaaf8b4357"/>
    <p:sldId xmlns:r="http://schemas.openxmlformats.org/officeDocument/2006/relationships" id="276" r:id="R72f8b60b671c4920"/>
    <p:sldId xmlns:r="http://schemas.openxmlformats.org/officeDocument/2006/relationships" id="277" r:id="Rc6eeb90506834274"/>
    <p:sldId xmlns:r="http://schemas.openxmlformats.org/officeDocument/2006/relationships" id="278" r:id="Rf5fe264e059743d6"/>
    <p:sldId xmlns:r="http://schemas.openxmlformats.org/officeDocument/2006/relationships" id="279" r:id="R7434526cb1594c63"/>
    <p:sldId xmlns:r="http://schemas.openxmlformats.org/officeDocument/2006/relationships" id="280" r:id="R4e5b68a323c647ad"/>
    <p:sldId xmlns:r="http://schemas.openxmlformats.org/officeDocument/2006/relationships" id="281" r:id="R619cf21e98fb41a2"/>
    <p:sldId xmlns:r="http://schemas.openxmlformats.org/officeDocument/2006/relationships" id="282" r:id="R082fff3e196f42f0"/>
    <p:sldId xmlns:r="http://schemas.openxmlformats.org/officeDocument/2006/relationships" id="283" r:id="Rc84b03cfc47245c8"/>
    <p:sldId xmlns:ns0="http://schemas.openxmlformats.org/officeDocument/2006/relationships" id="329" ns0:id="rId73"/>
    <p:sldId xmlns:r="http://schemas.openxmlformats.org/officeDocument/2006/relationships" id="284" r:id="Rae2dcfdbdfe24446"/>
    <p:sldId xmlns:r="http://schemas.openxmlformats.org/officeDocument/2006/relationships" id="285" r:id="R2277805351744eb8"/>
    <p:sldId xmlns:r="http://schemas.openxmlformats.org/officeDocument/2006/relationships" id="286" r:id="R66694caaa7054461"/>
    <p:sldId xmlns:r="http://schemas.openxmlformats.org/officeDocument/2006/relationships" id="287" r:id="R9b3b377d415543e9"/>
    <p:sldId xmlns:r="http://schemas.openxmlformats.org/officeDocument/2006/relationships" id="288" r:id="R9c356f3c1da64f3c"/>
    <p:sldId xmlns:r="http://schemas.openxmlformats.org/officeDocument/2006/relationships" id="289" r:id="R62e901becf6e48e2"/>
    <p:sldId xmlns:r="http://schemas.openxmlformats.org/officeDocument/2006/relationships" id="290" r:id="R66619312b47e4110"/>
    <p:sldId xmlns:r="http://schemas.openxmlformats.org/officeDocument/2006/relationships" id="291" r:id="Rdfd9a30499264898"/>
    <p:sldId xmlns:r="http://schemas.openxmlformats.org/officeDocument/2006/relationships" id="292" r:id="R475f5f9e9bf848e6"/>
    <p:sldId xmlns:r="http://schemas.openxmlformats.org/officeDocument/2006/relationships" id="293" r:id="Rdc28799a626a4148"/>
    <p:sldId xmlns:r="http://schemas.openxmlformats.org/officeDocument/2006/relationships" id="294" r:id="R90a00299f5084d12"/>
    <p:sldId xmlns:r="http://schemas.openxmlformats.org/officeDocument/2006/relationships" id="295" r:id="R197b841ad573457c"/>
    <p:sldId xmlns:r="http://schemas.openxmlformats.org/officeDocument/2006/relationships" id="296" r:id="Rfea4ad9597cb4210"/>
    <p:sldId xmlns:r="http://schemas.openxmlformats.org/officeDocument/2006/relationships" id="297" r:id="Rd81eda35adae4dd0"/>
    <p:sldId xmlns:ns0="http://schemas.openxmlformats.org/officeDocument/2006/relationships" id="330" ns0:id="rId74"/>
    <p:sldId xmlns:ns0="http://schemas.openxmlformats.org/officeDocument/2006/relationships" id="331" ns0:id="rId75"/>
    <p:sldId xmlns:r="http://schemas.openxmlformats.org/officeDocument/2006/relationships" id="298" r:id="R236f3063db8a4035"/>
    <p:sldId xmlns:r="http://schemas.openxmlformats.org/officeDocument/2006/relationships" id="299" r:id="R9be1867d2fae4970"/>
    <p:sldId xmlns:r="http://schemas.openxmlformats.org/officeDocument/2006/relationships" id="300" r:id="Rb99e4436d3d842d5"/>
    <p:sldId xmlns:r="http://schemas.openxmlformats.org/officeDocument/2006/relationships" id="301" r:id="Raf48b7e7e9304bfd"/>
    <p:sldId xmlns:ns0="http://schemas.openxmlformats.org/officeDocument/2006/relationships" id="332" ns0:id="rId76"/>
    <p:sldId xmlns:ns0="http://schemas.openxmlformats.org/officeDocument/2006/relationships" id="333" ns0:id="rId77"/>
    <p:sldId xmlns:r="http://schemas.openxmlformats.org/officeDocument/2006/relationships" id="302" r:id="R0a727b777a744f10"/>
    <p:sldId xmlns:r="http://schemas.openxmlformats.org/officeDocument/2006/relationships" id="303" r:id="R11ea1896e7b0476d"/>
    <p:sldId xmlns:r="http://schemas.openxmlformats.org/officeDocument/2006/relationships" id="304" r:id="R3ccfd49d16194430"/>
    <p:sldId xmlns:r="http://schemas.openxmlformats.org/officeDocument/2006/relationships" id="305" r:id="Ref4184c41ec648e2"/>
    <p:sldId xmlns:r="http://schemas.openxmlformats.org/officeDocument/2006/relationships" id="314" r:id="Ra8a9d05d6a0c422e"/>
    <p:sldId xmlns:r="http://schemas.openxmlformats.org/officeDocument/2006/relationships" id="315" r:id="R74e82c41dbea422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2fff3e196f42f0" Type="http://schemas.openxmlformats.org/officeDocument/2006/relationships/slide" Target="slides/slide40.xml"/><Relationship Id="R0910c99b78654cf7" Type="http://schemas.openxmlformats.org/officeDocument/2006/relationships/slide" Target="slides/slide9.xml"/><Relationship Id="R0a727b777a744f10" Type="http://schemas.openxmlformats.org/officeDocument/2006/relationships/slide" Target="slides/slide65.xml"/><Relationship Id="R1126da676e934180" Type="http://schemas.openxmlformats.org/officeDocument/2006/relationships/slide" Target="slides/slide10.xml"/><Relationship Id="R11ea1896e7b0476d" Type="http://schemas.openxmlformats.org/officeDocument/2006/relationships/slide" Target="slides/slide66.xml"/><Relationship Id="R157811df4d56471a" Type="http://schemas.openxmlformats.org/officeDocument/2006/relationships/slide" Target="slides/slide6.xml"/><Relationship Id="R197b841ad573457c" Type="http://schemas.openxmlformats.org/officeDocument/2006/relationships/slide" Target="slides/slide54.xml"/><Relationship Id="R2277805351744eb8" Type="http://schemas.openxmlformats.org/officeDocument/2006/relationships/slide" Target="slides/slide44.xml"/><Relationship Id="R236f3063db8a4035" Type="http://schemas.openxmlformats.org/officeDocument/2006/relationships/slide" Target="slides/slide59.xml"/><Relationship Id="R2834b9c189d04fdf" Type="http://schemas.openxmlformats.org/officeDocument/2006/relationships/tableStyles" Target="tableStyles.xml"/><Relationship Id="R2e7822f3b27d45f3" Type="http://schemas.openxmlformats.org/officeDocument/2006/relationships/slide" Target="slides/slide7.xml"/><Relationship Id="R317d96d531bd4aef" Type="http://schemas.openxmlformats.org/officeDocument/2006/relationships/slide" Target="slides/slide32.xml"/><Relationship Id="R33844400fcb24856" Type="http://schemas.openxmlformats.org/officeDocument/2006/relationships/slide" Target="slides/slide12.xml"/><Relationship Id="R343e7f5e7ad04a7f" Type="http://schemas.openxmlformats.org/officeDocument/2006/relationships/slide" Target="slides/slide15.xml"/><Relationship Id="R3b73fa7ae2054914" Type="http://schemas.openxmlformats.org/officeDocument/2006/relationships/slide" Target="slides/slide8.xml"/><Relationship Id="R3ccfd49d16194430" Type="http://schemas.openxmlformats.org/officeDocument/2006/relationships/slide" Target="slides/slide67.xml"/><Relationship Id="R4139e9606c884f9b" Type="http://schemas.openxmlformats.org/officeDocument/2006/relationships/slideMaster" Target="slideMasters/slideMaster1.xml"/><Relationship Id="R475f5f9e9bf848e6" Type="http://schemas.openxmlformats.org/officeDocument/2006/relationships/slide" Target="slides/slide51.xml"/><Relationship Id="R4a981f194f174fe4" Type="http://schemas.openxmlformats.org/officeDocument/2006/relationships/slide" Target="slides/slide24.xml"/><Relationship Id="R4e5b68a323c647ad" Type="http://schemas.openxmlformats.org/officeDocument/2006/relationships/slide" Target="slides/slide38.xml"/><Relationship Id="R619cf21e98fb41a2" Type="http://schemas.openxmlformats.org/officeDocument/2006/relationships/slide" Target="slides/slide39.xml"/><Relationship Id="R62e901becf6e48e2" Type="http://schemas.openxmlformats.org/officeDocument/2006/relationships/slide" Target="slides/slide48.xml"/><Relationship Id="R66619312b47e4110" Type="http://schemas.openxmlformats.org/officeDocument/2006/relationships/slide" Target="slides/slide49.xml"/><Relationship Id="R66694caaa7054461" Type="http://schemas.openxmlformats.org/officeDocument/2006/relationships/slide" Target="slides/slide45.xml"/><Relationship Id="R72f8b60b671c4920" Type="http://schemas.openxmlformats.org/officeDocument/2006/relationships/slide" Target="slides/slide34.xml"/><Relationship Id="R7434526cb1594c63" Type="http://schemas.openxmlformats.org/officeDocument/2006/relationships/slide" Target="slides/slide37.xml"/><Relationship Id="R74e82c41dbea4229" Type="http://schemas.openxmlformats.org/officeDocument/2006/relationships/slide" Target="slides/slide70.xml"/><Relationship Id="R83db9fb883314332" Type="http://schemas.openxmlformats.org/officeDocument/2006/relationships/slide" Target="slides/slide16.xml"/><Relationship Id="R886bddfaaf8b4357" Type="http://schemas.openxmlformats.org/officeDocument/2006/relationships/slide" Target="slides/slide33.xml"/><Relationship Id="R90a00299f5084d12" Type="http://schemas.openxmlformats.org/officeDocument/2006/relationships/slide" Target="slides/slide53.xml"/><Relationship Id="R9b3b377d415543e9" Type="http://schemas.openxmlformats.org/officeDocument/2006/relationships/slide" Target="slides/slide46.xml"/><Relationship Id="R9be1867d2fae4970" Type="http://schemas.openxmlformats.org/officeDocument/2006/relationships/slide" Target="slides/slide60.xml"/><Relationship Id="R9c356f3c1da64f3c" Type="http://schemas.openxmlformats.org/officeDocument/2006/relationships/slide" Target="slides/slide47.xml"/><Relationship Id="Ra8a9d05d6a0c422e" Type="http://schemas.openxmlformats.org/officeDocument/2006/relationships/slide" Target="slides/slide69.xml"/><Relationship Id="Rab802ed7148d4225" Type="http://schemas.openxmlformats.org/officeDocument/2006/relationships/slide" Target="slides/slide2.xml"/><Relationship Id="Rae2dcfdbdfe24446" Type="http://schemas.openxmlformats.org/officeDocument/2006/relationships/slide" Target="slides/slide43.xml"/><Relationship Id="Raf48b7e7e9304bfd" Type="http://schemas.openxmlformats.org/officeDocument/2006/relationships/slide" Target="slides/slide62.xml"/><Relationship Id="Rb99e4436d3d842d5" Type="http://schemas.openxmlformats.org/officeDocument/2006/relationships/slide" Target="slides/slide61.xml"/><Relationship Id="Rc076dd23f176491b" Type="http://schemas.openxmlformats.org/officeDocument/2006/relationships/slide" Target="slides/slide21.xml"/><Relationship Id="Rc29b7f02c0784be7" Type="http://schemas.openxmlformats.org/officeDocument/2006/relationships/theme" Target="theme/theme1.xml"/><Relationship Id="Rc4b2dc96d21040fc" Type="http://schemas.openxmlformats.org/officeDocument/2006/relationships/presProps" Target="presProps.xml"/><Relationship Id="Rc6eeb90506834274" Type="http://schemas.openxmlformats.org/officeDocument/2006/relationships/slide" Target="slides/slide35.xml"/><Relationship Id="Rc84b03cfc47245c8" Type="http://schemas.openxmlformats.org/officeDocument/2006/relationships/slide" Target="slides/slide41.xml"/><Relationship Id="Rcc424cca34ad46b4" Type="http://schemas.openxmlformats.org/officeDocument/2006/relationships/slide" Target="slides/slide13.xml"/><Relationship Id="Rd18c22f7eed64b80" Type="http://schemas.openxmlformats.org/officeDocument/2006/relationships/slide" Target="slides/slide17.xml"/><Relationship Id="Rd81eda35adae4dd0" Type="http://schemas.openxmlformats.org/officeDocument/2006/relationships/slide" Target="slides/slide56.xml"/><Relationship Id="Rdc28799a626a4148" Type="http://schemas.openxmlformats.org/officeDocument/2006/relationships/slide" Target="slides/slide52.xml"/><Relationship Id="Rdfd9a30499264898" Type="http://schemas.openxmlformats.org/officeDocument/2006/relationships/slide" Target="slides/slide50.xml"/><Relationship Id="Re664689ed44a4ffc" Type="http://schemas.openxmlformats.org/officeDocument/2006/relationships/slide" Target="slides/slide19.xml"/><Relationship Id="Re8100ef977744ad8" Type="http://schemas.openxmlformats.org/officeDocument/2006/relationships/slide" Target="slides/slide1.xml"/><Relationship Id="Re9c926b4bd934f6b" Type="http://schemas.openxmlformats.org/officeDocument/2006/relationships/slide" Target="slides/slide14.xml"/><Relationship Id="Rea5951931e5c4ce6" Type="http://schemas.openxmlformats.org/officeDocument/2006/relationships/slide" Target="slides/slide20.xml"/><Relationship Id="Ref4184c41ec648e2" Type="http://schemas.openxmlformats.org/officeDocument/2006/relationships/slide" Target="slides/slide68.xml"/><Relationship Id="Rf5fe264e059743d6" Type="http://schemas.openxmlformats.org/officeDocument/2006/relationships/slide" Target="slides/slide36.xml"/><Relationship Id="Rfa3b34260ee7490a" Type="http://schemas.openxmlformats.org/officeDocument/2006/relationships/notesMaster" Target="notesMasters/notesMaster1.xml"/><Relationship Id="Rfb82623ec6144c4d" Type="http://schemas.openxmlformats.org/officeDocument/2006/relationships/slide" Target="slides/slide18.xml"/><Relationship Id="Rfea4ad9597cb4210" Type="http://schemas.openxmlformats.org/officeDocument/2006/relationships/slide" Target="slides/slide55.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 Id="rId77"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69e753c480b64b6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ce2d290922a4e48" Type="http://schemas.openxmlformats.org/officeDocument/2006/relationships/notesMaster" Target="../notesMasters/notesMaster1.xml"/><Relationship Id="R314f53dfee344dd9"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30e5222a3894196" Type="http://schemas.openxmlformats.org/officeDocument/2006/relationships/slide" Target="../slides/slide2.xml"/><Relationship Id="Rdc86195940bd4b26"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6fcf00e91154cb3" Type="http://schemas.openxmlformats.org/officeDocument/2006/relationships/notesMaster" Target="../notesMasters/notesMaster1.xml"/><Relationship Id="Reea79192672c41f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4284a9b627943ec" Type="http://schemas.openxmlformats.org/officeDocument/2006/relationships/notesMaster" Target="../notesMasters/notesMaster1.xml"/><Relationship Id="Ra4b2d885daf34aa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41efa15d7a74f3b" Type="http://schemas.openxmlformats.org/officeDocument/2006/relationships/slide" Target="../slides/slide8.xml"/><Relationship Id="R5ea5bb49b8d14825"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2eee036014d4120" Type="http://schemas.openxmlformats.org/officeDocument/2006/relationships/slide" Target="../slides/slide9.xml"/><Relationship Id="Rbb6400de42c74d7d"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0476019ac454a8e" Type="http://schemas.openxmlformats.org/officeDocument/2006/relationships/slide" Target="../slides/slide10.xml"/><Relationship Id="Rd977317c86d0404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2f87574e9934c2f" Type="http://schemas.openxmlformats.org/officeDocument/2006/relationships/slide" Target="../slides/slide12.xml"/><Relationship Id="Raea6f155b09548ee"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30954621f96427f" Type="http://schemas.openxmlformats.org/officeDocument/2006/relationships/slide" Target="../slides/slide13.xml"/><Relationship Id="R17fd77e4000c4c9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a4b2b20f0aa14b1b" Type="http://schemas.openxmlformats.org/officeDocument/2006/relationships/slide" Target="../slides/slide14.xml"/><Relationship Id="Rc8de020ba5f546af"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4afa4e7f62d4f7e" Type="http://schemas.openxmlformats.org/officeDocument/2006/relationships/slide" Target="../slides/slide15.xml"/><Relationship Id="R8d5d51806ae24d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aa66f63adabc48ed" Type="http://schemas.openxmlformats.org/officeDocument/2006/relationships/notesMaster" Target="../notesMasters/notesMaster1.xml"/><Relationship Id="Rc27a2c36d2e14dca"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acb9d7c19e9c4d42" Type="http://schemas.openxmlformats.org/officeDocument/2006/relationships/notesMaster" Target="../notesMasters/notesMaster1.xml"/><Relationship Id="Rd7c3793145f3443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a592bac72cac4b60" Type="http://schemas.openxmlformats.org/officeDocument/2006/relationships/notesMaster" Target="../notesMasters/notesMaster1.xml"/><Relationship Id="Re02d83bc47a8462a"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9e980e889d949c1" Type="http://schemas.openxmlformats.org/officeDocument/2006/relationships/notesMaster" Target="../notesMasters/notesMaster1.xml"/><Relationship Id="Refeafa0b1b4d49a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d198f2f64db4f81" Type="http://schemas.openxmlformats.org/officeDocument/2006/relationships/notesMaster" Target="../notesMasters/notesMaster1.xml"/><Relationship Id="Rad3f5976db5644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bbde0a2cc0f24f66" Type="http://schemas.openxmlformats.org/officeDocument/2006/relationships/notesMaster" Target="../notesMasters/notesMaster1.xml"/><Relationship Id="Rf232b9d58cc44660"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8a3f6cdf55414d13" Type="http://schemas.openxmlformats.org/officeDocument/2006/relationships/notesMaster" Target="../notesMasters/notesMaster1.xml"/><Relationship Id="Rd14d7ba49ccd496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7f990d78ec114d69" Type="http://schemas.openxmlformats.org/officeDocument/2006/relationships/notesMaster" Target="../notesMasters/notesMaster1.xml"/><Relationship Id="Rcc97418113254e9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0d01834095a54f00" Type="http://schemas.openxmlformats.org/officeDocument/2006/relationships/slide" Target="../slides/slide33.xml"/><Relationship Id="R39a7148dded249e9"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243e5b4ad0514cae" Type="http://schemas.openxmlformats.org/officeDocument/2006/relationships/slide" Target="../slides/slide34.xml"/><Relationship Id="R876908f784d34b56"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a667c500d0946e3" Type="http://schemas.openxmlformats.org/officeDocument/2006/relationships/slide" Target="../slides/slide35.xml"/><Relationship Id="Re1a44418b766454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277895502835481f" Type="http://schemas.openxmlformats.org/officeDocument/2006/relationships/slide" Target="../slides/slide36.xml"/><Relationship Id="Rbf6c21196663420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47f6831f01c4b6c" Type="http://schemas.openxmlformats.org/officeDocument/2006/relationships/slide" Target="../slides/slide37.xml"/><Relationship Id="R8983161653ac457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b893ba20c46341b3" Type="http://schemas.openxmlformats.org/officeDocument/2006/relationships/notesMaster" Target="../notesMasters/notesMaster1.xml"/><Relationship Id="Refde7ed4b1b64eb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10db4d93406c40b0" Type="http://schemas.openxmlformats.org/officeDocument/2006/relationships/slide" Target="../slides/slide39.xml"/><Relationship Id="R2c5e63f4bf4c452a"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064361a51ac643e3" Type="http://schemas.openxmlformats.org/officeDocument/2006/relationships/notesMaster" Target="../notesMasters/notesMaster1.xml"/><Relationship Id="Rf5295fe502374cae"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606696a65fa4589" Type="http://schemas.openxmlformats.org/officeDocument/2006/relationships/notesMaster" Target="../notesMasters/notesMaster1.xml"/><Relationship Id="R1a46b1fcc66c4960"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869b279eea164e52" Type="http://schemas.openxmlformats.org/officeDocument/2006/relationships/slide" Target="../slides/slide43.xml"/><Relationship Id="Rd5448d58d0e84d25"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0e57c11d222d4dec" Type="http://schemas.openxmlformats.org/officeDocument/2006/relationships/notesMaster" Target="../notesMasters/notesMaster1.xml"/><Relationship Id="R14e8dbdc86bb46f6"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dbc9fab7dd84640" Type="http://schemas.openxmlformats.org/officeDocument/2006/relationships/notesMaster" Target="../notesMasters/notesMaster1.xml"/><Relationship Id="R79672f3e199e49a4"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b8c68cdacc274e40" Type="http://schemas.openxmlformats.org/officeDocument/2006/relationships/slide" Target="../slides/slide46.xml"/><Relationship Id="Rf6f3a281afaa431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06baeb46a7304575" Type="http://schemas.openxmlformats.org/officeDocument/2006/relationships/notesMaster" Target="../notesMasters/notesMaster1.xml"/><Relationship Id="R3c164a88f6224c5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1876389d43b4294" Type="http://schemas.openxmlformats.org/officeDocument/2006/relationships/slide" Target="../slides/slide48.xml"/><Relationship Id="R7cb7f647ba8e4b1d"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fa0b4128044892" Type="http://schemas.openxmlformats.org/officeDocument/2006/relationships/slide" Target="../slides/slide49.xml"/><Relationship Id="R114d7eec8abd48c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2dfa4b53afe4ff1" Type="http://schemas.openxmlformats.org/officeDocument/2006/relationships/slide" Target="../slides/slide50.xml"/><Relationship Id="R2784826efb2b4db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010b6e4254c440cc" Type="http://schemas.openxmlformats.org/officeDocument/2006/relationships/notesMaster" Target="../notesMasters/notesMaster1.xml"/><Relationship Id="Rb779bdaf0e914a80"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04be0f1fe0414f3c" Type="http://schemas.openxmlformats.org/officeDocument/2006/relationships/notesMaster" Target="../notesMasters/notesMaster1.xml"/><Relationship Id="R760eed8ef1a8493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47e8ed82a0b84ee2" Type="http://schemas.openxmlformats.org/officeDocument/2006/relationships/slide" Target="../slides/slide53.xml"/><Relationship Id="R5c1f08781b0b475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662b04b8105d4270" Type="http://schemas.openxmlformats.org/officeDocument/2006/relationships/notesMaster" Target="../notesMasters/notesMaster1.xml"/><Relationship Id="R7d17186d82c94b2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5e177198a0a94438" Type="http://schemas.openxmlformats.org/officeDocument/2006/relationships/notesMaster" Target="../notesMasters/notesMaster1.xml"/><Relationship Id="R65c5ba165bc14963"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6ce870b84b6c4e53" Type="http://schemas.openxmlformats.org/officeDocument/2006/relationships/slide" Target="../slides/slide56.xml"/><Relationship Id="R9da68602ca484890"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477c37740dee4a75" Type="http://schemas.openxmlformats.org/officeDocument/2006/relationships/slide" Target="../slides/slide59.xml"/><Relationship Id="Rd6ce1cb2cd20437a"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75c56eded63d4519" Type="http://schemas.openxmlformats.org/officeDocument/2006/relationships/notesMaster" Target="../notesMasters/notesMaster1.xml"/><Relationship Id="R75e1b67adae746f7"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53ced1f31d574311" Type="http://schemas.openxmlformats.org/officeDocument/2006/relationships/notesMaster" Target="../notesMasters/notesMaster1.xml"/><Relationship Id="R968f088d9e5f4c78"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52f34a257b244ba6" Type="http://schemas.openxmlformats.org/officeDocument/2006/relationships/slide" Target="../slides/slide62.xml"/><Relationship Id="Ra3a539b0d7eb41a8"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75e161a20d004d62" Type="http://schemas.openxmlformats.org/officeDocument/2006/relationships/slide" Target="../slides/slide65.xml"/><Relationship Id="Rdd8e221d06374ca9"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1b109593e27c40a0" Type="http://schemas.openxmlformats.org/officeDocument/2006/relationships/notesMaster" Target="../notesMasters/notesMaster1.xml"/><Relationship Id="Rdc45b54187bd4b49"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3cf6cdea9b06468e" Type="http://schemas.openxmlformats.org/officeDocument/2006/relationships/notesMaster" Target="../notesMasters/notesMaster1.xml"/><Relationship Id="R770d6d7627894beb"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8070ad8526bb46d4" Type="http://schemas.openxmlformats.org/officeDocument/2006/relationships/slide" Target="../slides/slide68.xml"/><Relationship Id="Rd8478d581dab49b0"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bccaad5090494149" Type="http://schemas.openxmlformats.org/officeDocument/2006/relationships/notesMaster" Target="../notesMasters/notesMaster1.xml"/><Relationship Id="Re97852b6643748ec"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afe5ffe167504ef9" Type="http://schemas.openxmlformats.org/officeDocument/2006/relationships/notesMaster" Target="../notesMasters/notesMaster1.xml"/><Relationship Id="Rc39176dcdbaf4299" Type="http://schemas.openxmlformats.org/officeDocument/2006/relationships/slide" Target="../slides/slide7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cooling load, and we measure how far each one misses,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cooling load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cooling load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cooling load.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cooling load runs up the side. The dots rise from left to right, and across the 58 training rows the correlation between load and target is 0.94,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kW. The mean of the squared errors is the MSE, twelve point two five. Its unit is the target unit squared, which is awkward to read. Take its square root and we get the RMSE, three point five, back in kW.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22.6 and a slope of 0.426. So each extra percent of load adds about 0.43 kW to the cooling load. At seventy percent load the line predicts 52.4 kW.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53.044, in kW.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cooling load in kW,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42.93 percent? If yes, go left. Otherwise go right.</a:t>
            </a:r>
          </a:p>
          <a:p/>
          <a:p>
            <a:r>
              <a:t>The boxes at the bottom are called leaves. Each leaf predicts the average cooling load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kW,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kW is itself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kW.</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kW,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kW.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kW.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9.69 kW on average. The tree misses by 3.39. The line misses by 0.74.</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1 covers Weeks 8, 9 and 10: regression, baseline and errors; classification and cost; validation and leakage.</a:t>
            </a:r>
          </a:p>
          <a:p/>
          <a:p>
            <a:r>
              <a:t>Today's tasks are part A of the Block 1 assignment pack. It is worth 20 of the pack's 60 marks. Part B arrives next week and part C the week after.</a:t>
            </a:r>
          </a:p>
          <a:p/>
          <a:p>
            <a:r>
              <a:t>Nothing is submitted after today's class, and there is no quiz. We hand in all 3 parts together by Tuesday 17 November at 11:00 Kampala time. The Block 1 quiz has fifteen questions, five from each week. It opens after the Week 10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cooling load. The target is measured in kW, so every error you report is in kW.</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kW tells you about the predictions.</a:t>
            </a:r>
          </a:p>
          <a:p xmlns:a="http://schemas.openxmlformats.org/drawingml/2006/main"/>
          <a:p xmlns:a="http://schemas.openxmlformats.org/drawingml/2006/main">
            <a:r>
              <a:t>To hand in your notebooks, keep the raw data unchanged. Restart the notebook and run all the cells from the top, so you know the whole notebook works in order, and then hand in our Block 1 notebooks.</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b1b5d752b3d415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f7e9b7901014d9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f166264eb424a5d"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863521070b240a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5171bca930b4ba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721fef3ff9a45a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9C1F31-2460-4FE2-9169-F969120C679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51F4B6-5A6A-41AE-B9D9-22880865F2F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71769A-534F-4A66-A53B-0B6DE94C927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55989-BF7B-42E8-A230-25A2F89D50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711DCE-8089-4CC2-BD7D-A5F7C256E47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5FAE55-71FD-4B04-B291-248505C5795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7A0C7D-B553-4F43-A16D-73AB7425535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542F285-5954-40E9-989C-3BC75E0446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6692F2-3FCC-4D0D-9F2B-8CE4C118F3B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7C5618-0D7E-4485-8BB9-721C0B27978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264f71c02714d8a" Type="http://schemas.openxmlformats.org/officeDocument/2006/relationships/slideLayout" Target="../slideLayouts/slideLayout1.xml"/><Relationship Id="Rb8b8ecb17ada4b75" Type="http://schemas.openxmlformats.org/officeDocument/2006/relationships/slideLayout" Target="../slideLayouts/slideLayout4.xml"/><Relationship Id="Rcb72f30dce3144c0" Type="http://schemas.openxmlformats.org/officeDocument/2006/relationships/theme" Target="theme/theme2.xml"/><Relationship Id="Rd251ceb7e5304c0b" Type="http://schemas.openxmlformats.org/officeDocument/2006/relationships/slideLayout" Target="../slideLayouts/slideLayout5.xml"/><Relationship Id="Rdc9955fb99904152" Type="http://schemas.openxmlformats.org/officeDocument/2006/relationships/slideLayout" Target="../slideLayouts/slideLayout3.xml"/><Relationship Id="Re313f7c2ac054ddd" Type="http://schemas.openxmlformats.org/officeDocument/2006/relationships/slideLayout" Target="../slideLayouts/slideLayout6.xml"/><Relationship Id="Reb176823449b426c"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64f71c02714d8a"/>
    <p:sldLayoutId xmlns:r="http://schemas.openxmlformats.org/officeDocument/2006/relationships" id="2147483650" r:id="Reb176823449b426c"/>
    <p:sldLayoutId xmlns:r="http://schemas.openxmlformats.org/officeDocument/2006/relationships" id="2147483651" r:id="Rdc9955fb99904152"/>
    <p:sldLayoutId xmlns:r="http://schemas.openxmlformats.org/officeDocument/2006/relationships" id="2147483652" r:id="Rb8b8ecb17ada4b75"/>
    <p:sldLayoutId xmlns:r="http://schemas.openxmlformats.org/officeDocument/2006/relationships" id="2147483653" r:id="Rd251ceb7e5304c0b"/>
    <p:sldLayoutId xmlns:r="http://schemas.openxmlformats.org/officeDocument/2006/relationships" id="2147483654" r:id="Re313f7c2ac054d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242940c3df74a02" Type="http://schemas.openxmlformats.org/officeDocument/2006/relationships/slideLayout" Target="../slideLayouts/slideLayout6.xml"/><Relationship Id="Rbd22667a36be4e12" Type="http://schemas.openxmlformats.org/officeDocument/2006/relationships/image" Target="../media/image.png"/><Relationship Id="Rdb1e557877834bba"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9a2cfd93c62490c" Type="http://schemas.openxmlformats.org/officeDocument/2006/relationships/slideLayout" Target="../slideLayouts/slideLayout6.xml"/><Relationship Id="R60c50c650618426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a8e7b2e97de04a0f" Type="http://schemas.openxmlformats.org/officeDocument/2006/relationships/slideLayout" Target="../slideLayouts/slideLayout6.xml"/><Relationship Id="Re816c9825f7c488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52062e68f73140c2" Type="http://schemas.openxmlformats.org/officeDocument/2006/relationships/slideLayout" Target="../slideLayouts/slideLayout6.xml"/><Relationship Id="R8eafdb16d88548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c80eb468ff74b7c" Type="http://schemas.openxmlformats.org/officeDocument/2006/relationships/notesSlide" Target="../notesSlides/notesSlide8.xml"/><Relationship Id="Rb8f0e8c9a2f34653"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4d7a03c74ac41c6" Type="http://schemas.openxmlformats.org/officeDocument/2006/relationships/slideLayout" Target="../slideLayouts/slideLayout6.xml"/><Relationship Id="Ra45775d3c4af418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15b00404110f453b" Type="http://schemas.openxmlformats.org/officeDocument/2006/relationships/slideLayout" Target="../slideLayouts/slideLayout6.xml"/><Relationship Id="R7c8ce7d54c614b8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ee6c53ae3004f0f" Type="http://schemas.openxmlformats.org/officeDocument/2006/relationships/slideLayout" Target="../slideLayouts/slideLayout6.xml"/><Relationship Id="Rb6b33f9c27714e2a"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e1710be0e40f46ed" Type="http://schemas.openxmlformats.org/officeDocument/2006/relationships/notesSlide" Target="../notesSlides/notesSlide13.xml"/><Relationship Id="Re758bef7f909491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46a6db9a89047c2" Type="http://schemas.openxmlformats.org/officeDocument/2006/relationships/notesSlide" Target="../notesSlides/notesSlide14.xml"/><Relationship Id="R69fa789042544d4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23c5aca7d07a440d" Type="http://schemas.openxmlformats.org/officeDocument/2006/relationships/notesSlide" Target="../notesSlides/notesSlide15.xml"/><Relationship Id="R29d6147dbf574df7"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766ae39d88574192" Type="http://schemas.openxmlformats.org/officeDocument/2006/relationships/notesSlide" Target="../notesSlides/notesSlide16.xml"/><Relationship Id="Rbc1898ade87f48b3"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872b7e910aa54953" Type="http://schemas.openxmlformats.org/officeDocument/2006/relationships/slideLayout" Target="../slideLayouts/slideLayout6.xml"/><Relationship Id="Rdebab01d4eaa40f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c551012455be409c" Type="http://schemas.openxmlformats.org/officeDocument/2006/relationships/slideLayout" Target="../slideLayouts/slideLayout6.xml"/><Relationship Id="Re6584aadcf34448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852a929cb484150" Type="http://schemas.openxmlformats.org/officeDocument/2006/relationships/notesSlide" Target="../notesSlides/notesSlide19.xml"/><Relationship Id="R410ac236a356466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684e05113075457e" Type="http://schemas.openxmlformats.org/officeDocument/2006/relationships/slideLayout" Target="../slideLayouts/slideLayout6.xml"/><Relationship Id="R8570f0b64d6942d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523dd7a253ec4038" Type="http://schemas.openxmlformats.org/officeDocument/2006/relationships/notesSlide" Target="../notesSlides/notesSlide21.xml"/><Relationship Id="R9b5fbad19b4c4090"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76329356a234d02" Type="http://schemas.openxmlformats.org/officeDocument/2006/relationships/slideLayout" Target="../slideLayouts/slideLayout6.xml"/><Relationship Id="Re85fadec54b14150" Type="http://schemas.openxmlformats.org/officeDocument/2006/relationships/notesSlide" Target="../notesSlides/notesSlide24.xml"/><Relationship Id="Rec370eb50e95428e"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431fb61cbc4b4ac9" Type="http://schemas.openxmlformats.org/officeDocument/2006/relationships/notesSlide" Target="../notesSlides/notesSlide32.xml"/><Relationship Id="Rf1333d07f2c24f0c"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b8339d78ef0c46fd" Type="http://schemas.openxmlformats.org/officeDocument/2006/relationships/slideLayout" Target="../slideLayouts/slideLayout6.xml"/><Relationship Id="Rdb6b92c1a7ce494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5834e076fd8e4202" Type="http://schemas.openxmlformats.org/officeDocument/2006/relationships/slideLayout" Target="../slideLayouts/slideLayout6.xml"/><Relationship Id="Rfa8452d6fd10462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60b9069bc0f47cd" Type="http://schemas.openxmlformats.org/officeDocument/2006/relationships/notesSlide" Target="../notesSlides/notesSlide35.xml"/><Relationship Id="R753b4a320846411e"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71f4d6bc296d446f" Type="http://schemas.openxmlformats.org/officeDocument/2006/relationships/slideLayout" Target="../slideLayouts/slideLayout6.xml"/><Relationship Id="R76676f443fc4462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f36cc86a26eb4031" Type="http://schemas.openxmlformats.org/officeDocument/2006/relationships/slideLayout" Target="../slideLayouts/slideLayout6.xml"/><Relationship Id="Rf4cb6e4489a7441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3af953aea9647fc" Type="http://schemas.openxmlformats.org/officeDocument/2006/relationships/slideLayout" Target="../slideLayouts/slideLayout6.xml"/><Relationship Id="Rddd41d2abcdc4d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267d422581db44ab" Type="http://schemas.openxmlformats.org/officeDocument/2006/relationships/notesSlide" Target="../notesSlides/notesSlide39.xml"/><Relationship Id="R8f7979f25b2a4f17"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633dd18fb0948f6" Type="http://schemas.openxmlformats.org/officeDocument/2006/relationships/notesSlide" Target="../notesSlides/notesSlide40.xml"/><Relationship Id="Ra1784a6fe2df4545"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2e1705afca71452c" Type="http://schemas.openxmlformats.org/officeDocument/2006/relationships/notesSlide" Target="../notesSlides/notesSlide41.xml"/><Relationship Id="R4e3e128cf29b4f9b"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1a7c43f07bf4519" Type="http://schemas.openxmlformats.org/officeDocument/2006/relationships/slideLayout" Target="../slideLayouts/slideLayout6.xml"/><Relationship Id="Rbbcfb343e8ba48f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38746209631b40b9" Type="http://schemas.openxmlformats.org/officeDocument/2006/relationships/notesSlide" Target="../notesSlides/notesSlide44.xml"/><Relationship Id="Rd9ef261c458b4fcd"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552be9da8b4046f1" Type="http://schemas.openxmlformats.org/officeDocument/2006/relationships/notesSlide" Target="../notesSlides/notesSlide45.xml"/><Relationship Id="Rd36ab78003db42d9"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d02609ce1994d43" Type="http://schemas.openxmlformats.org/officeDocument/2006/relationships/slideLayout" Target="../slideLayouts/slideLayout6.xml"/><Relationship Id="R87b0961c97b34f9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31d0b9d0399d47e2" Type="http://schemas.openxmlformats.org/officeDocument/2006/relationships/slideLayout" Target="../slideLayouts/slideLayout6.xml"/><Relationship Id="R76736d080f3c499e"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e30eb26d9ba4e64" Type="http://schemas.openxmlformats.org/officeDocument/2006/relationships/notesSlide" Target="../notesSlides/notesSlide48.xml"/><Relationship Id="Rab714ca287da4b9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da1df238ec4247c9" Type="http://schemas.openxmlformats.org/officeDocument/2006/relationships/slideLayout" Target="../slideLayouts/slideLayout6.xml"/><Relationship Id="Re05e05c19c5a4f4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b13e4fa88ff64c06" Type="http://schemas.openxmlformats.org/officeDocument/2006/relationships/slideLayout" Target="../slideLayouts/slideLayout6.xml"/><Relationship Id="Rce95775acb15457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2b45460ea25246a7" Type="http://schemas.openxmlformats.org/officeDocument/2006/relationships/notesSlide" Target="../notesSlides/notesSlide51.xml"/><Relationship Id="Ra33be2021b9f4aa2"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18b2fb72b18b495f" Type="http://schemas.openxmlformats.org/officeDocument/2006/relationships/notesSlide" Target="../notesSlides/notesSlide52.xml"/><Relationship Id="R5dbaa95f7e4e413d"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c5651a5a44fd45f6" Type="http://schemas.openxmlformats.org/officeDocument/2006/relationships/notesSlide" Target="../notesSlides/notesSlide53.xml"/><Relationship Id="Rde8f67450a894635"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9201a6a2fc84c32" Type="http://schemas.openxmlformats.org/officeDocument/2006/relationships/notesSlide" Target="../notesSlides/notesSlide54.xml"/><Relationship Id="R818d40e92846403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00dafa84f2b14776" Type="http://schemas.openxmlformats.org/officeDocument/2006/relationships/slideLayout" Target="../slideLayouts/slideLayout6.xml"/><Relationship Id="R1051eb6096be401a"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0d664fb0c5640fc" Type="http://schemas.openxmlformats.org/officeDocument/2006/relationships/slideLayout" Target="../slideLayouts/slideLayout6.xml"/><Relationship Id="Rb02bba36a08b444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670ef98f53bb41ff" Type="http://schemas.openxmlformats.org/officeDocument/2006/relationships/notesSlide" Target="../notesSlides/notesSlide59.xml"/><Relationship Id="Rc3a3d7fe9d7343b6"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76127ac7023d469b" Type="http://schemas.openxmlformats.org/officeDocument/2006/relationships/slideLayout" Target="../slideLayouts/slideLayout6.xml"/><Relationship Id="Rc5b6ba5ec78c40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90a9cff0bb948c7" Type="http://schemas.openxmlformats.org/officeDocument/2006/relationships/notesSlide" Target="../notesSlides/notesSlide61.xml"/><Relationship Id="R5e2fcda7cc26455d"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5e93131a5db0467c" Type="http://schemas.openxmlformats.org/officeDocument/2006/relationships/slideLayout" Target="../slideLayouts/slideLayout6.xml"/><Relationship Id="Ra75122b390644c1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2b35d70f8a5b4783" Type="http://schemas.openxmlformats.org/officeDocument/2006/relationships/slideLayout" Target="../slideLayouts/slideLayout6.xml"/><Relationship Id="R4a5a2013f8f34c4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1cd9d591c364306" Type="http://schemas.openxmlformats.org/officeDocument/2006/relationships/notesSlide" Target="../notesSlides/notesSlide66.xml"/><Relationship Id="Rf149add3271443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0edf449e26a0427f" Type="http://schemas.openxmlformats.org/officeDocument/2006/relationships/notesSlide" Target="../notesSlides/notesSlide67.xml"/><Relationship Id="R14cee785ff254b42"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ad366f1c01344b60" Type="http://schemas.openxmlformats.org/officeDocument/2006/relationships/notesSlide" Target="../notesSlides/notesSlide68.xml"/><Relationship Id="Re74661b2dc27435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5f81535a99a247d2" Type="http://schemas.openxmlformats.org/officeDocument/2006/relationships/notesSlide" Target="../notesSlides/notesSlide69.xml"/><Relationship Id="R9b7fc8c91362496d"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5ad70ed9d0394cb2" Type="http://schemas.openxmlformats.org/officeDocument/2006/relationships/hyperlink" Target="https://www.youtube.com/watch?v=aFDOzpTeg0s" TargetMode="External"/><Relationship Id="Rf65ab91620594bc4" Type="http://schemas.openxmlformats.org/officeDocument/2006/relationships/notesSlide" Target="../notesSlides/notesSlide70.xml"/><Relationship Id="Rfb5c160838434624"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D643A85-6BA4-4D81-9948-1E7F24960561}"/>
              </a:ext>
            </a:extLst>
          </p:cNvPr>
          <p:cNvPicPr>
            <a:picLocks xmlns:a="http://schemas.openxmlformats.org/drawingml/2006/main" noChangeAspect="1"/>
          </p:cNvPicPr>
          <p:nvPr/>
        </p:nvPicPr>
        <p:blipFill>
          <a:blip xmlns:r="http://schemas.openxmlformats.org/officeDocument/2006/relationships" xmlns:a="http://schemas.openxmlformats.org/drawingml/2006/main" r:embed="Rbd22667a36be4e1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D3E0DE-B163-4CED-BB14-B84DB003FCF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7E35CD4-4D4C-41E3-94C8-C451D8448EE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57433D80-E6C3-4A37-94EC-71969032DB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2FC9F72D-D2A3-40EA-BBB7-BF4CA9B4804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A5466A8A-C9F2-4C70-975B-A9D9B04931A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80152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3BD0E2-9990-468D-9294-C53EC56C59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2BDC68-9CB1-4877-9F4D-77EF3B302A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5650F5-D490-4558-9FBF-B3E7616D8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56D847C-F1E2-4405-B689-13B509F612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DD8A3A-6DB1-4D01-9ED0-3CDED309CB0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3E34E7C-47DF-4604-A4F2-69A5FDEEF70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cooling load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D84A5A24-C9CF-44A8-8008-01BC041090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kW.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FB826A0A-9CF2-4563-AECC-C7EE0ECD53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20784160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cooling load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cooling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(cooling load, kW)</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Cooling load in kW</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8C4C50-1B13-4DA6-98B5-15F888A6DC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E23DBE-9D55-4EEB-8CAA-65F0D6EDFA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19717D-AF11-41FC-A464-4D61EFAF06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DD81B56-1EED-4188-B1DF-25A3B2CC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1B7A74-3FC7-475E-B42D-02CF3AE53E0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F26A28-9AAE-4D71-85F4-5EEA0744A6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197EF1AB-323A-4273-BC55-0FE2DC585C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594557AE-9184-458C-85B4-220575D6A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18204924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10BBB9-586B-4FDC-99A1-E1E568AB4C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537283-94DD-40A9-A0B6-EB105ADD7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F465A-090D-4BBD-9DBC-80A3A32F0A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BED2E0B-6763-4E17-ACE0-F9F3B1034E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C0690B-F99A-404F-84E4-18007C46FC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E459452-2E01-464E-B1FF-412BD4C2841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F7C268-B972-4B39-88AF-44D0F92201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F9F0AC91-A75C-403D-BD7E-330F563015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3C34DF-4481-4848-A285-698DD4070A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F868E29-5BE5-4FDE-A02E-65AB3870AA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17402741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B64C50-475B-4D5C-A6D3-08406A5D1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438F84-4F1C-42B4-B602-3740177F0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28DD40-0263-440C-B801-FFAAD8EC29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D29CC67-0D79-40D6-9F3A-CCB083CD2A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E30B681-6BB4-4BDB-B55B-AFFFF82F6E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C601D42-84F0-479F-A272-E2AAC4253D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813FBB6-EF0E-4E24-A579-54AF490817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EEB9BFE2-059E-403F-99AC-A9ECD9878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16951984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3C7176-4C47-4CED-BC9A-9E2EFA2B2A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E5EA8E-E60D-4AA0-BAC0-C4D1C6F1E9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5F2F5B-6E7C-4AA9-B185-3123B173D7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D00BE493-2A57-4281-BDAA-DFDA3B0A094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96B093-CED3-4C08-BE14-8B933789BB0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AB4FC7F3-4078-4997-8D2A-30682E1418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10778517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6DFC6D-F4D3-48B9-B08A-E5A2D1581C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B65BA4-335E-47B6-A9B3-21453B7D4D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F63D89-D3DF-43C9-BEE2-850712F92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13C4E9A5-BB8B-4715-897E-82196B9871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3A44CFA-8377-40C4-9ECC-7A50C65B0E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7788246-E1DE-4FD8-A578-F7545E7F38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627E1B50-1BFA-4FE0-81DB-BA6548F2F4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E979D3A-360E-4FE6-B3BF-4F290132AB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804608533"/>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431086-7F6A-467E-8E1B-57E7B2C5AE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D5A453-DCFE-4707-BF38-B9A7C5BC44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ACB984-5790-441B-81BC-882C30A962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F7A101AA-43E3-493D-9FB5-F36DECD236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8477BB-0EBF-4570-BB6F-A0F693B41E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EC03944-1E1E-42D7-9DE9-8D42E98EE7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79186EB5-36DB-4E22-B3FC-C806192CE2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36F23501-1C34-4FCB-8C9B-E1FF1C81C1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120893345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2C3A90-823B-4640-822D-86768B7A34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3AA67A-0B65-4377-BF9A-5E9E5F215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B59E35-4E32-421F-BAC1-05B97E08AB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BB0CF96-231F-4B78-8ADE-805AD8CD97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133E6B-57C5-4980-A9F3-2AADE8809E6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F12721A1-5889-45A5-901B-D0CF832972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BFF2FF-8AE0-4B83-AB59-0CD029ACB5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117AB170-09BC-49D8-872C-56527416C8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E56B3-1CD3-462B-8BCD-1E8B146833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866D2D93-9D31-4DCD-A69E-6EB02BC42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94227423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AA7621-DA39-4A02-B615-806393926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C1ED8-E585-46B2-9D79-03E89DBAFD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617DC4-BE2F-408D-A3BE-5EA6687B6C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5CFC9EC-4B5C-4AC7-B5A1-D0CE44B17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A81270-FD06-4260-ABA1-0BC6F195024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E286C79-9BA5-498B-A250-01AD4704E2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2482C-3104-4A96-A870-308A0589A9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F66AB004-1ECE-4DA1-A6ED-039E387C53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EC8B28-323B-47B1-991E-C7BB07863D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6BD1BB5E-3EE5-4B61-ACC3-3DCDE93DBF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11578294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D0993E-4294-485B-9BC1-E1BA28A966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54D391-0CBB-47ED-ABC7-C1624BC28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2BF20C-D3F3-4DAC-A0BE-9D8411197D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3E2AD77-DA19-4BAD-9C68-AE4657E538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D11B3B-AF93-4816-B4D8-0E04EF3C6B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1E5AF14-04A3-4AAF-948A-1A79744E802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898ADF-0627-47C2-AA36-E289950E0C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3BD4B644-7E80-4116-8D79-98B971FC7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49675872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A85FA9-3273-4E61-84A4-508E8199A2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ED0794-FDFC-434A-ABEC-A4B1C9D630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B43475-AF35-418D-B62E-C52FA4E7CB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A0EFC7F6-209E-4B49-93F4-A4F83FDEBE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1E364-1EBE-413E-AD25-AA4A93CD4B3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7E5AB09C-B1B6-4844-9545-223EC4BC0FA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2958D75-42EB-428F-979F-A03C272154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153744998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7B1E-A033-4A92-963F-A321ACA17E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D13E02-D57B-4626-80E2-48F2B11059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CA0211-2454-4368-938A-7845C8B56E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1A1DD25F-8A7B-4D2E-A8C1-D687E839AE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E0B03F4-A896-4A22-A54A-62AC6F62F6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C9795A8-986F-44EE-9015-27EC6F84FF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6F7EA198-F2E9-4294-BE46-6991BAC578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9030F68-F229-4D36-9A06-D9C1CF71AA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57894906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E13454-503D-4C25-9436-392CB3E3F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70FB9F-05FF-4778-9ECD-04029B707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72234B-4B76-48D3-A5B5-A7383EC7A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EDF1A4D4-6548-4983-A880-95A8D41F701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01750E2-CC53-4C4F-9E32-501F9E0035B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95BB749-534C-40FE-9702-F668F922F1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330E21D-AD42-41E9-B3CF-B337D2403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84022594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AEB422-8703-4C45-A3CE-DC0EE5FDF4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2CC293-3B1C-4889-A6C6-88C95CF22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23E4E1A-6804-4B68-B929-C5A2EEFACA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3FD05425-2FA0-4CB5-BEF3-60A2AE34A10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C92758-74CD-4239-9EC9-9B2136ED4C2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2381DCB4-579A-49DF-97BE-C6F826EEFC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13D1B3C5-5FAC-4AE2-AE48-94F3354A15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20D5268-30D4-4202-A283-1E5DBE1C3F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6884340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0E9CB0-C658-4FD3-9F85-E4F056BF5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ED9EEF-B3E4-4BAD-A545-82FCC770E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DC9B72-2EEB-4820-BF6D-1F4FC37FF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AE30627-829A-444C-8CC0-8288EC5CE1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DEF037-8F03-4883-8BDD-130CA6BF72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A5DBD3-0876-476C-8A5D-C7F9A6E038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04B2B591-7B92-4BA7-A1E7-4D8A4CBAAA4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6AC7986-E9E9-4EB2-AF33-C9F6E7CE6C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81943524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3F8DFB-07B6-487A-9635-E59E275D9D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1AD968-D9D5-40EA-87FA-4643C36704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9CF95A-6BEB-4E81-8BE2-B6EA10CBF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3671064-16EF-4D48-91C5-D11D06339E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F575AE-D867-4495-8F17-FB6652B42D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6B8238D-FFD6-4707-ACC5-62E06AF5213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E9BA2FF-21C7-46A7-8EFF-A36E02190A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1E67B80-F1D6-41F4-9B76-A8461CDEAC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1431757087"/>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2.png"/>
          <p:cNvPicPr>
            <a:picLocks noChangeAspect="1"/>
          </p:cNvPicPr>
          <p:nvPr/>
        </p:nvPicPr>
        <p:blipFill>
          <a:blip r:embed="rId2"/>
          <a:stretch>
            <a:fillRect/>
          </a:stretch>
        </p:blipFill>
        <p:spPr>
          <a:xfrm>
            <a:off x="847668" y="1117600"/>
            <a:ext cx="10496662"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cooling load.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kW</a:t>
            </a:r>
          </a:p>
          <a:p>
            <a:pPr>
              <a:spcAft>
                <a:spcPts val="400"/>
              </a:spcAft>
            </a:pPr>
            <a:r>
              <a:rPr sz="1900" b="1">
                <a:solidFill>
                  <a:srgbClr val="1C3144"/>
                </a:solidFill>
                <a:latin typeface="Calibri"/>
              </a:rPr>
              <a:t>MSE  = mean of the squared errors = 12.25 (kW squared)</a:t>
            </a:r>
          </a:p>
          <a:p>
            <a:pPr>
              <a:spcAft>
                <a:spcPts val="400"/>
              </a:spcAft>
            </a:pPr>
            <a:r>
              <a:rPr sz="1900" b="1">
                <a:solidFill>
                  <a:srgbClr val="1C3144"/>
                </a:solidFill>
                <a:latin typeface="Calibri"/>
              </a:rPr>
              <a:t>RMSE = square root of the MSE = 3.5 kW</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E57598-5912-437C-A6CD-FDE5CB9D165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743ED2-A42A-4C96-AAB8-F4B4A9D8E48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742F6DF7-25B9-4742-96DA-0193854A479B}"/>
              </a:ext>
            </a:extLst>
          </p:cNvPr>
          <p:cNvPicPr>
            <a:picLocks xmlns:a="http://schemas.openxmlformats.org/drawingml/2006/main" noChangeAspect="1"/>
          </p:cNvPicPr>
          <p:nvPr/>
        </p:nvPicPr>
        <p:blipFill>
          <a:blip xmlns:r="http://schemas.openxmlformats.org/officeDocument/2006/relationships" xmlns:a="http://schemas.openxmlformats.org/drawingml/2006/main" r:embed="Rec370eb50e95428e"/>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389E6FB-0B84-4BBE-BA35-72F961DD810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A20108-E652-4A1F-AB25-B862FB7262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E01C793A-0036-4696-9E9C-652FC5423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1981507997"/>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cooling load = 22.6 + 0.426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22.6: the prediction when load is 0 percent.</a:t>
            </a:r>
          </a:p>
          <a:p>
            <a:pPr>
              <a:spcAft>
                <a:spcPts val="900"/>
              </a:spcAft>
            </a:pPr>
            <a:r>
              <a:rPr sz="2200" b="0">
                <a:solidFill>
                  <a:srgbClr val="1C3144"/>
                </a:solidFill>
                <a:latin typeface="Calibri"/>
              </a:rPr>
              <a:t>Slope 0.426: each extra 1 percent of load adds 0.426 kW to the prediction.</a:t>
            </a:r>
          </a:p>
          <a:p>
            <a:pPr>
              <a:spcAft>
                <a:spcPts val="900"/>
              </a:spcAft>
            </a:pPr>
            <a:r>
              <a:rPr sz="2200" b="0">
                <a:solidFill>
                  <a:srgbClr val="1C3144"/>
                </a:solidFill>
                <a:latin typeface="Calibri"/>
              </a:rPr>
              <a:t>At 70 percent load the line predicts 52.4 kW.</a:t>
            </a:r>
          </a:p>
          <a:p>
            <a:pPr>
              <a:spcAft>
                <a:spcPts val="900"/>
              </a:spcAft>
            </a:pPr>
            <a:r>
              <a:rPr sz="2200" b="0">
                <a:solidFill>
                  <a:srgbClr val="1C3144"/>
                </a:solidFill>
                <a:latin typeface="Calibri"/>
              </a:rPr>
              <a:t>With both inputs the model learns one slope for each: 1.49 + 0.447 × load_pct + 0.756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2.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52</a:t>
            </a:r>
            <a:r>
              <a:rPr sz="1450">
                <a:solidFill>
                  <a:srgbClr val="F4F7FA"/>
                </a:solidFill>
                <a:latin typeface="Courier New"/>
              </a:rPr>
              <a:t>.</a:t>
            </a:r>
            <a:r>
              <a:rPr sz="1450">
                <a:solidFill>
                  <a:srgbClr val="F4F7FA"/>
                </a:solidFill>
                <a:latin typeface="Courier New"/>
              </a:rPr>
              <a:t>547</a:t>
            </a:r>
            <a:r>
              <a:rPr sz="1450">
                <a:solidFill>
                  <a:srgbClr val="F4F7FA"/>
                </a:solidFill>
                <a:latin typeface="Courier New"/>
              </a:rPr>
              <a:t>, </a:t>
            </a:r>
            <a:r>
              <a:rPr sz="1450">
                <a:solidFill>
                  <a:srgbClr val="F4F7FA"/>
                </a:solidFill>
                <a:latin typeface="Courier New"/>
              </a:rPr>
              <a:t>58</a:t>
            </a:r>
            <a:r>
              <a:rPr sz="1450">
                <a:solidFill>
                  <a:srgbClr val="F4F7FA"/>
                </a:solidFill>
                <a:latin typeface="Courier New"/>
              </a:rPr>
              <a:t>.</a:t>
            </a:r>
            <a:r>
              <a:rPr sz="1450">
                <a:solidFill>
                  <a:srgbClr val="F4F7FA"/>
                </a:solidFill>
                <a:latin typeface="Courier New"/>
              </a:rPr>
              <a:t>691</a:t>
            </a:r>
            <a:r>
              <a:rPr sz="1450">
                <a:solidFill>
                  <a:srgbClr val="F4F7FA"/>
                </a:solidFill>
                <a:latin typeface="Courier New"/>
              </a:rPr>
              <a:t>, </a:t>
            </a:r>
            <a:r>
              <a:rPr sz="1450">
                <a:solidFill>
                  <a:srgbClr val="F4F7FA"/>
                </a:solidFill>
                <a:latin typeface="Courier New"/>
              </a:rPr>
              <a:t>47</a:t>
            </a:r>
            <a:r>
              <a:rPr sz="1450">
                <a:solidFill>
                  <a:srgbClr val="F4F7FA"/>
                </a:solidFill>
                <a:latin typeface="Courier New"/>
              </a:rPr>
              <a:t>.</a:t>
            </a:r>
            <a:r>
              <a:rPr sz="1450">
                <a:solidFill>
                  <a:srgbClr val="F4F7FA"/>
                </a:solidFill>
                <a:latin typeface="Courier New"/>
              </a:rPr>
              <a:t>895</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53.044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6A0CF2-37B0-4F6B-9BE2-4AE499DD54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CCB3F3-C067-410E-A029-F1B1529C3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4A0EC7-3517-4345-930A-1CBB78057A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6F82A836-DC27-4650-A598-ED4BD43678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EF3096-AE18-4FAC-9553-40E1FEC7EA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274AA0F-79D9-4F12-A3D5-601A056705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0486D0FF-A788-4876-B47F-E578162422D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B6C439CA-99D7-451D-9361-64009E40BF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285673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011B7A-1147-4CBB-949E-35B66A71D5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F77EE2-B9FF-4EC7-B4DA-282C81BA4C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57CF20-8878-4E76-838A-48276D8B13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F739590-A114-48FF-9DDE-4AE338C850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D2CE86-8E5B-4C9C-ACB3-024F87AA0F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3F618F-45AF-44A3-8606-6A26308C03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87D209B2-2D91-4816-96EF-B527BBE4926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62AA1A2B-63F4-42FA-ADD3-E059884F6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120065507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5AE2EF-E5FF-48EC-97D0-764DA806F2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806CE8-1025-4A6C-B298-B13EF4134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63A059-5554-4986-9B41-262AA4CD3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00CBC30C-DDFD-402A-91D9-54BCBC79BE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74CEC7-8BB6-444A-A7D0-39124A277C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7F3CA6-089A-4955-A0FF-BC969E242C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A00A9620-2D7C-4BD3-97B8-207EE48DF7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CF55DF4F-86BC-42C7-BF1E-0FF4A3BB9C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13295593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9384EC-4EC6-4129-87FC-0B90849CC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AAE691-8263-44C7-A267-DC72214A33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12846C-6798-4858-AA06-D9EA40B5A2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4EFCE6FE-27AD-40F3-8A37-8679650A6D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DDCF610-0D82-4FA7-8964-C6906449DA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B946E74-BD5C-4C93-9AF3-7986C3A4045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73DCFE35-6C11-4438-A712-7D6C501E08A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92840C7D-1D0F-4BE8-87FA-F1348404E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210224202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675A29-2C60-47A2-95AD-2FF316C5E3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36C14B-D535-4312-B9D1-B35D70D25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495C6B-1F62-4AF7-89F8-EEF6122335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8AACD728-EFB3-48CE-A7F8-05D3ABA402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9B1372-463D-4C51-AC43-84C6AF7AD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BFAFD33-75F4-4236-9EE4-EFD4F80F77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D25552DF-03D1-4B87-B8AE-1BAE845ABA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695E99F6-3410-49CF-BE3C-D89A1987CC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3176136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760E1A-DE4B-46F8-8205-861EEE2674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9350C0-9A0A-466A-BC59-4E1C4F8B36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D08D13-4174-4092-A398-D3BD07BB23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1645D0D-B4E9-4E57-8115-5AE5596253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21DF8B-5895-4A1D-A809-5398797EA2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F2C55041-47D0-4470-8404-AAD47816F6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6DFB26-9FC3-452B-B0B8-BA17A6EB2F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AA1E4755-127C-42EA-8623-155C7707BA3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657F3B-3347-4BF4-ADA4-43C4AF7792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1F0649B2-256F-4DCD-842D-7D6F1ADE02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55063183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BE1DFB-8E6B-4C7A-9E48-0FE2B14C7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D9628E-267C-4760-BF64-6A3380EAF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71367B-2B19-4546-BCE7-4AAE2AC70C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7BCCD519-483F-4343-8CD3-3977BBD3489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091509-88EE-432C-8A74-D4D88836B01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104AEF57-C462-4790-8E6F-F2B3A325FA4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BDD44E12-7D34-4450-A37D-A6D983C54E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19491582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AE3D3A-EFEC-42B9-9967-572A08F8A3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B5B9FE-2A9B-4F15-83E5-1B23AC8A7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EF6FE3-5909-4055-A291-93B8C4C7E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E8683B00-EC85-4729-9C7D-B018E8DDC95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1EF446-DFBB-4234-8981-90BCF9DA54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043E04BF-7A0F-4DA2-B754-468C2675E13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45C40EC1-045E-48CE-9BF9-5B10C12FBD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96A540E-CD6A-4849-BEAE-446E58EA5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104959662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F72355-7381-4DA5-AA8C-DD7C3DCF74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3E14B-C859-4E2E-9458-B2B2E85322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65C32-22A8-4C12-9EC9-17DC8689EE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8EC41A67-FE45-44BC-A7C1-4557F070CAB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F90B3D-B9C4-4D07-AA09-90BDDFB9ED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CF5623B3-568C-4BE6-B33D-47D993DD17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60387280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00091B-2C8D-40F3-9E7B-A6CB041524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11ECA3-EE22-44A1-8E26-AAC7EF620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E35EB4-ED71-48BF-A2C5-BAED1CB90F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BE923ECD-7057-4DFD-8ABB-A6861A7FB4F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A8E5A0-CCE7-4C3A-A0F1-41A8B1C83E9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F57AA22E-E725-48DE-866D-D6475C6BB3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E00C46E9-F0C8-43D1-8B08-90B728E3FB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D7C9DA2-53E0-40E1-820E-CBF335EE8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1349798242"/>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67F0A0-E907-43D4-A16C-8D252FCE56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A562AE-3994-4009-BA88-3F0D4DA67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BA7B4-9A3E-4321-BB77-8A60FE8AE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9659F5AD-21BA-401A-9A4A-C20165727DB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A944BC-7F10-422E-A54E-0516BF48D1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99DD006-5330-4EF3-AB82-4F0682DB1D4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4F1C48A0-D3CB-49CF-9298-0737EB0D6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121A4C11-CB3C-4454-940F-A1A08D41F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42031159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2C6292-83C4-48AB-96AD-76689FC1C4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9CAAB6-B1FC-466A-ABDC-CF509E1F72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417C45-C42D-4413-B977-A4FEF6F9C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8855BCA4-9505-4E03-8FFA-3C81FD2608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41ED7F-ABEC-4B0A-A5C7-BED8A1082D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8BC99A8-8D5F-4620-96B1-1B25AB3CF2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7B2CFAAE-6781-4DC9-923E-614CCBDEAF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C27D9A31-5DC5-4778-A6B9-B075FC797C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181126637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B7FBD3-16F4-4A95-B382-9DB7867DB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52A651-02C2-4D3B-8C7D-6C1B025367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42D63A-2AC6-418F-94E3-78BB096D5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9906C716-6A89-46F7-8AEA-621006BB7CD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D4AA65-A85B-44FF-B4E8-7B6BBF0E45A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5F3EDF8C-2DC5-413C-B0FA-AB2E005FA8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2A07DAD6-AC55-4405-B7C0-1317C28A3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29365575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DEB40B-566E-4FBD-BC9C-6417B37471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6A5C26-4268-4924-82A5-1288CB9102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DEF08A-45E1-4856-9771-383593B5D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5EAEB83A-E98E-4430-BFD7-C4FEA2938A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3146CC-6CF1-41E6-A402-F9FF5F6BF17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B2C10DCF-E08B-4C94-8225-066EC59A9D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FA6BB52-8CAC-4CE8-894E-CAF124B4D0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F7A1C64-9721-4FE3-A382-63A7937954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189117416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2A69F-B91E-498B-AEC7-0047DAC6A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2A12B6-A7EE-4E10-ABEB-65E8CC95EC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064B8A-93AE-43C0-8CFE-1FBAC7DFD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2ED12A76-5AF7-4723-B475-D676FE79BAE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215E505-3BF3-4723-8D06-AA286566CC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C77AF4A9-0A2C-4EFD-A0C4-31289910110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EE44E34-24E4-4447-874B-7D55C29F88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213600825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79DE6E-519D-4EFF-AC12-005E16FF0A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C4E616-796A-4D95-B758-2B944A9A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BE1FB2-C481-42B7-82FA-1D60C5C4B5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F7B54F55-41D4-40AD-BFB8-3A07B541F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7F8EE7-CB1F-43E3-AE55-F70AFA69B0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677FA73D-91AC-44E0-A6D4-448AE90092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4400A7C2-FEE4-4D0A-958F-74F9C4D4A0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3F8056B-5DB5-471E-8078-3ED0A394A2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59165756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6BD585-70C4-405F-8DDC-A3F5E43D2C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05ED8F-8B4D-4FA6-84D7-F72B1D62B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10DD0-4BED-4F62-9A8D-F6A0C8C34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AEA9D390-CBE9-4FAD-8C5F-F2E2E67C2C0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41D31B-FCDF-42A8-B878-D98ED270FA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46C1B26-A104-4EB0-AF07-676AC22B1F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A3A43A72-320E-44CD-A582-EFEFA79671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87F66F4B-6BB8-4A98-B535-3DE770B9F6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67423792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14D693-232A-4A64-8D20-F17F5422F0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416EDC-9722-4F72-9E3E-5B10EB1FC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C1784-733E-41AF-A0F0-F8BE108BB4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CAD3CDE-071B-4FF0-B124-1BBC400938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D94FC-9F51-4357-89CD-0C87E0E121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330DA174-1C1A-468C-800B-3DCA2A836F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15AFF5-CF4A-4C55-B6F2-91982C666E0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C5C4139-E69B-4986-84F8-829127DC59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A3487C-233F-4A7B-892B-ADDD48024C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8B0EBC6A-6F9F-4D45-BFBE-2EFBCA331A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621650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CE9CC7-AE30-43F6-A995-1350A1D4C7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038F0-3852-4D02-BBCD-300F8248B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80DA4F-0679-4802-80C9-7D070B819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4F9ABB0-BE5E-4A15-89E6-E128752AC3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66E2DF-32F2-418F-86C3-E4C7409ABAD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18857B04-D39A-4F85-9CBB-B2AB0C3E79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35107059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CE3AA-88B3-4FDA-AE03-75DD6B7934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8B501F-57EC-47DA-90CA-CCD04B504F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835AFC-2D5C-40E4-BE56-30A3E7EF94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A889114-16D3-4E7C-A7B4-A1011712F6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0B65B0-2465-4823-87E3-13E5679C56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EC375F8E-69EA-485D-B58A-840FB47116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5851472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329000-5E7D-4E47-909B-8B72EFCC0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8B91A7-3540-4223-A1E6-B38372569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7FC390-6D84-4521-9F44-6F4CDF4BB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A29B327D-AACF-4113-98CE-9A66153ED26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E5C1FE-7A34-4D42-BA56-197B42CAD23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A7BC9A55-9143-4138-96C7-C63D1D37F6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7592633A-1D0D-46AC-83DC-8325A658FA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3485565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997348-3457-4E8A-B65A-E293AD14C9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37649A-63C3-475A-8252-19C627CB02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12B08C-72BE-454E-A347-A6CDD9038A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81732CD9-88B8-4AE0-8419-BCBE7EFA58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9DAE18-9C3A-431B-88F2-37F3DB0832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66A94967-750E-4BB5-A20A-7501A910DB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18B94677-6201-4AD7-9A0C-7DD54EF6C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00D4E3A-7EA4-43FD-AFB5-B90D353B07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49005379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8F6E19-68E2-4100-80FB-96E0A5723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283723-6307-41BD-86E4-F63ECD22A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78F735-92BA-433D-A19D-DBF5C00652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13F973BA-4D3D-4AD5-84A6-43D5E6D6A1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D4E6F1-1730-4129-A366-BA60A6E39E3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3379826C-8B25-4BB0-A6DA-B1F0267EE90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9C80CE3E-494B-44F0-A6F1-6CBFB9638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205904650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9BBE81-2E06-4500-A4AB-E30EC2C7AA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42D7B7-C22C-431F-9A8C-F89985A5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DCE010-0A67-49AE-A004-154C67AB9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315D28ED-929E-4657-979B-9FE4A4D725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AABCA70-CC28-4A77-88AD-9D215FD310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293203BF-B969-4E89-AECE-5A1C4FBA246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58E4A703-7056-40EC-801E-66F6B2616B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1144D52-DC4D-46D9-A054-BF7BBBB26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1672072322"/>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9.69</a:t>
            </a:r>
          </a:p>
          <a:p>
            <a:r>
              <a:rPr sz="1500">
                <a:solidFill>
                  <a:srgbClr val="1C3144"/>
                </a:solidFill>
                <a:latin typeface="Courier New"/>
              </a:rPr>
              <a:t>line 0.74</a:t>
            </a:r>
          </a:p>
          <a:p>
            <a:r>
              <a:rPr sz="1500">
                <a:solidFill>
                  <a:srgbClr val="1C3144"/>
                </a:solidFill>
                <a:latin typeface="Courier New"/>
              </a:rPr>
              <a:t>tree 3.39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kW.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(kW)</a:t>
                      </a:r>
                    </a:p>
                  </a:txBody>
                  <a:tcPr marL="101600" marR="101600" marT="38100" marB="38100" anchor="ctr">
                    <a:solidFill>
                      <a:srgbClr val="2E7D6F"/>
                    </a:solidFill>
                  </a:tcPr>
                </a:tc>
                <a:tc>
                  <a:txBody>
                    <a:bodyPr wrap="square"/>
                    <a:lstStyle/>
                    <a:p>
                      <a:r>
                        <a:rPr sz="2200" b="1">
                          <a:solidFill>
                            <a:srgbClr val="FFFFFF"/>
                          </a:solidFill>
                          <a:latin typeface="Calibri"/>
                        </a:rPr>
                        <a:t>RMSE (kW)</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9.69</a:t>
                      </a:r>
                    </a:p>
                  </a:txBody>
                  <a:tcPr marL="101600" marR="101600" marT="38100" marB="38100" anchor="ctr">
                    <a:solidFill>
                      <a:srgbClr val="EEF3F6"/>
                    </a:solidFill>
                  </a:tcPr>
                </a:tc>
                <a:tc>
                  <a:txBody>
                    <a:bodyPr wrap="square"/>
                    <a:lstStyle/>
                    <a:p>
                      <a:r>
                        <a:rPr sz="2200" b="0">
                          <a:solidFill>
                            <a:srgbClr val="1C3144"/>
                          </a:solidFill>
                          <a:latin typeface="Calibri"/>
                        </a:rPr>
                        <a:t>11.13</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0.74</a:t>
                      </a:r>
                    </a:p>
                  </a:txBody>
                  <a:tcPr marL="101600" marR="101600" marT="38100" marB="38100" anchor="ctr">
                    <a:solidFill>
                      <a:srgbClr val="FFFFFF"/>
                    </a:solidFill>
                  </a:tcPr>
                </a:tc>
                <a:tc>
                  <a:txBody>
                    <a:bodyPr wrap="square"/>
                    <a:lstStyle/>
                    <a:p>
                      <a:r>
                        <a:rPr sz="2200" b="0">
                          <a:solidFill>
                            <a:srgbClr val="1C3144"/>
                          </a:solidFill>
                          <a:latin typeface="Calibri"/>
                        </a:rPr>
                        <a:t>0.88</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3.39</a:t>
                      </a:r>
                    </a:p>
                  </a:txBody>
                  <a:tcPr marL="101600" marR="101600" marT="38100" marB="38100" anchor="ctr">
                    <a:solidFill>
                      <a:srgbClr val="EEF3F6"/>
                    </a:solidFill>
                  </a:tcPr>
                </a:tc>
                <a:tc>
                  <a:txBody>
                    <a:bodyPr wrap="square"/>
                    <a:lstStyle/>
                    <a:p>
                      <a:r>
                        <a:rPr sz="2200" b="0">
                          <a:solidFill>
                            <a:srgbClr val="1C3144"/>
                          </a:solidFill>
                          <a:latin typeface="Calibri"/>
                        </a:rPr>
                        <a:t>4.45</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0.74 kW on average. The average guess misses by 9.69 kW.</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79C37B-BEB5-4D54-954D-4FE99156F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C10F50-94A0-45A1-9A88-5C5436314F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DC147C-812B-4A1F-80DF-953E48E8A1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0F4793A-2298-406B-AD97-D7E41F7A76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130845-4852-4C78-AE03-408B4C64FD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655ABD6-33AC-489C-8123-9A7947D995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F2ABA68D-17EC-40EA-BC08-6FF8FB3C1A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AEFFEF8E-674C-453F-91E2-29016D7CBE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59</a:t>
            </a:r>
          </a:p>
        </p:txBody>
      </p:sp>
    </p:spTree>
    <p:extLst>
      <p:ext uri="{BB962C8B-B14F-4D97-AF65-F5344CB8AC3E}">
        <p14:creationId xmlns:p14="http://schemas.microsoft.com/office/powerpoint/2010/main" val="116202668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A9FDDD-186D-474E-89A6-CA49A950B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55406C-DE30-4638-AAB0-4713ECD2F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7022FB-E547-47E5-B6F6-DE560813C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3620295-5B08-48F9-B26E-802ED83A33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11AEFD-5C13-41E8-9180-C34421FBA2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EC3546B6-A779-4F17-812F-DD85B8E4E3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6C790A-1C4D-479B-82FD-EC1EADFC38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E550F9CA-6039-4C75-82A5-52459A7C83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14C844-A03B-4614-B92F-5D84F853A08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E1A6082-5415-4A71-B8EE-F58399E30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131347988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ED5776-23DF-4943-A2B7-BE96FD2596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5A99A7-D428-41D5-BA93-B0B9CF02E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AC63D4-7399-4FCD-9896-03A7F34DE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F2A02BA5-F528-4597-B333-B323EB4698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BE20B14-19C1-4107-93A5-7146C372C84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1D3B19D5-4C42-4D72-B782-F72D7E6331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61</a:t>
            </a:r>
          </a:p>
        </p:txBody>
      </p:sp>
    </p:spTree>
    <p:extLst>
      <p:ext uri="{BB962C8B-B14F-4D97-AF65-F5344CB8AC3E}">
        <p14:creationId xmlns:p14="http://schemas.microsoft.com/office/powerpoint/2010/main" val="113845620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8F3905-B788-4F59-A1F3-D24AB71AE7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8726C6-0777-4E2D-A62C-258CEB51BA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F87176-D154-44F4-AC7D-527F195BC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36E5C49-CB57-4FA9-A026-115FC33D3F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474F761-E577-4B97-A8A3-C47F0809716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2A163654-00B9-4587-8DA7-8C80C5A8B5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A80C15DF-9237-4CDD-9554-C7B71AF69D8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7C8602E-CC74-4D44-A651-D67FB2AD86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62</a:t>
            </a:r>
          </a:p>
        </p:txBody>
      </p:sp>
    </p:spTree>
    <p:extLst>
      <p:ext uri="{BB962C8B-B14F-4D97-AF65-F5344CB8AC3E}">
        <p14:creationId xmlns:p14="http://schemas.microsoft.com/office/powerpoint/2010/main" val="1289816194"/>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kW</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how Weeks 8, 9 and 10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1 pack, worth 20 of its 60 marks. Part B follows in Week 9 and part C in Week 10.</a:t>
            </a:r>
          </a:p>
          <a:p>
            <a:pPr>
              <a:spcAft>
                <a:spcPts val="900"/>
              </a:spcAft>
            </a:pPr>
            <a:r>
              <a:rPr sz="2200" b="0">
                <a:solidFill>
                  <a:srgbClr val="1C3144"/>
                </a:solidFill>
                <a:latin typeface="Calibri"/>
              </a:rPr>
              <a:t>Nothing is submitted and there is no quiz after today's class. You hand in all 3 parts together by Tuesday 17 November 2026, 11:00 Kampala time.</a:t>
            </a:r>
          </a:p>
          <a:p>
            <a:pPr>
              <a:spcAft>
                <a:spcPts val="900"/>
              </a:spcAft>
            </a:pPr>
            <a:r>
              <a:rPr sz="2200" b="0">
                <a:solidFill>
                  <a:srgbClr val="1C3144"/>
                </a:solidFill>
                <a:latin typeface="Calibri"/>
              </a:rPr>
              <a:t>The Block 1 quiz has 15 questions, five from each of the three weeks. You sit it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64</a:t>
            </a:r>
          </a:p>
        </p:txBody>
      </p:sp>
    </p:spTree>
  </p:cSld>
  <p:clrMapOvr>
    <a:masterClrMapping/>
  </p:clrMapOvr>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DB76C7-694E-44EE-8BAF-B853D5009F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A01729-4E0F-4EA3-B734-AE99E4A02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17567FE0-56DF-4FD9-A46D-1B7B0FC4CB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53231F5-67D5-4F6C-9B15-3ADD477D2E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F34C75-FC7A-49C0-A05B-4CC9C56D736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8A063566-FE22-4DA0-857C-89714141748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BA2F6E-3EA3-4ED6-B2B1-1AAE1930E8D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5A6FF88-EEB2-40FD-8CF9-5488DF72A9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1D56F1-6332-42CD-80E3-F942745F5F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0106D48D-0B28-44A9-9135-8C4BA49BD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4AB28B-BB34-47B5-A0E9-03F6B1DDC6C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8707D13-5904-41F8-AD9E-C44B135CF5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65</a:t>
            </a:r>
          </a:p>
        </p:txBody>
      </p:sp>
    </p:spTree>
    <p:extLst>
      <p:ext uri="{BB962C8B-B14F-4D97-AF65-F5344CB8AC3E}">
        <p14:creationId xmlns:p14="http://schemas.microsoft.com/office/powerpoint/2010/main" val="152935901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0073E1-9583-4ACE-A945-7C3E58BB80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FA9031-77FF-4A92-8333-B4BCCD62E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C229CAE6-028A-41D8-A6BD-FB7A54209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E0981BBD-ABA0-47D1-9222-A596BD7BA3B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1F5621-2C09-4888-96FD-8A3A9FA95D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F61A653-5B89-46DB-9943-AF3DFE1E0A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A026E32-4E16-4162-991E-ED81EE27B35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8ED815-3427-434C-AE3F-07F749357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66</a:t>
            </a:r>
          </a:p>
        </p:txBody>
      </p:sp>
    </p:spTree>
    <p:extLst>
      <p:ext uri="{BB962C8B-B14F-4D97-AF65-F5344CB8AC3E}">
        <p14:creationId xmlns:p14="http://schemas.microsoft.com/office/powerpoint/2010/main" val="143914944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17E000-FA32-4552-8AF2-8AE358C496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551230-72C8-40E0-8EA2-CE0C702AFE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E37284FB-083B-469D-A67F-61178629B9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60C7E59-6A12-4350-A163-12DC809706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62D3AB-5B49-4590-A9E1-BD1D4531206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C959873-C1FD-45E3-9E84-2D21D7AB57D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A5AE469-E842-43E5-B6B8-48F210BF7DE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48C3259-ED7A-4829-8FA5-DB6843F933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67</a:t>
            </a:r>
          </a:p>
        </p:txBody>
      </p:sp>
    </p:spTree>
    <p:extLst>
      <p:ext uri="{BB962C8B-B14F-4D97-AF65-F5344CB8AC3E}">
        <p14:creationId xmlns:p14="http://schemas.microsoft.com/office/powerpoint/2010/main" val="33711339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837217-8D42-4744-AB21-89EBD47790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CC2FD7-0BBF-4793-A178-DCBD38E35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E9FC6F20-24F5-4D8E-8F56-F4D37330D5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42C62C0-3A4D-47A3-9509-E946E06EA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B6BA7A-7124-46A2-A41B-5A59888A466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A72F4A6-950D-4694-B89E-02150709F7F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912B09-C636-4154-B5DB-61573AF883F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B86CCC2-F94A-4E80-B6E7-051943F233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88CF0D-43BB-43DA-8041-FBB44E6F922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58DA3D9-64DF-441E-9187-7B9D21362F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4F6828-F7C6-45F5-9BDE-D0B87AEA08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F99D46E-9942-47A4-AE84-F82C19066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68</a:t>
            </a:r>
          </a:p>
        </p:txBody>
      </p:sp>
    </p:spTree>
    <p:extLst>
      <p:ext uri="{BB962C8B-B14F-4D97-AF65-F5344CB8AC3E}">
        <p14:creationId xmlns:p14="http://schemas.microsoft.com/office/powerpoint/2010/main" val="1977409639"/>
      </p:ext>
    </p:extLst>
  </p:cSld>
</p:sld>
</file>

<file path=ppt/slides/slide6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BC1B13-22B7-4DFA-8E34-BB578467E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FA182E6-4C25-464E-BA96-3F76E90E9E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AD12A00-0D43-4143-9415-8A5CF4E700D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F818164-83E5-4CAE-90C8-56ED102DB11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0.74 kW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91078333-4C0C-406A-B7D0-D49A976672D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E332952-5943-4125-9A51-762EDCB98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69</a:t>
            </a:r>
          </a:p>
        </p:txBody>
      </p:sp>
    </p:spTree>
    <p:extLst>
      <p:ext uri="{BB962C8B-B14F-4D97-AF65-F5344CB8AC3E}">
        <p14:creationId xmlns:p14="http://schemas.microsoft.com/office/powerpoint/2010/main" val="182609891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08747F9-D30F-4D65-9929-2DBB06B786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CE9C30-B71D-4B43-81EC-D41B83F32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EB158B0-BE7C-4BF3-8723-AA845BC87B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C076292F-6AAE-4482-8AC3-A97A860F56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9DA7D5-A6AA-454B-B532-E1C04751ADB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96DD11CE-E41E-4600-99BC-A1291E04D73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07DBCC-6C87-4068-AE7D-722C7394FE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AA415130-A2AC-438F-95DF-4170198804A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052106-014F-4EF9-A980-82A1791405B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7779470D-8FF8-45DD-8EE0-DF0C2BC04B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9108B7-3723-4413-BC15-238CD81A54D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00FBC524-FF37-4818-9AE3-5EF0BAD17AB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2A6B1B6-E69E-471E-8F9B-B37C5F0C0A2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d70ed9d0394cb2"/>
              </a:rPr>
              <a:t>Open explainer video</a:t>
            </a:r>
          </a:p>
        </p:txBody>
      </p:sp>
      <p:sp>
        <p:nvSpPr>
          <p:cNvPr id="14" name="">
            <a:extLst xmlns:a="http://schemas.openxmlformats.org/drawingml/2006/main">
              <a:ext uri="{FF2B5EF4-FFF2-40B4-BE49-F238E27FC236}">
                <a16:creationId xmlns:a16="http://schemas.microsoft.com/office/drawing/2014/main" id="{7A4276D0-2EF6-418A-99E9-DB34BA6A35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3FA938E6-6191-446C-890D-FFE6C67078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70</a:t>
            </a:r>
          </a:p>
        </p:txBody>
      </p:sp>
    </p:spTree>
    <p:extLst>
      <p:ext uri="{BB962C8B-B14F-4D97-AF65-F5344CB8AC3E}">
        <p14:creationId xmlns:p14="http://schemas.microsoft.com/office/powerpoint/2010/main" val="1728744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2026-10-20T17:59:54.1010000Z</dcterms:created>
  <dcterms:modified xsi:type="dcterms:W3CDTF">2026-10-20T17:59:54.1010000Z</dcterms:modified>
  <keywords>BLOCK-PATCHED</keywords>
</coreProperties>
</file>