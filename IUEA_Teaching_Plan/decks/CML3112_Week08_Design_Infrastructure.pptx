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ab9f412187347c4" /><Relationship Type="http://schemas.openxmlformats.org/officeDocument/2006/relationships/extended-properties" Target="/docProps/app.xml" Id="Rfd05b4d40bfc47c8" /><Relationship Type="http://schemas.openxmlformats.org/officeDocument/2006/relationships/officeDocument" Target="/ppt/presentation.xml" Id="R87166202bee54ea7" /></Relationships>
</file>

<file path=ppt/presentation.xml><?xml version="1.0" encoding="utf-8"?>
<p:presentation xmlns:p="http://schemas.openxmlformats.org/presentationml/2006/main">
  <p:sldMasterIdLst>
    <p:sldMasterId xmlns:r="http://schemas.openxmlformats.org/officeDocument/2006/relationships" id="2147483648" r:id="R4139e9606c884f9b"/>
  </p:sldMasterIdLst>
  <p:notesMasterIdLst>
    <p:notesMasterId xmlns:r="http://schemas.openxmlformats.org/officeDocument/2006/relationships" r:id="Rfa3b34260ee7490a"/>
  </p:notesMasterIdLst>
  <p:sldIdLst>
    <p:sldId xmlns:r="http://schemas.openxmlformats.org/officeDocument/2006/relationships" id="256" r:id="Re8100ef977744ad8"/>
    <p:sldId xmlns:r="http://schemas.openxmlformats.org/officeDocument/2006/relationships" id="257" r:id="Rab802ed7148d4225"/>
    <p:sldId xmlns:r="http://schemas.openxmlformats.org/officeDocument/2006/relationships" id="258" r:id="R157811df4d56471a"/>
    <p:sldId xmlns:r="http://schemas.openxmlformats.org/officeDocument/2006/relationships" id="259" r:id="R2e7822f3b27d45f3"/>
    <p:sldId xmlns:r="http://schemas.openxmlformats.org/officeDocument/2006/relationships" id="260" r:id="R3b73fa7ae2054914"/>
    <p:sldId xmlns:r="http://schemas.openxmlformats.org/officeDocument/2006/relationships" id="261" r:id="R0910c99b78654cf7"/>
    <p:sldId xmlns:r="http://schemas.openxmlformats.org/officeDocument/2006/relationships" id="262" r:id="R1126da676e934180"/>
    <p:sldId xmlns:r="http://schemas.openxmlformats.org/officeDocument/2006/relationships" id="263" r:id="R33844400fcb24856"/>
    <p:sldId xmlns:r="http://schemas.openxmlformats.org/officeDocument/2006/relationships" id="264" r:id="Rcc424cca34ad46b4"/>
    <p:sldId xmlns:r="http://schemas.openxmlformats.org/officeDocument/2006/relationships" id="265" r:id="Re9c926b4bd934f6b"/>
    <p:sldId xmlns:r="http://schemas.openxmlformats.org/officeDocument/2006/relationships" id="266" r:id="R343e7f5e7ad04a7f"/>
    <p:sldId xmlns:r="http://schemas.openxmlformats.org/officeDocument/2006/relationships" id="267" r:id="R83db9fb883314332"/>
    <p:sldId xmlns:r="http://schemas.openxmlformats.org/officeDocument/2006/relationships" id="268" r:id="Rd18c22f7eed64b80"/>
    <p:sldId xmlns:r="http://schemas.openxmlformats.org/officeDocument/2006/relationships" id="269" r:id="Rfb82623ec6144c4d"/>
    <p:sldId xmlns:r="http://schemas.openxmlformats.org/officeDocument/2006/relationships" id="270" r:id="Re664689ed44a4ffc"/>
    <p:sldId xmlns:r="http://schemas.openxmlformats.org/officeDocument/2006/relationships" id="271" r:id="Rea5951931e5c4ce6"/>
    <p:sldId xmlns:r="http://schemas.openxmlformats.org/officeDocument/2006/relationships" id="272" r:id="Rc076dd23f176491b"/>
    <p:sldId xmlns:r="http://schemas.openxmlformats.org/officeDocument/2006/relationships" id="273" r:id="R4a981f194f174fe4"/>
    <p:sldId xmlns:r="http://schemas.openxmlformats.org/officeDocument/2006/relationships" id="274" r:id="R317d96d531bd4aef"/>
    <p:sldId xmlns:r="http://schemas.openxmlformats.org/officeDocument/2006/relationships" id="275" r:id="R886bddfaaf8b4357"/>
    <p:sldId xmlns:r="http://schemas.openxmlformats.org/officeDocument/2006/relationships" id="276" r:id="R72f8b60b671c4920"/>
    <p:sldId xmlns:r="http://schemas.openxmlformats.org/officeDocument/2006/relationships" id="277" r:id="Rc6eeb90506834274"/>
    <p:sldId xmlns:r="http://schemas.openxmlformats.org/officeDocument/2006/relationships" id="278" r:id="Rf5fe264e059743d6"/>
    <p:sldId xmlns:r="http://schemas.openxmlformats.org/officeDocument/2006/relationships" id="279" r:id="R7434526cb1594c63"/>
    <p:sldId xmlns:r="http://schemas.openxmlformats.org/officeDocument/2006/relationships" id="280" r:id="R4e5b68a323c647ad"/>
    <p:sldId xmlns:r="http://schemas.openxmlformats.org/officeDocument/2006/relationships" id="281" r:id="R619cf21e98fb41a2"/>
    <p:sldId xmlns:r="http://schemas.openxmlformats.org/officeDocument/2006/relationships" id="282" r:id="R082fff3e196f42f0"/>
    <p:sldId xmlns:r="http://schemas.openxmlformats.org/officeDocument/2006/relationships" id="283" r:id="Rc84b03cfc47245c8"/>
    <p:sldId xmlns:r="http://schemas.openxmlformats.org/officeDocument/2006/relationships" id="284" r:id="Rae2dcfdbdfe24446"/>
    <p:sldId xmlns:r="http://schemas.openxmlformats.org/officeDocument/2006/relationships" id="285" r:id="R2277805351744eb8"/>
    <p:sldId xmlns:r="http://schemas.openxmlformats.org/officeDocument/2006/relationships" id="286" r:id="R66694caaa7054461"/>
    <p:sldId xmlns:r="http://schemas.openxmlformats.org/officeDocument/2006/relationships" id="287" r:id="R9b3b377d415543e9"/>
    <p:sldId xmlns:r="http://schemas.openxmlformats.org/officeDocument/2006/relationships" id="288" r:id="R9c356f3c1da64f3c"/>
    <p:sldId xmlns:r="http://schemas.openxmlformats.org/officeDocument/2006/relationships" id="289" r:id="R62e901becf6e48e2"/>
    <p:sldId xmlns:r="http://schemas.openxmlformats.org/officeDocument/2006/relationships" id="290" r:id="R66619312b47e4110"/>
    <p:sldId xmlns:r="http://schemas.openxmlformats.org/officeDocument/2006/relationships" id="291" r:id="Rdfd9a30499264898"/>
    <p:sldId xmlns:r="http://schemas.openxmlformats.org/officeDocument/2006/relationships" id="292" r:id="R475f5f9e9bf848e6"/>
    <p:sldId xmlns:r="http://schemas.openxmlformats.org/officeDocument/2006/relationships" id="293" r:id="Rdc28799a626a4148"/>
    <p:sldId xmlns:r="http://schemas.openxmlformats.org/officeDocument/2006/relationships" id="294" r:id="R90a00299f5084d12"/>
    <p:sldId xmlns:r="http://schemas.openxmlformats.org/officeDocument/2006/relationships" id="295" r:id="R197b841ad573457c"/>
    <p:sldId xmlns:r="http://schemas.openxmlformats.org/officeDocument/2006/relationships" id="296" r:id="Rfea4ad9597cb4210"/>
    <p:sldId xmlns:r="http://schemas.openxmlformats.org/officeDocument/2006/relationships" id="297" r:id="Rd81eda35adae4dd0"/>
    <p:sldId xmlns:r="http://schemas.openxmlformats.org/officeDocument/2006/relationships" id="298" r:id="R236f3063db8a4035"/>
    <p:sldId xmlns:r="http://schemas.openxmlformats.org/officeDocument/2006/relationships" id="299" r:id="R9be1867d2fae4970"/>
    <p:sldId xmlns:r="http://schemas.openxmlformats.org/officeDocument/2006/relationships" id="300" r:id="Rb99e4436d3d842d5"/>
    <p:sldId xmlns:r="http://schemas.openxmlformats.org/officeDocument/2006/relationships" id="301" r:id="Raf48b7e7e9304bfd"/>
    <p:sldId xmlns:r="http://schemas.openxmlformats.org/officeDocument/2006/relationships" id="302" r:id="R0a727b777a744f10"/>
    <p:sldId xmlns:r="http://schemas.openxmlformats.org/officeDocument/2006/relationships" id="303" r:id="R11ea1896e7b0476d"/>
    <p:sldId xmlns:r="http://schemas.openxmlformats.org/officeDocument/2006/relationships" id="304" r:id="R3ccfd49d16194430"/>
    <p:sldId xmlns:r="http://schemas.openxmlformats.org/officeDocument/2006/relationships" id="305" r:id="Ref4184c41ec648e2"/>
    <p:sldId xmlns:r="http://schemas.openxmlformats.org/officeDocument/2006/relationships" id="306" r:id="R7b42568b21074e1e"/>
    <p:sldId xmlns:r="http://schemas.openxmlformats.org/officeDocument/2006/relationships" id="307" r:id="R8ffb4032f60a4db5"/>
    <p:sldId xmlns:r="http://schemas.openxmlformats.org/officeDocument/2006/relationships" id="308" r:id="Rbe96e8676af84d74"/>
    <p:sldId xmlns:r="http://schemas.openxmlformats.org/officeDocument/2006/relationships" id="309" r:id="R36ab682c68a94718"/>
    <p:sldId xmlns:r="http://schemas.openxmlformats.org/officeDocument/2006/relationships" id="310" r:id="R1909b261e3e14a83"/>
    <p:sldId xmlns:r="http://schemas.openxmlformats.org/officeDocument/2006/relationships" id="311" r:id="Ra87d0a393e6e43f8"/>
    <p:sldId xmlns:r="http://schemas.openxmlformats.org/officeDocument/2006/relationships" id="312" r:id="R652bc2ce04794635"/>
    <p:sldId xmlns:r="http://schemas.openxmlformats.org/officeDocument/2006/relationships" id="313" r:id="R0f0d01b5b8f340b7"/>
    <p:sldId xmlns:r="http://schemas.openxmlformats.org/officeDocument/2006/relationships" id="314" r:id="Ra8a9d05d6a0c422e"/>
    <p:sldId xmlns:r="http://schemas.openxmlformats.org/officeDocument/2006/relationships" id="315" r:id="R74e82c41dbea422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29b7f02c0784be7" /><Relationship Type="http://schemas.openxmlformats.org/officeDocument/2006/relationships/slideMaster" Target="/ppt/slideMasters/slideMaster1.xml" Id="R4139e9606c884f9b" /><Relationship Type="http://schemas.openxmlformats.org/officeDocument/2006/relationships/notesMaster" Target="/ppt/notesMasters/notesMaster1.xml" Id="Rfa3b34260ee7490a" /><Relationship Type="http://schemas.openxmlformats.org/officeDocument/2006/relationships/presProps" Target="/ppt/presProps.xml" Id="Rc4b2dc96d21040fc" /><Relationship Type="http://schemas.openxmlformats.org/officeDocument/2006/relationships/tableStyles" Target="/ppt/tableStyles.xml" Id="R2834b9c189d04fdf" /><Relationship Type="http://schemas.openxmlformats.org/officeDocument/2006/relationships/slide" Target="/ppt/slides/slide1.xml" Id="Re8100ef977744ad8" /><Relationship Type="http://schemas.openxmlformats.org/officeDocument/2006/relationships/slide" Target="/ppt/slides/slide2.xml" Id="Rab802ed7148d4225" /><Relationship Type="http://schemas.openxmlformats.org/officeDocument/2006/relationships/slide" Target="/ppt/slides/slide3.xml" Id="R157811df4d56471a" /><Relationship Type="http://schemas.openxmlformats.org/officeDocument/2006/relationships/slide" Target="/ppt/slides/slide4.xml" Id="R2e7822f3b27d45f3" /><Relationship Type="http://schemas.openxmlformats.org/officeDocument/2006/relationships/slide" Target="/ppt/slides/slide5.xml" Id="R3b73fa7ae2054914" /><Relationship Type="http://schemas.openxmlformats.org/officeDocument/2006/relationships/slide" Target="/ppt/slides/slide6.xml" Id="R0910c99b78654cf7" /><Relationship Type="http://schemas.openxmlformats.org/officeDocument/2006/relationships/slide" Target="/ppt/slides/slide7.xml" Id="R1126da676e934180" /><Relationship Type="http://schemas.openxmlformats.org/officeDocument/2006/relationships/slide" Target="/ppt/slides/slide8.xml" Id="R33844400fcb24856" /><Relationship Type="http://schemas.openxmlformats.org/officeDocument/2006/relationships/slide" Target="/ppt/slides/slide9.xml" Id="Rcc424cca34ad46b4" /><Relationship Type="http://schemas.openxmlformats.org/officeDocument/2006/relationships/slide" Target="/ppt/slides/slide10.xml" Id="Re9c926b4bd934f6b" /><Relationship Type="http://schemas.openxmlformats.org/officeDocument/2006/relationships/slide" Target="/ppt/slides/slide11.xml" Id="R343e7f5e7ad04a7f" /><Relationship Type="http://schemas.openxmlformats.org/officeDocument/2006/relationships/slide" Target="/ppt/slides/slide12.xml" Id="R83db9fb883314332" /><Relationship Type="http://schemas.openxmlformats.org/officeDocument/2006/relationships/slide" Target="/ppt/slides/slide13.xml" Id="Rd18c22f7eed64b80" /><Relationship Type="http://schemas.openxmlformats.org/officeDocument/2006/relationships/slide" Target="/ppt/slides/slide14.xml" Id="Rfb82623ec6144c4d" /><Relationship Type="http://schemas.openxmlformats.org/officeDocument/2006/relationships/slide" Target="/ppt/slides/slide15.xml" Id="Re664689ed44a4ffc" /><Relationship Type="http://schemas.openxmlformats.org/officeDocument/2006/relationships/slide" Target="/ppt/slides/slide16.xml" Id="Rea5951931e5c4ce6" /><Relationship Type="http://schemas.openxmlformats.org/officeDocument/2006/relationships/slide" Target="/ppt/slides/slide17.xml" Id="Rc076dd23f176491b" /><Relationship Type="http://schemas.openxmlformats.org/officeDocument/2006/relationships/slide" Target="/ppt/slides/slide18.xml" Id="R4a981f194f174fe4" /><Relationship Type="http://schemas.openxmlformats.org/officeDocument/2006/relationships/slide" Target="/ppt/slides/slide19.xml" Id="R317d96d531bd4aef" /><Relationship Type="http://schemas.openxmlformats.org/officeDocument/2006/relationships/slide" Target="/ppt/slides/slide20.xml" Id="R886bddfaaf8b4357" /><Relationship Type="http://schemas.openxmlformats.org/officeDocument/2006/relationships/slide" Target="/ppt/slides/slide21.xml" Id="R72f8b60b671c4920" /><Relationship Type="http://schemas.openxmlformats.org/officeDocument/2006/relationships/slide" Target="/ppt/slides/slide22.xml" Id="Rc6eeb90506834274" /><Relationship Type="http://schemas.openxmlformats.org/officeDocument/2006/relationships/slide" Target="/ppt/slides/slide23.xml" Id="Rf5fe264e059743d6" /><Relationship Type="http://schemas.openxmlformats.org/officeDocument/2006/relationships/slide" Target="/ppt/slides/slide24.xml" Id="R7434526cb1594c63" /><Relationship Type="http://schemas.openxmlformats.org/officeDocument/2006/relationships/slide" Target="/ppt/slides/slide25.xml" Id="R4e5b68a323c647ad" /><Relationship Type="http://schemas.openxmlformats.org/officeDocument/2006/relationships/slide" Target="/ppt/slides/slide26.xml" Id="R619cf21e98fb41a2" /><Relationship Type="http://schemas.openxmlformats.org/officeDocument/2006/relationships/slide" Target="/ppt/slides/slide27.xml" Id="R082fff3e196f42f0" /><Relationship Type="http://schemas.openxmlformats.org/officeDocument/2006/relationships/slide" Target="/ppt/slides/slide28.xml" Id="Rc84b03cfc47245c8" /><Relationship Type="http://schemas.openxmlformats.org/officeDocument/2006/relationships/slide" Target="/ppt/slides/slide29.xml" Id="Rae2dcfdbdfe24446" /><Relationship Type="http://schemas.openxmlformats.org/officeDocument/2006/relationships/slide" Target="/ppt/slides/slide30.xml" Id="R2277805351744eb8" /><Relationship Type="http://schemas.openxmlformats.org/officeDocument/2006/relationships/slide" Target="/ppt/slides/slide31.xml" Id="R66694caaa7054461" /><Relationship Type="http://schemas.openxmlformats.org/officeDocument/2006/relationships/slide" Target="/ppt/slides/slide32.xml" Id="R9b3b377d415543e9" /><Relationship Type="http://schemas.openxmlformats.org/officeDocument/2006/relationships/slide" Target="/ppt/slides/slide33.xml" Id="R9c356f3c1da64f3c" /><Relationship Type="http://schemas.openxmlformats.org/officeDocument/2006/relationships/slide" Target="/ppt/slides/slide34.xml" Id="R62e901becf6e48e2" /><Relationship Type="http://schemas.openxmlformats.org/officeDocument/2006/relationships/slide" Target="/ppt/slides/slide35.xml" Id="R66619312b47e4110" /><Relationship Type="http://schemas.openxmlformats.org/officeDocument/2006/relationships/slide" Target="/ppt/slides/slide36.xml" Id="Rdfd9a30499264898" /><Relationship Type="http://schemas.openxmlformats.org/officeDocument/2006/relationships/slide" Target="/ppt/slides/slide37.xml" Id="R475f5f9e9bf848e6" /><Relationship Type="http://schemas.openxmlformats.org/officeDocument/2006/relationships/slide" Target="/ppt/slides/slide38.xml" Id="Rdc28799a626a4148" /><Relationship Type="http://schemas.openxmlformats.org/officeDocument/2006/relationships/slide" Target="/ppt/slides/slide39.xml" Id="R90a00299f5084d12" /><Relationship Type="http://schemas.openxmlformats.org/officeDocument/2006/relationships/slide" Target="/ppt/slides/slide40.xml" Id="R197b841ad573457c" /><Relationship Type="http://schemas.openxmlformats.org/officeDocument/2006/relationships/slide" Target="/ppt/slides/slide41.xml" Id="Rfea4ad9597cb4210" /><Relationship Type="http://schemas.openxmlformats.org/officeDocument/2006/relationships/slide" Target="/ppt/slides/slide42.xml" Id="Rd81eda35adae4dd0" /><Relationship Type="http://schemas.openxmlformats.org/officeDocument/2006/relationships/slide" Target="/ppt/slides/slide43.xml" Id="R236f3063db8a4035" /><Relationship Type="http://schemas.openxmlformats.org/officeDocument/2006/relationships/slide" Target="/ppt/slides/slide44.xml" Id="R9be1867d2fae4970" /><Relationship Type="http://schemas.openxmlformats.org/officeDocument/2006/relationships/slide" Target="/ppt/slides/slide45.xml" Id="Rb99e4436d3d842d5" /><Relationship Type="http://schemas.openxmlformats.org/officeDocument/2006/relationships/slide" Target="/ppt/slides/slide46.xml" Id="Raf48b7e7e9304bfd" /><Relationship Type="http://schemas.openxmlformats.org/officeDocument/2006/relationships/slide" Target="/ppt/slides/slide47.xml" Id="R0a727b777a744f10" /><Relationship Type="http://schemas.openxmlformats.org/officeDocument/2006/relationships/slide" Target="/ppt/slides/slide48.xml" Id="R11ea1896e7b0476d" /><Relationship Type="http://schemas.openxmlformats.org/officeDocument/2006/relationships/slide" Target="/ppt/slides/slide49.xml" Id="R3ccfd49d16194430" /><Relationship Type="http://schemas.openxmlformats.org/officeDocument/2006/relationships/slide" Target="/ppt/slides/slide50.xml" Id="Ref4184c41ec648e2" /><Relationship Type="http://schemas.openxmlformats.org/officeDocument/2006/relationships/slide" Target="/ppt/slides/slide51.xml" Id="R7b42568b21074e1e" /><Relationship Type="http://schemas.openxmlformats.org/officeDocument/2006/relationships/slide" Target="/ppt/slides/slide52.xml" Id="R8ffb4032f60a4db5" /><Relationship Type="http://schemas.openxmlformats.org/officeDocument/2006/relationships/slide" Target="/ppt/slides/slide53.xml" Id="Rbe96e8676af84d74" /><Relationship Type="http://schemas.openxmlformats.org/officeDocument/2006/relationships/slide" Target="/ppt/slides/slide54.xml" Id="R36ab682c68a94718" /><Relationship Type="http://schemas.openxmlformats.org/officeDocument/2006/relationships/slide" Target="/ppt/slides/slide55.xml" Id="R1909b261e3e14a83" /><Relationship Type="http://schemas.openxmlformats.org/officeDocument/2006/relationships/slide" Target="/ppt/slides/slide56.xml" Id="Ra87d0a393e6e43f8" /><Relationship Type="http://schemas.openxmlformats.org/officeDocument/2006/relationships/slide" Target="/ppt/slides/slide57.xml" Id="R652bc2ce04794635" /><Relationship Type="http://schemas.openxmlformats.org/officeDocument/2006/relationships/slide" Target="/ppt/slides/slide58.xml" Id="R0f0d01b5b8f340b7" /><Relationship Type="http://schemas.openxmlformats.org/officeDocument/2006/relationships/slide" Target="/ppt/slides/slide59.xml" Id="Ra8a9d05d6a0c422e" /><Relationship Type="http://schemas.openxmlformats.org/officeDocument/2006/relationships/slide" Target="/ppt/slides/slide60.xml" Id="R74e82c41dbea422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9e753c480b64b6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14f53dfee344dd9" /><Relationship Type="http://schemas.openxmlformats.org/officeDocument/2006/relationships/notesMaster" Target="/ppt/notesMasters/notesMaster1.xml" Id="R2ce2d290922a4e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30e5222a3894196" /><Relationship Type="http://schemas.openxmlformats.org/officeDocument/2006/relationships/notesMaster" Target="/ppt/notesMasters/notesMaster1.xml" Id="Rdc86195940bd4b26" /></Relationships>
</file>

<file path=ppt/notesSlides/_rels/notesSlide3.xml.rels>&#65279;<?xml version="1.0" encoding="utf-8"?><Relationships xmlns="http://schemas.openxmlformats.org/package/2006/relationships"><Relationship Type="http://schemas.openxmlformats.org/officeDocument/2006/relationships/slide" Target="/ppt/slides/slide3.xml" Id="Reea79192672c41f4" /><Relationship Type="http://schemas.openxmlformats.org/officeDocument/2006/relationships/notesMaster" Target="/ppt/notesMasters/notesMaster1.xml" Id="R26fcf00e91154cb3"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b2d885daf34aac" /><Relationship Type="http://schemas.openxmlformats.org/officeDocument/2006/relationships/notesMaster" Target="/ppt/notesMasters/notesMaster1.xml" Id="Ra4284a9b627943e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41efa15d7a74f3b" /><Relationship Type="http://schemas.openxmlformats.org/officeDocument/2006/relationships/notesMaster" Target="/ppt/notesMasters/notesMaster1.xml" Id="R5ea5bb49b8d148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22eee036014d4120" /><Relationship Type="http://schemas.openxmlformats.org/officeDocument/2006/relationships/notesMaster" Target="/ppt/notesMasters/notesMaster1.xml" Id="Rbb6400de42c74d7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0476019ac454a8e" /><Relationship Type="http://schemas.openxmlformats.org/officeDocument/2006/relationships/notesMaster" Target="/ppt/notesMasters/notesMaster1.xml" Id="Rd977317c86d040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f87574e9934c2f" /><Relationship Type="http://schemas.openxmlformats.org/officeDocument/2006/relationships/notesMaster" Target="/ppt/notesMasters/notesMaster1.xml" Id="Raea6f155b09548e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30954621f96427f" /><Relationship Type="http://schemas.openxmlformats.org/officeDocument/2006/relationships/notesMaster" Target="/ppt/notesMasters/notesMaster1.xml" Id="R17fd77e4000c4c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b2b20f0aa14b1b" /><Relationship Type="http://schemas.openxmlformats.org/officeDocument/2006/relationships/notesMaster" Target="/ppt/notesMasters/notesMaster1.xml" Id="Rc8de020ba5f546a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4afa4e7f62d4f7e" /><Relationship Type="http://schemas.openxmlformats.org/officeDocument/2006/relationships/notesMaster" Target="/ppt/notesMasters/notesMaster1.xml" Id="R8d5d51806ae24d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27a2c36d2e14dca" /><Relationship Type="http://schemas.openxmlformats.org/officeDocument/2006/relationships/notesMaster" Target="/ppt/notesMasters/notesMaster1.xml" Id="Raa66f63adabc48e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7c3793145f34431" /><Relationship Type="http://schemas.openxmlformats.org/officeDocument/2006/relationships/notesMaster" Target="/ppt/notesMasters/notesMaster1.xml" Id="Racb9d7c19e9c4d4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02d83bc47a8462a" /><Relationship Type="http://schemas.openxmlformats.org/officeDocument/2006/relationships/notesMaster" Target="/ppt/notesMasters/notesMaster1.xml" Id="Ra592bac72cac4b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eafa0b1b4d49a8" /><Relationship Type="http://schemas.openxmlformats.org/officeDocument/2006/relationships/notesMaster" Target="/ppt/notesMasters/notesMaster1.xml" Id="R39e980e889d949c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d3f5976db5644d1" /><Relationship Type="http://schemas.openxmlformats.org/officeDocument/2006/relationships/notesMaster" Target="/ppt/notesMasters/notesMaster1.xml" Id="R1d198f2f64db4f8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232b9d58cc44660" /><Relationship Type="http://schemas.openxmlformats.org/officeDocument/2006/relationships/notesMaster" Target="/ppt/notesMasters/notesMaster1.xml" Id="Rbbde0a2cc0f24f6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14d7ba49ccd496d" /><Relationship Type="http://schemas.openxmlformats.org/officeDocument/2006/relationships/notesMaster" Target="/ppt/notesMasters/notesMaster1.xml" Id="R8a3f6cdf55414d1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c97418113254e9a" /><Relationship Type="http://schemas.openxmlformats.org/officeDocument/2006/relationships/notesMaster" Target="/ppt/notesMasters/notesMaster1.xml" Id="R7f990d78ec114d6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01834095a54f00" /><Relationship Type="http://schemas.openxmlformats.org/officeDocument/2006/relationships/notesMaster" Target="/ppt/notesMasters/notesMaster1.xml" Id="R39a7148dded249e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43e5b4ad0514cae" /><Relationship Type="http://schemas.openxmlformats.org/officeDocument/2006/relationships/notesMaster" Target="/ppt/notesMasters/notesMaster1.xml" Id="R876908f784d34b5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a667c500d0946e3" /><Relationship Type="http://schemas.openxmlformats.org/officeDocument/2006/relationships/notesMaster" Target="/ppt/notesMasters/notesMaster1.xml" Id="Re1a44418b766454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77895502835481f" /><Relationship Type="http://schemas.openxmlformats.org/officeDocument/2006/relationships/notesMaster" Target="/ppt/notesMasters/notesMaster1.xml" Id="Rbf6c21196663420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47f6831f01c4b6c" /><Relationship Type="http://schemas.openxmlformats.org/officeDocument/2006/relationships/notesMaster" Target="/ppt/notesMasters/notesMaster1.xml" Id="R8983161653ac457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fde7ed4b1b64eb6" /><Relationship Type="http://schemas.openxmlformats.org/officeDocument/2006/relationships/notesMaster" Target="/ppt/notesMasters/notesMaster1.xml" Id="Rb893ba20c46341b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0db4d93406c40b0" /><Relationship Type="http://schemas.openxmlformats.org/officeDocument/2006/relationships/notesMaster" Target="/ppt/notesMasters/notesMaster1.xml" Id="R2c5e63f4bf4c452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5295fe502374cae" /><Relationship Type="http://schemas.openxmlformats.org/officeDocument/2006/relationships/notesMaster" Target="/ppt/notesMasters/notesMaster1.xml" Id="R064361a51ac643e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a46b1fcc66c4960" /><Relationship Type="http://schemas.openxmlformats.org/officeDocument/2006/relationships/notesMaster" Target="/ppt/notesMasters/notesMaster1.xml" Id="R0606696a65fa458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69b279eea164e52" /><Relationship Type="http://schemas.openxmlformats.org/officeDocument/2006/relationships/notesMaster" Target="/ppt/notesMasters/notesMaster1.xml" Id="Rd5448d58d0e84d2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4e8dbdc86bb46f6" /><Relationship Type="http://schemas.openxmlformats.org/officeDocument/2006/relationships/notesMaster" Target="/ppt/notesMasters/notesMaster1.xml" Id="R0e57c11d222d4de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9672f3e199e49a4" /><Relationship Type="http://schemas.openxmlformats.org/officeDocument/2006/relationships/notesMaster" Target="/ppt/notesMasters/notesMaster1.xml" Id="R6dbc9fab7dd84640"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8c68cdacc274e40" /><Relationship Type="http://schemas.openxmlformats.org/officeDocument/2006/relationships/notesMaster" Target="/ppt/notesMasters/notesMaster1.xml" Id="Rf6f3a281afaa4312"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c164a88f6224c56" /><Relationship Type="http://schemas.openxmlformats.org/officeDocument/2006/relationships/notesMaster" Target="/ppt/notesMasters/notesMaster1.xml" Id="R06baeb46a730457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1876389d43b4294" /><Relationship Type="http://schemas.openxmlformats.org/officeDocument/2006/relationships/notesMaster" Target="/ppt/notesMasters/notesMaster1.xml" Id="R7cb7f647ba8e4b1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0fa0b4128044892" /><Relationship Type="http://schemas.openxmlformats.org/officeDocument/2006/relationships/notesMaster" Target="/ppt/notesMasters/notesMaster1.xml" Id="R114d7eec8abd48c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2dfa4b53afe4ff1" /><Relationship Type="http://schemas.openxmlformats.org/officeDocument/2006/relationships/notesMaster" Target="/ppt/notesMasters/notesMaster1.xml" Id="R2784826efb2b4db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779bdaf0e914a80" /><Relationship Type="http://schemas.openxmlformats.org/officeDocument/2006/relationships/notesMaster" Target="/ppt/notesMasters/notesMaster1.xml" Id="R010b6e4254c440c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60eed8ef1a8493e" /><Relationship Type="http://schemas.openxmlformats.org/officeDocument/2006/relationships/notesMaster" Target="/ppt/notesMasters/notesMaster1.xml" Id="R04be0f1fe0414f3c"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7e8ed82a0b84ee2" /><Relationship Type="http://schemas.openxmlformats.org/officeDocument/2006/relationships/notesMaster" Target="/ppt/notesMasters/notesMaster1.xml" Id="R5c1f08781b0b4753"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d17186d82c94b2c" /><Relationship Type="http://schemas.openxmlformats.org/officeDocument/2006/relationships/notesMaster" Target="/ppt/notesMasters/notesMaster1.xml" Id="R662b04b8105d427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5c5ba165bc14963" /><Relationship Type="http://schemas.openxmlformats.org/officeDocument/2006/relationships/notesMaster" Target="/ppt/notesMasters/notesMaster1.xml" Id="R5e177198a0a9443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ce870b84b6c4e53" /><Relationship Type="http://schemas.openxmlformats.org/officeDocument/2006/relationships/notesMaster" Target="/ppt/notesMasters/notesMaster1.xml" Id="R9da68602ca484890"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77c37740dee4a75" /><Relationship Type="http://schemas.openxmlformats.org/officeDocument/2006/relationships/notesMaster" Target="/ppt/notesMasters/notesMaster1.xml" Id="Rd6ce1cb2cd20437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5e1b67adae746f7" /><Relationship Type="http://schemas.openxmlformats.org/officeDocument/2006/relationships/notesMaster" Target="/ppt/notesMasters/notesMaster1.xml" Id="R75c56eded63d451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968f088d9e5f4c78" /><Relationship Type="http://schemas.openxmlformats.org/officeDocument/2006/relationships/notesMaster" Target="/ppt/notesMasters/notesMaster1.xml" Id="R53ced1f31d57431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52f34a257b244ba6" /><Relationship Type="http://schemas.openxmlformats.org/officeDocument/2006/relationships/notesMaster" Target="/ppt/notesMasters/notesMaster1.xml" Id="Ra3a539b0d7eb41a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5e161a20d004d62" /><Relationship Type="http://schemas.openxmlformats.org/officeDocument/2006/relationships/notesMaster" Target="/ppt/notesMasters/notesMaster1.xml" Id="Rdd8e221d06374ca9"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c45b54187bd4b49" /><Relationship Type="http://schemas.openxmlformats.org/officeDocument/2006/relationships/notesMaster" Target="/ppt/notesMasters/notesMaster1.xml" Id="R1b109593e27c40a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770d6d7627894beb" /><Relationship Type="http://schemas.openxmlformats.org/officeDocument/2006/relationships/notesMaster" Target="/ppt/notesMasters/notesMaster1.xml" Id="R3cf6cdea9b06468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070ad8526bb46d4" /><Relationship Type="http://schemas.openxmlformats.org/officeDocument/2006/relationships/notesMaster" Target="/ppt/notesMasters/notesMaster1.xml" Id="Rd8478d581dab49b0"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597320538d884982" /><Relationship Type="http://schemas.openxmlformats.org/officeDocument/2006/relationships/notesMaster" Target="/ppt/notesMasters/notesMaster1.xml" Id="R38c7927d7ec24eaa"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d3ef494b9dda4f30" /><Relationship Type="http://schemas.openxmlformats.org/officeDocument/2006/relationships/notesMaster" Target="/ppt/notesMasters/notesMaster1.xml" Id="R01a747becf7246b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cd9c3ace7f4462d" /><Relationship Type="http://schemas.openxmlformats.org/officeDocument/2006/relationships/notesMaster" Target="/ppt/notesMasters/notesMaster1.xml" Id="R88522704c84049e7"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5d305816e024777" /><Relationship Type="http://schemas.openxmlformats.org/officeDocument/2006/relationships/notesMaster" Target="/ppt/notesMasters/notesMaster1.xml" Id="R77e02a6bbbf040b6"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5d91e35dc9c4ffb" /><Relationship Type="http://schemas.openxmlformats.org/officeDocument/2006/relationships/notesMaster" Target="/ppt/notesMasters/notesMaster1.xml" Id="R5aa7a84d83b846a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674d024e9feb4eb1" /><Relationship Type="http://schemas.openxmlformats.org/officeDocument/2006/relationships/notesMaster" Target="/ppt/notesMasters/notesMaster1.xml" Id="R14808a371f79431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1a5414ae4af4699" /><Relationship Type="http://schemas.openxmlformats.org/officeDocument/2006/relationships/notesMaster" Target="/ppt/notesMasters/notesMaster1.xml" Id="R1190287d030a4a09"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079b35ed1fe4fce" /><Relationship Type="http://schemas.openxmlformats.org/officeDocument/2006/relationships/notesMaster" Target="/ppt/notesMasters/notesMaster1.xml" Id="R30bfd7fd28ad4a7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97852b6643748ec" /><Relationship Type="http://schemas.openxmlformats.org/officeDocument/2006/relationships/notesMaster" Target="/ppt/notesMasters/notesMaster1.xml" Id="Rbccaad509049414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39176dcdbaf4299" /><Relationship Type="http://schemas.openxmlformats.org/officeDocument/2006/relationships/notesMaster" Target="/ppt/notesMasters/notesMaster1.xml" Id="Rafe5ffe167504e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first prediction model</a:t>
            </a:r>
          </a:p>
          <a:p xmlns:a="http://schemas.openxmlformats.org/drawingml/2006/main">
            <a:r>
              <a:t>Explanation to give</a:t>
            </a:r>
          </a:p>
          <a:p xmlns:a="http://schemas.openxmlformats.org/drawingml/2006/main">
            <a:r>
              <a:t>Introduce a fitted predictor only after identifying its inputs and known answers. Compare it with a simple baseline and explain its errors in target units.</a:t>
            </a:r>
          </a:p>
          <a:p xmlns:a="http://schemas.openxmlformats.org/drawingml/2006/main">
            <a:r>
              <a:t/>
            </a:r>
          </a:p>
          <a:p xmlns:a="http://schemas.openxmlformats.org/drawingml/2006/main">
            <a:r>
              <a:t>Worked illustration / lecturer answer</a:t>
            </a:r>
          </a:p>
          <a:p xmlns:a="http://schemas.openxmlformats.org/drawingml/2006/main">
            <a:r>
              <a:t>The teaching line through (1,12), (2,14), (3,16), (4,18) predicts 15 at input 2.5. One neat example does not establish real-world accuracy.</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52.547</a:t>
            </a:r>
          </a:p>
          <a:p xmlns:a="http://schemas.openxmlformats.org/drawingml/2006/main">
            <a:r>
              <a:t>1          2           E2     77.46      29.97  58.691</a:t>
            </a:r>
          </a:p>
          <a:p xmlns:a="http://schemas.openxmlformats.org/drawingml/2006/main">
            <a:r>
              <a:t>2          3           E3     69.60      19.87  47.895</a:t>
            </a:r>
          </a:p>
          <a:p xmlns:a="http://schemas.openxmlformats.org/drawingml/2006/main">
            <a:r>
              <a:t>3          4           E4     75.98      22.29     NaN</a:t>
            </a:r>
          </a:p>
          <a:p xmlns:a="http://schemas.openxmlformats.org/drawingml/2006/main">
            <a:r>
              <a:t>4          5           E5     57.62      23.40  45.609</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to observations</a:t>
            </a:r>
          </a:p>
          <a:p xmlns:a="http://schemas.openxmlformats.org/drawingml/2006/main">
            <a:r>
              <a:t>Explanation to give</a:t>
            </a:r>
          </a:p>
          <a:p xmlns:a="http://schemas.openxmlformats.org/drawingml/2006/main">
            <a:r>
              <a:t>Use the four teaching pairs to make the learned relationship visible. A one-unit input increase corresponds to a two-unit target increase in this invented dataset.</a:t>
            </a:r>
          </a:p>
          <a:p xmlns:a="http://schemas.openxmlformats.org/drawingml/2006/main">
            <a:r>
              <a:t/>
            </a:r>
          </a:p>
          <a:p xmlns:a="http://schemas.openxmlformats.org/drawingml/2006/main">
            <a:r>
              <a:t>Worked illustration / lecturer answer</a:t>
            </a:r>
          </a:p>
          <a:p xmlns:a="http://schemas.openxmlformats.org/drawingml/2006/main">
            <a:r>
              <a:t>The pairs (1,12), (2,14), (3,16), (4,18) follow target = 10 + 2 × input. For input 2.5, that line gives 15. A tree makes threshold-based group predictions instead.</a:t>
            </a:r>
          </a:p>
          <a:p xmlns:a="http://schemas.openxmlformats.org/drawingml/2006/main">
            <a:r>
              <a:t/>
            </a:r>
          </a:p>
          <a:p xmlns:a="http://schemas.openxmlformats.org/drawingml/2006/main">
            <a:r>
              <a:t>Misconception to address</a:t>
            </a:r>
          </a:p>
          <a:p xmlns:a="http://schemas.openxmlformats.org/drawingml/2006/main">
            <a:r>
              <a:t>These perfectly patterned values explain model behaviour. They do not establish that real engineering data follows an exact line.</a:t>
            </a:r>
          </a:p>
          <a:p xmlns:a="http://schemas.openxmlformats.org/drawingml/2006/main">
            <a:r>
              <a:t/>
            </a:r>
          </a:p>
          <a:p xmlns:a="http://schemas.openxmlformats.org/drawingml/2006/main">
            <a:r>
              <a:t>On this slide</a:t>
            </a:r>
          </a:p>
          <a:p xmlns:a="http://schemas.openxmlformats.org/drawingml/2006/main">
            <a:r>
              <a:t>The fitted line minimises the sum of squared vertical baseline_errors.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object exists before training. X is two-dimensional and y is one-dimensional. Select inputs in the same order during prediction. A validation target must never enter fit.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values[:5] selects positions 0 through 4, or fewer if the sequence is shorter. The stop position is excluded. This preview does not change the full array stored in the variable.</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common machine-learning conventions. Some tutorials write train_x and train_y instead. The names are chosen by the programmer, not special Python keywords. Keep training_data as the full table; selecting X_train must exclude target. Rows in X and y must stay paired. fit uses training pairs; predict receives only X_valid. Compare predictions with y_valid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X_train = training_data[feature_columns]</a:t>
            </a:r>
          </a:p>
          <a:p xmlns:a="http://schemas.openxmlformats.org/drawingml/2006/main">
            <a:r>
              <a:t>X_train stores training input columns, excluding the target.</a:t>
            </a:r>
          </a:p>
          <a:p xmlns:a="http://schemas.openxmlformats.org/drawingml/2006/main">
            <a:r>
              <a:t/>
            </a:r>
          </a:p>
          <a:p xmlns:a="http://schemas.openxmlformats.org/drawingml/2006/main">
            <a:r>
              <a:t>y_train = training_data['target']</a:t>
            </a:r>
          </a:p>
          <a:p xmlns:a="http://schemas.openxmlformats.org/drawingml/2006/main">
            <a:r>
              <a:t>y_train stores observed training targets in matching row order.</a:t>
            </a:r>
          </a:p>
          <a:p xmlns:a="http://schemas.openxmlformats.org/drawingml/2006/main">
            <a:r>
              <a:t/>
            </a:r>
          </a:p>
          <a:p xmlns:a="http://schemas.openxmlformats.org/drawingml/2006/main">
            <a:r>
              <a:t>X_valid = validation_data[feature_columns]</a:t>
            </a:r>
          </a:p>
          <a:p xmlns:a="http://schemas.openxmlformats.org/drawingml/2006/main">
            <a:r>
              <a:t>X_valid stores validation input columns in training-column order.</a:t>
            </a:r>
          </a:p>
          <a:p xmlns:a="http://schemas.openxmlformats.org/drawingml/2006/main">
            <a:r>
              <a:t/>
            </a:r>
          </a:p>
          <a:p xmlns:a="http://schemas.openxmlformats.org/drawingml/2006/main">
            <a:r>
              <a:t>y_valid = validation_data['target']</a:t>
            </a:r>
          </a:p>
          <a:p xmlns:a="http://schemas.openxmlformats.org/drawingml/2006/main">
            <a:r>
              <a:t>y_valid stores observed validation targets, used only for evaluation.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linear_model = make_pipeline(SimpleImputer(strategy='median'), LinearRegression())</a:t>
            </a:r>
          </a:p>
          <a:p xmlns:a="http://schemas.openxmlformats.org/drawingml/2006/main">
            <a:r>
              <a:t>linear_model stores the linear regression estimator or imputation-and-regression pipeline.</a:t>
            </a:r>
          </a:p>
          <a:p xmlns:a="http://schemas.openxmlformats.org/drawingml/2006/main">
            <a:r>
              <a:t/>
            </a:r>
          </a:p>
          <a:p xmlns:a="http://schemas.openxmlformats.org/drawingml/2006/main">
            <a:r>
              <a:t>linear_model.fit(X_train,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validation_predictions = linear_model.predict(X_valid)</a:t>
            </a:r>
          </a:p>
          <a:p xmlns:a="http://schemas.openxmlformats.org/drawingml/2006/main">
            <a:r>
              <a:t>validation_predictions stores one predicted target for each validation row, in the same order.</a:t>
            </a:r>
          </a:p>
          <a:p xmlns:a="http://schemas.openxmlformats.org/drawingml/2006/main">
            <a:r>
              <a:t/>
            </a:r>
          </a:p>
          <a:p xmlns:a="http://schemas.openxmlformats.org/drawingml/2006/main">
            <a:r>
              <a:t>print(validation_predictions[:5].round(3).tolist())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[44.91, 38.847, 54.982, 34.035, 39.662]</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methods answer the same target question. The baseline provides a useful comparison. Tree predictions need not extrapolate a straight line.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DummyRegressor(strategy="mean") learns the mean training target during fit. It predicts that same value for every new row. Compare a more complex model against this simple baseline.</a:t>
            </a:r>
          </a:p>
          <a:p xmlns:a="http://schemas.openxmlformats.org/drawingml/2006/main">
            <a:r>
              <a:t/>
            </a:r>
          </a:p>
          <a:p xmlns:a="http://schemas.openxmlformats.org/drawingml/2006/main">
            <a:r>
              <a:t>DecisionTreeRegressor splits inputs into regions with different predicted values. max_depth limits the number of split levels. random_state fixes random choices so the example can be repeated.</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training-mean baseline predicts the same value for every validation row. fit calculates that value from y_train. Compare its error with the more complex model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training-mean baseline predicts the same value for every validation row. fit calculates that value from y_train. Compare its error with the more complex model on the same validation rows.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sklearn.dummy import DummyRegressor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sklearn.tree import DecisionTreeRegressor</a:t>
            </a:r>
          </a:p>
          <a:p xmlns:a="http://schemas.openxmlformats.org/drawingml/2006/main">
            <a:r>
              <a:t>Load the named tools. Importing a model class does not train a model.</a:t>
            </a:r>
          </a:p>
          <a:p xmlns:a="http://schemas.openxmlformats.org/drawingml/2006/main">
            <a:r>
              <a:t/>
            </a:r>
          </a:p>
          <a:p xmlns:a="http://schemas.openxmlformats.org/drawingml/2006/main">
            <a:r>
              <a:t>baseline_model = DummyRegressor(strategy='mean')</a:t>
            </a:r>
          </a:p>
          <a:p xmlns:a="http://schemas.openxmlformats.org/drawingml/2006/main">
            <a:r>
              <a:t>baseline_model stores a simple reference predictor which always predicts the training target mean.</a:t>
            </a:r>
          </a:p>
          <a:p xmlns:a="http://schemas.openxmlformats.org/drawingml/2006/main">
            <a:r>
              <a:t/>
            </a:r>
          </a:p>
          <a:p xmlns:a="http://schemas.openxmlformats.org/drawingml/2006/main">
            <a:r>
              <a:t>baseline_model.fit(X_train,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regression tree learns splits in the input columns. max_depth limits its split levels. The imputer fills missing inputs using training medians; the tree then learns from those filled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regression tree learns splits in the input columns. max_depth limits its split levels. The imputer fills missing inputs using training medians; the tree then learns from those filled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tree_model = make_pipeline(SimpleImputer(strategy='median'), DecisionTreeRegressor(max_depth=4, random_state=17))</a:t>
            </a:r>
          </a:p>
          <a:p xmlns:a="http://schemas.openxmlformats.org/drawingml/2006/main">
            <a:r>
              <a:t>tree_model stores the tree regression pipeline being compared on the same validation rows.</a:t>
            </a:r>
          </a:p>
          <a:p xmlns:a="http://schemas.openxmlformats.org/drawingml/2006/main">
            <a:r>
              <a:t/>
            </a:r>
          </a:p>
          <a:p xmlns:a="http://schemas.openxmlformats.org/drawingml/2006/main">
            <a:r>
              <a:t>tree_model.fit(X_train,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print(baseline_model.predict(X_valid)[:5].round(3).tolist())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print(tree_model.predict(X_valid)[:5].round(3).tolist())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[48.137, 48.137, 48.137, 48.137, 48.137]</a:t>
            </a:r>
          </a:p>
          <a:p xmlns:a="http://schemas.openxmlformats.org/drawingml/2006/main">
            <a:r>
              <a:t>[46.438, 41.371, 49.434, 33.225, 46.438]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RMSE reacts more strongly to large baseline_errors. Neither metric is a maximum guaranteed error. Pair by row order before calculation. R² is a separate regression measure and can be negative.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or replacing a column</a:t>
            </a:r>
          </a:p>
          <a:p xmlns:a="http://schemas.openxmlformats.org/drawingml/2006/main">
            <a:r>
              <a:t>equipment_data["name"] = values assigns that column. An array follows row order. A Series aligns by row label, so keep labels paired with the intended observations.</a:t>
            </a:r>
          </a:p>
          <a:p xmlns:a="http://schemas.openxmlformats.org/drawingml/2006/main">
            <a:r>
              <a:t/>
            </a:r>
          </a:p>
          <a:p xmlns:a="http://schemas.openxmlformats.org/drawingml/2006/main">
            <a:r>
              <a:t>Column arithmetic</a:t>
            </a:r>
          </a:p>
          <a:p xmlns:a="http://schemas.openxmlformats.org/drawingml/2006/main">
            <a:r>
              <a:t>Arithmetic on columns calculates one result per row. Series align by row label. Divide only where the denominator is valid and keep actual and predicted observations paired.</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Magnitude of each error</a:t>
            </a:r>
          </a:p>
          <a:p xmlns:a="http://schemas.openxmlformats.org/drawingml/2006/main">
            <a:r>
              <a:t>series.abs() makes negative values positive while leaving nonnegative values unchanged. Averaging these magnitudes gives mean absolute error.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error ** 2 squares each error. After averaging, ** 0.5 takes the square root. This gives root mean squared error, which penalises large errors more strongly than mean absolute error.</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record IDs and observed targets from validation rows. Add predictions in that same order. Each row now pairs one observation with its own predicted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validation_results = validation_data[['record_id', 'target']].copy()</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validation_results['predicted'] = validation_predictions</a:t>
            </a:r>
          </a:p>
          <a:p xmlns:a="http://schemas.openxmlformats.org/drawingml/2006/main">
            <a:r>
              <a:t>validation_results stores actual and predicted targets paired with each record ID.</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Subtract predicted from observed values. Positive errors mean underprediction; negative errors mean overprediction. abs removes signs for MAE. Squaring before averaging and taking a square root gives RMSE.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prediction_errors = validation_results['target'] - validation_results['predicted']</a:t>
            </a:r>
          </a:p>
          <a:p xmlns:a="http://schemas.openxmlformats.org/drawingml/2006/main">
            <a:r>
              <a:t>prediction_errors stores actual targets minus predictions; signs indicate under- or over-prediction.</a:t>
            </a:r>
          </a:p>
          <a:p xmlns:a="http://schemas.openxmlformats.org/drawingml/2006/main">
            <a:r>
              <a:t/>
            </a:r>
          </a:p>
          <a:p xmlns:a="http://schemas.openxmlformats.org/drawingml/2006/main">
            <a:r>
              <a:t>mae = prediction_errors.abs().mean()</a:t>
            </a:r>
          </a:p>
          <a:p xmlns:a="http://schemas.openxmlformats.org/drawingml/2006/main">
            <a:r>
              <a:t>mae stores mean absolute error in the target unit.</a:t>
            </a:r>
          </a:p>
          <a:p xmlns:a="http://schemas.openxmlformats.org/drawingml/2006/main">
            <a:r>
              <a:t/>
            </a:r>
          </a:p>
          <a:p xmlns:a="http://schemas.openxmlformats.org/drawingml/2006/main">
            <a:r>
              <a:t>rmse = (prediction_errors ** 2).mean() ** 0.5</a:t>
            </a:r>
          </a:p>
          <a:p xmlns:a="http://schemas.openxmlformats.org/drawingml/2006/main">
            <a:r>
              <a:t>rmse stores root mean squared error in the target unit.</a:t>
            </a:r>
          </a:p>
          <a:p xmlns:a="http://schemas.openxmlformats.org/drawingml/2006/main">
            <a:r>
              <a:t/>
            </a:r>
          </a:p>
          <a:p xmlns:a="http://schemas.openxmlformats.org/drawingml/2006/main">
            <a:r>
              <a:t>print(validation_results.head())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print(round(float(mae), 4), round(float(rmse),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target  predicted</a:t>
            </a:r>
          </a:p>
          <a:p xmlns:a="http://schemas.openxmlformats.org/drawingml/2006/main">
            <a:r>
              <a:t>4           5  45.609  44.910430</a:t>
            </a:r>
          </a:p>
          <a:p xmlns:a="http://schemas.openxmlformats.org/drawingml/2006/main">
            <a:r>
              <a:t>10         11  36.634  38.847011</a:t>
            </a:r>
          </a:p>
          <a:p xmlns:a="http://schemas.openxmlformats.org/drawingml/2006/main">
            <a:r>
              <a:t>16         17  54.564  54.981598</a:t>
            </a:r>
          </a:p>
          <a:p xmlns:a="http://schemas.openxmlformats.org/drawingml/2006/main">
            <a:r>
              <a:t>22         23  33.523  34.035272</a:t>
            </a:r>
          </a:p>
          <a:p xmlns:a="http://schemas.openxmlformats.org/drawingml/2006/main">
            <a:r>
              <a:t>28         29  39.277  39.661642</a:t>
            </a:r>
          </a:p>
          <a:p xmlns:a="http://schemas.openxmlformats.org/drawingml/2006/main">
            <a:r>
              <a:t>0.7427 0.8835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predict_regression(training_records, feature_records)</a:t>
            </a:r>
          </a:p>
          <a:p xmlns:a="http://schemas.openxmlformats.org/drawingml/2006/main">
            <a:r>
              <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regression_errors(actual, predicted)</a:t>
            </a:r>
          </a:p>
          <a:p xmlns:a="http://schemas.openxmlformats.org/drawingml/2006/main">
            <a:r>
              <a:t/>
            </a:r>
          </a:p>
          <a:p xmlns:a="http://schemas.openxmlformats.org/drawingml/2006/main">
            <a:r>
              <a:t>Return mae and rmse, calculated over the same paired observations, with full precision.</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Regression and baseline submission</a:t>
            </a:r>
          </a:p>
          <a:p xmlns:a="http://schemas.openxmlformats.org/drawingml/2006/main">
            <a:r>
              <a:t>Explanation to give</a:t>
            </a:r>
          </a:p>
          <a:p xmlns:a="http://schemas.openxmlformats.org/drawingml/2006/main">
            <a:r>
              <a:t>This slide hands over CML3112 W08.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2026-11-03T11:00:00+03:00.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27 Oct 2026, 11:00 Kampala</a:t>
            </a:r>
          </a:p>
          <a:p xmlns:a="http://schemas.openxmlformats.org/drawingml/2006/main">
            <a:r>
              <a:t/>
            </a:r>
          </a:p>
          <a:p xmlns:a="http://schemas.openxmlformats.org/drawingml/2006/main">
            <a:r>
              <a:t>Deadline: 03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Write your own explanation in the markdown cell headed `## My written evidence`.</a:t>
            </a:r>
          </a:p>
          <a:p xmlns:a="http://schemas.openxmlformats.org/drawingml/2006/main">
            <a:r>
              <a:t/>
            </a:r>
          </a:p>
          <a:p xmlns:a="http://schemas.openxmlformats.org/drawingml/2006/main">
            <a:r>
              <a:t>Keep that heading.</a:t>
            </a:r>
          </a:p>
          <a:p xmlns:a="http://schemas.openxmlformats.org/drawingml/2006/main">
            <a:r>
              <a:t/>
            </a:r>
          </a:p>
          <a:p xmlns:a="http://schemas.openxmlformats.org/drawingml/2006/main">
            <a:r>
              <a:t>Task prompts and code comments are excluded from reasoning marks.</a:t>
            </a:r>
          </a:p>
          <a:p xmlns:a="http://schemas.openxmlformats.org/drawingml/2006/main">
            <a:r>
              <a:t/>
            </a:r>
          </a:p>
          <a:p xmlns:a="http://schemas.openxmlformats.org/drawingml/2006/main">
            <a:r>
              <a:t>Complete every original rubric criterion below, not just the checked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Include profiling, justified cleaning, question-led charts and your engineering recommendation where required.</a:t>
            </a:r>
          </a:p>
          <a:p xmlns:a="http://schemas.openxmlformats.org/drawingml/2006/main">
            <a:r>
              <a:t/>
            </a:r>
          </a:p>
          <a:p xmlns:a="http://schemas.openxmlformats.org/drawingml/2006/main">
            <a:r>
              <a:t>Keep raw data.</a:t>
            </a:r>
          </a:p>
          <a:p xmlns:a="http://schemas.openxmlformats.org/drawingml/2006/main">
            <a:r>
              <a:t/>
            </a:r>
          </a:p>
          <a:p xmlns:a="http://schemas.openxmlformats.org/drawingml/2006/main">
            <a:r>
              <a:t>State units and distinguish correlation from causation.</a:t>
            </a:r>
          </a:p>
          <a:p xmlns:a="http://schemas.openxmlformats.org/drawingml/2006/main">
            <a:r>
              <a:t/>
            </a:r>
          </a:p>
          <a:p xmlns:a="http://schemas.openxmlformats.org/drawingml/2006/main">
            <a:r>
              <a:t>Charts must be actual labelled figures in the notebook, not claims that charts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Problem framing begins with a bounded engineering decision and a defined target. Provenance explains where observations came from; a licence states what reuse is allowed.</a:t>
            </a:r>
          </a:p>
          <a:p xmlns:a="http://schemas.openxmlformats.org/drawingml/2006/main">
            <a:r>
              <a:t/>
            </a:r>
          </a:p>
          <a:p xmlns:a="http://schemas.openxmlformats.org/drawingml/2006/main">
            <a:r>
              <a:t>Worked illustration / lecturer answer</a:t>
            </a:r>
          </a:p>
          <a:p xmlns:a="http://schemas.openxmlformats.org/drawingml/2006/main">
            <a:r>
              <a:t>State the population, measurement period, units and who collected the modelling_data. Explain how those observations could answer the chosen question rather than merely describing an interesting file.</a:t>
            </a:r>
          </a:p>
          <a:p xmlns:a="http://schemas.openxmlformats.org/drawingml/2006/main">
            <a:r>
              <a:t/>
            </a:r>
          </a:p>
          <a:p xmlns:a="http://schemas.openxmlformats.org/drawingml/2006/main">
            <a:r>
              <a:t>Misconception to address</a:t>
            </a:r>
          </a:p>
          <a:p xmlns:a="http://schemas.openxmlformats.org/drawingml/2006/main">
            <a:r>
              <a:t>Synthetic teaching data must be labelled as synthetic. A plausible story does not establish that a dataset contains the information or permissions the proposed project needs.</a:t>
            </a:r>
          </a:p>
          <a:p xmlns:a="http://schemas.openxmlformats.org/drawingml/2006/main">
            <a:r>
              <a:t/>
            </a:r>
          </a:p>
          <a:p xmlns:a="http://schemas.openxmlformats.org/drawingml/2006/main">
            <a:r>
              <a:t>On this slide</a:t>
            </a:r>
          </a:p>
          <a:p xmlns:a="http://schemas.openxmlformats.org/drawingml/2006/main">
            <a:r>
              <a:t>Include captions and a separate readable DOCX/PDF report.</a:t>
            </a:r>
          </a:p>
          <a:p xmlns:a="http://schemas.openxmlformats.org/drawingml/2006/main">
            <a:r>
              <a:t/>
            </a:r>
          </a:p>
          <a:p xmlns:a="http://schemas.openxmlformats.org/drawingml/2006/main">
            <a:r>
              <a:t>Question &amp; dataset fit (20.0 total): A real engineering question is stated, and the chosen dataset can actually answer it.</a:t>
            </a:r>
          </a:p>
          <a:p xmlns:a="http://schemas.openxmlformats.org/drawingml/2006/main">
            <a:r>
              <a:t/>
            </a:r>
          </a:p>
          <a:p xmlns:a="http://schemas.openxmlformats.org/drawingml/2006/main">
            <a:r>
              <a:t>Provenance and licence stated.</a:t>
            </a:r>
          </a:p>
          <a:p xmlns:a="http://schemas.openxmlformats.org/drawingml/2006/main">
            <a:r>
              <a:t/>
            </a:r>
          </a:p>
          <a:p xmlns:a="http://schemas.openxmlformats.org/drawingml/2006/main">
            <a:r>
              <a:t>Data quality work (25.0 total): Defects found and handled with written justification.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A chart must answer a stated question and show the actual data result. Explain what one mark represents and label both the quantity and unit before stating the finding.</a:t>
            </a:r>
          </a:p>
          <a:p xmlns:a="http://schemas.openxmlformats.org/drawingml/2006/main">
            <a:r>
              <a:t/>
            </a:r>
          </a:p>
          <a:p xmlns:a="http://schemas.openxmlformats.org/drawingml/2006/main">
            <a:r>
              <a:t>Worked illustration / lecturer answer</a:t>
            </a:r>
          </a:p>
          <a:p xmlns:a="http://schemas.openxmlformats.org/drawingml/2006/main">
            <a:r>
              <a:t>A useful caption names the group or sample, the observed difference and the relevant unit. A limitation states what the plotted observations cannot establish, such as causation or performance at a new site.</a:t>
            </a:r>
          </a:p>
          <a:p xmlns:a="http://schemas.openxmlformats.org/drawingml/2006/main">
            <a:r>
              <a:t/>
            </a:r>
          </a:p>
          <a:p xmlns:a="http://schemas.openxmlformats.org/drawingml/2006/main">
            <a:r>
              <a:t>Misconception to address</a:t>
            </a:r>
          </a:p>
          <a:p xmlns:a="http://schemas.openxmlformats.org/drawingml/2006/main">
            <a:r>
              <a:t>Text claiming “a chart was made” is not the required chart. Check the exact number and kinds required on this slide and in the assessment guide.</a:t>
            </a:r>
          </a:p>
          <a:p xmlns:a="http://schemas.openxmlformats.org/drawingml/2006/main">
            <a:r>
              <a:t/>
            </a:r>
          </a:p>
          <a:p xmlns:a="http://schemas.openxmlformats.org/drawingml/2006/main">
            <a:r>
              <a:t>On this slide</a:t>
            </a:r>
          </a:p>
          <a:p xmlns:a="http://schemas.openxmlformats.org/drawingml/2006/main">
            <a:r>
              <a:t>A data quality statement is present.</a:t>
            </a:r>
          </a:p>
          <a:p xmlns:a="http://schemas.openxmlformats.org/drawingml/2006/main">
            <a:r>
              <a:t/>
            </a:r>
          </a:p>
          <a:p xmlns:a="http://schemas.openxmlformats.org/drawingml/2006/main">
            <a:r>
              <a:t>Analysis &amp; visualisation (30.0 total): Four or more charts, each answering a stated question.</a:t>
            </a:r>
          </a:p>
          <a:p xmlns:a="http://schemas.openxmlformats.org/drawingml/2006/main">
            <a:r>
              <a:t/>
            </a:r>
          </a:p>
          <a:p xmlns:a="http://schemas.openxmlformats.org/drawingml/2006/main">
            <a:r>
              <a:t>Correct chart types, labelled axes, findings in the captions.</a:t>
            </a:r>
          </a:p>
          <a:p xmlns:a="http://schemas.openxmlformats.org/drawingml/2006/main">
            <a:r>
              <a:t/>
            </a:r>
          </a:p>
          <a:p xmlns:a="http://schemas.openxmlformats.org/drawingml/2006/main">
            <a:r>
              <a:t>Findings &amp; interpretation (20.0 total): Conclusions supported by the analysis, stated in engineering terms, with limitations acknowledged.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continued</a:t>
            </a:r>
          </a:p>
          <a:p xmlns:a="http://schemas.openxmlformats.org/drawingml/2006/main">
            <a:r>
              <a:t>Explanation to give</a:t>
            </a:r>
          </a:p>
          <a:p xmlns:a="http://schemas.openxmlformats.org/drawingml/2006/main">
            <a:r>
              <a:t>Make contribution evidence specific enough to check. A seed records the starting state of random choices; a contribution log records who produced and explained which work.</a:t>
            </a:r>
          </a:p>
          <a:p xmlns:a="http://schemas.openxmlformats.org/drawingml/2006/main">
            <a:r>
              <a:t/>
            </a:r>
          </a:p>
          <a:p xmlns:a="http://schemas.openxmlformats.org/drawingml/2006/main">
            <a:r>
              <a:t>Worked illustration / lecturer answer</a:t>
            </a:r>
          </a:p>
          <a:p xmlns:a="http://schemas.openxmlformats.org/drawingml/2006/main">
            <a:r>
              <a:t>Name a file, function or chart and the decision behind it. Match that entry to meaningful repository history. Disclose AI assistance according to the assessment policy.</a:t>
            </a:r>
          </a:p>
          <a:p xmlns:a="http://schemas.openxmlformats.org/drawingml/2006/main">
            <a:r>
              <a:t/>
            </a:r>
          </a:p>
          <a:p xmlns:a="http://schemas.openxmlformats.org/drawingml/2006/main">
            <a:r>
              <a:t>Misconception to address</a:t>
            </a:r>
          </a:p>
          <a:p xmlns:a="http://schemas.openxmlformats.org/drawingml/2006/main">
            <a:r>
              <a:t>Many commits do not necessarily mean substantial work, and a seed does not establish accuracy. Both are supporting evidence, not replacements for the analysis.</a:t>
            </a:r>
          </a:p>
          <a:p xmlns:a="http://schemas.openxmlformats.org/drawingml/2006/main">
            <a:r>
              <a:t/>
            </a:r>
          </a:p>
          <a:p xmlns:a="http://schemas.openxmlformats.org/drawingml/2006/main">
            <a:r>
              <a:t>On this slide</a:t>
            </a:r>
          </a:p>
          <a:p xmlns:a="http://schemas.openxmlformats.org/drawingml/2006/main">
            <a:r>
              <a:t>Individual contribution log (5.0 total): Present, specific, and consistent with the repository's commit history.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analysis project submission</a:t>
            </a:r>
          </a:p>
          <a:p xmlns:a="http://schemas.openxmlformats.org/drawingml/2006/main">
            <a:r>
              <a:t>Explanation to give</a:t>
            </a:r>
          </a:p>
          <a:p xmlns:a="http://schemas.openxmlformats.org/drawingml/2006/main">
            <a:r>
              <a:t>This slide hands over CML3112 DA_PROJECT. Show the exact form title before uploading. The required packet is the completed project notebook together with one readable DOCX or selectable-text PDF report.</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2026-10-27T11:00:00+03:00.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06 Oct 2026, 11:00 Kampala</a:t>
            </a:r>
          </a:p>
          <a:p xmlns:a="http://schemas.openxmlformats.org/drawingml/2006/main">
            <a:r>
              <a:t/>
            </a:r>
          </a:p>
          <a:p xmlns:a="http://schemas.openxmlformats.org/drawingml/2006/main">
            <a:r>
              <a:t>Deadline: 27 Oct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8 quiz</a:t>
            </a:r>
          </a:p>
          <a:p xmlns:a="http://schemas.openxmlformats.org/drawingml/2006/main">
            <a:r>
              <a:t>Explanation to give</a:t>
            </a:r>
          </a:p>
          <a:p xmlns:a="http://schemas.openxmlformats.org/drawingml/2006/main">
            <a:r>
              <a:t>This is the CML3112 Week 8 quiz. The student link opens the response form; it does not activate its window. In Quiz Controls use open_W8_CML3112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Introduce a fitted predictor only after identifying its inputs and known answers. Compare it with a simple baseline and explain its errors in target units.</a:t>
            </a:r>
          </a:p>
          <a:p xmlns:a="http://schemas.openxmlformats.org/drawingml/2006/main">
            <a:r>
              <a:t/>
            </a:r>
          </a:p>
          <a:p xmlns:a="http://schemas.openxmlformats.org/drawingml/2006/main">
            <a:r>
              <a:t>Worked illustration / lecturer answer</a:t>
            </a:r>
          </a:p>
          <a:p xmlns:a="http://schemas.openxmlformats.org/drawingml/2006/main">
            <a:r>
              <a:t>The teaching line through (1,12), (2,14), (3,16), (4,18) predicts 15 at input 2.5. One neat example does not establish real-world accuracy.</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calculate one error and explain why evaluation needs unseen observations.</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How can a fitted line turn an input into a numerical prediction?</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The Essence of Linear Regression!!!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How can a fitted line turn an input into a numerical prediction?</a:t>
            </a:r>
          </a:p>
          <a:p xmlns:a="http://schemas.openxmlformats.org/drawingml/2006/main">
            <a:r>
              <a:t/>
            </a:r>
          </a:p>
          <a:p xmlns:a="http://schemas.openxmlformats.org/drawingml/2006/main">
            <a:r>
              <a:t>Reference / existing resource</a:t>
            </a:r>
          </a:p>
          <a:p xmlns:a="http://schemas.openxmlformats.org/drawingml/2006/main">
            <a:r>
              <a:t>https://www.youtube.com/watch?v=aFDOzpTeg0s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b1b5d752b3d415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f7e9b7901014d9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166264eb424a5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863521070b240a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5171bca930b4ba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721fef3ff9a45a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9C1F31-2460-4FE2-9169-F969120C679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51F4B6-5A6A-41AE-B9D9-22880865F2F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71769A-534F-4A66-A53B-0B6DE94C927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55989-BF7B-42E8-A230-25A2F89D50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711DCE-8089-4CC2-BD7D-A5F7C256E47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5FAE55-71FD-4B04-B291-248505C5795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7A0C7D-B553-4F43-A16D-73AB7425535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542F285-5954-40E9-989C-3BC75E0446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6692F2-3FCC-4D0D-9F2B-8CE4C118F3B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7C5618-0D7E-4485-8BB9-721C0B27978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b72f30dce3144c0" /><Relationship Type="http://schemas.openxmlformats.org/officeDocument/2006/relationships/slideLayout" Target="/ppt/slideLayouts/slideLayout1.xml" Id="R1264f71c02714d8a" /><Relationship Type="http://schemas.openxmlformats.org/officeDocument/2006/relationships/slideLayout" Target="/ppt/slideLayouts/slideLayout2.xml" Id="Reb176823449b426c" /><Relationship Type="http://schemas.openxmlformats.org/officeDocument/2006/relationships/slideLayout" Target="/ppt/slideLayouts/slideLayout3.xml" Id="Rdc9955fb99904152" /><Relationship Type="http://schemas.openxmlformats.org/officeDocument/2006/relationships/slideLayout" Target="/ppt/slideLayouts/slideLayout4.xml" Id="Rb8b8ecb17ada4b75" /><Relationship Type="http://schemas.openxmlformats.org/officeDocument/2006/relationships/slideLayout" Target="/ppt/slideLayouts/slideLayout5.xml" Id="Rd251ceb7e5304c0b" /><Relationship Type="http://schemas.openxmlformats.org/officeDocument/2006/relationships/slideLayout" Target="/ppt/slideLayouts/slideLayout6.xml" Id="Re313f7c2ac054dd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64f71c02714d8a"/>
    <p:sldLayoutId xmlns:r="http://schemas.openxmlformats.org/officeDocument/2006/relationships" id="2147483650" r:id="Reb176823449b426c"/>
    <p:sldLayoutId xmlns:r="http://schemas.openxmlformats.org/officeDocument/2006/relationships" id="2147483651" r:id="Rdc9955fb99904152"/>
    <p:sldLayoutId xmlns:r="http://schemas.openxmlformats.org/officeDocument/2006/relationships" id="2147483652" r:id="Rb8b8ecb17ada4b75"/>
    <p:sldLayoutId xmlns:r="http://schemas.openxmlformats.org/officeDocument/2006/relationships" id="2147483653" r:id="Rd251ceb7e5304c0b"/>
    <p:sldLayoutId xmlns:r="http://schemas.openxmlformats.org/officeDocument/2006/relationships" id="2147483654" r:id="Re313f7c2ac054d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242940c3df74a02" /><Relationship Type="http://schemas.openxmlformats.org/officeDocument/2006/relationships/image" Target="/ppt/media/image.png" Id="Rbd22667a36be4e12" /><Relationship Type="http://schemas.openxmlformats.org/officeDocument/2006/relationships/notesSlide" Target="/ppt/notesSlides/notesSlide1.xml" Id="Rdb1e557877834b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a2cfd93c62490c" /><Relationship Type="http://schemas.openxmlformats.org/officeDocument/2006/relationships/notesSlide" Target="/ppt/notesSlides/notesSlide2.xml" Id="R60c50c650618426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8e7b2e97de04a0f" /><Relationship Type="http://schemas.openxmlformats.org/officeDocument/2006/relationships/notesSlide" Target="/ppt/notesSlides/notesSlide3.xml" Id="Re816c9825f7c488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2062e68f73140c2" /><Relationship Type="http://schemas.openxmlformats.org/officeDocument/2006/relationships/notesSlide" Target="/ppt/notesSlides/notesSlide4.xml" Id="R8eafdb16d88548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f0e8c9a2f34653" /><Relationship Type="http://schemas.openxmlformats.org/officeDocument/2006/relationships/notesSlide" Target="/ppt/notesSlides/notesSlide5.xml" Id="R6c80eb468ff74b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4d7a03c74ac41c6" /><Relationship Type="http://schemas.openxmlformats.org/officeDocument/2006/relationships/notesSlide" Target="/ppt/notesSlides/notesSlide6.xml" Id="Ra45775d3c4af41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5b00404110f453b" /><Relationship Type="http://schemas.openxmlformats.org/officeDocument/2006/relationships/notesSlide" Target="/ppt/notesSlides/notesSlide7.xml" Id="R7c8ce7d54c614b8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ee6c53ae3004f0f" /><Relationship Type="http://schemas.openxmlformats.org/officeDocument/2006/relationships/notesSlide" Target="/ppt/notesSlides/notesSlide8.xml" Id="Rb6b33f9c27714e2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758bef7f9094917" /><Relationship Type="http://schemas.openxmlformats.org/officeDocument/2006/relationships/notesSlide" Target="/ppt/notesSlides/notesSlide9.xml" Id="Re1710be0e40f46e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9fa789042544d48" /><Relationship Type="http://schemas.openxmlformats.org/officeDocument/2006/relationships/notesSlide" Target="/ppt/notesSlides/notesSlide10.xml" Id="R546a6db9a89047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9d6147dbf574df7" /><Relationship Type="http://schemas.openxmlformats.org/officeDocument/2006/relationships/notesSlide" Target="/ppt/notesSlides/notesSlide11.xml" Id="R23c5aca7d07a440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c1898ade87f48b3" /><Relationship Type="http://schemas.openxmlformats.org/officeDocument/2006/relationships/notesSlide" Target="/ppt/notesSlides/notesSlide12.xml" Id="R766ae39d8857419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72b7e910aa54953" /><Relationship Type="http://schemas.openxmlformats.org/officeDocument/2006/relationships/notesSlide" Target="/ppt/notesSlides/notesSlide13.xml" Id="Rdebab01d4eaa40f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551012455be409c" /><Relationship Type="http://schemas.openxmlformats.org/officeDocument/2006/relationships/notesSlide" Target="/ppt/notesSlides/notesSlide14.xml" Id="Re6584aadcf3444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10ac236a3564664" /><Relationship Type="http://schemas.openxmlformats.org/officeDocument/2006/relationships/notesSlide" Target="/ppt/notesSlides/notesSlide15.xml" Id="R3852a929cb48415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84e05113075457e" /><Relationship Type="http://schemas.openxmlformats.org/officeDocument/2006/relationships/notesSlide" Target="/ppt/notesSlides/notesSlide16.xml" Id="R8570f0b64d6942d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b5fbad19b4c4090" /><Relationship Type="http://schemas.openxmlformats.org/officeDocument/2006/relationships/notesSlide" Target="/ppt/notesSlides/notesSlide17.xml" Id="R523dd7a253ec403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176329356a234d02" /><Relationship Type="http://schemas.openxmlformats.org/officeDocument/2006/relationships/image" Target="/ppt/media/image2.png" Id="Rec370eb50e95428e" /><Relationship Type="http://schemas.openxmlformats.org/officeDocument/2006/relationships/notesSlide" Target="/ppt/notesSlides/notesSlide18.xml" Id="Re85fadec54b1415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1333d07f2c24f0c" /><Relationship Type="http://schemas.openxmlformats.org/officeDocument/2006/relationships/notesSlide" Target="/ppt/notesSlides/notesSlide19.xml" Id="R431fb61cbc4b4ac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8339d78ef0c46fd" /><Relationship Type="http://schemas.openxmlformats.org/officeDocument/2006/relationships/notesSlide" Target="/ppt/notesSlides/notesSlide20.xml" Id="Rdb6b92c1a7ce494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834e076fd8e4202" /><Relationship Type="http://schemas.openxmlformats.org/officeDocument/2006/relationships/notesSlide" Target="/ppt/notesSlides/notesSlide21.xml" Id="Rfa8452d6fd10462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53b4a320846411e" /><Relationship Type="http://schemas.openxmlformats.org/officeDocument/2006/relationships/notesSlide" Target="/ppt/notesSlides/notesSlide22.xml" Id="R360b9069bc0f47c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1f4d6bc296d446f" /><Relationship Type="http://schemas.openxmlformats.org/officeDocument/2006/relationships/notesSlide" Target="/ppt/notesSlides/notesSlide23.xml" Id="R76676f443fc4462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36cc86a26eb4031" /><Relationship Type="http://schemas.openxmlformats.org/officeDocument/2006/relationships/notesSlide" Target="/ppt/notesSlides/notesSlide24.xml" Id="Rf4cb6e4489a7441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3af953aea9647fc" /><Relationship Type="http://schemas.openxmlformats.org/officeDocument/2006/relationships/notesSlide" Target="/ppt/notesSlides/notesSlide25.xml" Id="Rddd41d2abcdc4dd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f7979f25b2a4f17" /><Relationship Type="http://schemas.openxmlformats.org/officeDocument/2006/relationships/notesSlide" Target="/ppt/notesSlides/notesSlide26.xml" Id="R267d422581db44a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1784a6fe2df4545" /><Relationship Type="http://schemas.openxmlformats.org/officeDocument/2006/relationships/notesSlide" Target="/ppt/notesSlides/notesSlide27.xml" Id="R0633dd18fb0948f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e3e128cf29b4f9b" /><Relationship Type="http://schemas.openxmlformats.org/officeDocument/2006/relationships/notesSlide" Target="/ppt/notesSlides/notesSlide28.xml" Id="R2e1705afca71452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1a7c43f07bf4519" /><Relationship Type="http://schemas.openxmlformats.org/officeDocument/2006/relationships/notesSlide" Target="/ppt/notesSlides/notesSlide29.xml" Id="Rbbcfb343e8ba48fd"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9ef261c458b4fcd" /><Relationship Type="http://schemas.openxmlformats.org/officeDocument/2006/relationships/notesSlide" Target="/ppt/notesSlides/notesSlide30.xml" Id="R38746209631b40b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36ab78003db42d9" /><Relationship Type="http://schemas.openxmlformats.org/officeDocument/2006/relationships/notesSlide" Target="/ppt/notesSlides/notesSlide31.xml" Id="R552be9da8b4046f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6d02609ce1994d43" /><Relationship Type="http://schemas.openxmlformats.org/officeDocument/2006/relationships/notesSlide" Target="/ppt/notesSlides/notesSlide32.xml" Id="R87b0961c97b34f9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31d0b9d0399d47e2" /><Relationship Type="http://schemas.openxmlformats.org/officeDocument/2006/relationships/notesSlide" Target="/ppt/notesSlides/notesSlide33.xml" Id="R76736d080f3c499e"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b714ca287da4b91" /><Relationship Type="http://schemas.openxmlformats.org/officeDocument/2006/relationships/notesSlide" Target="/ppt/notesSlides/notesSlide34.xml" Id="R5e30eb26d9ba4e6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da1df238ec4247c9" /><Relationship Type="http://schemas.openxmlformats.org/officeDocument/2006/relationships/notesSlide" Target="/ppt/notesSlides/notesSlide35.xml" Id="Re05e05c19c5a4f4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b13e4fa88ff64c06" /><Relationship Type="http://schemas.openxmlformats.org/officeDocument/2006/relationships/notesSlide" Target="/ppt/notesSlides/notesSlide36.xml" Id="Rce95775acb15457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a33be2021b9f4aa2" /><Relationship Type="http://schemas.openxmlformats.org/officeDocument/2006/relationships/notesSlide" Target="/ppt/notesSlides/notesSlide37.xml" Id="R2b45460ea25246a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dbaa95f7e4e413d" /><Relationship Type="http://schemas.openxmlformats.org/officeDocument/2006/relationships/notesSlide" Target="/ppt/notesSlides/notesSlide38.xml" Id="R18b2fb72b18b495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de8f67450a894635" /><Relationship Type="http://schemas.openxmlformats.org/officeDocument/2006/relationships/notesSlide" Target="/ppt/notesSlides/notesSlide39.xml" Id="Rc5651a5a44fd45f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818d40e928464032" /><Relationship Type="http://schemas.openxmlformats.org/officeDocument/2006/relationships/notesSlide" Target="/ppt/notesSlides/notesSlide40.xml" Id="R79201a6a2fc84c3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0dafa84f2b14776" /><Relationship Type="http://schemas.openxmlformats.org/officeDocument/2006/relationships/notesSlide" Target="/ppt/notesSlides/notesSlide41.xml" Id="R1051eb6096be401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0d664fb0c5640fc" /><Relationship Type="http://schemas.openxmlformats.org/officeDocument/2006/relationships/notesSlide" Target="/ppt/notesSlides/notesSlide42.xml" Id="Rb02bba36a08b444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c3a3d7fe9d7343b6" /><Relationship Type="http://schemas.openxmlformats.org/officeDocument/2006/relationships/notesSlide" Target="/ppt/notesSlides/notesSlide43.xml" Id="R670ef98f53bb41ff"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6127ac7023d469b" /><Relationship Type="http://schemas.openxmlformats.org/officeDocument/2006/relationships/notesSlide" Target="/ppt/notesSlides/notesSlide44.xml" Id="Rc5b6ba5ec78c40d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5e2fcda7cc26455d" /><Relationship Type="http://schemas.openxmlformats.org/officeDocument/2006/relationships/notesSlide" Target="/ppt/notesSlides/notesSlide45.xml" Id="R190a9cff0bb948c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5e93131a5db0467c" /><Relationship Type="http://schemas.openxmlformats.org/officeDocument/2006/relationships/notesSlide" Target="/ppt/notesSlides/notesSlide46.xml" Id="Ra75122b390644c1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2b35d70f8a5b4783" /><Relationship Type="http://schemas.openxmlformats.org/officeDocument/2006/relationships/notesSlide" Target="/ppt/notesSlides/notesSlide47.xml" Id="R4a5a2013f8f34c4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f149add3271443d2" /><Relationship Type="http://schemas.openxmlformats.org/officeDocument/2006/relationships/notesSlide" Target="/ppt/notesSlides/notesSlide48.xml" Id="R11cd9d591c36430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14cee785ff254b42" /><Relationship Type="http://schemas.openxmlformats.org/officeDocument/2006/relationships/notesSlide" Target="/ppt/notesSlides/notesSlide49.xml" Id="R0edf449e26a0427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74661b2dc274351" /><Relationship Type="http://schemas.openxmlformats.org/officeDocument/2006/relationships/notesSlide" Target="/ppt/notesSlides/notesSlide50.xml" Id="Rad366f1c01344b6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a11a888d76a849e9" /><Relationship Type="http://schemas.openxmlformats.org/officeDocument/2006/relationships/hyperlink" Target="https://docs.google.com/forms/d/e/1FAIpQLSfOpt4U_rhJrjlYCp6pyzm9ygu2vN5EwO9yeAiJaUKy-kJKoA/viewform" TargetMode="External" Id="Reebe933bfafa4cfa" /><Relationship Type="http://schemas.openxmlformats.org/officeDocument/2006/relationships/notesSlide" Target="/ppt/notesSlides/notesSlide51.xml" Id="R36fe6a7172a5487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c90fc1b3bee448c" /><Relationship Type="http://schemas.openxmlformats.org/officeDocument/2006/relationships/notesSlide" Target="/ppt/notesSlides/notesSlide52.xml" Id="Rac1c8241fe3a418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fd2f92618e2431d" /><Relationship Type="http://schemas.openxmlformats.org/officeDocument/2006/relationships/notesSlide" Target="/ppt/notesSlides/notesSlide53.xml" Id="R24a8e073b01a4a03"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1f985c0b06ce4aed" /><Relationship Type="http://schemas.openxmlformats.org/officeDocument/2006/relationships/notesSlide" Target="/ppt/notesSlides/notesSlide54.xml" Id="R6b7b0e72699f4988"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4d4cce67e12458d" /><Relationship Type="http://schemas.openxmlformats.org/officeDocument/2006/relationships/notesSlide" Target="/ppt/notesSlides/notesSlide55.xml" Id="R0ac9fca875f3440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0cef0158ab174c03" /><Relationship Type="http://schemas.openxmlformats.org/officeDocument/2006/relationships/notesSlide" Target="/ppt/notesSlides/notesSlide56.xml" Id="R1a0ae24fab294fa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abd8e7fe491e4057" /><Relationship Type="http://schemas.openxmlformats.org/officeDocument/2006/relationships/hyperlink" Target="https://docs.google.com/forms/d/e/1FAIpQLScBWq6-FVmuDHGDXqQzURw8zP6C0I8H_GnhD7sinBspayooCA/viewform" TargetMode="External" Id="R92c28933492d47f3" /><Relationship Type="http://schemas.openxmlformats.org/officeDocument/2006/relationships/notesSlide" Target="/ppt/notesSlides/notesSlide57.xml" Id="Rc468634c809441f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461f8c36578b43c0" /><Relationship Type="http://schemas.openxmlformats.org/officeDocument/2006/relationships/image" Target="/ppt/media/image3.png" Id="R3ecff57e221342ef" /><Relationship Type="http://schemas.openxmlformats.org/officeDocument/2006/relationships/hyperlink" Target="https://forms.gle/MKAfeSE9NfRziGebA" TargetMode="External" Id="Rb5339c183ab24b85" /><Relationship Type="http://schemas.openxmlformats.org/officeDocument/2006/relationships/notesSlide" Target="/ppt/notesSlides/notesSlide58.xml" Id="Rb9b1e40b67b1483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9b7fc8c91362496d" /><Relationship Type="http://schemas.openxmlformats.org/officeDocument/2006/relationships/notesSlide" Target="/ppt/notesSlides/notesSlide59.xml" Id="R5f81535a99a247d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fb5c160838434624" /><Relationship Type="http://schemas.openxmlformats.org/officeDocument/2006/relationships/hyperlink" Target="https://www.youtube.com/watch?v=aFDOzpTeg0s" TargetMode="External" Id="R5ad70ed9d0394cb2" /><Relationship Type="http://schemas.openxmlformats.org/officeDocument/2006/relationships/notesSlide" Target="/ppt/notesSlides/notesSlide60.xml" Id="Rf65ab91620594bc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D643A85-6BA4-4D81-9948-1E7F24960561}"/>
              </a:ext>
            </a:extLst>
          </p:cNvPr>
          <p:cNvPicPr>
            <a:picLocks xmlns:a="http://schemas.openxmlformats.org/drawingml/2006/main" noChangeAspect="1"/>
          </p:cNvPicPr>
          <p:nvPr/>
        </p:nvPicPr>
        <p:blipFill>
          <a:blip xmlns:r="http://schemas.openxmlformats.org/officeDocument/2006/relationships" xmlns:a="http://schemas.openxmlformats.org/drawingml/2006/main" r:embed="Rbd22667a36be4e1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D3E0DE-B163-4CED-BB14-B84DB003FCF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7E35CD4-4D4C-41E3-94C8-C451D8448EE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57433D80-E6C3-4A37-94EC-71969032DB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2FC9F72D-D2A3-40EA-BBB7-BF4CA9B4804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A5466A8A-C9F2-4C70-975B-A9D9B04931A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80152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3BD0E2-9990-468D-9294-C53EC56C59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2BDC68-9CB1-4877-9F4D-77EF3B302A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5650F5-D490-4558-9FBF-B3E7616D8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56D847C-F1E2-4405-B689-13B509F612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DD8A3A-6DB1-4D01-9ED0-3CDED309CB0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E34E7C-47DF-4604-A4F2-69A5FDEEF70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D84A5A24-C9CF-44A8-8008-01BC041090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FB826A0A-9CF2-4563-AECC-C7EE0ECD53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20784160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8C4C50-1B13-4DA6-98B5-15F888A6DC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E23DBE-9D55-4EEB-8CAA-65F0D6EDFA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19717D-AF11-41FC-A464-4D61EFAF06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DD81B56-1EED-4188-B1DF-25A3B2CC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1B7A74-3FC7-475E-B42D-02CF3AE53E0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F26A28-9AAE-4D71-85F4-5EEA0744A6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197EF1AB-323A-4273-BC55-0FE2DC585C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594557AE-9184-458C-85B4-220575D6A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a:t>
            </a:r>
          </a:p>
        </p:txBody>
      </p:sp>
    </p:spTree>
    <p:extLst>
      <p:ext uri="{BB962C8B-B14F-4D97-AF65-F5344CB8AC3E}">
        <p14:creationId xmlns:p14="http://schemas.microsoft.com/office/powerpoint/2010/main" val="18204924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10BBB9-586B-4FDC-99A1-E1E568AB4C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537283-94DD-40A9-A0B6-EB105ADD7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F465A-090D-4BBD-9DBC-80A3A32F0A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BED2E0B-6763-4E17-ACE0-F9F3B1034E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C0690B-F99A-404F-84E4-18007C46FC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E459452-2E01-464E-B1FF-412BD4C2841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F7C268-B972-4B39-88AF-44D0F92201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F9F0AC91-A75C-403D-BD7E-330F563015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3C34DF-4481-4848-A285-698DD4070A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F868E29-5BE5-4FDE-A02E-65AB3870AA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a:t>
            </a:r>
          </a:p>
        </p:txBody>
      </p:sp>
    </p:spTree>
    <p:extLst>
      <p:ext uri="{BB962C8B-B14F-4D97-AF65-F5344CB8AC3E}">
        <p14:creationId xmlns:p14="http://schemas.microsoft.com/office/powerpoint/2010/main" val="174027418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B64C50-475B-4D5C-A6D3-08406A5D1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438F84-4F1C-42B4-B602-3740177F0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28DD40-0263-440C-B801-FFAAD8EC29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D29CC67-0D79-40D6-9F3A-CCB083CD2A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30B681-6BB4-4BDB-B55B-AFFFF82F6E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601D42-84F0-479F-A272-E2AAC4253D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813FBB6-EF0E-4E24-A579-54AF490817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EEB9BFE2-059E-403F-99AC-A9ECD9878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a:t>
            </a:r>
          </a:p>
        </p:txBody>
      </p:sp>
    </p:spTree>
    <p:extLst>
      <p:ext uri="{BB962C8B-B14F-4D97-AF65-F5344CB8AC3E}">
        <p14:creationId xmlns:p14="http://schemas.microsoft.com/office/powerpoint/2010/main" val="16951984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3C7176-4C47-4CED-BC9A-9E2EFA2B2A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9E5EA8E-E60D-4AA0-BAC0-C4D1C6F1E9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5F2F5B-6E7C-4AA9-B185-3123B173D7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D00BE493-2A57-4281-BDAA-DFDA3B0A094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96B093-CED3-4C08-BE14-8B933789BB0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AB4FC7F3-4078-4997-8D2A-30682E1418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10778517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6DFC6D-F4D3-48B9-B08A-E5A2D1581C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B65BA4-335E-47B6-A9B3-21453B7D4D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F63D89-D3DF-43C9-BEE2-850712F92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13C4E9A5-BB8B-4715-897E-82196B9871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A44CFA-8377-40C4-9ECC-7A50C65B0E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7788246-E1DE-4FD8-A578-F7545E7F38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627E1B50-1BFA-4FE0-81DB-BA6548F2F4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E979D3A-360E-4FE6-B3BF-4F290132AB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8046085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431086-7F6A-467E-8E1B-57E7B2C5AE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DD5A453-DCFE-4707-BF38-B9A7C5BC44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ACB984-5790-441B-81BC-882C30A962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F7A101AA-43E3-493D-9FB5-F36DECD236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8477BB-0EBF-4570-BB6F-A0F693B41E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C03944-1E1E-42D7-9DE9-8D42E98EE7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79186EB5-36DB-4E22-B3FC-C806192CE2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36F23501-1C34-4FCB-8C9B-E1FF1C81C1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120893345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2C3A90-823B-4640-822D-86768B7A34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3AA67A-0B65-4377-BF9A-5E9E5F215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B59E35-4E32-421F-BAC1-05B97E08AB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BB0CF96-231F-4B78-8ADE-805AD8CD97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133E6B-57C5-4980-A9F3-2AADE8809E6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F12721A1-5889-45A5-901B-D0CF832972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BFF2FF-8AE0-4B83-AB59-0CD029ACB5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117AB170-09BC-49D8-872C-56527416C8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E56B3-1CD3-462B-8BCD-1E8B146833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866D2D93-9D31-4DCD-A69E-6EB02BC42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94227423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AA7621-DA39-4A02-B615-806393926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6C1ED8-E585-46B2-9D79-03E89DBAFD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617DC4-BE2F-408D-A3BE-5EA6687B6C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5CFC9EC-4B5C-4AC7-B5A1-D0CE44B17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A81270-FD06-4260-ABA1-0BC6F195024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E286C79-9BA5-498B-A250-01AD4704E2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2482C-3104-4A96-A870-308A0589A9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F66AB004-1ECE-4DA1-A6ED-039E387C53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EC8B28-323B-47B1-991E-C7BB07863D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6BD1BB5E-3EE5-4B61-ACC3-3DCDE93DBF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115782948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D0993E-4294-485B-9BC1-E1BA28A966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54D391-0CBB-47ED-ABC7-C1624BC28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2BF20C-D3F3-4DAC-A0BE-9D8411197D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3E2AD77-DA19-4BAD-9C68-AE4657E538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D11B3B-AF93-4816-B4D8-0E04EF3C6B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1E5AF14-04A3-4AAF-948A-1A79744E802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898ADF-0627-47C2-AA36-E289950E0C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3BD4B644-7E80-4116-8D79-98B971FC7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11</a:t>
            </a:r>
          </a:p>
        </p:txBody>
      </p:sp>
    </p:spTree>
    <p:extLst>
      <p:ext uri="{BB962C8B-B14F-4D97-AF65-F5344CB8AC3E}">
        <p14:creationId xmlns:p14="http://schemas.microsoft.com/office/powerpoint/2010/main" val="4967587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A85FA9-3273-4E61-84A4-508E8199A2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ED0794-FDFC-434A-ABEC-A4B1C9D630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B43475-AF35-418D-B62E-C52FA4E7CB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A0EFC7F6-209E-4B49-93F4-A4F83FDEBE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B11E364-1EBE-413E-AD25-AA4A93CD4B3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7E5AB09C-B1B6-4844-9545-223EC4BC0FA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2958D75-42EB-428F-979F-A03C272154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153744998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7B1E-A033-4A92-963F-A321ACA17E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D13E02-D57B-4626-80E2-48F2B11059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CA0211-2454-4368-938A-7845C8B56E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1A1DD25F-8A7B-4D2E-A8C1-D687E839AE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E0B03F4-A896-4A22-A54A-62AC6F62F6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C9795A8-986F-44EE-9015-27EC6F84FF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6F7EA198-F2E9-4294-BE46-6991BAC578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9030F68-F229-4D36-9A06-D9C1CF71AA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57894906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E13454-503D-4C25-9436-392CB3E3F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70FB9F-05FF-4778-9ECD-04029B707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72234B-4B76-48D3-A5B5-A7383EC7A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EDF1A4D4-6548-4983-A880-95A8D41F701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01750E2-CC53-4C4F-9E32-501F9E0035B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95BB749-534C-40FE-9702-F668F922F1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330E21D-AD42-41E9-B3CF-B337D2403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84022594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AEB422-8703-4C45-A3CE-DC0EE5FDF4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22CC293-3B1C-4889-A6C6-88C95CF22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23E4E1A-6804-4B68-B929-C5A2EEFACA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3FD05425-2FA0-4CB5-BEF3-60A2AE34A10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C92758-74CD-4239-9EC9-9B2136ED4C2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2381DCB4-579A-49DF-97BE-C6F826EEFC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13D1B3C5-5FAC-4AE2-AE48-94F3354A15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20D5268-30D4-4202-A283-1E5DBE1C3F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68843403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0E9CB0-C658-4FD3-9F85-E4F056BF5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ED9EEF-B3E4-4BAD-A545-82FCC770E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DC9B72-2EEB-4820-BF6D-1F4FC37FF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DAE30627-829A-444C-8CC0-8288EC5CE1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DEF037-8F03-4883-8BDD-130CA6BF72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1A5DBD3-0876-476C-8A5D-C7F9A6E038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04B2B591-7B92-4BA7-A1E7-4D8A4CBAAA4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6AC7986-E9E9-4EB2-AF33-C9F6E7CE6C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181943524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3F8DFB-07B6-487A-9635-E59E275D9D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1AD968-D9D5-40EA-87FA-4643C36704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9CF95A-6BEB-4E81-8BE2-B6EA10CBF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D3671064-16EF-4D48-91C5-D11D06339E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F575AE-D867-4495-8F17-FB6652B42D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6B8238D-FFD6-4707-ACC5-62E06AF5213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E9BA2FF-21C7-46A7-8EFF-A36E02190A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21E67B80-F1D6-41F4-9B76-A8461CDEAC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143175708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E57598-5912-437C-A6CD-FDE5CB9D165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743ED2-A42A-4C96-AAB8-F4B4A9D8E48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742F6DF7-25B9-4742-96DA-0193854A479B}"/>
              </a:ext>
            </a:extLst>
          </p:cNvPr>
          <p:cNvPicPr>
            <a:picLocks xmlns:a="http://schemas.openxmlformats.org/drawingml/2006/main" noChangeAspect="1"/>
          </p:cNvPicPr>
          <p:nvPr/>
        </p:nvPicPr>
        <p:blipFill>
          <a:blip xmlns:r="http://schemas.openxmlformats.org/officeDocument/2006/relationships" xmlns:a="http://schemas.openxmlformats.org/drawingml/2006/main" r:embed="Rec370eb50e95428e"/>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389E6FB-0B84-4BBE-BA35-72F961DD810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A20108-E652-4A1F-AB25-B862FB7262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baseline_errors.</a:t>
            </a:r>
          </a:p>
        </p:txBody>
      </p:sp>
      <p:sp>
        <p:nvSpPr>
          <p:cNvPr id="6" name="">
            <a:extLst xmlns:a="http://schemas.openxmlformats.org/drawingml/2006/main">
              <a:ext uri="{FF2B5EF4-FFF2-40B4-BE49-F238E27FC236}">
                <a16:creationId xmlns:a16="http://schemas.microsoft.com/office/drawing/2014/main" id="{E01C793A-0036-4696-9E9C-652FC5423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198150799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6A0CF2-37B0-4F6B-9BE2-4AE499DD54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CCB3F3-C067-410E-A029-F1B1529C3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4A0EC7-3517-4345-930A-1CBB78057A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6F82A836-DC27-4650-A598-ED4BD43678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BEF3096-AE18-4FAC-9553-40E1FEC7EA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274AA0F-79D9-4F12-A3D5-601A056705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training_data[features] selects the two input columns as a equipment_data. training_data["target"] selects the observed target as a Series.</a:t>
            </a:r>
          </a:p>
        </p:txBody>
      </p:sp>
      <p:sp>
        <p:nvSpPr>
          <p:cNvPr id="7" name="">
            <a:extLst xmlns:a="http://schemas.openxmlformats.org/drawingml/2006/main">
              <a:ext uri="{FF2B5EF4-FFF2-40B4-BE49-F238E27FC236}">
                <a16:creationId xmlns:a16="http://schemas.microsoft.com/office/drawing/2014/main" id="{0486D0FF-A788-4876-B47F-E578162422D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B6C439CA-99D7-451D-9361-64009E40BF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1285673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011B7A-1147-4CBB-949E-35B66A71D5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F77EE2-B9FF-4EC7-B4DA-282C81BA4C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57CF20-8878-4E76-838A-48276D8B13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F739590-A114-48FF-9DDE-4AE338C850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D2CE86-8E5B-4C9C-ACB3-024F87AA0F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3F618F-45AF-44A3-8606-6A26308C03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87D209B2-2D91-4816-96EF-B527BBE4926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62AA1A2B-63F4-42FA-ADD3-E059884F6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20065507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5AE2EF-E5FF-48EC-97D0-764DA806F2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806CE8-1025-4A6C-B298-B13EF4134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63A059-5554-4986-9B41-262AA4CD3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00CBC30C-DDFD-402A-91D9-54BCBC79BE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74CEC7-8BB6-444A-A7D0-39124A277C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7F3CA6-089A-4955-A0FF-BC969E242C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A00A9620-2D7C-4BD3-97B8-207EE48DF7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CF55DF4F-86BC-42C7-BF1E-0FF4A3BB9C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132955931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9384EC-4EC6-4129-87FC-0B90849CC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AAE691-8263-44C7-A267-DC72214A33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12846C-6798-4858-AA06-D9EA40B5A2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4EFCE6FE-27AD-40F3-8A37-8679650A6D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DDCF610-0D82-4FA7-8964-C6906449DA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946E74-BD5C-4C93-9AF3-7986C3A4045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73DCFE35-6C11-4438-A712-7D6C501E08A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92840C7D-1D0F-4BE8-87FA-F1348404E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22</a:t>
            </a:r>
          </a:p>
        </p:txBody>
      </p:sp>
    </p:spTree>
    <p:extLst>
      <p:ext uri="{BB962C8B-B14F-4D97-AF65-F5344CB8AC3E}">
        <p14:creationId xmlns:p14="http://schemas.microsoft.com/office/powerpoint/2010/main" val="210224202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675A29-2C60-47A2-95AD-2FF316C5E3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36C14B-D535-4312-B9D1-B35D70D25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495C6B-1F62-4AF7-89F8-EEF6122335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8AACD728-EFB3-48CE-A7F8-05D3ABA402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9B1372-463D-4C51-AC43-84C6AF7AD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FAFD33-75F4-4236-9EE4-EFD4F80F77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D25552DF-03D1-4B87-B8AE-1BAE845ABA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695E99F6-3410-49CF-BE3C-D89A1987CC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23</a:t>
            </a:r>
          </a:p>
        </p:txBody>
      </p:sp>
    </p:spTree>
    <p:extLst>
      <p:ext uri="{BB962C8B-B14F-4D97-AF65-F5344CB8AC3E}">
        <p14:creationId xmlns:p14="http://schemas.microsoft.com/office/powerpoint/2010/main" val="31761363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760E1A-DE4B-46F8-8205-861EEE2674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9350C0-9A0A-466A-BC59-4E1C4F8B36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D08D13-4174-4092-A398-D3BD07BB23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1645D0D-B4E9-4E57-8115-5AE5596253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21DF8B-5895-4A1D-A809-5398797EA2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F2C55041-47D0-4470-8404-AAD47816F6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6DFB26-9FC3-452B-B0B8-BA17A6EB2F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AA1E4755-127C-42EA-8623-155C7707BA3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657F3B-3347-4BF4-ADA4-43C4AF7792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1F0649B2-256F-4DCD-842D-7D6F1ADE02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55063183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BE1DFB-8E6B-4C7A-9E48-0FE2B14C7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6D9628E-267C-4760-BF64-6A3380EAF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71367B-2B19-4546-BCE7-4AAE2AC70C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7BCCD519-483F-4343-8CD3-3977BBD3489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091509-88EE-432C-8A74-D4D88836B01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104AEF57-C462-4790-8E6F-F2B3A325FA4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BDD44E12-7D34-4450-A37D-A6D983C54E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25</a:t>
            </a:r>
          </a:p>
        </p:txBody>
      </p:sp>
    </p:spTree>
    <p:extLst>
      <p:ext uri="{BB962C8B-B14F-4D97-AF65-F5344CB8AC3E}">
        <p14:creationId xmlns:p14="http://schemas.microsoft.com/office/powerpoint/2010/main" val="194915828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AE3D3A-EFEC-42B9-9967-572A08F8A3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B5B9FE-2A9B-4F15-83E5-1B23AC8A7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EF6FE3-5909-4055-A291-93B8C4C7E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1</a:t>
            </a:r>
          </a:p>
        </p:txBody>
      </p:sp>
      <p:sp>
        <p:nvSpPr>
          <p:cNvPr id="4" name="">
            <a:extLst xmlns:a="http://schemas.openxmlformats.org/drawingml/2006/main">
              <a:ext uri="{FF2B5EF4-FFF2-40B4-BE49-F238E27FC236}">
                <a16:creationId xmlns:a16="http://schemas.microsoft.com/office/drawing/2014/main" id="{E8683B00-EC85-4729-9C7D-B018E8DDC95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1EF446-DFBB-4234-8981-90BCF9DA54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043E04BF-7A0F-4DA2-B754-468C2675E13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45C40EC1-045E-48CE-9BF9-5B10C12FBD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896A540E-CD6A-4849-BEAE-446E58EA5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26</a:t>
            </a:r>
          </a:p>
        </p:txBody>
      </p:sp>
    </p:spTree>
    <p:extLst>
      <p:ext uri="{BB962C8B-B14F-4D97-AF65-F5344CB8AC3E}">
        <p14:creationId xmlns:p14="http://schemas.microsoft.com/office/powerpoint/2010/main" val="104959662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F72355-7381-4DA5-AA8C-DD7C3DCF74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003E14B-C859-4E2E-9458-B2B2E85322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65C32-22A8-4C12-9EC9-17DC8689EE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8EC41A67-FE45-44BC-A7C1-4557F070CAB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F90B3D-B9C4-4D07-AA09-90BDDFB9ED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CF5623B3-568C-4BE6-B33D-47D993DD17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27</a:t>
            </a:r>
          </a:p>
        </p:txBody>
      </p:sp>
    </p:spTree>
    <p:extLst>
      <p:ext uri="{BB962C8B-B14F-4D97-AF65-F5344CB8AC3E}">
        <p14:creationId xmlns:p14="http://schemas.microsoft.com/office/powerpoint/2010/main" val="160387280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00091B-2C8D-40F3-9E7B-A6CB041524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11ECA3-EE22-44A1-8E26-AAC7EF620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E35EB4-ED71-48BF-A2C5-BAED1CB90F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2</a:t>
            </a:r>
          </a:p>
        </p:txBody>
      </p:sp>
      <p:sp>
        <p:nvSpPr>
          <p:cNvPr id="4" name="">
            <a:extLst xmlns:a="http://schemas.openxmlformats.org/drawingml/2006/main">
              <a:ext uri="{FF2B5EF4-FFF2-40B4-BE49-F238E27FC236}">
                <a16:creationId xmlns:a16="http://schemas.microsoft.com/office/drawing/2014/main" id="{BE923ECD-7057-4DFD-8ABB-A6861A7FB4F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A8E5A0-CCE7-4C3A-A0F1-41A8B1C83E9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F57AA22E-E725-48DE-866D-D6475C6BB3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E00C46E9-F0C8-43D1-8B08-90B728E3FB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9D7C9DA2-53E0-40E1-820E-CBF335EE8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28</a:t>
            </a:r>
          </a:p>
        </p:txBody>
      </p:sp>
    </p:spTree>
    <p:extLst>
      <p:ext uri="{BB962C8B-B14F-4D97-AF65-F5344CB8AC3E}">
        <p14:creationId xmlns:p14="http://schemas.microsoft.com/office/powerpoint/2010/main" val="134979824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67F0A0-E907-43D4-A16C-8D252FCE56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5A562AE-3994-4009-BA88-3F0D4DA67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BA7B4-9A3E-4321-BB77-8A60FE8AE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9659F5AD-21BA-401A-9A4A-C20165727DB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A944BC-7F10-422E-A54E-0516BF48D1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9DD006-5330-4EF3-AB82-4F0682DB1D4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4F1C48A0-D3CB-49CF-9298-0737EB0D6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121A4C11-CB3C-4454-940F-A1A08D41F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29</a:t>
            </a:r>
          </a:p>
        </p:txBody>
      </p:sp>
    </p:spTree>
    <p:extLst>
      <p:ext uri="{BB962C8B-B14F-4D97-AF65-F5344CB8AC3E}">
        <p14:creationId xmlns:p14="http://schemas.microsoft.com/office/powerpoint/2010/main" val="42031159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2C6292-83C4-48AB-96AD-76689FC1C4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39CAAB6-B1FC-466A-ABDC-CF509E1F72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417C45-C42D-4413-B977-A4FEF6F9C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8855BCA4-9505-4E03-8FFA-3C81FD2608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41ED7F-ABEC-4B0A-A5C7-BED8A1082D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BC99A8-8D5F-4620-96B1-1B25AB3CF2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7B2CFAAE-6781-4DC9-923E-614CCBDEAF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C27D9A31-5DC5-4778-A6B9-B075FC797C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30</a:t>
            </a:r>
          </a:p>
        </p:txBody>
      </p:sp>
    </p:spTree>
    <p:extLst>
      <p:ext uri="{BB962C8B-B14F-4D97-AF65-F5344CB8AC3E}">
        <p14:creationId xmlns:p14="http://schemas.microsoft.com/office/powerpoint/2010/main" val="181126637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B7FBD3-16F4-4A95-B382-9DB7867DB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52A651-02C2-4D3B-8C7D-6C1B025367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42D63A-2AC6-418F-94E3-78BB096D5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9906C716-6A89-46F7-8AEA-621006BB7CD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3D4AA65-A85B-44FF-B4E8-7B6BBF0E45A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5F3EDF8C-2DC5-413C-B0FA-AB2E005FA8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2A07DAD6-AC55-4405-B7C0-1317C28A3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31</a:t>
            </a:r>
          </a:p>
        </p:txBody>
      </p:sp>
    </p:spTree>
    <p:extLst>
      <p:ext uri="{BB962C8B-B14F-4D97-AF65-F5344CB8AC3E}">
        <p14:creationId xmlns:p14="http://schemas.microsoft.com/office/powerpoint/2010/main" val="2936557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DEB40B-566E-4FBD-BC9C-6417B37471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6A5C26-4268-4924-82A5-1288CB9102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DEF08A-45E1-4856-9771-383593B5D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 step 1</a:t>
            </a:r>
          </a:p>
        </p:txBody>
      </p:sp>
      <p:sp>
        <p:nvSpPr>
          <p:cNvPr id="4" name="">
            <a:extLst xmlns:a="http://schemas.openxmlformats.org/drawingml/2006/main">
              <a:ext uri="{FF2B5EF4-FFF2-40B4-BE49-F238E27FC236}">
                <a16:creationId xmlns:a16="http://schemas.microsoft.com/office/drawing/2014/main" id="{5EAEB83A-E98E-4430-BFD7-C4FEA2938A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3146CC-6CF1-41E6-A402-F9FF5F6BF17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B2C10DCF-E08B-4C94-8225-066EC59A9D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FA6BB52-8CAC-4CE8-894E-CAF124B4D0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F7A1C64-9721-4FE3-A382-63A7937954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89117416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2A69F-B91E-498B-AEC7-0047DAC6A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2A12B6-A7EE-4E10-ABEB-65E8CC95EC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064B8A-93AE-43C0-8CFE-1FBAC7DFD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2ED12A76-5AF7-4723-B475-D676FE79BAE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15E505-3BF3-4723-8D06-AA286566CC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C77AF4A9-0A2C-4EFD-A0C4-31289910110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EE44E34-24E4-4447-874B-7D55C29F88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213600825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79DE6E-519D-4EFF-AC12-005E16FF0A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C4E616-796A-4D95-B758-2B944A9A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BE1FB2-C481-42B7-82FA-1D60C5C4B5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 step 2</a:t>
            </a:r>
          </a:p>
        </p:txBody>
      </p:sp>
      <p:sp>
        <p:nvSpPr>
          <p:cNvPr id="4" name="">
            <a:extLst xmlns:a="http://schemas.openxmlformats.org/drawingml/2006/main">
              <a:ext uri="{FF2B5EF4-FFF2-40B4-BE49-F238E27FC236}">
                <a16:creationId xmlns:a16="http://schemas.microsoft.com/office/drawing/2014/main" id="{F7B54F55-41D4-40AD-BFB8-3A07B541F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87F8EE7-CB1F-43E3-AE55-F70AFA69B0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677FA73D-91AC-44E0-A6D4-448AE90092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4400A7C2-FEE4-4D0A-958F-74F9C4D4A0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3F8056B-5DB5-471E-8078-3ED0A394A2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591657561"/>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6BD585-70C4-405F-8DDC-A3F5E43D2C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105ED8F-8B4D-4FA6-84D7-F72B1D62B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10DD0-4BED-4F62-9A8D-F6A0C8C34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AEA9D390-CBE9-4FAD-8C5F-F2E2E67C2C0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41D31B-FCDF-42A8-B878-D98ED270FA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46C1B26-A104-4EB0-AF07-676AC22B1F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A3A43A72-320E-44CD-A582-EFEFA79671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baseline_errors.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87F66F4B-6BB8-4A98-B535-3DE770B9F6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67423792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14D693-232A-4A64-8D20-F17F5422F0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416EDC-9722-4F72-9E3E-5B10EB1FC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C1784-733E-41AF-A0F0-F8BE108BB4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CAD3CDE-071B-4FF0-B124-1BBC400938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D94FC-9F51-4357-89CD-0C87E0E121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330DA174-1C1A-468C-800B-3DCA2A836F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15AFF5-CF4A-4C55-B6F2-91982C666E0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C5C4139-E69B-4986-84F8-829127DC59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A3487C-233F-4A7B-892B-ADDD48024C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8B0EBC6A-6F9F-4D45-BFBE-2EFBCA331A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6216500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CE9CC7-AE30-43F6-A995-1350A1D4C7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1C038F0-3852-4D02-BBCD-300F8248B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80DA4F-0679-4802-80C9-7D070B819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4F9ABB0-BE5E-4A15-89E6-E128752AC3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66E2DF-32F2-418F-86C3-E4C7409ABAD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18857B04-D39A-4F85-9CBB-B2AB0C3E79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35107059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CE3AA-88B3-4FDA-AE03-75DD6B7934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8B501F-57EC-47DA-90CA-CCD04B504F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835AFC-2D5C-40E4-BE56-30A3E7EF94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A889114-16D3-4E7C-A7B4-A1011712F6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0B65B0-2465-4823-87E3-13E5679C56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EC375F8E-69EA-485D-B58A-840FB47116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5851472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329000-5E7D-4E47-909B-8B72EFCC0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8B91A7-3540-4223-A1E6-B38372569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7FC390-6D84-4521-9F44-6F4CDF4BB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A29B327D-AACF-4113-98CE-9A66153ED26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E5C1FE-7A34-4D42-BA56-197B42CAD23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A7BC9A55-9143-4138-96C7-C63D1D37F6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7592633A-1D0D-46AC-83DC-8325A658FA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34855655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997348-3457-4E8A-B65A-E293AD14C9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37649A-63C3-475A-8252-19C627CB02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12B08C-72BE-454E-A347-A6CDD9038A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1</a:t>
            </a:r>
          </a:p>
        </p:txBody>
      </p:sp>
      <p:sp>
        <p:nvSpPr>
          <p:cNvPr id="4" name="">
            <a:extLst xmlns:a="http://schemas.openxmlformats.org/drawingml/2006/main">
              <a:ext uri="{FF2B5EF4-FFF2-40B4-BE49-F238E27FC236}">
                <a16:creationId xmlns:a16="http://schemas.microsoft.com/office/drawing/2014/main" id="{81732CD9-88B8-4AE0-8419-BCBE7EFA58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9DAE18-9C3A-431B-88F2-37F3DB0832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66A94967-750E-4BB5-A20A-7501A910DB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18B94677-6201-4AD7-9A0C-7DD54EF6C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00D4E3A-7EA4-43FD-AFB5-B90D353B07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490053790"/>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8F6E19-68E2-4100-80FB-96E0A5723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283723-6307-41BD-86E4-F63ECD22A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78F735-92BA-433D-A19D-DBF5C00652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13F973BA-4D3D-4AD5-84A6-43D5E6D6A1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D4E6F1-1730-4129-A366-BA60A6E39E3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3379826C-8B25-4BB0-A6DA-B1F0267EE90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9C80CE3E-494B-44F0-A6F1-6CBFB9638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205904650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9BBE81-2E06-4500-A4AB-E30EC2C7AA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42D7B7-C22C-431F-9A8C-F89985A5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DCE010-0A67-49AE-A004-154C67AB9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 step 2</a:t>
            </a:r>
          </a:p>
        </p:txBody>
      </p:sp>
      <p:sp>
        <p:nvSpPr>
          <p:cNvPr id="4" name="">
            <a:extLst xmlns:a="http://schemas.openxmlformats.org/drawingml/2006/main">
              <a:ext uri="{FF2B5EF4-FFF2-40B4-BE49-F238E27FC236}">
                <a16:creationId xmlns:a16="http://schemas.microsoft.com/office/drawing/2014/main" id="{315D28ED-929E-4657-979B-9FE4A4D725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ABCA70-CC28-4A77-88AD-9D215FD310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293203BF-B969-4E89-AECE-5A1C4FBA246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58E4A703-7056-40EC-801E-66F6B2616B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1144D52-DC4D-46D9-A054-BF7BBBB26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42</a:t>
            </a:r>
          </a:p>
        </p:txBody>
      </p:sp>
    </p:spTree>
    <p:extLst>
      <p:ext uri="{BB962C8B-B14F-4D97-AF65-F5344CB8AC3E}">
        <p14:creationId xmlns:p14="http://schemas.microsoft.com/office/powerpoint/2010/main" val="167207232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79C37B-BEB5-4D54-954D-4FE99156F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C10F50-94A0-45A1-9A88-5C5436314F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DC147C-812B-4A1F-80DF-953E48E8A1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0F4793A-2298-406B-AD97-D7E41F7A76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4130845-4852-4C78-AE03-408B4C64FD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655ABD6-33AC-489C-8123-9A7947D995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F2ABA68D-17EC-40EA-BC08-6FF8FB3C1A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AEFFEF8E-674C-453F-91E2-29016D7CBE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11620266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A9FDDD-186D-474E-89A6-CA49A950B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55406C-DE30-4638-AAB0-4713ECD2F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7022FB-E547-47E5-B6F6-DE560813C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3620295-5B08-48F9-B26E-802ED83A33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11AEFD-5C13-41E8-9180-C34421FBA2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EC3546B6-A779-4F17-812F-DD85B8E4E3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6C790A-1C4D-479B-82FD-EC1EADFC38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E550F9CA-6039-4C75-82A5-52459A7C83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14C844-A03B-4614-B92F-5D84F853A08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E1A6082-5415-4A71-B8EE-F58399E30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131347988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ED5776-23DF-4943-A2B7-BE96FD2596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5A99A7-D428-41D5-BA93-B0B9CF02E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AC63D4-7399-4FCD-9896-03A7F34DE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F2A02BA5-F528-4597-B333-B323EB4698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E20B14-19C1-4107-93A5-7146C372C84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1D3B19D5-4C42-4D72-B782-F72D7E6331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113845620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8F3905-B788-4F59-A1F3-D24AB71AE7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8726C6-0777-4E2D-A62C-258CEB51BA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F87176-D154-44F4-AC7D-527F195BC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36E5C49-CB57-4FA9-A026-115FC33D3F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74F761-E577-4B97-A8A3-C47F0809716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2A163654-00B9-4587-8DA7-8C80C5A8B5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A80C15DF-9237-4CDD-9554-C7B71AF69D8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7C8602E-CC74-4D44-A651-D67FB2AD86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128981619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DB76C7-694E-44EE-8BAF-B853D5009F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A01729-4E0F-4EA3-B734-AE99E4A02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7567FE0-56DF-4FD9-A46D-1B7B0FC4CB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53231F5-67D5-4F6C-9B15-3ADD477D2E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F34C75-FC7A-49C0-A05B-4CC9C56D736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8A063566-FE22-4DA0-857C-89714141748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BA2F6E-3EA3-4ED6-B2B1-1AAE1930E8D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5A6FF88-EEB2-40FD-8CF9-5488DF72A9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1D56F1-6332-42CD-80E3-F942745F5F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0106D48D-0B28-44A9-9135-8C4BA49BD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4AB28B-BB34-47B5-A0E9-03F6B1DDC6C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8707D13-5904-41F8-AD9E-C44B135CF5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1529359015"/>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0073E1-9583-4ACE-A945-7C3E58BB80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AFA9031-77FF-4A92-8333-B4BCCD62E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229CAE6-028A-41D8-A6BD-FB7A54209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E0981BBD-ABA0-47D1-9222-A596BD7BA3B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1F5621-2C09-4888-96FD-8A3A9FA95D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F61A653-5B89-46DB-9943-AF3DFE1E0A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A026E32-4E16-4162-991E-ED81EE27B35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8ED815-3427-434C-AE3F-07F749357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143914944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17E000-FA32-4552-8AF2-8AE358C496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E551230-72C8-40E0-8EA2-CE0C702AFE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37284FB-083B-469D-A67F-61178629B9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60C7E59-6A12-4350-A163-12DC809706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62D3AB-5B49-4590-A9E1-BD1D4531206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C959873-C1FD-45E3-9E84-2D21D7AB57D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A5AE469-E842-43E5-B6B8-48F210BF7DE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48C3259-ED7A-4829-8FA5-DB6843F933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33711339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837217-8D42-4744-AB21-89EBD47790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CC2FD7-0BBF-4793-A178-DCBD38E35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9FC6F20-24F5-4D8E-8F56-F4D37330D5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42C62C0-3A4D-47A3-9509-E946E06EA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B6BA7A-7124-46A2-A41B-5A59888A466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A72F4A6-950D-4694-B89E-02150709F7F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912B09-C636-4154-B5DB-61573AF883F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B86CCC2-F94A-4E80-B6E7-051943F233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88CF0D-43BB-43DA-8041-FBB44E6F922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58DA3D9-64DF-441E-9187-7B9D21362F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4F6828-F7C6-45F5-9BDE-D0B87AEA08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F99D46E-9942-47A4-AE84-F82C19066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197740963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E8B3232-C4A0-40D1-9C0E-35C7374B51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01B670-C95B-48DA-9555-BA1A48BF2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BAA44F0-F71F-4CE0-BD53-8409180AC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DB8046C6-6623-4046-B02D-5C0D7992C7C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55529D-70CE-44DA-B9DE-A6CC66135EB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Oct 2026, 11:00 Kampala</a:t>
            </a:r>
          </a:p>
        </p:txBody>
      </p:sp>
      <p:sp>
        <p:nvSpPr>
          <p:cNvPr id="6" name="">
            <a:extLst xmlns:a="http://schemas.openxmlformats.org/drawingml/2006/main">
              <a:ext uri="{FF2B5EF4-FFF2-40B4-BE49-F238E27FC236}">
                <a16:creationId xmlns:a16="http://schemas.microsoft.com/office/drawing/2014/main" id="{3B466509-3801-4B03-B517-EADBECD193D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7B4AEA-F8E9-4489-9325-41BAF169B84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03 Nov 2026, 11:00 Kampala</a:t>
            </a:r>
          </a:p>
        </p:txBody>
      </p:sp>
      <p:sp>
        <p:nvSpPr>
          <p:cNvPr id="8" name="">
            <a:extLst xmlns:a="http://schemas.openxmlformats.org/drawingml/2006/main">
              <a:ext uri="{FF2B5EF4-FFF2-40B4-BE49-F238E27FC236}">
                <a16:creationId xmlns:a16="http://schemas.microsoft.com/office/drawing/2014/main" id="{A1A95E7A-37B5-48C3-A9DE-D5E43489E92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3AF6C2-524B-4E1E-A8F8-FECD4B99D08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A27144C-CCBF-42EC-8483-1BBC99F6AE3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34AFE9-C8F4-4360-829D-A8F33158C04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E503E56-755B-4A6F-8AE9-44F274C8442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681DD9C-C393-4D43-AE37-8A93639DF65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ebe933bfafa4cfa"/>
              </a:rPr>
              <a:t>Open W08 assignment form</a:t>
            </a:r>
          </a:p>
        </p:txBody>
      </p:sp>
      <p:sp>
        <p:nvSpPr>
          <p:cNvPr id="14" name="">
            <a:extLst xmlns:a="http://schemas.openxmlformats.org/drawingml/2006/main">
              <a:ext uri="{FF2B5EF4-FFF2-40B4-BE49-F238E27FC236}">
                <a16:creationId xmlns:a16="http://schemas.microsoft.com/office/drawing/2014/main" id="{04D9908C-4296-4E03-8DB4-C3EBB4B58BE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https://docs.google.com/forms/d/e/1FAIpQLSfOpt4U_rhJrjlYCp6pyzm9ygu2vN5EwO9yeAiJaUKy-kJKoA/viewform</a:t>
            </a:r>
          </a:p>
        </p:txBody>
      </p:sp>
      <p:sp>
        <p:nvSpPr>
          <p:cNvPr id="15" name="">
            <a:extLst xmlns:a="http://schemas.openxmlformats.org/drawingml/2006/main">
              <a:ext uri="{FF2B5EF4-FFF2-40B4-BE49-F238E27FC236}">
                <a16:creationId xmlns:a16="http://schemas.microsoft.com/office/drawing/2014/main" id="{67F8737B-5C9D-4FB3-9477-7001A769BC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86930064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AD05C32-20EC-4998-A4FD-B847EA3A04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C0D107-1AD2-4DE3-B6DE-EE88E13489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7C3D4F1-15B3-4887-AB63-AD3F1E9922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a:t>
            </a:r>
          </a:p>
        </p:txBody>
      </p:sp>
      <p:sp>
        <p:nvSpPr>
          <p:cNvPr id="4" name="">
            <a:extLst xmlns:a="http://schemas.openxmlformats.org/drawingml/2006/main">
              <a:ext uri="{FF2B5EF4-FFF2-40B4-BE49-F238E27FC236}">
                <a16:creationId xmlns:a16="http://schemas.microsoft.com/office/drawing/2014/main" id="{1DBBD470-DDCE-487C-9E56-B75899C26B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313764-0DB3-4A7F-A66C-77BA6775C56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4603F948-46A4-45A9-A20C-BE42FCD1DCC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F91683C-ECBA-4E9D-AC5E-23E3D7FC707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E37CBB6B-5105-48D2-85A1-AA67982A727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BB79BC-8C4C-4E2C-BE48-7277FCB304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D4C284EB-5935-4AF4-A134-25B9EA6F046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170AE06-7B72-4965-99E6-7849EE231C9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379C6F4D-03A1-4CD8-9C7F-8FD470517B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196567050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CCACF2-2E61-4FCE-9469-ABE9AC8BC9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7341395-0822-41F4-8053-0E5B2C5E40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46DFE0-6E37-4811-BF98-C7AEBFB850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B83A0876-3566-43DB-88C1-3598626DAF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60C4554-1B10-41E2-BA96-6709D7E8A73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D41AC6EA-7289-48B3-B593-996F33F55F4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A494331-4683-469F-8753-CE191548EC0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7B5010C8-8E5D-403E-A139-CA7F0EB6E5A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220711-AD14-4DC9-A449-4BABD9692EF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F6830181-29A1-4760-82D5-EF2CB9824B8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690BC1-33A4-4742-ACEE-F200360D8E5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70C6D5DF-7901-4BB2-A38C-F14D182B43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105632791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C638167-CC56-49FB-9E77-042665030A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765B51-11E7-4BE3-BEA0-7E8521991E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6B2E99-7D80-4393-956F-24B4B5B035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0CBC032F-6A19-46F8-8DFE-6718B8BFEB9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9869A95-0DE1-4834-99F8-FDF61F0D89C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xmlns:a="http://schemas.openxmlformats.org/drawingml/2006/main">
              <a:ext uri="{FF2B5EF4-FFF2-40B4-BE49-F238E27FC236}">
                <a16:creationId xmlns:a16="http://schemas.microsoft.com/office/drawing/2014/main" id="{4542C789-E6BB-4072-AB11-A1766E99EEA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9EA343B-9FBB-489C-8F92-F793FA6BD9E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Question &amp; dataset fit (20.0 total): A real engineering question is stated, and the chosen dataset can actually answer it.</a:t>
            </a:r>
          </a:p>
        </p:txBody>
      </p:sp>
      <p:sp>
        <p:nvSpPr>
          <p:cNvPr id="8" name="">
            <a:extLst xmlns:a="http://schemas.openxmlformats.org/drawingml/2006/main">
              <a:ext uri="{FF2B5EF4-FFF2-40B4-BE49-F238E27FC236}">
                <a16:creationId xmlns:a16="http://schemas.microsoft.com/office/drawing/2014/main" id="{C09C586A-3DE8-4D2F-A0FA-BC65B0DC47E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B826F9-7716-41B1-9797-9A0317305CB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Provenance and licence stated.</a:t>
            </a:r>
          </a:p>
        </p:txBody>
      </p:sp>
      <p:sp>
        <p:nvSpPr>
          <p:cNvPr id="10" name="">
            <a:extLst xmlns:a="http://schemas.openxmlformats.org/drawingml/2006/main">
              <a:ext uri="{FF2B5EF4-FFF2-40B4-BE49-F238E27FC236}">
                <a16:creationId xmlns:a16="http://schemas.microsoft.com/office/drawing/2014/main" id="{40DF17FC-C0D4-4D5F-8ACC-D3B12ED9A62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CE6843-9481-4F91-A34A-8F0288C72CE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quality work (25.0 total): Defects found and handled with written justification.</a:t>
            </a:r>
          </a:p>
        </p:txBody>
      </p:sp>
      <p:sp>
        <p:nvSpPr>
          <p:cNvPr id="12" name="">
            <a:extLst xmlns:a="http://schemas.openxmlformats.org/drawingml/2006/main">
              <a:ext uri="{FF2B5EF4-FFF2-40B4-BE49-F238E27FC236}">
                <a16:creationId xmlns:a16="http://schemas.microsoft.com/office/drawing/2014/main" id="{AAC6517E-1563-4925-B0FE-518EDAD51A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10061595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440F41A-E851-4841-8A70-9111BBD0F9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299FE2-9F4B-4A9D-B7C5-BBE9922B9B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3AE284-BB50-432A-AE4F-0A2E45FB15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8DF702DC-016D-453D-9A36-CDA38C8927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58C52E-592C-496C-A163-7D913B07B3F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data quality statement is present.</a:t>
            </a:r>
          </a:p>
        </p:txBody>
      </p:sp>
      <p:sp>
        <p:nvSpPr>
          <p:cNvPr id="6" name="">
            <a:extLst xmlns:a="http://schemas.openxmlformats.org/drawingml/2006/main">
              <a:ext uri="{FF2B5EF4-FFF2-40B4-BE49-F238E27FC236}">
                <a16:creationId xmlns:a16="http://schemas.microsoft.com/office/drawing/2014/main" id="{F421F96E-B9C0-4C99-BE51-B03110E0113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5EC41C-5B6F-4FD7-8A64-C7A51A0628F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Analysis &amp; visualisation (30.0 total): Four or more charts, each answering a stated question.</a:t>
            </a:r>
          </a:p>
        </p:txBody>
      </p:sp>
      <p:sp>
        <p:nvSpPr>
          <p:cNvPr id="8" name="">
            <a:extLst xmlns:a="http://schemas.openxmlformats.org/drawingml/2006/main">
              <a:ext uri="{FF2B5EF4-FFF2-40B4-BE49-F238E27FC236}">
                <a16:creationId xmlns:a16="http://schemas.microsoft.com/office/drawing/2014/main" id="{7070ABE9-1473-41D6-810F-0BC0053352F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E8F291C-EEFE-430D-B213-FE13C62F506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types, labelled axes, findings in the captions.</a:t>
            </a:r>
          </a:p>
        </p:txBody>
      </p:sp>
      <p:sp>
        <p:nvSpPr>
          <p:cNvPr id="10" name="">
            <a:extLst xmlns:a="http://schemas.openxmlformats.org/drawingml/2006/main">
              <a:ext uri="{FF2B5EF4-FFF2-40B4-BE49-F238E27FC236}">
                <a16:creationId xmlns:a16="http://schemas.microsoft.com/office/drawing/2014/main" id="{CF50D3F5-E7A7-46AB-BC82-D5BD85DC062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5DD2F4C-6BEB-4664-8DB3-AA382EF7FAF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&amp; interpretation (20.0 total): Conclusions supported by the analysis, stated in engineering terms, with limitations acknowledged.</a:t>
            </a:r>
          </a:p>
        </p:txBody>
      </p:sp>
      <p:sp>
        <p:nvSpPr>
          <p:cNvPr id="12" name="">
            <a:extLst xmlns:a="http://schemas.openxmlformats.org/drawingml/2006/main">
              <a:ext uri="{FF2B5EF4-FFF2-40B4-BE49-F238E27FC236}">
                <a16:creationId xmlns:a16="http://schemas.microsoft.com/office/drawing/2014/main" id="{6AD50759-9B52-416E-B638-4EBC81660D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26448560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48E0AFC-6BC6-4907-B638-D4D16B864F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8A9F8E-36A2-43C0-9D08-1D17E7468F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2096574-CB0E-4C95-B4B1-47EC577232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continued</a:t>
            </a:r>
          </a:p>
        </p:txBody>
      </p:sp>
      <p:sp>
        <p:nvSpPr>
          <p:cNvPr id="4" name="">
            <a:extLst xmlns:a="http://schemas.openxmlformats.org/drawingml/2006/main">
              <a:ext uri="{FF2B5EF4-FFF2-40B4-BE49-F238E27FC236}">
                <a16:creationId xmlns:a16="http://schemas.microsoft.com/office/drawing/2014/main" id="{C125E479-2610-42B1-89C8-938B0EEC95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919F41-8DFD-4F62-9F1B-0D2BBB8DD219}"/>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Individual contribution log (5.0 total): Present, specific, and consistent with the repository's commit history.</a:t>
            </a:r>
          </a:p>
        </p:txBody>
      </p:sp>
      <p:sp>
        <p:nvSpPr>
          <p:cNvPr id="6" name="">
            <a:extLst xmlns:a="http://schemas.openxmlformats.org/drawingml/2006/main">
              <a:ext uri="{FF2B5EF4-FFF2-40B4-BE49-F238E27FC236}">
                <a16:creationId xmlns:a16="http://schemas.microsoft.com/office/drawing/2014/main" id="{3887BF35-B717-4FD3-8DCE-6ADE15A6DA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83682457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2F3A2BF-E373-4804-9307-27DF7D91A5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8C3E0-B685-42B3-BAEF-370B6B0638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3C0B617A-C0F0-492A-B7BD-1EC58086B74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 analysis project submission</a:t>
            </a:r>
          </a:p>
        </p:txBody>
      </p:sp>
      <p:sp>
        <p:nvSpPr>
          <p:cNvPr id="4" name="">
            <a:extLst xmlns:a="http://schemas.openxmlformats.org/drawingml/2006/main">
              <a:ext uri="{FF2B5EF4-FFF2-40B4-BE49-F238E27FC236}">
                <a16:creationId xmlns:a16="http://schemas.microsoft.com/office/drawing/2014/main" id="{3369E4FE-E1E5-4451-A026-C7B4818188C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A33B935-262C-4360-9A8C-FBAE9320DB0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3311BF20-4089-4354-91CB-CE9F9095903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166DA57-26D8-418E-B2DF-C91167509346}"/>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27 Oct 2026, 11:00 Kampala</a:t>
            </a:r>
          </a:p>
        </p:txBody>
      </p:sp>
      <p:sp>
        <p:nvSpPr>
          <p:cNvPr id="8" name="">
            <a:extLst xmlns:a="http://schemas.openxmlformats.org/drawingml/2006/main">
              <a:ext uri="{FF2B5EF4-FFF2-40B4-BE49-F238E27FC236}">
                <a16:creationId xmlns:a16="http://schemas.microsoft.com/office/drawing/2014/main" id="{D5D18276-C456-4AAF-AE0F-3DA607F99B4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3E7986A-F73F-4FDC-A070-2F27F9CFC19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D0D3504D-1CE1-4917-974D-C4F6A5FAAE5F}"/>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4BB0EF7-958B-4F5D-816A-E4AAE3ABE81C}"/>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35C0CF2-26B8-469F-BB85-8E64D9EC23C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1D69806-4936-4505-BD5D-069EBBD85C5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2c28933492d47f3"/>
              </a:rPr>
              <a:t>Open DA_PROJECT assignment form</a:t>
            </a:r>
          </a:p>
        </p:txBody>
      </p:sp>
      <p:sp>
        <p:nvSpPr>
          <p:cNvPr id="14" name="">
            <a:extLst xmlns:a="http://schemas.openxmlformats.org/drawingml/2006/main">
              <a:ext uri="{FF2B5EF4-FFF2-40B4-BE49-F238E27FC236}">
                <a16:creationId xmlns:a16="http://schemas.microsoft.com/office/drawing/2014/main" id="{4AE26301-D2CE-4342-9ECE-E9D2CE27E4C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https://docs.google.com/forms/d/e/1FAIpQLScBWq6-FVmuDHGDXqQzURw8zP6C0I8H_GnhD7sinBspayooCA/viewform</a:t>
            </a:r>
          </a:p>
        </p:txBody>
      </p:sp>
      <p:sp>
        <p:nvSpPr>
          <p:cNvPr id="15" name="">
            <a:extLst xmlns:a="http://schemas.openxmlformats.org/drawingml/2006/main">
              <a:ext uri="{FF2B5EF4-FFF2-40B4-BE49-F238E27FC236}">
                <a16:creationId xmlns:a16="http://schemas.microsoft.com/office/drawing/2014/main" id="{9667436A-85BA-4BEE-9715-AD7786F5FE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57</a:t>
            </a:r>
          </a:p>
        </p:txBody>
      </p:sp>
    </p:spTree>
    <p:extLst>
      <p:ext uri="{BB962C8B-B14F-4D97-AF65-F5344CB8AC3E}">
        <p14:creationId xmlns:p14="http://schemas.microsoft.com/office/powerpoint/2010/main" val="1560529093"/>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F8E9037-42AB-46C7-A15E-D5246BEDE4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7C8A4E-971A-49AB-A634-6DD088DCA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1696E81-EC5E-4EF4-B712-006EEF3BEA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BB8A097C-AF0A-48ED-8BB5-2EA6AB44EE7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C58CD5-0531-4D4C-9D29-3CC5895085E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8844283-B426-43AB-9440-A755622B6DB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43D9A6-C066-47BD-85BE-98E52F16DEC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8874446-1BC5-4155-9901-B01D0A68668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ACC093-0F7E-45B1-96C2-16DE9E97236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CE53D8A-A269-4DF7-8060-433ABF29319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430563-920E-4C4C-8D4D-2970C8DE7A5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BEE7C0A8-0F19-4F08-B5DB-9AEFFBDAE477}"/>
              </a:ext>
            </a:extLst>
          </p:cNvPr>
          <p:cNvPicPr>
            <a:picLocks xmlns:a="http://schemas.openxmlformats.org/drawingml/2006/main" noChangeAspect="1"/>
          </p:cNvPicPr>
          <p:nvPr/>
        </p:nvPicPr>
        <p:blipFill>
          <a:blip xmlns:r="http://schemas.openxmlformats.org/officeDocument/2006/relationships" xmlns:a="http://schemas.openxmlformats.org/drawingml/2006/main" r:embed="R3ecff57e221342e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C9032610-9529-4C94-A893-9087EA4BA41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752D493-2378-431C-827C-5A08EC790ED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1924F74-9DB3-4CB3-BFB5-27A441291C0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5339c183ab24b85"/>
              </a:rPr>
              <a:t>Open this week’s quiz</a:t>
            </a:r>
          </a:p>
        </p:txBody>
      </p:sp>
      <p:sp>
        <p:nvSpPr>
          <p:cNvPr id="16" name="">
            <a:extLst xmlns:a="http://schemas.openxmlformats.org/drawingml/2006/main">
              <a:ext uri="{FF2B5EF4-FFF2-40B4-BE49-F238E27FC236}">
                <a16:creationId xmlns:a16="http://schemas.microsoft.com/office/drawing/2014/main" id="{2608DD2F-1414-4157-9470-98FFB5A45DA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https://forms.gle/MKAfeSE9NfRziGebA</a:t>
            </a:r>
          </a:p>
        </p:txBody>
      </p:sp>
      <p:sp>
        <p:nvSpPr>
          <p:cNvPr id="17" name="">
            <a:extLst xmlns:a="http://schemas.openxmlformats.org/drawingml/2006/main">
              <a:ext uri="{FF2B5EF4-FFF2-40B4-BE49-F238E27FC236}">
                <a16:creationId xmlns:a16="http://schemas.microsoft.com/office/drawing/2014/main" id="{DB77204B-DCBB-41B5-BE7C-0F1A120C97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58</a:t>
            </a:r>
          </a:p>
        </p:txBody>
      </p:sp>
    </p:spTree>
    <p:extLst>
      <p:ext uri="{BB962C8B-B14F-4D97-AF65-F5344CB8AC3E}">
        <p14:creationId xmlns:p14="http://schemas.microsoft.com/office/powerpoint/2010/main" val="1077541977"/>
      </p:ext>
    </p:extLst>
  </p:cSld>
</p:sld>
</file>

<file path=ppt/slides/slide59.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BC1B13-22B7-4DFA-8E34-BB578467E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FA182E6-4C25-464E-BA96-3F76E90E9E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AD12A00-0D43-4143-9415-8A5CF4E700D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F818164-83E5-4CAE-90C8-56ED102DB11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91078333-4C0C-406A-B7D0-D49A976672D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E332952-5943-4125-9A51-762EDCB98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59</a:t>
            </a:r>
          </a:p>
        </p:txBody>
      </p:sp>
    </p:spTree>
    <p:extLst>
      <p:ext uri="{BB962C8B-B14F-4D97-AF65-F5344CB8AC3E}">
        <p14:creationId xmlns:p14="http://schemas.microsoft.com/office/powerpoint/2010/main" val="182609891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08747F9-D30F-4D65-9929-2DBB06B786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CE9C30-B71D-4B43-81EC-D41B83F32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EB158B0-BE7C-4BF3-8723-AA845BC87B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C076292F-6AAE-4482-8AC3-A97A860F56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9DA7D5-A6AA-454B-B532-E1C04751ADB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96DD11CE-E41E-4600-99BC-A1291E04D73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07DBCC-6C87-4068-AE7D-722C7394FE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AA415130-A2AC-438F-95DF-4170198804A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052106-014F-4EF9-A980-82A1791405B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7779470D-8FF8-45DD-8EE0-DF0C2BC04B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9108B7-3723-4413-BC15-238CD81A54D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00FBC524-FF37-4818-9AE3-5EF0BAD17AB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2A6B1B6-E69E-471E-8F9B-B37C5F0C0A2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d70ed9d0394cb2"/>
              </a:rPr>
              <a:t>Open explainer video</a:t>
            </a:r>
          </a:p>
        </p:txBody>
      </p:sp>
      <p:sp>
        <p:nvSpPr>
          <p:cNvPr id="14" name="">
            <a:extLst xmlns:a="http://schemas.openxmlformats.org/drawingml/2006/main">
              <a:ext uri="{FF2B5EF4-FFF2-40B4-BE49-F238E27FC236}">
                <a16:creationId xmlns:a16="http://schemas.microsoft.com/office/drawing/2014/main" id="{7A4276D0-2EF6-418A-99E9-DB34BA6A35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3FA938E6-6191-446C-890D-FFE6C67078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1728744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2026-10-20T17:59:54.1010000Z</dcterms:created>
  <dcterms:modified xsi:type="dcterms:W3CDTF">2026-10-20T17:59:54.1010000Z</dcterms:modified>
</coreProperties>
</file>