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7040cf085434169" Type="http://schemas.openxmlformats.org/package/2006/relationships/metadata/core-properties" Target="docProps/core.xml"/><Relationship Id="R3413b394d9ed484f" Type="http://schemas.openxmlformats.org/officeDocument/2006/relationships/officeDocument" Target="ppt/presentation.xml"/><Relationship Id="R3fdc60c971c0497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692b7da831a94cbf"/>
  </p:sldMasterIdLst>
  <p:notesMasterIdLst>
    <p:notesMasterId xmlns:r="http://schemas.openxmlformats.org/officeDocument/2006/relationships" r:id="Rf291da8697894b5d"/>
  </p:notesMasterIdLst>
  <p:sldIdLst>
    <p:sldId xmlns:r="http://schemas.openxmlformats.org/officeDocument/2006/relationships" id="256" r:id="R4e17a8b69be44d37"/>
    <p:sldId xmlns:r="http://schemas.openxmlformats.org/officeDocument/2006/relationships" id="257" r:id="R39e9dbda7b57492a"/>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c40ea7137be84e17"/>
    <p:sldId xmlns:r="http://schemas.openxmlformats.org/officeDocument/2006/relationships" id="259" r:id="R8c11679fe3584870"/>
    <p:sldId xmlns:r="http://schemas.openxmlformats.org/officeDocument/2006/relationships" id="260" r:id="Re041f620aabd4707"/>
    <p:sldId xmlns:r="http://schemas.openxmlformats.org/officeDocument/2006/relationships" id="261" r:id="R6ffb7a39e5cb44f0"/>
    <p:sldId xmlns:r="http://schemas.openxmlformats.org/officeDocument/2006/relationships" id="262" r:id="Rb296b5a70976443c"/>
    <p:sldId xmlns:r="http://schemas.openxmlformats.org/officeDocument/2006/relationships" id="263" r:id="Rd1c10a8916df4d66"/>
    <p:sldId xmlns:r="http://schemas.openxmlformats.org/officeDocument/2006/relationships" id="264" r:id="R25c3258e4da54f53"/>
    <p:sldId xmlns:r="http://schemas.openxmlformats.org/officeDocument/2006/relationships" id="265" r:id="R70d04182d72a4c3d"/>
    <p:sldId xmlns:r="http://schemas.openxmlformats.org/officeDocument/2006/relationships" id="266" r:id="Rb29210b5b0474757"/>
    <p:sldId xmlns:r="http://schemas.openxmlformats.org/officeDocument/2006/relationships" id="267" r:id="Rddb29dda9c534883"/>
    <p:sldId xmlns:r="http://schemas.openxmlformats.org/officeDocument/2006/relationships" id="268" r:id="Re7f67ef6fbe8403d"/>
    <p:sldId xmlns:r="http://schemas.openxmlformats.org/officeDocument/2006/relationships" id="269" r:id="R16d4ea7da45f478f"/>
    <p:sldId xmlns:r="http://schemas.openxmlformats.org/officeDocument/2006/relationships" id="270" r:id="R63d1f3c4c9d44211"/>
    <p:sldId xmlns:ns0="http://schemas.openxmlformats.org/officeDocument/2006/relationships" id="295" ns0:id="rId45"/>
    <p:sldId xmlns:ns0="http://schemas.openxmlformats.org/officeDocument/2006/relationships" id="294" ns0:id="rId44"/>
    <p:sldId xmlns:r="http://schemas.openxmlformats.org/officeDocument/2006/relationships" id="271" r:id="R5d1d415480e94c10"/>
    <p:sldId xmlns:r="http://schemas.openxmlformats.org/officeDocument/2006/relationships" id="272" r:id="R46f20b4fa7e34e5c"/>
    <p:sldId xmlns:r="http://schemas.openxmlformats.org/officeDocument/2006/relationships" id="273" r:id="Rffe03acdd9b24b83"/>
    <p:sldId xmlns:ns0="http://schemas.openxmlformats.org/officeDocument/2006/relationships" id="298" ns0:id="rId30"/>
    <p:sldId xmlns:r="http://schemas.openxmlformats.org/officeDocument/2006/relationships" id="275" r:id="R2806175cf4ed43fc"/>
    <p:sldId xmlns:r="http://schemas.openxmlformats.org/officeDocument/2006/relationships" id="276" r:id="R65c8dcd3e70e4660"/>
    <p:sldId xmlns:r="http://schemas.openxmlformats.org/officeDocument/2006/relationships" id="277" r:id="R646fb881d06f4bc4"/>
    <p:sldId xmlns:ns0="http://schemas.openxmlformats.org/officeDocument/2006/relationships" id="297" ns0:id="rId47"/>
    <p:sldId xmlns:r="http://schemas.openxmlformats.org/officeDocument/2006/relationships" id="279" r:id="R3ecb72e246184aa5"/>
    <p:sldId xmlns:r="http://schemas.openxmlformats.org/officeDocument/2006/relationships" id="280" r:id="R3fe32a97834347c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dbbe1f2cc384828" Type="http://schemas.openxmlformats.org/officeDocument/2006/relationships/tableStyles" Target="tableStyles.xml"/><Relationship Id="R16d4ea7da45f478f" Type="http://schemas.openxmlformats.org/officeDocument/2006/relationships/slide" Target="slides/slide28.xml"/><Relationship Id="R25c3258e4da54f53" Type="http://schemas.openxmlformats.org/officeDocument/2006/relationships/slide" Target="slides/slide23.xml"/><Relationship Id="R2806175cf4ed43fc" Type="http://schemas.openxmlformats.org/officeDocument/2006/relationships/slide" Target="slides/slide36.xml"/><Relationship Id="R39e9dbda7b57492a" Type="http://schemas.openxmlformats.org/officeDocument/2006/relationships/slide" Target="slides/slide2.xml"/><Relationship Id="R3ecb72e246184aa5" Type="http://schemas.openxmlformats.org/officeDocument/2006/relationships/slide" Target="slides/slide40.xml"/><Relationship Id="R3fe32a97834347ce" Type="http://schemas.openxmlformats.org/officeDocument/2006/relationships/slide" Target="slides/slide41.xml"/><Relationship Id="R40ff67dc740e4910" Type="http://schemas.openxmlformats.org/officeDocument/2006/relationships/theme" Target="theme/theme1.xml"/><Relationship Id="R46f20b4fa7e34e5c" Type="http://schemas.openxmlformats.org/officeDocument/2006/relationships/slide" Target="slides/slide33.xml"/><Relationship Id="R4e17a8b69be44d37" Type="http://schemas.openxmlformats.org/officeDocument/2006/relationships/slide" Target="slides/slide1.xml"/><Relationship Id="R5a4782975f2040a9" Type="http://schemas.openxmlformats.org/officeDocument/2006/relationships/presProps" Target="presProps.xml"/><Relationship Id="R5d1d415480e94c10" Type="http://schemas.openxmlformats.org/officeDocument/2006/relationships/slide" Target="slides/slide32.xml"/><Relationship Id="R63d1f3c4c9d44211" Type="http://schemas.openxmlformats.org/officeDocument/2006/relationships/slide" Target="slides/slide29.xml"/><Relationship Id="R646fb881d06f4bc4" Type="http://schemas.openxmlformats.org/officeDocument/2006/relationships/slide" Target="slides/slide38.xml"/><Relationship Id="R65c8dcd3e70e4660" Type="http://schemas.openxmlformats.org/officeDocument/2006/relationships/slide" Target="slides/slide37.xml"/><Relationship Id="R692b7da831a94cbf" Type="http://schemas.openxmlformats.org/officeDocument/2006/relationships/slideMaster" Target="slideMasters/slideMaster1.xml"/><Relationship Id="R6ffb7a39e5cb44f0" Type="http://schemas.openxmlformats.org/officeDocument/2006/relationships/slide" Target="slides/slide20.xml"/><Relationship Id="R70d04182d72a4c3d" Type="http://schemas.openxmlformats.org/officeDocument/2006/relationships/slide" Target="slides/slide24.xml"/><Relationship Id="R8c11679fe3584870" Type="http://schemas.openxmlformats.org/officeDocument/2006/relationships/slide" Target="slides/slide18.xml"/><Relationship Id="Rb29210b5b0474757" Type="http://schemas.openxmlformats.org/officeDocument/2006/relationships/slide" Target="slides/slide25.xml"/><Relationship Id="Rb296b5a70976443c" Type="http://schemas.openxmlformats.org/officeDocument/2006/relationships/slide" Target="slides/slide21.xml"/><Relationship Id="Rc40ea7137be84e17" Type="http://schemas.openxmlformats.org/officeDocument/2006/relationships/slide" Target="slides/slide17.xml"/><Relationship Id="Rd1c10a8916df4d66" Type="http://schemas.openxmlformats.org/officeDocument/2006/relationships/slide" Target="slides/slide22.xml"/><Relationship Id="Rddb29dda9c534883" Type="http://schemas.openxmlformats.org/officeDocument/2006/relationships/slide" Target="slides/slide26.xml"/><Relationship Id="Re041f620aabd4707" Type="http://schemas.openxmlformats.org/officeDocument/2006/relationships/slide" Target="slides/slide19.xml"/><Relationship Id="Re7f67ef6fbe8403d" Type="http://schemas.openxmlformats.org/officeDocument/2006/relationships/slide" Target="slides/slide27.xml"/><Relationship Id="Rf291da8697894b5d" Type="http://schemas.openxmlformats.org/officeDocument/2006/relationships/notesMaster" Target="notesMasters/notesMaster1.xml"/><Relationship Id="Rffe03acdd9b24b83"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fc509e71abf04c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94b496075034444" Type="http://schemas.openxmlformats.org/officeDocument/2006/relationships/slide" Target="../slides/slide1.xml"/><Relationship Id="R49dce7ec92ed44c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70e4067be3a47bd" Type="http://schemas.openxmlformats.org/officeDocument/2006/relationships/notesMaster" Target="../notesMasters/notesMaster1.xml"/><Relationship Id="Rbbee7ab7134c49c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f8c7d1796ae4044" Type="http://schemas.openxmlformats.org/officeDocument/2006/relationships/slide" Target="../slides/slide17.xml"/><Relationship Id="R2bde0360b61d421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2f8cb03e79b44c4f" Type="http://schemas.openxmlformats.org/officeDocument/2006/relationships/slide" Target="../slides/slide18.xml"/><Relationship Id="R3efa302f53d54ae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e2cb4158d9c343a5" Type="http://schemas.openxmlformats.org/officeDocument/2006/relationships/slide" Target="../slides/slide19.xml"/><Relationship Id="Re5b0e6e627a84d6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b07b06c9f2a4c30" Type="http://schemas.openxmlformats.org/officeDocument/2006/relationships/slide" Target="../slides/slide20.xml"/><Relationship Id="R3a518ad40a244a2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472f5ea7c474fa3" Type="http://schemas.openxmlformats.org/officeDocument/2006/relationships/notesMaster" Target="../notesMasters/notesMaster1.xml"/><Relationship Id="Rcdd06d034a82410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046f27bd8ce94ca9" Type="http://schemas.openxmlformats.org/officeDocument/2006/relationships/notesMaster" Target="../notesMasters/notesMaster1.xml"/><Relationship Id="Rb94a7b7cfc984f6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8321ca8ccc1f48e0" Type="http://schemas.openxmlformats.org/officeDocument/2006/relationships/slide" Target="../slides/slide23.xml"/><Relationship Id="Ra2e14e2e0f8d458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0bb9fdf357b4585" Type="http://schemas.openxmlformats.org/officeDocument/2006/relationships/slide" Target="../slides/slide24.xml"/><Relationship Id="Ra9a37eff384b43b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644ab5212f940fa" Type="http://schemas.openxmlformats.org/officeDocument/2006/relationships/notesMaster" Target="../notesMasters/notesMaster1.xml"/><Relationship Id="Rde26c0cda41b410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4b51191ab9b04eda" Type="http://schemas.openxmlformats.org/officeDocument/2006/relationships/slide" Target="../slides/slide26.xml"/><Relationship Id="R4bc025b2411e41ee"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b80d99d2a92344ce" Type="http://schemas.openxmlformats.org/officeDocument/2006/relationships/slide" Target="../slides/slide27.xml"/><Relationship Id="Rce9fa284270e408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e09e490cf6d4fec" Type="http://schemas.openxmlformats.org/officeDocument/2006/relationships/slide" Target="../slides/slide28.xml"/><Relationship Id="Ra5ee96b28e904aa6"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57ae0b2685943cb" Type="http://schemas.openxmlformats.org/officeDocument/2006/relationships/slide" Target="../slides/slide29.xml"/><Relationship Id="Rd81a1a3e1a224467"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2428e4cbdeb4a08" Type="http://schemas.openxmlformats.org/officeDocument/2006/relationships/slide" Target="../slides/slide32.xml"/><Relationship Id="Reaf7c266900043e5"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700d6a4bb93b471a" Type="http://schemas.openxmlformats.org/officeDocument/2006/relationships/slide" Target="../slides/slide33.xml"/><Relationship Id="Rbb7177e51e67431c"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d9bc913dd9046ab" Type="http://schemas.openxmlformats.org/officeDocument/2006/relationships/notesMaster" Target="../notesMasters/notesMaster1.xml"/><Relationship Id="Rac63f285e3da4480"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ea06d77fd304440" Type="http://schemas.openxmlformats.org/officeDocument/2006/relationships/notesMaster" Target="../notesMasters/notesMaster1.xml"/><Relationship Id="R7026bd80c8d5408c"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94dbe442e3df45b6" Type="http://schemas.openxmlformats.org/officeDocument/2006/relationships/notesMaster" Target="../notesMasters/notesMaster1.xml"/><Relationship Id="Ra2660afd96b741c4"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75fedbef990462f" Type="http://schemas.openxmlformats.org/officeDocument/2006/relationships/notesMaster" Target="../notesMasters/notesMaster1.xml"/><Relationship Id="Rc747666048db4ca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3583a57d51114c7b" Type="http://schemas.openxmlformats.org/officeDocument/2006/relationships/notesMaster" Target="../notesMasters/notesMaster1.xml"/><Relationship Id="Re9be284ca8524f78"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c68f74d754f43e6" Type="http://schemas.openxmlformats.org/officeDocument/2006/relationships/slide" Target="../slides/slide41.xml"/><Relationship Id="R6300072dc71747e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CML3111, Communications, Electrical, Mechatronics and Robotics Engineering.</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motor temperature.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4.02 and the validation error is 4.60. With alpha equal to one they are 4.16 and 4.20. With alpha equal to one hundred they are 5.82 and 6.87.</a:t>
            </a:r>
          </a:p>
          <a:p/>
          <a:p>
            <a:r>
              <a:t>The penalty of one improved the validation error, which suggests that holding the curve back helped. A penalty of one hundred is too strong, and both errors rise, because the curve is held so tightly that it can no longer follow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10,000. These huge coefficients cancel each other out to draw a wiggly curve. With alpha equal to one the largest coefficient shrinks to 10.8, and with alpha equal to one hundred to 2.6.</a:t>
            </a:r>
          </a:p>
          <a:p/>
          <a:p>
            <a:r>
              <a:t>That is shrinkage. The penalty keeps all coefficients small, and a model with small coefficients is much less able to swing between training rows. For comparison, a plain straight line on load alone scores 4.30 deg C on the validation rows. The best curve here scores 4.20, so with only fifteen validation rows the two are too close to separate. The big gain comes from a better input: the Week 8 line with both load and ambient temperature scores 0.78.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65.441, 70.592 and 74.039, all in deg C.</a:t>
            </a:r>
          </a:p>
          <a:p/>
          <a:p>
            <a:r>
              <a:t>The prediction is their average, 70.0 deg C. The true value for this row is 67.034, so the miss is 3.0.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1.58 deg C,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0.78. The depth four tree scores 4.79. The ridge curve on load alone scores 4.20. KNN with k equal to three scores 1.58.</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motor temperature in deg C,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new assignment this week. Block 2 closes with two things.</a:t>
            </a:r>
          </a:p>
          <a:p/>
          <a:p>
            <a:r>
              <a:t>The first is the Block 2 assignment pack, which is part A from Week 11 and part B from Week 12, forty marks in all, due Thursday 10 December at 23:59 Kampala time. The second is the Block 2 quiz, fifteen questions across Weeks 11, 12 and 13, which opens after today's class.</a:t>
            </a:r>
          </a:p>
          <a:p/>
          <a:p>
            <a:r>
              <a:t>Next week is Practical Test 2. Rehearse saving your test notebook and submitting it, and revise the function interfaces. An interface is the function name, its inputs and what it returns, and the test expects them exactly as published.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2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11, 12 and 13.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ff85cc12624415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da0a6f26f5a44b8"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28042434fac4f3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7a63aee9f1400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0231190379fa401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d5b96a602a2431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EA5A20-0C44-4C56-91E2-2672D4D7C9E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0BC07C-07B3-4A37-A9C2-07ABA75EFAE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9FA4DB3-B166-4BCF-9612-8A31C185627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C7B96B-7BAD-4E80-AD6F-F8A1BB0F15A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41059C-052F-456B-9557-3DD7581C6D9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60FD1E-575B-4048-BF9D-5818DABD64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8E1029-AAF8-4C05-A714-5CF50FE644F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D4079A-750A-48A4-9463-BAF8B958198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C1096C-6EAF-45C8-87B4-964A0E90EC3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5E9DB9-48C6-4A20-9DEE-C4D52DBADC9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273727b7b634cb5" Type="http://schemas.openxmlformats.org/officeDocument/2006/relationships/slideLayout" Target="../slideLayouts/slideLayout4.xml"/><Relationship Id="R493ac164950f490e" Type="http://schemas.openxmlformats.org/officeDocument/2006/relationships/slideLayout" Target="../slideLayouts/slideLayout3.xml"/><Relationship Id="R8fab35b453304dba" Type="http://schemas.openxmlformats.org/officeDocument/2006/relationships/slideLayout" Target="../slideLayouts/slideLayout6.xml"/><Relationship Id="R9677a042a8da4938" Type="http://schemas.openxmlformats.org/officeDocument/2006/relationships/theme" Target="theme/theme2.xml"/><Relationship Id="Ra85919f403404649" Type="http://schemas.openxmlformats.org/officeDocument/2006/relationships/slideLayout" Target="../slideLayouts/slideLayout1.xml"/><Relationship Id="Rcbc00dfee6cd4d2f" Type="http://schemas.openxmlformats.org/officeDocument/2006/relationships/slideLayout" Target="../slideLayouts/slideLayout5.xml"/><Relationship Id="Re6686bee015b4720"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5919f403404649"/>
    <p:sldLayoutId xmlns:r="http://schemas.openxmlformats.org/officeDocument/2006/relationships" id="2147483650" r:id="Re6686bee015b4720"/>
    <p:sldLayoutId xmlns:r="http://schemas.openxmlformats.org/officeDocument/2006/relationships" id="2147483651" r:id="R493ac164950f490e"/>
    <p:sldLayoutId xmlns:r="http://schemas.openxmlformats.org/officeDocument/2006/relationships" id="2147483652" r:id="R4273727b7b634cb5"/>
    <p:sldLayoutId xmlns:r="http://schemas.openxmlformats.org/officeDocument/2006/relationships" id="2147483653" r:id="Rcbc00dfee6cd4d2f"/>
    <p:sldLayoutId xmlns:r="http://schemas.openxmlformats.org/officeDocument/2006/relationships" id="2147483654" r:id="R8fab35b453304d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7a1965919ce4cbf" Type="http://schemas.openxmlformats.org/officeDocument/2006/relationships/image" Target="../media/image.png"/><Relationship Id="Ra37032a7cf354ff7" Type="http://schemas.openxmlformats.org/officeDocument/2006/relationships/notesSlide" Target="../notesSlides/notesSlide1.xml"/><Relationship Id="Rb1fb891d56a84b4f"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059a59e4f6504977" Type="http://schemas.openxmlformats.org/officeDocument/2006/relationships/notesSlide" Target="../notesSlides/notesSlide2.xml"/><Relationship Id="Ra4e790f90991446e"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c58ba38279c42f7" Type="http://schemas.openxmlformats.org/officeDocument/2006/relationships/notesSlide" Target="../notesSlides/notesSlide17.xml"/><Relationship Id="R8773527906b449ea"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36b798cba6d1437d" Type="http://schemas.openxmlformats.org/officeDocument/2006/relationships/notesSlide" Target="../notesSlides/notesSlide18.xml"/><Relationship Id="R82a5af0ff40e4ed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a4a6b42c68d541dd" Type="http://schemas.openxmlformats.org/officeDocument/2006/relationships/notesSlide" Target="../notesSlides/notesSlide19.xml"/><Relationship Id="Rd41c3b0f948844d6"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752c83b461b74100" Type="http://schemas.openxmlformats.org/officeDocument/2006/relationships/notesSlide" Target="../notesSlides/notesSlide20.xml"/><Relationship Id="Rcdea84c8430c403a"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15e9060f9364fcf" Type="http://schemas.openxmlformats.org/officeDocument/2006/relationships/notesSlide" Target="../notesSlides/notesSlide21.xml"/><Relationship Id="Re68300d649fd49a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79f31d47a62e4bca" Type="http://schemas.openxmlformats.org/officeDocument/2006/relationships/notesSlide" Target="../notesSlides/notesSlide22.xml"/><Relationship Id="Rb7704ca511be4b4d"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b2ee8781a5f04e73" Type="http://schemas.openxmlformats.org/officeDocument/2006/relationships/slideLayout" Target="../slideLayouts/slideLayout6.xml"/><Relationship Id="Rd9551fa9027d466f"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69d06fba4d7347f6" Type="http://schemas.openxmlformats.org/officeDocument/2006/relationships/notesSlide" Target="../notesSlides/notesSlide24.xml"/><Relationship Id="Ra0e5cf0694b64a9a" Type="http://schemas.openxmlformats.org/officeDocument/2006/relationships/slideLayout" Target="../slideLayouts/slideLayout6.xml"/><Relationship Id="Rd27d63ec9d6f4ed0" Type="http://schemas.openxmlformats.org/officeDocument/2006/relationships/image" Target="../media/image2.png"/></Relationships>
</file>

<file path=ppt/slides/_rels/slide25.xml.rels><?xml version='1.0' encoding='UTF-8' standalone='yes'?>
<Relationships xmlns="http://schemas.openxmlformats.org/package/2006/relationships"><Relationship Id="R5b1ee5c80c0c4e17" Type="http://schemas.openxmlformats.org/officeDocument/2006/relationships/slideLayout" Target="../slideLayouts/slideLayout6.xml"/><Relationship Id="R6d8dc42ecf424e8f" Type="http://schemas.openxmlformats.org/officeDocument/2006/relationships/image" Target="../media/image3.png"/><Relationship Id="Reb177152847b434b"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5c20a878c4ff411d" Type="http://schemas.openxmlformats.org/officeDocument/2006/relationships/slideLayout" Target="../slideLayouts/slideLayout6.xml"/><Relationship Id="R5dd0dfad7fdd434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ebfe4ffeb2846ac" Type="http://schemas.openxmlformats.org/officeDocument/2006/relationships/notesSlide" Target="../notesSlides/notesSlide27.xml"/><Relationship Id="R5ab88e6d99c44440"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3bd7f7e6347a4006" Type="http://schemas.openxmlformats.org/officeDocument/2006/relationships/notesSlide" Target="../notesSlides/notesSlide28.xml"/><Relationship Id="Rfd61e859097e492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5ab45ce1a544818" Type="http://schemas.openxmlformats.org/officeDocument/2006/relationships/slideLayout" Target="../slideLayouts/slideLayout6.xml"/><Relationship Id="Rc8a24360f98a4f4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70e285c03ab2492a" Type="http://schemas.openxmlformats.org/officeDocument/2006/relationships/notesSlide" Target="../notesSlides/notesSlide32.xml"/><Relationship Id="Rcf5a2868c899423d"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35b7827cfdc3437c" Type="http://schemas.openxmlformats.org/officeDocument/2006/relationships/notesSlide" Target="../notesSlides/notesSlide33.xml"/><Relationship Id="R41f631073dc44f3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9c1cdabedcf4435" Type="http://schemas.openxmlformats.org/officeDocument/2006/relationships/slideLayout" Target="../slideLayouts/slideLayout6.xml"/><Relationship Id="Rc72b6e6114414e8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ab0644fa8a464ed8" Type="http://schemas.openxmlformats.org/officeDocument/2006/relationships/slideLayout" Target="../slideLayouts/slideLayout6.xml"/><Relationship Id="Rc0f4f237d8404bee"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436f45e868a4f8e" Type="http://schemas.openxmlformats.org/officeDocument/2006/relationships/notesSlide" Target="../notesSlides/notesSlide37.xml"/><Relationship Id="R20ffd4ab441f46e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a56f9a1da9764330" Type="http://schemas.openxmlformats.org/officeDocument/2006/relationships/slideLayout" Target="../slideLayouts/slideLayout6.xml"/><Relationship Id="Ra7e75e63b1d249ba"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32Y9ttL1XWaqbGMNA" TargetMode="External"/><Relationship Id="rId3" Type="http://schemas.openxmlformats.org/officeDocument/2006/relationships/hyperlink" Target="https://forms.gle/HM2s2G2zxQP64dit5" TargetMode="External"/><Relationship Id="rId4" Type="http://schemas.openxmlformats.org/officeDocument/2006/relationships/hyperlink" Target="https://forms.gle/ameQRYSJ5kfrpcKWA"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ba479aff971f4912" Type="http://schemas.openxmlformats.org/officeDocument/2006/relationships/slideLayout" Target="../slideLayouts/slideLayout6.xml"/><Relationship Id="Rfcc0d8699e8d4f1a"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8892988f18034790" Type="http://schemas.openxmlformats.org/officeDocument/2006/relationships/hyperlink" Target="https://www.youtube.com/watch?v=v5gnvDUWqFM" TargetMode="External"/><Relationship Id="R900963d7603449fa" Type="http://schemas.openxmlformats.org/officeDocument/2006/relationships/slideLayout" Target="../slideLayouts/slideLayout6.xml"/><Relationship Id="Re1ddb6763f7b4b10" Type="http://schemas.openxmlformats.org/officeDocument/2006/relationships/notesSlide" Target="../notesSlides/notesSlide4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B703069-1023-4A83-9634-8E6BCEA49FDF}"/>
              </a:ext>
            </a:extLst>
          </p:cNvPr>
          <p:cNvPicPr>
            <a:picLocks xmlns:a="http://schemas.openxmlformats.org/drawingml/2006/main" noChangeAspect="1"/>
          </p:cNvPicPr>
          <p:nvPr/>
        </p:nvPicPr>
        <p:blipFill>
          <a:blip xmlns:r="http://schemas.openxmlformats.org/officeDocument/2006/relationships" xmlns:a="http://schemas.openxmlformats.org/drawingml/2006/main" r:embed="R57a1965919ce4cb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9F0D082-B493-4F65-AA8C-10414F83570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7412A91-2689-49AE-BE77-1C3B8B399D5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7B7BFE40-38BC-4A52-84DB-1D20A198C4C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381E6834-0AFC-4BA8-B924-ED6DD919A17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97F5133-BD51-4CE5-A30B-18FEF3B19CA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0441933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B99C09-E2EF-43BC-A66C-9EBE29232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935EEB-47E2-4163-860C-176463795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A8E6A8D-C62B-4590-827C-D0302BAF0F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CDB4B1-8CF8-4F9A-A466-617C9FC98D6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2C027F-7C49-4701-855B-19E1611FC93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D0DABA5-0B72-4A13-BB42-A8F66B105FC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731F570B-88CC-431B-ABC7-8785DB6C6DA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13E0489-E45B-452C-8068-DE9DF793675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E3E9E88A-135B-4C53-8B3F-5419D21B2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182912998"/>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4.02 4.6</a:t>
            </a:r>
          </a:p>
          <a:p>
            <a:r>
              <a:rPr sz="1500">
                <a:solidFill>
                  <a:srgbClr val="1C3144"/>
                </a:solidFill>
                <a:latin typeface="Courier New"/>
              </a:rPr>
              <a:t>alpha 1 4.16 4.2</a:t>
            </a:r>
          </a:p>
          <a:p>
            <a:r>
              <a:rPr sz="1500">
                <a:solidFill>
                  <a:srgbClr val="1C3144"/>
                </a:solidFill>
                <a:latin typeface="Courier New"/>
              </a:rPr>
              <a:t>alpha 100 5.82 6.87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deg C.</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(deg C)</a:t>
                      </a:r>
                    </a:p>
                  </a:txBody>
                  <a:tcPr marL="101600" marR="101600" marT="38100" marB="38100" anchor="ctr">
                    <a:solidFill>
                      <a:srgbClr val="2E7D6F"/>
                    </a:solidFill>
                  </a:tcPr>
                </a:tc>
                <a:tc>
                  <a:txBody>
                    <a:bodyPr wrap="square"/>
                    <a:lstStyle/>
                    <a:p>
                      <a:r>
                        <a:rPr sz="2000" b="1">
                          <a:solidFill>
                            <a:srgbClr val="FFFFFF"/>
                          </a:solidFill>
                          <a:latin typeface="Calibri"/>
                        </a:rPr>
                        <a:t>Valid MAE (deg C)</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10,000</a:t>
                      </a:r>
                    </a:p>
                  </a:txBody>
                  <a:tcPr marL="101600" marR="101600" marT="38100" marB="38100" anchor="ctr">
                    <a:solidFill>
                      <a:srgbClr val="EEF3F6"/>
                    </a:solidFill>
                  </a:tcPr>
                </a:tc>
                <a:tc>
                  <a:txBody>
                    <a:bodyPr wrap="square"/>
                    <a:lstStyle/>
                    <a:p>
                      <a:r>
                        <a:rPr sz="2000" b="0">
                          <a:solidFill>
                            <a:srgbClr val="1C3144"/>
                          </a:solidFill>
                          <a:latin typeface="Calibri"/>
                        </a:rPr>
                        <a:t>4.02</a:t>
                      </a:r>
                    </a:p>
                  </a:txBody>
                  <a:tcPr marL="101600" marR="101600" marT="38100" marB="38100" anchor="ctr">
                    <a:solidFill>
                      <a:srgbClr val="EEF3F6"/>
                    </a:solidFill>
                  </a:tcPr>
                </a:tc>
                <a:tc>
                  <a:txBody>
                    <a:bodyPr wrap="square"/>
                    <a:lstStyle/>
                    <a:p>
                      <a:r>
                        <a:rPr sz="2000" b="0">
                          <a:solidFill>
                            <a:srgbClr val="1C3144"/>
                          </a:solidFill>
                          <a:latin typeface="Calibri"/>
                        </a:rPr>
                        <a:t>4.60</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10.8</a:t>
                      </a:r>
                    </a:p>
                  </a:txBody>
                  <a:tcPr marL="101600" marR="101600" marT="38100" marB="38100" anchor="ctr">
                    <a:solidFill>
                      <a:srgbClr val="FFFFFF"/>
                    </a:solidFill>
                  </a:tcPr>
                </a:tc>
                <a:tc>
                  <a:txBody>
                    <a:bodyPr wrap="square"/>
                    <a:lstStyle/>
                    <a:p>
                      <a:r>
                        <a:rPr sz="2000" b="0">
                          <a:solidFill>
                            <a:srgbClr val="1C3144"/>
                          </a:solidFill>
                          <a:latin typeface="Calibri"/>
                        </a:rPr>
                        <a:t>4.16</a:t>
                      </a:r>
                    </a:p>
                  </a:txBody>
                  <a:tcPr marL="101600" marR="101600" marT="38100" marB="38100" anchor="ctr">
                    <a:solidFill>
                      <a:srgbClr val="FFFFFF"/>
                    </a:solidFill>
                  </a:tcPr>
                </a:tc>
                <a:tc>
                  <a:txBody>
                    <a:bodyPr wrap="square"/>
                    <a:lstStyle/>
                    <a:p>
                      <a:r>
                        <a:rPr sz="2000" b="0">
                          <a:solidFill>
                            <a:srgbClr val="1C3144"/>
                          </a:solidFill>
                          <a:latin typeface="Calibri"/>
                        </a:rPr>
                        <a:t>4.20</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2.6</a:t>
                      </a:r>
                    </a:p>
                  </a:txBody>
                  <a:tcPr marL="101600" marR="101600" marT="38100" marB="38100" anchor="ctr">
                    <a:solidFill>
                      <a:srgbClr val="EEF3F6"/>
                    </a:solidFill>
                  </a:tcPr>
                </a:tc>
                <a:tc>
                  <a:txBody>
                    <a:bodyPr wrap="square"/>
                    <a:lstStyle/>
                    <a:p>
                      <a:r>
                        <a:rPr sz="2000" b="0">
                          <a:solidFill>
                            <a:srgbClr val="1C3144"/>
                          </a:solidFill>
                          <a:latin typeface="Calibri"/>
                        </a:rPr>
                        <a:t>5.82</a:t>
                      </a:r>
                    </a:p>
                  </a:txBody>
                  <a:tcPr marL="101600" marR="101600" marT="38100" marB="38100" anchor="ctr">
                    <a:solidFill>
                      <a:srgbClr val="EEF3F6"/>
                    </a:solidFill>
                  </a:tcPr>
                </a:tc>
                <a:tc>
                  <a:txBody>
                    <a:bodyPr wrap="square"/>
                    <a:lstStyle/>
                    <a:p>
                      <a:r>
                        <a:rPr sz="2000" b="0">
                          <a:solidFill>
                            <a:srgbClr val="1C3144"/>
                          </a:solidFill>
                          <a:latin typeface="Calibri"/>
                        </a:rPr>
                        <a:t>6.87</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4.30 deg C.</a:t>
            </a:r>
          </a:p>
          <a:p>
            <a:pPr>
              <a:spcAft>
                <a:spcPts val="400"/>
              </a:spcAft>
            </a:pPr>
            <a:r>
              <a:rPr sz="1800" b="0">
                <a:solidFill>
                  <a:srgbClr val="1C3144"/>
                </a:solidFill>
                <a:latin typeface="Calibri"/>
              </a:rPr>
              <a:t>The Week 8 line on load and ambient temperature: 0.78 deg C.</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65.441, 70.592 and 74.039.</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1 2.42</a:t>
            </a:r>
          </a:p>
          <a:p>
            <a:r>
              <a:rPr sz="1300">
                <a:solidFill>
                  <a:srgbClr val="1C3144"/>
                </a:solidFill>
                <a:latin typeface="Courier New"/>
              </a:rPr>
              <a:t>3 1.58</a:t>
            </a:r>
          </a:p>
          <a:p>
            <a:r>
              <a:rPr sz="1300">
                <a:solidFill>
                  <a:srgbClr val="1C3144"/>
                </a:solidFill>
                <a:latin typeface="Courier New"/>
              </a:rPr>
              <a:t>20 5.55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deg C,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(deg C)</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14.85</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0.78</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4.79</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4.20</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1.58</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1.58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F2AC4B-9231-4A79-9B4D-B24CBB887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CADE41-E09A-4FE1-A093-EE9648A1C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72EA60-89C7-4704-8357-66462DA17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81F7F8-1953-4DF7-8CE4-49AC32A3D83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E4783D4-88C2-4CBD-8AEB-BC169F7CAB9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DC86DB19-2261-45E3-9A75-25CE2CD5D52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9E1F187F-5FC1-4040-83FC-D8B8E05D6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75342033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5B7D7A-9A98-4931-B2E4-863AA02E96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726D45-A14C-476C-ABE4-6AD8E3C89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20FA40-DA0A-4BBC-9622-0CB8863EE0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3F579B2F-3AC7-44C1-9F78-E6E8B31576F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119186-00B3-4C83-97DD-8455D5005D1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74C4537-0B45-491D-BCBF-FE78FF05347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EEC1CDE4-3013-469C-B9DD-DAEE17387FB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FE45BF7F-1B24-4762-8DED-E6F0677312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189878878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678C20-7972-4A33-86D7-23B1C0BFE2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008C3E-3296-434F-A836-AA5FA34A92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50B7C4-8771-440C-99DE-C1FF10991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69C64524-A84C-466F-9DFB-D75088F7CB1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877C0E-2537-4CDD-BF66-3517ACC059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30F7E2-764F-4F90-A70D-36648F0B0F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3F461217-8702-4A7C-BF7A-CE9E7E520E4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53FDA7D9-5768-4576-B0C0-DF8994F0A2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11868449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76A03F-1169-451C-A174-565786D7B9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5AB451-F7AC-42E2-80E3-C4789DF63F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BDDC8A-3014-4BB2-8D33-9366DD992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BF27E46-D9CC-4E85-934D-DA9B5CC4265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42FAA2-135E-416B-857E-DF98CB2AE0C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8DFCC80-404E-436F-9D37-A3AD0C5C76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9BD3D621-B4E0-465A-BF11-D1BAB6E06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20</a:t>
            </a:r>
          </a:p>
        </p:txBody>
      </p:sp>
    </p:spTree>
    <p:extLst>
      <p:ext uri="{BB962C8B-B14F-4D97-AF65-F5344CB8AC3E}">
        <p14:creationId xmlns:p14="http://schemas.microsoft.com/office/powerpoint/2010/main" val="96939113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09073A-DF98-4629-803D-3EDF93581D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40746C-913A-4EA2-8BAE-C60BA3B92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6345755-1E3E-4816-A50C-41EC8E5752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C6D41A14-B580-44AA-9AB1-51D486F55B6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F5C1FE7-FF32-4416-9A45-DF434CEBDD1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52F47CB-6920-4A6B-A0DB-13DA1A43CFD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3CEC7DB6-E99A-4F4D-AFA5-BA84807C9BC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F85D5B20-48EC-4C8D-B90B-7F8BEB5C1B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F71BAE5C-6A96-4DCF-91F2-0D6104DEBE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E440E6A2-3EE9-485A-8670-039D3AFA7E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14624446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407B6F-9A91-47F5-B892-64BB78B52A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330F77-1675-4B99-9F79-5E2F6754FF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6960779-C526-458D-9556-648149E7DD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B3C9D6F8-740D-49D8-B2A5-F5FAB2C2FA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105686E-7787-4BA0-9C88-990EBA277FB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E69E9A0-0EDD-4E40-BD71-ECCEDCB3F50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320DCA8-8396-4B0B-BD4C-9D9BF582D7E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2F1743A-AEC1-4C63-955E-9E1559BE7FB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C7123065-DBF2-47E9-B9E9-0D17D232BAF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D0F7469C-1CE1-4D51-A4CD-343A5C661E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16839943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7902F73-6701-481F-9BF4-6787A479C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FE17A3-116F-47D4-A090-283B86FDBB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FC36A6-D162-40B3-B79A-150662532D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B6730982-B2BD-43BD-BA9F-8F8A32D7D2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50D165-D51B-4DAC-BF8E-715857E1453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6C6556B8-39BB-4C72-A1F8-5DAEA3706B9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8CE403-008D-474F-9D79-A051636827B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BF43AED1-9B3D-468F-9A3C-797CBB898FF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34877F-2EEC-4297-832C-5A5B40AF326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EFDEB1F7-94DE-4577-91A1-EFC25393EBE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CBA54D2-B11A-4A71-BB6B-82B66767240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29EB785-5CD8-41DA-A5D3-A6F46FEF5F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23</a:t>
            </a:r>
          </a:p>
        </p:txBody>
      </p:sp>
    </p:spTree>
    <p:extLst>
      <p:ext uri="{BB962C8B-B14F-4D97-AF65-F5344CB8AC3E}">
        <p14:creationId xmlns:p14="http://schemas.microsoft.com/office/powerpoint/2010/main" val="4430759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DA76EA-9444-4013-B08F-FD1D35B346C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A279FF-3C64-462D-91D4-1A1D559EA7F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02B5AAE1-DD00-4D66-9BC6-89180C853640}"/>
              </a:ext>
            </a:extLst>
          </p:cNvPr>
          <p:cNvPicPr>
            <a:picLocks xmlns:a="http://schemas.openxmlformats.org/drawingml/2006/main" noChangeAspect="1"/>
          </p:cNvPicPr>
          <p:nvPr/>
        </p:nvPicPr>
        <p:blipFill>
          <a:blip xmlns:r="http://schemas.openxmlformats.org/officeDocument/2006/relationships" xmlns:a="http://schemas.openxmlformats.org/drawingml/2006/main" r:embed="Rd27d63ec9d6f4ed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1F53FFF-E340-4A84-A2A3-9005D960A8A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5F2589-5896-4A38-8435-9D981A4E09A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FACBC540-E2FD-49B5-82A1-660563D37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24</a:t>
            </a:r>
          </a:p>
        </p:txBody>
      </p:sp>
    </p:spTree>
    <p:extLst>
      <p:ext uri="{BB962C8B-B14F-4D97-AF65-F5344CB8AC3E}">
        <p14:creationId xmlns:p14="http://schemas.microsoft.com/office/powerpoint/2010/main" val="2316753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3DBD04-7E3E-4B63-82B6-DBC7033B56C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718C2A-6144-453E-9622-CAD95D9FA7C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24BFEB2F-A824-410B-9F1C-04369E9AD0B9}"/>
              </a:ext>
            </a:extLst>
          </p:cNvPr>
          <p:cNvPicPr>
            <a:picLocks xmlns:a="http://schemas.openxmlformats.org/drawingml/2006/main" noChangeAspect="1"/>
          </p:cNvPicPr>
          <p:nvPr/>
        </p:nvPicPr>
        <p:blipFill>
          <a:blip xmlns:r="http://schemas.openxmlformats.org/officeDocument/2006/relationships" xmlns:a="http://schemas.openxmlformats.org/drawingml/2006/main" r:embed="R6d8dc42ecf424e8f"/>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14EB5FB-3572-4D91-BA00-44A301D5A65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1FBAC47-2230-40C5-86CA-6DABB680E21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31025E89-D555-4417-A821-B36AEF7910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14370062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3F43EA-F8E5-4056-A836-8535BD8C10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F78560-53EB-4120-9980-80A6542389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34393C-8BD0-4818-BDED-61747722C6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B33C811A-D0DA-44AD-93B6-2A6D4D9E1A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8E73A-2026-40C0-8EBB-C259FC5BB6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5DD76886-5E86-4316-A0FC-15354809CF7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AC2B53-CC45-4DCA-A812-6027F421A98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47C5255D-95AE-4E7D-97AF-F948D18CB1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B00582-859E-43B2-8C31-D1C507A241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1F9FD36F-0DE4-470D-BC55-A003E49F2B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26</a:t>
            </a:r>
          </a:p>
        </p:txBody>
      </p:sp>
    </p:spTree>
    <p:extLst>
      <p:ext uri="{BB962C8B-B14F-4D97-AF65-F5344CB8AC3E}">
        <p14:creationId xmlns:p14="http://schemas.microsoft.com/office/powerpoint/2010/main" val="17340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58DE68-2B57-4A64-B7C1-03591EEC70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79D44-84E7-4A97-B3C3-308819FEB6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26A243-1A2A-4A7C-9F24-324E0BF10F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E6740459-5AD7-4B2C-9D35-8F91A8B2B6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243F20-C4DE-4DAD-AE5D-55A3A06BF3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92C5F052-1C0C-45C1-A503-C9BB19F8DB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A47207-4AAA-42AF-9DE5-155AA115CF9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E9CADEF1-DDDC-4613-8A66-DD6CC5A8532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AD5C5B-0C81-4EEC-B575-FB6E350415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B1FBE502-D49B-4CEC-BE94-6FCDD68C56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27</a:t>
            </a:r>
          </a:p>
        </p:txBody>
      </p:sp>
    </p:spTree>
    <p:extLst>
      <p:ext uri="{BB962C8B-B14F-4D97-AF65-F5344CB8AC3E}">
        <p14:creationId xmlns:p14="http://schemas.microsoft.com/office/powerpoint/2010/main" val="6054496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9AD4D5-C360-4272-8AD8-67298A68D4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583F7-1042-48B4-B4A0-06B827724F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7B9C51-279B-47C0-B338-FFDF9C3740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D8AF6034-D688-4580-B398-F9A57E78708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101BD0-4F9A-43B0-AA80-10ADEF6ED8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ECFE5C07-2761-4F14-A090-C22B22B1E9D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7D060F00-9858-49B0-914A-0862DD7418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1F2F1436-3DEF-48C7-8E91-1711968D9E3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87B344F2-B2D0-4F77-8D9C-561A8737527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709136DA-5456-4AFA-A54F-8B6ACC4031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28</a:t>
            </a:r>
          </a:p>
        </p:txBody>
      </p:sp>
    </p:spTree>
    <p:extLst>
      <p:ext uri="{BB962C8B-B14F-4D97-AF65-F5344CB8AC3E}">
        <p14:creationId xmlns:p14="http://schemas.microsoft.com/office/powerpoint/2010/main" val="106678226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680D41-2651-41C6-BE6F-7845D20DF0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76E86F-53DD-4BC7-9566-3C186AA49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8BD0DB-7356-4914-B38A-A757E72073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E3F95E80-0D23-4C01-A2AB-830867F1ECC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3221DF-1E8F-460F-A5A9-DD2AA6D8B04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AA05106F-8B53-473E-9D1F-12CCAD7682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87E405FF-789C-4943-B0C7-0A77F86237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0C643C6-7DE5-4DBC-87C7-0F2120F2094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D45B4AE3-273C-47C7-92E6-432398A48C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3A1900F7-E7CC-4035-862D-C2E2924EE0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29</a:t>
            </a:r>
          </a:p>
        </p:txBody>
      </p:sp>
    </p:spTree>
    <p:extLst>
      <p:ext uri="{BB962C8B-B14F-4D97-AF65-F5344CB8AC3E}">
        <p14:creationId xmlns:p14="http://schemas.microsoft.com/office/powerpoint/2010/main" val="241499691"/>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F6AA1-56CA-49ED-AA05-0D743D5A79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887F2E-9681-4054-9BF3-34F4822057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373E8DC-1BA9-43E6-8362-124389826A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DB7102EA-9E9E-4B41-B7A0-C7F20DB4648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15E4F1-FD39-49A5-B662-7F87DFF5079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241752B8-58AE-46F3-8F28-B321599E37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938B48D-2954-4AA8-B691-3144A5E6603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05F33E3-2715-4CE3-824D-F11FA3E7C2C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2F8E2FE5-29E9-4DCA-A680-81418009EE9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14872F66-97D4-4C42-8C85-9E53AE5AB6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32</a:t>
            </a:r>
          </a:p>
        </p:txBody>
      </p:sp>
    </p:spTree>
    <p:extLst>
      <p:ext uri="{BB962C8B-B14F-4D97-AF65-F5344CB8AC3E}">
        <p14:creationId xmlns:p14="http://schemas.microsoft.com/office/powerpoint/2010/main" val="194124045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2860EE-2F01-415D-80B2-F13C717C70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62392-4EAB-406E-8CC5-991D050223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B76CE4-F917-4CCE-89C9-B7677DFB25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A5BF300C-E2EF-453A-967F-F3865D41F9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CAA52B-17FB-48B7-B829-546B3F7FF08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78E4219C-9B4B-4B99-B8E2-D2DE04A77B2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16C98F-EF16-48C0-95AA-73388C57FA8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1BCEA1CF-3C91-4BDE-834B-DE38450C8F8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DC17AA-74E8-40CA-8F4C-A81CF8FEB2F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98EA31E0-0CEC-4968-816B-ED7CC6726B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33</a:t>
            </a:r>
          </a:p>
        </p:txBody>
      </p:sp>
    </p:spTree>
    <p:extLst>
      <p:ext uri="{BB962C8B-B14F-4D97-AF65-F5344CB8AC3E}">
        <p14:creationId xmlns:p14="http://schemas.microsoft.com/office/powerpoint/2010/main" val="66377771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58B7CE-65D3-41E8-873E-301A30380F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584EA9-3D00-4021-B2D8-344B079A7D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3E9BC-E204-4582-9ACB-D0D7C9266C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525EFC4-CD9B-4131-BA75-70B8EC01DE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262473-7CBF-4D6A-A35A-992BE70E354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440113D-96D0-48F1-A927-BBB02968ED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FB0B145B-0A91-4E68-AC6B-F55EDF6E3F7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FFCAA888-619C-4135-A5D7-82038F6698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34</a:t>
            </a:r>
          </a:p>
        </p:txBody>
      </p:sp>
    </p:spTree>
    <p:extLst>
      <p:ext uri="{BB962C8B-B14F-4D97-AF65-F5344CB8AC3E}">
        <p14:creationId xmlns:p14="http://schemas.microsoft.com/office/powerpoint/2010/main" val="1801657469"/>
      </p:ext>
    </p:extLst>
  </p:cSld>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closes after today</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No new weekly assignment.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Block 2 pack, A10 and A11 for 40 marks, is due Thursday 10 December 2026, 23:59 Kampala time.</a:t>
            </a:r>
          </a:p>
          <a:p>
            <a:pPr>
              <a:spcAft>
                <a:spcPts val="900"/>
              </a:spcAft>
            </a:pPr>
            <a:r>
              <a:rPr sz="2200" b="0">
                <a:solidFill>
                  <a:srgbClr val="1C3144"/>
                </a:solidFill>
                <a:latin typeface="Calibri"/>
              </a:rPr>
              <a:t>The Block 2 quiz covers Weeks 11, 12 and 13. It opens after today's class.</a:t>
            </a:r>
          </a:p>
          <a:p>
            <a:pPr>
              <a:spcAft>
                <a:spcPts val="900"/>
              </a:spcAft>
            </a:pPr>
            <a:r>
              <a:rPr sz="2200" b="0">
                <a:solidFill>
                  <a:srgbClr val="1C3144"/>
                </a:solidFill>
                <a:latin typeface="Calibri"/>
              </a:rPr>
              <a:t>Next week is Practical Test 2. Rehearse saving and submitting your test notebook, and revise the published function interfaces.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D5CB18-BCA1-44CC-BC5D-1E2196F28C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7441F2-3B0D-4158-8361-F856D1B47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05DE7-91BD-4596-9911-EE23C97CCF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E4565883-1C99-4CBA-9D29-169641A78C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3C3540-0D04-45B1-8AA5-C572C79997A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D6503CBA-1390-41CC-BD9E-141BD705C96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E7B650-431A-4C81-A99E-9C19DDDDD9E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16748CD3-95B8-4AB4-A251-F18BB3FD353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D72DD1-A237-4B73-8ACB-188F8B6BEB9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82E7C752-F9FC-4CD8-BDA5-781F73ABF50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CE1E229-C462-4C2C-9019-C48FF0018FB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053A8897-D0FB-447C-B497-AC89A479CC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36</a:t>
            </a:r>
          </a:p>
        </p:txBody>
      </p:sp>
    </p:spTree>
    <p:extLst>
      <p:ext uri="{BB962C8B-B14F-4D97-AF65-F5344CB8AC3E}">
        <p14:creationId xmlns:p14="http://schemas.microsoft.com/office/powerpoint/2010/main" val="144048157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656E71C-4D88-4280-8798-D56D6426EB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1E84C-9190-4908-B778-F0336C6F0C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29B2A0-2989-4885-98CB-CBDE6128F9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9D3FD52B-912D-4CA8-B8FC-59CBC26A8D9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650B00-D213-483B-AABA-BE7EEF66142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C8321480-7ABC-4233-BE77-0725AD4143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37</a:t>
            </a:r>
          </a:p>
        </p:txBody>
      </p:sp>
    </p:spTree>
    <p:extLst>
      <p:ext uri="{BB962C8B-B14F-4D97-AF65-F5344CB8AC3E}">
        <p14:creationId xmlns:p14="http://schemas.microsoft.com/office/powerpoint/2010/main" val="115907083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E417DB-41A2-4A8E-A46F-70B1B6FFC0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ACB4D1-014C-4125-BBBF-CE068EEC8C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8BF46D3-F392-4B4E-8A8C-BF1B86E745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EB5DDADC-F54C-4558-8541-0A30805681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E3C668-E0D8-4841-9D6E-883448B010E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287E9D46-6D03-4334-BFC5-7A85B8C2D2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396A7D-CB4B-404F-A36B-36CB7F9935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47FFF78E-CF31-4BA2-91D1-2E39285A0EF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88F76F-AC98-430D-A694-85AC1B850C0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617F117-0B65-4B76-B459-1854BA71655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5F1B39-7116-49F7-B1D8-4055FC548BF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E55EAEFA-892D-475F-A707-6BF307E896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38</a:t>
            </a:r>
          </a:p>
        </p:txBody>
      </p:sp>
    </p:spTree>
    <p:extLst>
      <p:ext uri="{BB962C8B-B14F-4D97-AF65-F5344CB8AC3E}">
        <p14:creationId xmlns:p14="http://schemas.microsoft.com/office/powerpoint/2010/main" val="1974304969"/>
      </p:ext>
    </p:extLst>
  </p:cSld>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11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11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12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12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13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13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39</a:t>
            </a:r>
          </a:p>
        </p:txBody>
      </p:sp>
    </p:spTree>
  </p:cSld>
  <p:clrMapOvr>
    <a:masterClrMapping/>
  </p:clrMapOvr>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6F7BB3-CCB0-4050-9955-68674791B7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BEA4C8A-0211-4837-B984-11074B510B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99CF0BF-D066-479D-9DB0-53050CEA7E1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97FE817-9B30-42CE-8BDA-45A43D8FD61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45AF9F6A-A694-4ACD-9DA0-86126404E49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4DF6DE3-8F49-46E7-9915-FFEAFC783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40</a:t>
            </a:r>
          </a:p>
        </p:txBody>
      </p:sp>
    </p:spTree>
    <p:extLst>
      <p:ext uri="{BB962C8B-B14F-4D97-AF65-F5344CB8AC3E}">
        <p14:creationId xmlns:p14="http://schemas.microsoft.com/office/powerpoint/2010/main" val="51972842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5578B09-39E6-4C31-B49A-5083623CC1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90547D-8FDB-468F-87CC-E130EF7790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21F2727-3248-4ED7-AF44-1BE5E06BE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01F4C08-98EB-49C2-8DB5-4259D8627DC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D647D8-EB93-4A2C-87DA-77319939581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314CB32-6EFE-4F15-A272-D1992EADA56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5752F0-B929-4468-9706-CDB0A8A2DA1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193DC913-5B30-4F51-9A19-375215ADC9D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BE2824-CB18-4A36-8A5F-830A308479A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FAA5D756-4678-4A52-A238-424CAA3B081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97541D-24E2-4C49-AED6-A439DEA91DF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DC216BC0-30B7-44FC-9D9E-BA04F212AE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C3E912F-FAA7-43C5-A41E-6D84EF6EF1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892988f18034790"/>
              </a:rPr>
              <a:t>Open explainer video</a:t>
            </a:r>
          </a:p>
        </p:txBody>
      </p:sp>
      <p:sp>
        <p:nvSpPr>
          <p:cNvPr id="14" name="">
            <a:extLst xmlns:a="http://schemas.openxmlformats.org/drawingml/2006/main">
              <a:ext uri="{FF2B5EF4-FFF2-40B4-BE49-F238E27FC236}">
                <a16:creationId xmlns:a16="http://schemas.microsoft.com/office/drawing/2014/main" id="{0295E059-9CBD-4937-B99D-79390EF9929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0AC9F18F-D963-499F-A968-2BDF047D2B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41</a:t>
            </a:r>
          </a:p>
        </p:txBody>
      </p:sp>
    </p:spTree>
    <p:extLst>
      <p:ext uri="{BB962C8B-B14F-4D97-AF65-F5344CB8AC3E}">
        <p14:creationId xmlns:p14="http://schemas.microsoft.com/office/powerpoint/2010/main" val="18333048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2026-10-20T18:02:29.5910000Z</dcterms:created>
  <dcterms:modified xsi:type="dcterms:W3CDTF">2026-10-20T18:02:29.5910000Z</dcterms:modified>
  <keywords>BLOCK-PATCHED</keywords>
</coreProperties>
</file>