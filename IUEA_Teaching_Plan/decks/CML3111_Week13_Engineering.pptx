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2a9efd0ed24a3e" /><Relationship Type="http://schemas.openxmlformats.org/officeDocument/2006/relationships/extended-properties" Target="/docProps/app.xml" Id="R807900cd9e4b456a" /><Relationship Type="http://schemas.openxmlformats.org/officeDocument/2006/relationships/officeDocument" Target="/ppt/presentation.xml" Id="R340d7912b7a6450a" /></Relationships>
</file>

<file path=ppt/presentation.xml><?xml version="1.0" encoding="utf-8"?>
<p:presentation xmlns:p="http://schemas.openxmlformats.org/presentationml/2006/main">
  <p:sldMasterIdLst>
    <p:sldMasterId xmlns:r="http://schemas.openxmlformats.org/officeDocument/2006/relationships" id="2147483648" r:id="Rdb92f63e202d4946"/>
  </p:sldMasterIdLst>
  <p:notesMasterIdLst>
    <p:notesMasterId xmlns:r="http://schemas.openxmlformats.org/officeDocument/2006/relationships" r:id="Rc5bf4b0b960d408f"/>
  </p:notesMasterIdLst>
  <p:sldIdLst>
    <p:sldId xmlns:r="http://schemas.openxmlformats.org/officeDocument/2006/relationships" id="256" r:id="Re8bfd4c1e9f247bd"/>
    <p:sldId xmlns:r="http://schemas.openxmlformats.org/officeDocument/2006/relationships" id="257" r:id="R1888ce982aa04e52"/>
    <p:sldId xmlns:r="http://schemas.openxmlformats.org/officeDocument/2006/relationships" id="258" r:id="R1968a100aad645e8"/>
    <p:sldId xmlns:r="http://schemas.openxmlformats.org/officeDocument/2006/relationships" id="259" r:id="Rbe31e645384248e7"/>
    <p:sldId xmlns:r="http://schemas.openxmlformats.org/officeDocument/2006/relationships" id="260" r:id="R65eee9c64a924379"/>
    <p:sldId xmlns:r="http://schemas.openxmlformats.org/officeDocument/2006/relationships" id="261" r:id="R1db37594f03f4669"/>
    <p:sldId xmlns:r="http://schemas.openxmlformats.org/officeDocument/2006/relationships" id="262" r:id="Rdc80e01000ae48bc"/>
    <p:sldId xmlns:r="http://schemas.openxmlformats.org/officeDocument/2006/relationships" id="263" r:id="R8c89a7bb8ebb4202"/>
    <p:sldId xmlns:r="http://schemas.openxmlformats.org/officeDocument/2006/relationships" id="264" r:id="Re32896bbf2b849e7"/>
    <p:sldId xmlns:r="http://schemas.openxmlformats.org/officeDocument/2006/relationships" id="265" r:id="R7ff0b3c93b654ee1"/>
    <p:sldId xmlns:r="http://schemas.openxmlformats.org/officeDocument/2006/relationships" id="266" r:id="R7bff52093b9a49d6"/>
    <p:sldId xmlns:r="http://schemas.openxmlformats.org/officeDocument/2006/relationships" id="267" r:id="Rb1620356bc114913"/>
    <p:sldId xmlns:r="http://schemas.openxmlformats.org/officeDocument/2006/relationships" id="268" r:id="R32836154382e4d70"/>
    <p:sldId xmlns:r="http://schemas.openxmlformats.org/officeDocument/2006/relationships" id="269" r:id="R7a05e2d128fd46ca"/>
    <p:sldId xmlns:r="http://schemas.openxmlformats.org/officeDocument/2006/relationships" id="270" r:id="R40a3a98c67344b41"/>
    <p:sldId xmlns:r="http://schemas.openxmlformats.org/officeDocument/2006/relationships" id="271" r:id="R4f3cefb0dab0406c"/>
    <p:sldId xmlns:r="http://schemas.openxmlformats.org/officeDocument/2006/relationships" id="272" r:id="Rbf43c39be8ef4972"/>
    <p:sldId xmlns:r="http://schemas.openxmlformats.org/officeDocument/2006/relationships" id="273" r:id="R790feacc4ae34766"/>
    <p:sldId xmlns:r="http://schemas.openxmlformats.org/officeDocument/2006/relationships" id="274" r:id="R36bd914aae674199"/>
    <p:sldId xmlns:r="http://schemas.openxmlformats.org/officeDocument/2006/relationships" id="275" r:id="Rd89bab3718fb4892"/>
    <p:sldId xmlns:r="http://schemas.openxmlformats.org/officeDocument/2006/relationships" id="276" r:id="R4fad688085744897"/>
    <p:sldId xmlns:r="http://schemas.openxmlformats.org/officeDocument/2006/relationships" id="277" r:id="Ra285fa22df4b4061"/>
    <p:sldId xmlns:r="http://schemas.openxmlformats.org/officeDocument/2006/relationships" id="278" r:id="R4a421143d6714fc6"/>
    <p:sldId xmlns:r="http://schemas.openxmlformats.org/officeDocument/2006/relationships" id="279" r:id="Rf8dd9b83e47e4823"/>
    <p:sldId xmlns:r="http://schemas.openxmlformats.org/officeDocument/2006/relationships" id="280" r:id="R846b8bcc1211449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4a2b723fc949ef" /><Relationship Type="http://schemas.openxmlformats.org/officeDocument/2006/relationships/slideMaster" Target="/ppt/slideMasters/slideMaster1.xml" Id="Rdb92f63e202d4946" /><Relationship Type="http://schemas.openxmlformats.org/officeDocument/2006/relationships/notesMaster" Target="/ppt/notesMasters/notesMaster1.xml" Id="Rc5bf4b0b960d408f" /><Relationship Type="http://schemas.openxmlformats.org/officeDocument/2006/relationships/presProps" Target="/ppt/presProps.xml" Id="R6be6941309ae495e" /><Relationship Type="http://schemas.openxmlformats.org/officeDocument/2006/relationships/tableStyles" Target="/ppt/tableStyles.xml" Id="R53622f446c1e4019" /><Relationship Type="http://schemas.openxmlformats.org/officeDocument/2006/relationships/slide" Target="/ppt/slides/slide1.xml" Id="Re8bfd4c1e9f247bd" /><Relationship Type="http://schemas.openxmlformats.org/officeDocument/2006/relationships/slide" Target="/ppt/slides/slide2.xml" Id="R1888ce982aa04e52" /><Relationship Type="http://schemas.openxmlformats.org/officeDocument/2006/relationships/slide" Target="/ppt/slides/slide3.xml" Id="R1968a100aad645e8" /><Relationship Type="http://schemas.openxmlformats.org/officeDocument/2006/relationships/slide" Target="/ppt/slides/slide4.xml" Id="Rbe31e645384248e7" /><Relationship Type="http://schemas.openxmlformats.org/officeDocument/2006/relationships/slide" Target="/ppt/slides/slide5.xml" Id="R65eee9c64a924379" /><Relationship Type="http://schemas.openxmlformats.org/officeDocument/2006/relationships/slide" Target="/ppt/slides/slide6.xml" Id="R1db37594f03f4669" /><Relationship Type="http://schemas.openxmlformats.org/officeDocument/2006/relationships/slide" Target="/ppt/slides/slide7.xml" Id="Rdc80e01000ae48bc" /><Relationship Type="http://schemas.openxmlformats.org/officeDocument/2006/relationships/slide" Target="/ppt/slides/slide8.xml" Id="R8c89a7bb8ebb4202" /><Relationship Type="http://schemas.openxmlformats.org/officeDocument/2006/relationships/slide" Target="/ppt/slides/slide9.xml" Id="Re32896bbf2b849e7" /><Relationship Type="http://schemas.openxmlformats.org/officeDocument/2006/relationships/slide" Target="/ppt/slides/slide10.xml" Id="R7ff0b3c93b654ee1" /><Relationship Type="http://schemas.openxmlformats.org/officeDocument/2006/relationships/slide" Target="/ppt/slides/slide11.xml" Id="R7bff52093b9a49d6" /><Relationship Type="http://schemas.openxmlformats.org/officeDocument/2006/relationships/slide" Target="/ppt/slides/slide12.xml" Id="Rb1620356bc114913" /><Relationship Type="http://schemas.openxmlformats.org/officeDocument/2006/relationships/slide" Target="/ppt/slides/slide13.xml" Id="R32836154382e4d70" /><Relationship Type="http://schemas.openxmlformats.org/officeDocument/2006/relationships/slide" Target="/ppt/slides/slide14.xml" Id="R7a05e2d128fd46ca" /><Relationship Type="http://schemas.openxmlformats.org/officeDocument/2006/relationships/slide" Target="/ppt/slides/slide15.xml" Id="R40a3a98c67344b41" /><Relationship Type="http://schemas.openxmlformats.org/officeDocument/2006/relationships/slide" Target="/ppt/slides/slide16.xml" Id="R4f3cefb0dab0406c" /><Relationship Type="http://schemas.openxmlformats.org/officeDocument/2006/relationships/slide" Target="/ppt/slides/slide17.xml" Id="Rbf43c39be8ef4972" /><Relationship Type="http://schemas.openxmlformats.org/officeDocument/2006/relationships/slide" Target="/ppt/slides/slide18.xml" Id="R790feacc4ae34766" /><Relationship Type="http://schemas.openxmlformats.org/officeDocument/2006/relationships/slide" Target="/ppt/slides/slide19.xml" Id="R36bd914aae674199" /><Relationship Type="http://schemas.openxmlformats.org/officeDocument/2006/relationships/slide" Target="/ppt/slides/slide20.xml" Id="Rd89bab3718fb4892" /><Relationship Type="http://schemas.openxmlformats.org/officeDocument/2006/relationships/slide" Target="/ppt/slides/slide21.xml" Id="R4fad688085744897" /><Relationship Type="http://schemas.openxmlformats.org/officeDocument/2006/relationships/slide" Target="/ppt/slides/slide22.xml" Id="Ra285fa22df4b4061" /><Relationship Type="http://schemas.openxmlformats.org/officeDocument/2006/relationships/slide" Target="/ppt/slides/slide23.xml" Id="R4a421143d6714fc6" /><Relationship Type="http://schemas.openxmlformats.org/officeDocument/2006/relationships/slide" Target="/ppt/slides/slide24.xml" Id="Rf8dd9b83e47e4823" /><Relationship Type="http://schemas.openxmlformats.org/officeDocument/2006/relationships/slide" Target="/ppt/slides/slide25.xml" Id="R846b8bcc121144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fb84ed8bad49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649aee5f94412a" /><Relationship Type="http://schemas.openxmlformats.org/officeDocument/2006/relationships/notesMaster" Target="/ppt/notesMasters/notesMaster1.xml" Id="R3d4c2e3f15704d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bafc67823e445a" /><Relationship Type="http://schemas.openxmlformats.org/officeDocument/2006/relationships/notesMaster" Target="/ppt/notesMasters/notesMaster1.xml" Id="R2a9b4414254745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c7e22594234437" /><Relationship Type="http://schemas.openxmlformats.org/officeDocument/2006/relationships/notesMaster" Target="/ppt/notesMasters/notesMaster1.xml" Id="R058ffdcc6a6042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794fb7aa524c38" /><Relationship Type="http://schemas.openxmlformats.org/officeDocument/2006/relationships/notesMaster" Target="/ppt/notesMasters/notesMaster1.xml" Id="Re6cb744e772843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7c8537aa0e40f4" /><Relationship Type="http://schemas.openxmlformats.org/officeDocument/2006/relationships/notesMaster" Target="/ppt/notesMasters/notesMaster1.xml" Id="R04fcba54f0134e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4450d734c74f72" /><Relationship Type="http://schemas.openxmlformats.org/officeDocument/2006/relationships/notesMaster" Target="/ppt/notesMasters/notesMaster1.xml" Id="Rb740c8500a804d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1faebfdd604e8f" /><Relationship Type="http://schemas.openxmlformats.org/officeDocument/2006/relationships/notesMaster" Target="/ppt/notesMasters/notesMaster1.xml" Id="Rbf94d41b02b14a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cacc570e4d4a88" /><Relationship Type="http://schemas.openxmlformats.org/officeDocument/2006/relationships/notesMaster" Target="/ppt/notesMasters/notesMaster1.xml" Id="R37407c8aeb9547c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3ad62302cd4b57" /><Relationship Type="http://schemas.openxmlformats.org/officeDocument/2006/relationships/notesMaster" Target="/ppt/notesMasters/notesMaster1.xml" Id="R3c319cbe41b44d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8297ff7bd24161" /><Relationship Type="http://schemas.openxmlformats.org/officeDocument/2006/relationships/notesMaster" Target="/ppt/notesMasters/notesMaster1.xml" Id="Rb7b72b0ef2d448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72401f402f4319" /><Relationship Type="http://schemas.openxmlformats.org/officeDocument/2006/relationships/notesMaster" Target="/ppt/notesMasters/notesMaster1.xml" Id="Re5601a576377475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57b24a3fc547f2" /><Relationship Type="http://schemas.openxmlformats.org/officeDocument/2006/relationships/notesMaster" Target="/ppt/notesMasters/notesMaster1.xml" Id="R3b331f6ee57346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dfd4b7dcd00469d" /><Relationship Type="http://schemas.openxmlformats.org/officeDocument/2006/relationships/notesMaster" Target="/ppt/notesMasters/notesMaster1.xml" Id="R6a7a66d34b794d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af07a909ccc41f7" /><Relationship Type="http://schemas.openxmlformats.org/officeDocument/2006/relationships/notesMaster" Target="/ppt/notesMasters/notesMaster1.xml" Id="R2885f5262fda47f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579833c12248f1" /><Relationship Type="http://schemas.openxmlformats.org/officeDocument/2006/relationships/notesMaster" Target="/ppt/notesMasters/notesMaster1.xml" Id="Race0c53994c247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edc4c482d943b3" /><Relationship Type="http://schemas.openxmlformats.org/officeDocument/2006/relationships/notesMaster" Target="/ppt/notesMasters/notesMaster1.xml" Id="Radcf297b2dbe44a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d1732fcd084916" /><Relationship Type="http://schemas.openxmlformats.org/officeDocument/2006/relationships/notesMaster" Target="/ppt/notesMasters/notesMaster1.xml" Id="R1165d9dbeda5431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fba5b41411941f5" /><Relationship Type="http://schemas.openxmlformats.org/officeDocument/2006/relationships/notesMaster" Target="/ppt/notesMasters/notesMaster1.xml" Id="R6022976d860a46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dfcd656808e4e34" /><Relationship Type="http://schemas.openxmlformats.org/officeDocument/2006/relationships/notesMaster" Target="/ppt/notesMasters/notesMaster1.xml" Id="Rfcce336103cb47f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9d2d5882ac94042" /><Relationship Type="http://schemas.openxmlformats.org/officeDocument/2006/relationships/notesMaster" Target="/ppt/notesMasters/notesMaster1.xml" Id="R8e39cf72cf06407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3bd4faeee5b4f5b" /><Relationship Type="http://schemas.openxmlformats.org/officeDocument/2006/relationships/notesMaster" Target="/ppt/notesMasters/notesMaster1.xml" Id="Rf97fa157a6c84cd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48d204ae15b491c" /><Relationship Type="http://schemas.openxmlformats.org/officeDocument/2006/relationships/notesMaster" Target="/ppt/notesMasters/notesMaster1.xml" Id="R74559ef90ba94d2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4159377978a44b4" /><Relationship Type="http://schemas.openxmlformats.org/officeDocument/2006/relationships/notesMaster" Target="/ppt/notesMasters/notesMaster1.xml" Id="R483adf6b1a3e41b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cdc6b1ad93d4b2d" /><Relationship Type="http://schemas.openxmlformats.org/officeDocument/2006/relationships/notesMaster" Target="/ppt/notesMasters/notesMaster1.xml" Id="Rc56d703fcce0425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6af389fd6074f38" /><Relationship Type="http://schemas.openxmlformats.org/officeDocument/2006/relationships/notesMaster" Target="/ppt/notesMasters/notesMaster1.xml" Id="R28ca62211cce481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Making the project understandable and runnable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Making the project understandable and runnable. Explain why this example is needed before running it.</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Making the project understandable and runnable.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Reproducibility and Dependency.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Relative path and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Build on Reproducibility and Dependency. Explain why this example is needed before running it.</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POINT TO THE DEFINITION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NEXT</a:t>
            </a:r>
          </a:p>
          <a:p xmlns:a="http://schemas.openxmlformats.org/drawingml/2006/main">
            <a:r>
              <a:t>A useful README.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useful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Relative path and README. Explain why this example is needed before running it.</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Someone else needs to reproduce the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Someone else needs to reproduce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A useful README. Explain why this example is needed before running it.</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the preceding slide: A useful README.</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NEXT</a:t>
            </a:r>
          </a:p>
          <a:p xmlns:a="http://schemas.openxmlformats.org/drawingml/2006/main">
            <a:r>
              <a:t>A reproducible notebook starts fresh.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notebook starts fresh.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Someone else needs to reproduce the result. Explain why this example is needed before running it.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the preceding slide: Someone else needs to reproduce the result.</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Saved outputs can hide missing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Saved outputs can hide missing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A reproducible notebook starts fresh. Explain why this example is needed before running it.</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the preceding slide: A reproducible notebook starts fresh.</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A path names where a file is found.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path names where a file is found.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Saved outputs can hide missing steps. Explain why this example is needed before running it.</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the preceding slide: Saved outputs can hide missing steps.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Read the path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path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A path names where a file is found. Explain why this example is needed before running it.</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the preceding slide: A path names where a file is found.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Build on Read the path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Read the path example.</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Build on Project handover in Python. Explain why this example is needed before running it.</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Tell another person what the project needs.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Tell another person what the project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Project handover results. Explain why this example is needed before running it.</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Run checks and contribution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Build on Tell another person what the project needs. Explain why this example is needed before running it.</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Tell another person what the project needs.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Peer review: Someone else tests the instructions and reports a specific observation and suggested improvement.</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NEXT</a:t>
            </a:r>
          </a:p>
          <a:p xmlns:a="http://schemas.openxmlformats.org/drawingml/2006/main">
            <a:r>
              <a:t>Useful feedback identifies an exact repair.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Useful feedback identifies an exact repair.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Run checks and contribution evidence. Explain why this example is needed before running it.</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 are a new project user.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Useful feedback identifies an exact repair. Explain why this example is needed before running it.</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Revise that step and repeat. A claim that the notebook runs is supported by a fresh run, not by saved outputs alone.</a:t>
            </a:r>
          </a:p>
          <a:p xmlns:a="http://schemas.openxmlformats.org/drawingml/2006/main">
            <a:r>
              <a:t>Which step produced this result? What changes if one input changes?</a:t>
            </a:r>
          </a:p>
          <a:p xmlns:a="http://schemas.openxmlformats.org/drawingml/2006/main">
            <a:r>
              <a:t>CML3111   Week 13   21</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A reproducible handover.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A reproducible handover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A reproducible handover. Explain why this example is needed before running it.</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the preceding slide: A reproducible handover.</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A reproducible handover continued.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A reproducible handover continued.</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open_W13_CML3111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13 quiz. Explain why this example is needed before running it.</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61d030f7bd498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b167e66f54b46b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9563047c57341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bc40dcbfb9473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2bb97a63e59427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aa91d3750aa4f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BF43AFA-C01C-4922-91DE-47E78BA57950}"/>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D925342-C579-4DD0-AF23-09325FA219D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74B9970-6E11-4EA7-9C7B-A82F245A129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860B3A3-CDA7-429C-B390-8791D493463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295E17F-902B-4729-BFAF-665EDEAB22C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D09F47E-DAEB-4296-A289-75AA6E5EF89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FD41428-3B61-4BA8-9FA2-458E4494E3B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4B137CA4-56A8-4AF9-A2DC-1A47F47A542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8DB4795-5EBF-475F-9599-AD7ABBF1A7F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E69160A-F152-436C-A912-711EC84B909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88A8C2B-E3EE-43E5-82B8-823A251886D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AD5E3EA-4C03-4B6E-A86B-023F9B6E236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A81B793-360F-4DD7-9F64-DF68B43C370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DCD96E-BD0E-4BF5-B0BB-1A71E57E01B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D54F477-E915-4269-BAE7-2B6CA56636A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c40e28d8bb4272" /><Relationship Type="http://schemas.openxmlformats.org/officeDocument/2006/relationships/slideLayout" Target="/ppt/slideLayouts/slideLayout1.xml" Id="Rd0969558fb4a4955" /><Relationship Type="http://schemas.openxmlformats.org/officeDocument/2006/relationships/slideLayout" Target="/ppt/slideLayouts/slideLayout2.xml" Id="R7835e7108f4d4f1a" /><Relationship Type="http://schemas.openxmlformats.org/officeDocument/2006/relationships/slideLayout" Target="/ppt/slideLayouts/slideLayout3.xml" Id="R2f0296c440234462" /><Relationship Type="http://schemas.openxmlformats.org/officeDocument/2006/relationships/slideLayout" Target="/ppt/slideLayouts/slideLayout4.xml" Id="R5afe1ed86d444668" /><Relationship Type="http://schemas.openxmlformats.org/officeDocument/2006/relationships/slideLayout" Target="/ppt/slideLayouts/slideLayout5.xml" Id="Ra68064f1bfce4f72" /><Relationship Type="http://schemas.openxmlformats.org/officeDocument/2006/relationships/slideLayout" Target="/ppt/slideLayouts/slideLayout6.xml" Id="R920c5694a49a45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969558fb4a4955"/>
    <p:sldLayoutId xmlns:r="http://schemas.openxmlformats.org/officeDocument/2006/relationships" id="2147483650" r:id="R7835e7108f4d4f1a"/>
    <p:sldLayoutId xmlns:r="http://schemas.openxmlformats.org/officeDocument/2006/relationships" id="2147483651" r:id="R2f0296c440234462"/>
    <p:sldLayoutId xmlns:r="http://schemas.openxmlformats.org/officeDocument/2006/relationships" id="2147483652" r:id="R5afe1ed86d444668"/>
    <p:sldLayoutId xmlns:r="http://schemas.openxmlformats.org/officeDocument/2006/relationships" id="2147483653" r:id="Ra68064f1bfce4f72"/>
    <p:sldLayoutId xmlns:r="http://schemas.openxmlformats.org/officeDocument/2006/relationships" id="2147483654" r:id="R920c5694a49a45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c49934914794ba6" /><Relationship Type="http://schemas.openxmlformats.org/officeDocument/2006/relationships/image" Target="/ppt/media/image.png" Id="R71ea05309ca2443b" /><Relationship Type="http://schemas.openxmlformats.org/officeDocument/2006/relationships/notesSlide" Target="/ppt/notesSlides/notesSlide1.xml" Id="R8c7968d9a7e543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a3e91e37a0541ca" /><Relationship Type="http://schemas.openxmlformats.org/officeDocument/2006/relationships/notesSlide" Target="/ppt/notesSlides/notesSlide2.xml" Id="R44388aa09a4a41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cbc02a47f94b16" /><Relationship Type="http://schemas.openxmlformats.org/officeDocument/2006/relationships/notesSlide" Target="/ppt/notesSlides/notesSlide3.xml" Id="R5fbb39dcb03744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ea98ea9e2f240ab" /><Relationship Type="http://schemas.openxmlformats.org/officeDocument/2006/relationships/notesSlide" Target="/ppt/notesSlides/notesSlide4.xml" Id="R2b439579ddc54f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3c174a23002411f" /><Relationship Type="http://schemas.openxmlformats.org/officeDocument/2006/relationships/notesSlide" Target="/ppt/notesSlides/notesSlide5.xml" Id="R7c2c27ec773f4e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1be9a12d1774e66" /><Relationship Type="http://schemas.openxmlformats.org/officeDocument/2006/relationships/notesSlide" Target="/ppt/notesSlides/notesSlide6.xml" Id="Rc3b8af78c94b4ca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5df24c437bc45ff" /><Relationship Type="http://schemas.openxmlformats.org/officeDocument/2006/relationships/notesSlide" Target="/ppt/notesSlides/notesSlide7.xml" Id="Rde8d60410dda45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5b6c681e2d43fe" /><Relationship Type="http://schemas.openxmlformats.org/officeDocument/2006/relationships/image" Target="/ppt/media/image2.png" Id="R36eb95ed045c44d4" /><Relationship Type="http://schemas.openxmlformats.org/officeDocument/2006/relationships/notesSlide" Target="/ppt/notesSlides/notesSlide8.xml" Id="R85bb59203b80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01772d081c34d37" /><Relationship Type="http://schemas.openxmlformats.org/officeDocument/2006/relationships/image" Target="/ppt/media/image3.png" Id="Rc285174cbec648cc" /><Relationship Type="http://schemas.openxmlformats.org/officeDocument/2006/relationships/notesSlide" Target="/ppt/notesSlides/notesSlide9.xml" Id="R8cd93cadb60d47d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3a5b8d77f634aab" /><Relationship Type="http://schemas.openxmlformats.org/officeDocument/2006/relationships/notesSlide" Target="/ppt/notesSlides/notesSlide10.xml" Id="R52f0ddc74b7b48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d1caaca8ec14131" /><Relationship Type="http://schemas.openxmlformats.org/officeDocument/2006/relationships/notesSlide" Target="/ppt/notesSlides/notesSlide11.xml" Id="R2aac5bb7447b4b3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002a2746c404bb4" /><Relationship Type="http://schemas.openxmlformats.org/officeDocument/2006/relationships/notesSlide" Target="/ppt/notesSlides/notesSlide12.xml" Id="R0815691fab9749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43202d27bd7489e" /><Relationship Type="http://schemas.openxmlformats.org/officeDocument/2006/relationships/notesSlide" Target="/ppt/notesSlides/notesSlide13.xml" Id="Re8dcd3111c964e3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ee67f8e34d140c0" /><Relationship Type="http://schemas.openxmlformats.org/officeDocument/2006/relationships/notesSlide" Target="/ppt/notesSlides/notesSlide14.xml" Id="Rb902e9153a6845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f676da60a104baf" /><Relationship Type="http://schemas.openxmlformats.org/officeDocument/2006/relationships/notesSlide" Target="/ppt/notesSlides/notesSlide15.xml" Id="Rb703b015d1bd46b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75adc340ad64bbf" /><Relationship Type="http://schemas.openxmlformats.org/officeDocument/2006/relationships/notesSlide" Target="/ppt/notesSlides/notesSlide16.xml" Id="R6e4475eb04e3485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6989fda88b14a04" /><Relationship Type="http://schemas.openxmlformats.org/officeDocument/2006/relationships/notesSlide" Target="/ppt/notesSlides/notesSlide17.xml" Id="R9d3064513372488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a46883ebbd4d4e" /><Relationship Type="http://schemas.openxmlformats.org/officeDocument/2006/relationships/notesSlide" Target="/ppt/notesSlides/notesSlide18.xml" Id="Rd644cc7562b248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ff0a54504e6465f" /><Relationship Type="http://schemas.openxmlformats.org/officeDocument/2006/relationships/notesSlide" Target="/ppt/notesSlides/notesSlide19.xml" Id="R7ad98704e4d74e8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8723be27600414c" /><Relationship Type="http://schemas.openxmlformats.org/officeDocument/2006/relationships/notesSlide" Target="/ppt/notesSlides/notesSlide20.xml" Id="R96e7f3b2bbf04b1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93c067c6347477f" /><Relationship Type="http://schemas.openxmlformats.org/officeDocument/2006/relationships/notesSlide" Target="/ppt/notesSlides/notesSlide21.xml" Id="R797f791e06b144d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af6fc3f19704930" /><Relationship Type="http://schemas.openxmlformats.org/officeDocument/2006/relationships/notesSlide" Target="/ppt/notesSlides/notesSlide22.xml" Id="R6d15469b7866419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f8d7125abae4a33" /><Relationship Type="http://schemas.openxmlformats.org/officeDocument/2006/relationships/image" Target="/ppt/media/image4.png" Id="R8790464257c54d1e" /><Relationship Type="http://schemas.openxmlformats.org/officeDocument/2006/relationships/hyperlink" Target="https://forms.gle/ameQRYSJ5kfrpcKWA" TargetMode="External" Id="R783c069302b441ae" /><Relationship Type="http://schemas.openxmlformats.org/officeDocument/2006/relationships/notesSlide" Target="/ppt/notesSlides/notesSlide23.xml" Id="R980263344dc6473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3244e917a0e4acc" /><Relationship Type="http://schemas.openxmlformats.org/officeDocument/2006/relationships/notesSlide" Target="/ppt/notesSlides/notesSlide24.xml" Id="R4fd166222f2b4d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0f1e25de4e7440b" /><Relationship Type="http://schemas.openxmlformats.org/officeDocument/2006/relationships/hyperlink" Target="https://www.youtube.com/watch?v=v5gnvDUWqFM" TargetMode="External" Id="R5da3821e598b4a01" /><Relationship Type="http://schemas.openxmlformats.org/officeDocument/2006/relationships/notesSlide" Target="/ppt/notesSlides/notesSlide25.xml" Id="Red0bf5d7fd70490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1ea05309ca2443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EA9845-DC6E-44B9-A0C9-33C7B8C8398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16B436F-695A-4081-98EB-BA1AF32AD72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D5D854E3-15F8-4C5D-BEA4-E8A710EA1F2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E7203227-B6B2-44EB-981E-6A469AC8165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A0F99659-80CF-4561-843F-70051EC2076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6963480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9D36C6-2550-42E7-82E0-F6B04BD0E2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B87603-17B8-47AD-8C0F-172DBE45EA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741DEF6-956D-4674-8E28-45194A2CE2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26676EA-50C2-4048-9D7A-9E98F163145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431BE3-FBA2-46D5-BC77-E2F53148ABD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6A73DAF-177F-4D5A-A866-EA6F7C60AD0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1A161174-8CB0-419A-AAF7-1B6042C922A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1A11C84-4264-4390-80B5-8BB7FA7E497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FB17D8FF-46E9-47A0-9EF4-D89781D56A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17379830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4924CC-579D-4916-AD24-F7EBCE8F5F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B12B2F-250B-4BCE-8FFE-A5949D9453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C471F4-7C42-4BB1-8063-D677975218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C9D9A67-E377-4CFE-8495-AB334758DE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5F9E2A-695D-453B-8EF9-3197A6210F0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072510D9-F06B-4386-AF21-433D786F805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13A327B2-BDCF-46C6-A2D1-B7F61CC30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a:t>
            </a:r>
          </a:p>
        </p:txBody>
      </p:sp>
    </p:spTree>
    <p:extLst>
      <p:ext uri="{BB962C8B-B14F-4D97-AF65-F5344CB8AC3E}">
        <p14:creationId xmlns:p14="http://schemas.microsoft.com/office/powerpoint/2010/main" val="12074485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D2F75E-05EE-493E-AA12-233FF9726D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8711C2-55FE-428C-B375-C6D4ED12C3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4FB55E-1E21-409A-8822-ABD00C38FB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629730E-4D06-4A1C-964B-D1F21AD528C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E3DDB8-DAC4-457D-B534-F188C5C641A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97665471-7DB8-4322-ACE5-04011203A4D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51E5C392-C910-4406-8808-82EEE6D250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a:t>
            </a:r>
          </a:p>
        </p:txBody>
      </p:sp>
    </p:spTree>
    <p:extLst>
      <p:ext uri="{BB962C8B-B14F-4D97-AF65-F5344CB8AC3E}">
        <p14:creationId xmlns:p14="http://schemas.microsoft.com/office/powerpoint/2010/main" val="14637299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EB8286-9469-49BA-B4EC-A27181E019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96F30D-C610-4918-911E-2765C17D24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8E4C7B1-C3C9-4896-9075-9E06110F63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7433AC71-F98D-4963-92BB-DCAB785E74F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C3EE2C-0718-4054-8B05-584FA8D5FE8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AE04B740-7DA4-417F-BE77-FAC6FC20D5E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A49F7644-B48B-4551-99ED-EC8DFE4B6B4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7188E6-0AAE-4788-AB3E-22EB24B998C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79A70DC0-1FF1-4D68-B212-8EEC1F994AF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0CEBC0B6-0ACC-4237-8755-7FC51E9435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5</a:t>
            </a:r>
          </a:p>
        </p:txBody>
      </p:sp>
    </p:spTree>
    <p:extLst>
      <p:ext uri="{BB962C8B-B14F-4D97-AF65-F5344CB8AC3E}">
        <p14:creationId xmlns:p14="http://schemas.microsoft.com/office/powerpoint/2010/main" val="178409163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2BD7A1-2781-4272-BDF6-A8B3562D3D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5D6EF2-353E-47F7-8407-A627C29A4C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C18F0BC-DF28-42A4-81F4-C6743966E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DE1AEA4F-95B8-42F8-A765-F22FC51822A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B438A3-24B3-4E7C-9F89-A96C673D4B8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6D3AC574-72B9-4136-A8C5-394D07C05ED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5E6F7801-131F-491E-ADC2-3C23E29D23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89E1B6B-E8BE-4D09-AA7E-B0F2FFC04BE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CD7D2410-7D76-45BA-8CFC-A3E4EE64518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F8064B9A-148A-4B2D-84BE-B06BA39050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6</a:t>
            </a:r>
          </a:p>
        </p:txBody>
      </p:sp>
    </p:spTree>
    <p:extLst>
      <p:ext uri="{BB962C8B-B14F-4D97-AF65-F5344CB8AC3E}">
        <p14:creationId xmlns:p14="http://schemas.microsoft.com/office/powerpoint/2010/main" val="7582728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F829AB-A7D0-47B5-A55D-9D56B5B479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45E297-EB6B-4766-8A2F-16FBD112F0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3F3164-6552-4467-A55C-1E5B60850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3DA2E40E-5C38-4372-96FB-CBDCF34DE8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993D19-8FBE-49D6-A83A-7EE04AF3696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FF5A0AD3-1111-4F6C-939A-70A8C5E490A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AF1BF3-8A2A-466A-A2F6-FBBA19FEF88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9E21B69F-3FA3-445A-A91F-36964AFBA72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505683-473B-4E7A-86D6-F793DDD7438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C4E5912-165A-427F-9275-3A0F75509E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2E7887-D182-472F-B120-94E11624E73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AF29092D-1C04-4FED-AECF-28BF673B61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7</a:t>
            </a:r>
          </a:p>
        </p:txBody>
      </p:sp>
    </p:spTree>
    <p:extLst>
      <p:ext uri="{BB962C8B-B14F-4D97-AF65-F5344CB8AC3E}">
        <p14:creationId xmlns:p14="http://schemas.microsoft.com/office/powerpoint/2010/main" val="10018252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4DFA9C-DF03-40DB-A020-199E89A3EF8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E0C651-97AC-4C98-BC74-3864DA59AC6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6eb95ed045c44d4"/>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4BE03D5-5067-44D0-B97B-7BB54CEB733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F52CE8-1B40-499A-A72E-6D13C9761D6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F1A8ACA4-6ACF-42F0-8E71-D9A65AA18C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8</a:t>
            </a:r>
          </a:p>
        </p:txBody>
      </p:sp>
    </p:spTree>
    <p:extLst>
      <p:ext uri="{BB962C8B-B14F-4D97-AF65-F5344CB8AC3E}">
        <p14:creationId xmlns:p14="http://schemas.microsoft.com/office/powerpoint/2010/main" val="14009330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4B3299-55E7-49CC-AB9C-AEFB5451580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077457-239D-4E9F-9BA3-A8745D2DEB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285174cbec648cc"/>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777315B-88E8-472D-AF19-A08EA6306BD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55797B-7A4F-42BE-AB23-47928BB5ED7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042AC12A-5F1B-46E9-A299-F60AC57594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9</a:t>
            </a:r>
          </a:p>
        </p:txBody>
      </p:sp>
    </p:spTree>
    <p:extLst>
      <p:ext uri="{BB962C8B-B14F-4D97-AF65-F5344CB8AC3E}">
        <p14:creationId xmlns:p14="http://schemas.microsoft.com/office/powerpoint/2010/main" val="8668289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399871-69F2-405D-AD6D-C821579362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864521-C7EA-4B16-96A5-2F5F4BFFB8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F46DBC-C182-4140-8B48-3BD997D3BA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17B74A7B-535C-4D89-861D-EEEDDEA220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D6D60A-1681-4373-B4A4-8A2F819B35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27E41BC0-9F60-427B-9E4E-F0B6288AB81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1EF487-B28F-480A-A519-17E21C07A23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6A1685CE-1940-405B-A90E-FF26142379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D33666-7339-405B-BEE7-572E475CD4B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E14A4175-8496-4CE4-8B4E-C018453D90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10</a:t>
            </a:r>
          </a:p>
        </p:txBody>
      </p:sp>
    </p:spTree>
    <p:extLst>
      <p:ext uri="{BB962C8B-B14F-4D97-AF65-F5344CB8AC3E}">
        <p14:creationId xmlns:p14="http://schemas.microsoft.com/office/powerpoint/2010/main" val="7999097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581CF7-9E88-482E-AA5A-D7F3815A5B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134EF9-40A4-4026-96B5-1BC5E18F9B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04069A-807D-4EA7-B370-F0B859E57D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AEC19A4E-AABC-4FD2-9990-7A3634AD01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4BCBD6-50F5-49FC-A4DD-1799D54146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3B7E7194-56A7-47B6-A284-869B2843E8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9DF769-CB26-43E8-A6FB-DFFE927C4F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A6EFC6AD-C3C3-42FD-BF33-F4FFA90D16E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00111F-D6B3-4875-879B-1BF0B785D0E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4828CBEB-4FA0-4720-BAA3-9EFEDCE6C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11</a:t>
            </a:r>
          </a:p>
        </p:txBody>
      </p:sp>
    </p:spTree>
    <p:extLst>
      <p:ext uri="{BB962C8B-B14F-4D97-AF65-F5344CB8AC3E}">
        <p14:creationId xmlns:p14="http://schemas.microsoft.com/office/powerpoint/2010/main" val="10834963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717C55-79A4-4D58-9618-4994A88174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5DF239-3857-4EEB-AEF7-F2E73AC12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3C1CD84-7270-4857-AEF1-D529E3FD26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7F7A20F3-A71A-46A4-A62B-16C56790DCE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5618C6-AEFC-4AED-92DE-3257D3D9879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7C56E620-9E4E-46E7-88B4-5D6C46B2BC8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F2E0E597-2321-42F9-B5FD-5DCD1242AA0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EBB6196-2BA9-4947-95B9-968F8C5D558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2C2369C7-A859-4823-A5D2-6348498439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0194CD7E-D7F5-416D-AB3F-652B4E316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12</a:t>
            </a:r>
          </a:p>
        </p:txBody>
      </p:sp>
    </p:spTree>
    <p:extLst>
      <p:ext uri="{BB962C8B-B14F-4D97-AF65-F5344CB8AC3E}">
        <p14:creationId xmlns:p14="http://schemas.microsoft.com/office/powerpoint/2010/main" val="909037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33C07D-6267-483E-BC84-78D6EDCE9C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0AF045-6AC8-41CD-BB96-92051E754D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C890A30-D7B2-4BE2-B507-087D2DA6EB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F7FEF426-9650-425D-A30E-10966A242A2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8D8358-DDBA-48EE-83CB-A12EBC2A178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DE37A70A-4A62-453B-BAA1-0B454DD78F7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EB8BD39-C99B-4E41-8B88-E0E687C813F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D4D7ECD-A387-4841-98CB-0EEA9FF99E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13</a:t>
            </a:r>
          </a:p>
        </p:txBody>
      </p:sp>
    </p:spTree>
    <p:extLst>
      <p:ext uri="{BB962C8B-B14F-4D97-AF65-F5344CB8AC3E}">
        <p14:creationId xmlns:p14="http://schemas.microsoft.com/office/powerpoint/2010/main" val="14717849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26638E-D839-46DB-86C0-F9DFF8C32C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DDA3A4-127A-4930-A524-1F75BCE162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F0D3CAF-B038-4B56-AEEA-E7FD296604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2B035D63-1CBD-4A73-B1F7-7C00B2BBA5C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855048-159D-4467-A393-71E3A2E244A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89AE7F7B-26FD-4E2F-A7CA-66935D16209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F93C88C-F03E-41A0-AE79-225CE04A1D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14</a:t>
            </a:r>
          </a:p>
        </p:txBody>
      </p:sp>
    </p:spTree>
    <p:extLst>
      <p:ext uri="{BB962C8B-B14F-4D97-AF65-F5344CB8AC3E}">
        <p14:creationId xmlns:p14="http://schemas.microsoft.com/office/powerpoint/2010/main" val="167096150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29CCB6-72BC-48F8-B104-62C25025F0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0134C2-4B47-4E00-A03E-9689801A1F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DD64B66-201E-4B05-9507-D4127F4179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7BD97833-819C-469D-AC44-F4D1F8D0D6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FBA1AE-91B8-44A1-8811-11B6658B431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1D646A9B-9D4A-4E70-BEFC-3BC4539661C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0E8FABA7-7415-46A6-9525-38A2AAFD05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24D7987-B4F1-4D16-A79B-1099C1B675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D8D39AD9-AFAE-48B9-B329-0A53EAD1F54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B1BC0AD9-CF68-4D6D-80D3-C0DC25BC7A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15</a:t>
            </a:r>
          </a:p>
        </p:txBody>
      </p:sp>
    </p:spTree>
    <p:extLst>
      <p:ext uri="{BB962C8B-B14F-4D97-AF65-F5344CB8AC3E}">
        <p14:creationId xmlns:p14="http://schemas.microsoft.com/office/powerpoint/2010/main" val="16190112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6EC78F-D583-41A8-B4B6-7414A249C9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8C534A-4251-4918-8B3B-9C43AF3F98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068ECC7-B61D-4B16-B37A-67F8C50D40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89DD7DD9-C3D2-42C7-909F-A9047BC80A8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BE5A30-510F-4C45-A158-CBCE0497BF2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0AC617F7-1D99-4A0D-82C3-4501404E5E3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E04AAC8D-FB37-43F1-9958-4519A843736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99D18A4-0547-4A4A-9E55-0D924AED2F0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D681DAEA-D301-40B0-AA53-E53FE7D9AFF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973ABCA3-A35C-41CE-B97B-2C6DBF9B18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16</a:t>
            </a:r>
          </a:p>
        </p:txBody>
      </p:sp>
    </p:spTree>
    <p:extLst>
      <p:ext uri="{BB962C8B-B14F-4D97-AF65-F5344CB8AC3E}">
        <p14:creationId xmlns:p14="http://schemas.microsoft.com/office/powerpoint/2010/main" val="8705997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A5B47F-97E2-46C2-A74C-CB23E53B1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7FB6DB-2152-480E-B872-C8E8703E8A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F20C58-E5FD-4A72-9948-19E9932199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3FB2F006-3405-42A1-BA02-1E674E4D59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B7C8CE-98CC-4FF5-A59C-57B3B62DCE4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357318F9-69B0-4626-AA5F-1C1EB6D6F64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28EAF7-7845-4E41-9361-AA54BB7B35C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9D528E45-124F-4B00-A963-CDB0BC91500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7BD717-4E20-438A-9BB9-AB096CEF3FD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D979E350-319A-44F9-8577-9C07CCC9B3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2451150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5AA9A3-B392-4957-9029-68ABF457C6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AAFACF-8F16-4E05-B52D-F7A71B7685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1615C-89E4-4A77-8EB7-1C537BC48D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39467E2-665A-4FC9-8CE4-E4F9EAE363B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7D3EF7-FE84-4D79-82A7-1D703CA1F1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7627D1-466B-49E9-AD7B-44B1174373A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D896D4A2-A706-439B-BDA4-1C2235ACEB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A9882068-F61F-45D4-A6DC-B3CF9CD0D0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13347225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FCC2F6-325E-43FA-8610-47085FD788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B1CF44-726B-4EB5-AEC5-3CE6753524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BC59A9-0211-44F5-8CD9-39E2566C90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D67218A-12A8-478A-860B-5727FE3A97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230621-70D2-4E57-AA91-172D1A49CD3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D26116C3-63D1-4813-B6BC-3EA5B82BB5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E607F8-1376-4193-8589-426B9249020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12F211A4-A5B5-444D-9C6E-2796B98D171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4EE8A9-7C97-4337-B495-2E031D87FAC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5245FDA7-1C0E-4145-9A42-FC179F08651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DEABA0-6D51-433A-B5F6-4670413985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6C3CD437-3441-483A-8399-CE851BD00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173320173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A40E5E-E5E8-49D6-8F15-A1884F533E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86F65E-60CD-4436-94EB-10F2A99F79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7F1D2A-097F-4A70-8B68-40E7A0D0A5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AF7D2C30-B295-49E5-895F-749FBCF5F4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FE6B49-B850-4270-9C70-0DA1C2F922A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952AA94C-DB94-4DB8-9C87-8CB85B758CE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58B5AB-B3E0-4CAA-BC5F-5FA02771728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2FD2E9CC-48E2-452C-9ECC-C6ACBD84C59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9995DF-C572-4EE5-AB30-60F28163931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80047A8F-AF6C-4EB1-B638-355D30389A0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7A27ABE-D71F-4174-8E51-F18B13A6D7E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BEB1224F-43B4-4E5C-9C76-6193211E7A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20</a:t>
            </a:r>
          </a:p>
        </p:txBody>
      </p:sp>
    </p:spTree>
    <p:extLst>
      <p:ext uri="{BB962C8B-B14F-4D97-AF65-F5344CB8AC3E}">
        <p14:creationId xmlns:p14="http://schemas.microsoft.com/office/powerpoint/2010/main" val="7207802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B62F65-11AB-4392-BC17-C2671FD737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2443D3-1789-4AFE-AC31-61498AC3B3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6A2FC8-CC52-41CE-A1C7-E091241ACC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60CAB573-A3EF-4A91-94DE-BF6652444C0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89A9B5-B00C-4C26-A78E-0BA90E9AEB7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CB3A3C00-D98A-45AF-ACB2-4376047444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6877321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270ED1-9D21-4E0E-8DDA-41E0DF5457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B2AF4F-62EE-4CBD-BA15-E6F9592169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BE6899-D9F1-41ED-A7DC-2B22836AB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B855841-2236-4DA1-A816-ED6074268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8EF195-F259-4C18-A010-F8595BFDEB2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74F253B8-C444-48A2-9485-615475775D6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85AC3C-46BB-48EC-B1FE-E146FCEDCF9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CE54F2B8-E0C6-4573-B20B-91551280CC2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25051B-685E-4FCF-B393-1AADDBE1306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1E90E54-999B-4A7A-A7DC-B885EC160F0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0A1B40-DBB9-4A97-A8B4-244979BD93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4EA047A0-D302-4DB7-8E17-E185863318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150424747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F3AADDD-824B-48CF-9C68-C33D2671C4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386649-EA01-45E1-9736-B3BCD44463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F7ECBA0-1EE9-4540-A61D-4D0EDB2DB2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3904051F-04C7-4AAE-B97F-5BE0D5039B8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F91BBA-09F9-4488-89D4-433F343F0E6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7D7460C-25B5-4DD7-A900-6E1AE6E1DEC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C8B2EA-482A-4C64-BB4B-B73CB3AB2AC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95AD745A-5804-478B-91C7-EB64E0AC2A5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9B2ABB-DB5D-43A6-8ED3-67ECEE04AA6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BCFF88B-EAB5-42A5-95E4-D60FC261767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D30697-901E-425C-8A5B-D148A4D25BB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790464257c54d1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0C80406-FDBC-4CF2-8F01-6DFFCA7913F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3C31D77-B192-43F6-830C-6C6BDAC8EEA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35BB9BE-FF45-4B41-BBF7-0794ED7ED29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83c069302b441ae"/>
              </a:rPr>
              <a:t>Open this week’s quiz</a:t>
            </a:r>
          </a:p>
        </p:txBody>
      </p:sp>
      <p:sp>
        <p:nvSpPr>
          <p:cNvPr id="16" name="">
            <a:extLst xmlns:a="http://schemas.openxmlformats.org/drawingml/2006/main">
              <a:ext uri="{FF2B5EF4-FFF2-40B4-BE49-F238E27FC236}">
                <a16:creationId xmlns:a16="http://schemas.microsoft.com/office/drawing/2014/main" id="{0B9E6C0A-9ADB-4EC1-B7DD-301A73D5749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https://forms.gle/ameQRYSJ5kfrpcKWA</a:t>
            </a:r>
          </a:p>
        </p:txBody>
      </p:sp>
      <p:sp>
        <p:nvSpPr>
          <p:cNvPr id="17" name="">
            <a:extLst xmlns:a="http://schemas.openxmlformats.org/drawingml/2006/main">
              <a:ext uri="{FF2B5EF4-FFF2-40B4-BE49-F238E27FC236}">
                <a16:creationId xmlns:a16="http://schemas.microsoft.com/office/drawing/2014/main" id="{45AEBD22-B9A1-492C-BA56-E41BDD57FB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23</a:t>
            </a:r>
          </a:p>
        </p:txBody>
      </p:sp>
    </p:spTree>
    <p:extLst>
      <p:ext uri="{BB962C8B-B14F-4D97-AF65-F5344CB8AC3E}">
        <p14:creationId xmlns:p14="http://schemas.microsoft.com/office/powerpoint/2010/main" val="1278814842"/>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8DB0A6-7928-424F-B7BF-B5011C58BB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48F0299-D78D-46DD-A83C-D5C1C42EBB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CD275D5-8D03-4A28-8E98-80020D02B60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C08DD53-5DC3-49C9-8C13-02833E09CA7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4353903-884A-4BA2-9E74-819A4A5E298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639F282-9D9E-4F97-878E-CFF9F4296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24</a:t>
            </a:r>
          </a:p>
        </p:txBody>
      </p:sp>
    </p:spTree>
    <p:extLst>
      <p:ext uri="{BB962C8B-B14F-4D97-AF65-F5344CB8AC3E}">
        <p14:creationId xmlns:p14="http://schemas.microsoft.com/office/powerpoint/2010/main" val="2715118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5657324-C734-403A-92F2-6634D77F67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A13FED-0FEB-4A98-A9A1-71BD1CC40C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6DD8B60-DC06-4260-B5AC-EC473499F0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C14A13A-AA83-4263-ADE8-2C7DC9503ED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ABF2CE-BE17-4DC5-824F-C0897411AD3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5A768B2-165F-4A4D-80DE-C4C31C51FF0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2ED4B5-D67A-4979-B048-BD23CD18FB3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136B62CD-F5A6-479E-A467-1AE3F5FF73D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D4FBDD-60BD-48B7-A861-924885F61A2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7C8A5FAA-D56D-4D97-B316-AE7E230278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5AB25A6-AE57-4E3D-8CED-D7898B4CA82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FA33D7DE-75A5-467C-8065-14876231BDA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FEB99D-4E71-446F-B7F9-23115E31834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da3821e598b4a01"/>
              </a:rPr>
              <a:t>Open explainer video</a:t>
            </a:r>
          </a:p>
        </p:txBody>
      </p:sp>
      <p:sp>
        <p:nvSpPr>
          <p:cNvPr id="14" name="">
            <a:extLst xmlns:a="http://schemas.openxmlformats.org/drawingml/2006/main">
              <a:ext uri="{FF2B5EF4-FFF2-40B4-BE49-F238E27FC236}">
                <a16:creationId xmlns:a16="http://schemas.microsoft.com/office/drawing/2014/main" id="{6FCE9604-4448-46FD-8260-D7B1EC522BD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8D6B616C-6DAD-40C9-9800-E52E0BA68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1779786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2026-09-28T21:25:25.7330000Z</dcterms:created>
  <dcterms:modified xsi:type="dcterms:W3CDTF">2026-09-28T21:25:25.7330000Z</dcterms:modified>
</coreProperties>
</file>