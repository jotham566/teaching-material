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d10204a4f145a5" /><Relationship Type="http://schemas.openxmlformats.org/officeDocument/2006/relationships/extended-properties" Target="/docProps/app.xml" Id="R739f7cd1f8aa4875" /><Relationship Type="http://schemas.openxmlformats.org/officeDocument/2006/relationships/officeDocument" Target="/ppt/presentation.xml" Id="R2eeb7ba3d54843e6" /></Relationships>
</file>

<file path=ppt/presentation.xml><?xml version="1.0" encoding="utf-8"?>
<p:presentation xmlns:p="http://schemas.openxmlformats.org/presentationml/2006/main">
  <p:sldMasterIdLst>
    <p:sldMasterId xmlns:r="http://schemas.openxmlformats.org/officeDocument/2006/relationships" id="2147483648" r:id="R194b365e8b5a46e5"/>
  </p:sldMasterIdLst>
  <p:notesMasterIdLst>
    <p:notesMasterId xmlns:r="http://schemas.openxmlformats.org/officeDocument/2006/relationships" r:id="Ra69dc5061d1942cd"/>
  </p:notesMasterIdLst>
  <p:sldIdLst>
    <p:sldId xmlns:r="http://schemas.openxmlformats.org/officeDocument/2006/relationships" id="256" r:id="R3cedffc0c88b423a"/>
    <p:sldId xmlns:r="http://schemas.openxmlformats.org/officeDocument/2006/relationships" id="257" r:id="Rdbc3afbce6b64b3f"/>
    <p:sldId xmlns:r="http://schemas.openxmlformats.org/officeDocument/2006/relationships" id="258" r:id="Rf3aa3d9ed97e4d8c"/>
    <p:sldId xmlns:r="http://schemas.openxmlformats.org/officeDocument/2006/relationships" id="259" r:id="Rbc7b7609cc2947b2"/>
    <p:sldId xmlns:r="http://schemas.openxmlformats.org/officeDocument/2006/relationships" id="260" r:id="R28f811ad07c746d9"/>
    <p:sldId xmlns:r="http://schemas.openxmlformats.org/officeDocument/2006/relationships" id="261" r:id="Rf3c041923fd44044"/>
    <p:sldId xmlns:r="http://schemas.openxmlformats.org/officeDocument/2006/relationships" id="262" r:id="Rf5395d11ae414e73"/>
    <p:sldId xmlns:r="http://schemas.openxmlformats.org/officeDocument/2006/relationships" id="263" r:id="R9cd5fa54ec954221"/>
    <p:sldId xmlns:r="http://schemas.openxmlformats.org/officeDocument/2006/relationships" id="264" r:id="R6919f836f8fe44d3"/>
    <p:sldId xmlns:r="http://schemas.openxmlformats.org/officeDocument/2006/relationships" id="265" r:id="R77eae01f408e40e8"/>
    <p:sldId xmlns:r="http://schemas.openxmlformats.org/officeDocument/2006/relationships" id="266" r:id="R0111a7ea3e3d4b29"/>
    <p:sldId xmlns:r="http://schemas.openxmlformats.org/officeDocument/2006/relationships" id="267" r:id="Rc21a8058ba8248b2"/>
    <p:sldId xmlns:r="http://schemas.openxmlformats.org/officeDocument/2006/relationships" id="268" r:id="R828446b9bffa44ac"/>
    <p:sldId xmlns:r="http://schemas.openxmlformats.org/officeDocument/2006/relationships" id="269" r:id="Rcfc94df8a6e24ab7"/>
    <p:sldId xmlns:r="http://schemas.openxmlformats.org/officeDocument/2006/relationships" id="270" r:id="R6f9e5cbd030641a0"/>
    <p:sldId xmlns:r="http://schemas.openxmlformats.org/officeDocument/2006/relationships" id="271" r:id="R2f7112d85c824963"/>
    <p:sldId xmlns:r="http://schemas.openxmlformats.org/officeDocument/2006/relationships" id="272" r:id="R43029b47ed034526"/>
    <p:sldId xmlns:r="http://schemas.openxmlformats.org/officeDocument/2006/relationships" id="273" r:id="R90a86842c01248df"/>
    <p:sldId xmlns:r="http://schemas.openxmlformats.org/officeDocument/2006/relationships" id="274" r:id="Rd9fac158f66c4feb"/>
    <p:sldId xmlns:r="http://schemas.openxmlformats.org/officeDocument/2006/relationships" id="275" r:id="R55cac461050b44c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578cedcee64601" /><Relationship Type="http://schemas.openxmlformats.org/officeDocument/2006/relationships/slideMaster" Target="/ppt/slideMasters/slideMaster1.xml" Id="R194b365e8b5a46e5" /><Relationship Type="http://schemas.openxmlformats.org/officeDocument/2006/relationships/notesMaster" Target="/ppt/notesMasters/notesMaster1.xml" Id="Ra69dc5061d1942cd" /><Relationship Type="http://schemas.openxmlformats.org/officeDocument/2006/relationships/presProps" Target="/ppt/presProps.xml" Id="R41091b4272234a2a" /><Relationship Type="http://schemas.openxmlformats.org/officeDocument/2006/relationships/tableStyles" Target="/ppt/tableStyles.xml" Id="Re59adedbfe21459b" /><Relationship Type="http://schemas.openxmlformats.org/officeDocument/2006/relationships/slide" Target="/ppt/slides/slide1.xml" Id="R3cedffc0c88b423a" /><Relationship Type="http://schemas.openxmlformats.org/officeDocument/2006/relationships/slide" Target="/ppt/slides/slide2.xml" Id="Rdbc3afbce6b64b3f" /><Relationship Type="http://schemas.openxmlformats.org/officeDocument/2006/relationships/slide" Target="/ppt/slides/slide3.xml" Id="Rf3aa3d9ed97e4d8c" /><Relationship Type="http://schemas.openxmlformats.org/officeDocument/2006/relationships/slide" Target="/ppt/slides/slide4.xml" Id="Rbc7b7609cc2947b2" /><Relationship Type="http://schemas.openxmlformats.org/officeDocument/2006/relationships/slide" Target="/ppt/slides/slide5.xml" Id="R28f811ad07c746d9" /><Relationship Type="http://schemas.openxmlformats.org/officeDocument/2006/relationships/slide" Target="/ppt/slides/slide6.xml" Id="Rf3c041923fd44044" /><Relationship Type="http://schemas.openxmlformats.org/officeDocument/2006/relationships/slide" Target="/ppt/slides/slide7.xml" Id="Rf5395d11ae414e73" /><Relationship Type="http://schemas.openxmlformats.org/officeDocument/2006/relationships/slide" Target="/ppt/slides/slide8.xml" Id="R9cd5fa54ec954221" /><Relationship Type="http://schemas.openxmlformats.org/officeDocument/2006/relationships/slide" Target="/ppt/slides/slide9.xml" Id="R6919f836f8fe44d3" /><Relationship Type="http://schemas.openxmlformats.org/officeDocument/2006/relationships/slide" Target="/ppt/slides/slide10.xml" Id="R77eae01f408e40e8" /><Relationship Type="http://schemas.openxmlformats.org/officeDocument/2006/relationships/slide" Target="/ppt/slides/slide11.xml" Id="R0111a7ea3e3d4b29" /><Relationship Type="http://schemas.openxmlformats.org/officeDocument/2006/relationships/slide" Target="/ppt/slides/slide12.xml" Id="Rc21a8058ba8248b2" /><Relationship Type="http://schemas.openxmlformats.org/officeDocument/2006/relationships/slide" Target="/ppt/slides/slide13.xml" Id="R828446b9bffa44ac" /><Relationship Type="http://schemas.openxmlformats.org/officeDocument/2006/relationships/slide" Target="/ppt/slides/slide14.xml" Id="Rcfc94df8a6e24ab7" /><Relationship Type="http://schemas.openxmlformats.org/officeDocument/2006/relationships/slide" Target="/ppt/slides/slide15.xml" Id="R6f9e5cbd030641a0" /><Relationship Type="http://schemas.openxmlformats.org/officeDocument/2006/relationships/slide" Target="/ppt/slides/slide16.xml" Id="R2f7112d85c824963" /><Relationship Type="http://schemas.openxmlformats.org/officeDocument/2006/relationships/slide" Target="/ppt/slides/slide17.xml" Id="R43029b47ed034526" /><Relationship Type="http://schemas.openxmlformats.org/officeDocument/2006/relationships/slide" Target="/ppt/slides/slide18.xml" Id="R90a86842c01248df" /><Relationship Type="http://schemas.openxmlformats.org/officeDocument/2006/relationships/slide" Target="/ppt/slides/slide19.xml" Id="Rd9fac158f66c4feb" /><Relationship Type="http://schemas.openxmlformats.org/officeDocument/2006/relationships/slide" Target="/ppt/slides/slide20.xml" Id="R55cac461050b44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20c419a24f47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bce2f96b7b479b" /><Relationship Type="http://schemas.openxmlformats.org/officeDocument/2006/relationships/notesMaster" Target="/ppt/notesMasters/notesMaster1.xml" Id="R03d26b9888f8408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ea8164c3e34baf" /><Relationship Type="http://schemas.openxmlformats.org/officeDocument/2006/relationships/notesMaster" Target="/ppt/notesMasters/notesMaster1.xml" Id="Rede0633f768d4c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7a22e64f594322" /><Relationship Type="http://schemas.openxmlformats.org/officeDocument/2006/relationships/notesMaster" Target="/ppt/notesMasters/notesMaster1.xml" Id="R43bc135b4d894b6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402cb4b12d498d" /><Relationship Type="http://schemas.openxmlformats.org/officeDocument/2006/relationships/notesMaster" Target="/ppt/notesMasters/notesMaster1.xml" Id="R172d32b497e84b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7377e1454f4bfe" /><Relationship Type="http://schemas.openxmlformats.org/officeDocument/2006/relationships/notesMaster" Target="/ppt/notesMasters/notesMaster1.xml" Id="Rcdedc19c352448d0"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8d3458a4e04583" /><Relationship Type="http://schemas.openxmlformats.org/officeDocument/2006/relationships/notesMaster" Target="/ppt/notesMasters/notesMaster1.xml" Id="R51a34935734d49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4f332a93d44123" /><Relationship Type="http://schemas.openxmlformats.org/officeDocument/2006/relationships/notesMaster" Target="/ppt/notesMasters/notesMaster1.xml" Id="R918a0338fd684a4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3e07c2a57948e3" /><Relationship Type="http://schemas.openxmlformats.org/officeDocument/2006/relationships/notesMaster" Target="/ppt/notesMasters/notesMaster1.xml" Id="Rda7280f3454042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c992e394ee34270" /><Relationship Type="http://schemas.openxmlformats.org/officeDocument/2006/relationships/notesMaster" Target="/ppt/notesMasters/notesMaster1.xml" Id="R790cd13587034ce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2f4f1baf0d48c6" /><Relationship Type="http://schemas.openxmlformats.org/officeDocument/2006/relationships/notesMaster" Target="/ppt/notesMasters/notesMaster1.xml" Id="R151b944a391e48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a9cb0d9ef44a80" /><Relationship Type="http://schemas.openxmlformats.org/officeDocument/2006/relationships/notesMaster" Target="/ppt/notesMasters/notesMaster1.xml" Id="R6ba9ec1c19894ba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6c0190e5f2544c6" /><Relationship Type="http://schemas.openxmlformats.org/officeDocument/2006/relationships/notesMaster" Target="/ppt/notesMasters/notesMaster1.xml" Id="R2c0d05a9d6ef45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bf4a6b7c5ee4c63" /><Relationship Type="http://schemas.openxmlformats.org/officeDocument/2006/relationships/notesMaster" Target="/ppt/notesMasters/notesMaster1.xml" Id="R02bab1029aa648c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aeb5911506e43d1" /><Relationship Type="http://schemas.openxmlformats.org/officeDocument/2006/relationships/notesMaster" Target="/ppt/notesMasters/notesMaster1.xml" Id="R61f6a567aef348f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cff2feef9b64d47" /><Relationship Type="http://schemas.openxmlformats.org/officeDocument/2006/relationships/notesMaster" Target="/ppt/notesMasters/notesMaster1.xml" Id="Rb2ff8ef30bbf4c6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bfd88a0e2aa450a" /><Relationship Type="http://schemas.openxmlformats.org/officeDocument/2006/relationships/notesMaster" Target="/ppt/notesMasters/notesMaster1.xml" Id="Rcbd17f07603f4fa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37b740daa3c4bc4" /><Relationship Type="http://schemas.openxmlformats.org/officeDocument/2006/relationships/notesMaster" Target="/ppt/notesMasters/notesMaster1.xml" Id="Re5265c2e39db4a8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d4c973343e646fa" /><Relationship Type="http://schemas.openxmlformats.org/officeDocument/2006/relationships/notesMaster" Target="/ppt/notesMasters/notesMaster1.xml" Id="R1fdfce65087545e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5dfbc4a977745d8" /><Relationship Type="http://schemas.openxmlformats.org/officeDocument/2006/relationships/notesMaster" Target="/ppt/notesMasters/notesMaster1.xml" Id="R566b8cc9c7c7471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81317f459cd4d7c" /><Relationship Type="http://schemas.openxmlformats.org/officeDocument/2006/relationships/notesMaster" Target="/ppt/notesMasters/notesMaster1.xml" Id="R5fc85394a00a45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Practical Test 1</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Preparing for Practical Test 1. Explain why this example is needed before running it.</a:t>
            </a:r>
          </a:p>
          <a:p xmlns:a="http://schemas.openxmlformats.org/drawingml/2006/main">
            <a:r>
              <a:t/>
            </a:r>
          </a:p>
          <a:p xmlns:a="http://schemas.openxmlformats.org/drawingml/2006/main">
            <a:r>
              <a:t>EXPLAIN</a:t>
            </a:r>
          </a:p>
          <a:p xmlns:a="http://schemas.openxmlformats.org/drawingml/2006/main">
            <a:r>
              <a:t>Rehearse saving and reopening the required files.</a:t>
            </a:r>
          </a:p>
          <a:p xmlns:a="http://schemas.openxmlformats.org/drawingml/2006/main">
            <a:r>
              <a:t/>
            </a:r>
          </a:p>
          <a:p xmlns:a="http://schemas.openxmlformats.org/drawingml/2006/main">
            <a:r>
              <a:t>Check the published test rules before the session.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Preparing for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Can you open the provided notebook and data on the prepared lab computer without internet?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Rehearse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Rehearse before test day</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Use the separate practice notebook before the timed session.</a:t>
            </a:r>
          </a:p>
          <a:p xmlns:a="http://schemas.openxmlformats.org/drawingml/2006/main">
            <a:r>
              <a:t/>
            </a:r>
          </a:p>
          <a:p xmlns:a="http://schemas.openxmlformats.org/drawingml/2006/main">
            <a:r>
              <a:t>Open the supplied data and run a familiar calculation.</a:t>
            </a:r>
          </a:p>
          <a:p xmlns:a="http://schemas.openxmlformats.org/drawingml/2006/main">
            <a:r>
              <a:t/>
            </a:r>
          </a:p>
          <a:p xmlns:a="http://schemas.openxmlformats.org/drawingml/2006/main">
            <a:r>
              <a:t>The test packet and permitted resources are issued by the lecturer.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Rehearse before test day</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Save the complete notebook.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Save the complete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 the complete notebook</a:t>
            </a:r>
          </a:p>
          <a:p xmlns:a="http://schemas.openxmlformats.org/drawingml/2006/main">
            <a:r>
              <a:t/>
            </a:r>
          </a:p>
          <a:p xmlns:a="http://schemas.openxmlformats.org/drawingml/2006/main">
            <a:r>
              <a:t>CONNECT</a:t>
            </a:r>
          </a:p>
          <a:p xmlns:a="http://schemas.openxmlformats.org/drawingml/2006/main">
            <a:r>
              <a:t>Build on Rehearse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Type Part B under My written evidence in the notebook.</a:t>
            </a:r>
          </a:p>
          <a:p xmlns:a="http://schemas.openxmlformats.org/drawingml/2006/main">
            <a:r>
              <a:t/>
            </a:r>
          </a:p>
          <a:p xmlns:a="http://schemas.openxmlformats.org/drawingml/2006/main">
            <a:r>
              <a:t>Locate the complete notebook in the designated local folder.</a:t>
            </a:r>
          </a:p>
          <a:p xmlns:a="http://schemas.openxmlformats.org/drawingml/2006/main">
            <a:r>
              <a:t/>
            </a:r>
          </a:p>
          <a:p xmlns:a="http://schemas.openxmlformats.org/drawingml/2006/main">
            <a:r>
              <a:t>Reopen it to check that code and written answers were saved.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Save the complete notebook</a:t>
            </a:r>
          </a:p>
          <a:p xmlns:a="http://schemas.openxmlformats.org/drawingml/2006/main">
            <a:r>
              <a:t/>
            </a:r>
          </a:p>
          <a:p xmlns:a="http://schemas.openxmlformats.org/drawingml/2006/main">
            <a:r>
              <a:t>CONNECT</a:t>
            </a:r>
          </a:p>
          <a:p xmlns:a="http://schemas.openxmlformats.org/drawingml/2006/main">
            <a:r>
              <a:t>Build on the preceding slide: Rehearse before test day.</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Follow the published test procedure.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Follow the published test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 the published test procedure</a:t>
            </a:r>
          </a:p>
          <a:p xmlns:a="http://schemas.openxmlformats.org/drawingml/2006/main">
            <a:r>
              <a:t/>
            </a:r>
          </a:p>
          <a:p xmlns:a="http://schemas.openxmlformats.org/drawingml/2006/main">
            <a:r>
              <a:t>CONNECT</a:t>
            </a:r>
          </a:p>
          <a:p xmlns:a="http://schemas.openxmlformats.org/drawingml/2006/main">
            <a:r>
              <a:t>Build on Save the complete notebook. Explain why this example is needed before running it.</a:t>
            </a:r>
          </a:p>
          <a:p xmlns:a="http://schemas.openxmlformats.org/drawingml/2006/main">
            <a:r>
              <a:t/>
            </a:r>
          </a:p>
          <a:p xmlns:a="http://schemas.openxmlformats.org/drawingml/2006/main">
            <a:r>
              <a:t>EXPLAIN</a:t>
            </a:r>
          </a:p>
          <a:p xmlns:a="http://schemas.openxmlformats.org/drawingml/2006/main">
            <a:r>
              <a:t>Read the briefing before starting assessed work.</a:t>
            </a:r>
          </a:p>
          <a:p xmlns:a="http://schemas.openxmlformats.org/drawingml/2006/main">
            <a:r>
              <a:t/>
            </a:r>
          </a:p>
          <a:p xmlns:a="http://schemas.openxmlformats.org/drawingml/2006/main">
            <a:r>
              <a:t>Use only the resources permitted for that part of the test.</a:t>
            </a:r>
          </a:p>
          <a:p xmlns:a="http://schemas.openxmlformats.org/drawingml/2006/main">
            <a:r>
              <a:t/>
            </a:r>
          </a:p>
          <a:p xmlns:a="http://schemas.openxmlformats.org/drawingml/2006/main">
            <a:r>
              <a:t>Report a technical failure to the invigilator immediately.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Follow the published test procedure</a:t>
            </a:r>
          </a:p>
          <a:p xmlns:a="http://schemas.openxmlformats.org/drawingml/2006/main">
            <a:r>
              <a:t/>
            </a:r>
          </a:p>
          <a:p xmlns:a="http://schemas.openxmlformats.org/drawingml/2006/main">
            <a:r>
              <a:t>CONNECT</a:t>
            </a:r>
          </a:p>
          <a:p xmlns:a="http://schemas.openxmlformats.org/drawingml/2006/main">
            <a:r>
              <a:t>Build on the preceding slide: Save the complete notebook.</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Follow the published test procedure.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the preceding slide: Follow the published test procedure.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the timed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Test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Practice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00–15 minutes: briefing and file check.</a:t>
            </a:r>
          </a:p>
          <a:p xmlns:a="http://schemas.openxmlformats.org/drawingml/2006/main">
            <a:r>
              <a:t/>
            </a:r>
          </a:p>
          <a:p xmlns:a="http://schemas.openxmlformats.org/drawingml/2006/main">
            <a:r>
              <a:t>15–135 minutes: individual practical work.</a:t>
            </a:r>
          </a:p>
          <a:p xmlns:a="http://schemas.openxmlformats.org/drawingml/2006/main">
            <a:r>
              <a:t/>
            </a:r>
          </a:p>
          <a:p xmlns:a="http://schemas.openxmlformats.org/drawingml/2006/main">
            <a:r>
              <a:t>135–160 minutes: typed offline reasoning, with code execution prohibited.</a:t>
            </a:r>
          </a:p>
          <a:p xmlns:a="http://schemas.openxmlformats.org/drawingml/2006/main">
            <a:r>
              <a:t/>
            </a:r>
          </a:p>
          <a:p xmlns:a="http://schemas.openxmlformats.org/drawingml/2006/main">
            <a:r>
              <a:t>160–180 minutes: save and hand in through invigilated offline collection.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checkpoint.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Test session. Explain why this example is needed before running it.</a:t>
            </a:r>
          </a:p>
          <a:p xmlns:a="http://schemas.openxmlformats.org/drawingml/2006/main">
            <a:r>
              <a:t/>
            </a:r>
          </a:p>
          <a:p xmlns:a="http://schemas.openxmlformats.org/drawingml/2006/main">
            <a:r>
              <a:t>EXPLAIN</a:t>
            </a:r>
          </a:p>
          <a:p xmlns:a="http://schemas.openxmlformats.org/drawingml/2006/main">
            <a:r>
              <a:t>Every learner completes the offline save-and-reopen rehearsal.</a:t>
            </a:r>
          </a:p>
          <a:p xmlns:a="http://schemas.openxmlformats.org/drawingml/2006/main">
            <a:r>
              <a:t/>
            </a:r>
          </a:p>
          <a:p xmlns:a="http://schemas.openxmlformats.org/drawingml/2006/main">
            <a:r>
              <a:t>Escalate lab-access failures before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Test session.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the official TEST1 brief, interfaces and rubric.</a:t>
            </a:r>
          </a:p>
          <a:p xmlns:a="http://schemas.openxmlformats.org/drawingml/2006/main">
            <a:r>
              <a:t/>
            </a:r>
          </a:p>
          <a:p xmlns:a="http://schemas.openxmlformats.org/drawingml/2006/main">
            <a:r>
              <a:t>The assessed period has 120 practical minutes and 25 typed reasoning minutes.</a:t>
            </a:r>
          </a:p>
          <a:p xmlns:a="http://schemas.openxmlformats.org/drawingml/2006/main">
            <a:r>
              <a:t/>
            </a:r>
          </a:p>
          <a:p xmlns:a="http://schemas.openxmlformats.org/drawingml/2006/main">
            <a:r>
              <a:t>Your lecturer will issue the test packet and collection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readable written evidence in the notebook.</a:t>
            </a:r>
          </a:p>
          <a:p xmlns:a="http://schemas.openxmlformats.org/drawingml/2006/main">
            <a:r>
              <a:t/>
            </a:r>
          </a:p>
          <a:p xmlns:a="http://schemas.openxmlformats.org/drawingml/2006/main">
            <a:r>
              <a:t>Loading &amp; profiling (15.0 total): Data loaded correctly; shape, types and summary produced; the dataset is described accurately in the student's own words.</a:t>
            </a:r>
          </a:p>
          <a:p xmlns:a="http://schemas.openxmlformats.org/drawingml/2006/main">
            <a:r>
              <a:t/>
            </a:r>
          </a:p>
          <a:p xmlns:a="http://schemas.openxmlformats.org/drawingml/2006/main">
            <a:r>
              <a:t>Cleaning decisions &amp; justification (20.0 total): Defects found.</a:t>
            </a:r>
          </a:p>
          <a:p xmlns:a="http://schemas.openxmlformats.org/drawingml/2006/main">
            <a:r>
              <a:t/>
            </a:r>
          </a:p>
          <a:p xmlns:a="http://schemas.openxmlformats.org/drawingml/2006/main">
            <a:r>
              <a:t>Each handling decision stated AND justified.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Marks are for the justification - an unjustified correct fix scores roughly half.</a:t>
            </a:r>
          </a:p>
          <a:p xmlns:a="http://schemas.openxmlformats.org/drawingml/2006/main">
            <a:r>
              <a:t/>
            </a:r>
          </a:p>
          <a:p xmlns:a="http://schemas.openxmlformats.org/drawingml/2006/main">
            <a:r>
              <a:t>Visualisation (20.0 total): Three charts, each captioned with the question it answers.</a:t>
            </a:r>
          </a:p>
          <a:p xmlns:a="http://schemas.openxmlformats.org/drawingml/2006/main">
            <a:r>
              <a:t/>
            </a:r>
          </a:p>
          <a:p xmlns:a="http://schemas.openxmlformats.org/drawingml/2006/main">
            <a:r>
              <a:t>Correct chart type.</a:t>
            </a:r>
          </a:p>
          <a:p xmlns:a="http://schemas.openxmlformats.org/drawingml/2006/main">
            <a:r>
              <a:t/>
            </a:r>
          </a:p>
          <a:p xmlns:a="http://schemas.openxmlformats.org/drawingml/2006/main">
            <a:r>
              <a:t>Axes labelled with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No decoration without purpose.</a:t>
            </a:r>
          </a:p>
          <a:p xmlns:a="http://schemas.openxmlformats.org/drawingml/2006/main">
            <a:r>
              <a:t/>
            </a:r>
          </a:p>
          <a:p xmlns:a="http://schemas.openxmlformats.org/drawingml/2006/main">
            <a:r>
              <a:t>Findings (20.0 total): Five findings, supported by evidence from the data, stated with correct magnitudes and units.</a:t>
            </a:r>
          </a:p>
          <a:p xmlns:a="http://schemas.openxmlformats.org/drawingml/2006/main">
            <a:r>
              <a:t/>
            </a:r>
          </a:p>
          <a:p xmlns:a="http://schemas.openxmlformats.org/drawingml/2006/main">
            <a:r>
              <a:t>A wrong number loses the mark even if the method was right.</a:t>
            </a:r>
          </a:p>
          <a:p xmlns:a="http://schemas.openxmlformats.org/drawingml/2006/main">
            <a:r>
              <a:t/>
            </a:r>
          </a:p>
          <a:p xmlns:a="http://schemas.openxmlformats.org/drawingml/2006/main">
            <a:r>
              <a:t>Engineering interpretation (15.0 total): One recommendation that an engineer could act on, plus a clear statement of what further data would be needed.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Clarity &amp; reproducibility (10.0 total): Notebook runs top to bottom.</a:t>
            </a:r>
          </a:p>
          <a:p xmlns:a="http://schemas.openxmlformats.org/drawingml/2006/main">
            <a:r>
              <a:t/>
            </a:r>
          </a:p>
          <a:p xmlns:a="http://schemas.openxmlformats.org/drawingml/2006/main">
            <a:r>
              <a:t>Logical order.</a:t>
            </a:r>
          </a:p>
          <a:p xmlns:a="http://schemas.openxmlformats.org/drawingml/2006/main">
            <a:r>
              <a:t/>
            </a:r>
          </a:p>
          <a:p xmlns:a="http://schemas.openxmlformats.org/drawingml/2006/main">
            <a:r>
              <a:t>Markdown explains intent.</a:t>
            </a:r>
          </a:p>
          <a:p xmlns:a="http://schemas.openxmlformats.org/drawingml/2006/main">
            <a:r>
              <a:t/>
            </a:r>
          </a:p>
          <a:p xmlns:a="http://schemas.openxmlformats.org/drawingml/2006/main">
            <a:r>
              <a:t>No dead code.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Timing and Part B</a:t>
            </a:r>
          </a:p>
          <a:p xmlns:a="http://schemas.openxmlformats.org/drawingml/2006/main">
            <a:r>
              <a:t/>
            </a:r>
          </a:p>
          <a:p xmlns:a="http://schemas.openxmlformats.org/drawingml/2006/main">
            <a:r>
              <a:t>15 minutes setup, 120 minutes practical, 25 minutes typed offline reasoning with code execution prohibited, 20 minutes collection.</a:t>
            </a:r>
          </a:p>
          <a:p xmlns:a="http://schemas.openxmlformats.org/drawingml/2006/main">
            <a:r>
              <a:t/>
            </a:r>
          </a:p>
          <a:p xmlns:a="http://schemas.openxmlformats.org/drawingml/2006/main">
            <a:r>
              <a:t>No internet, messaging or AI.</a:t>
            </a:r>
          </a:p>
          <a:p xmlns:a="http://schemas.openxmlformats.org/drawingml/2006/main">
            <a:r>
              <a:t/>
            </a:r>
          </a:p>
          <a:p xmlns:a="http://schemas.openxmlformats.org/drawingml/2006/main">
            <a:r>
              <a:t>Answer: Why your main cleaning/model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What can your chart/metric not establish?</a:t>
            </a:r>
          </a:p>
          <a:p xmlns:a="http://schemas.openxmlformats.org/drawingml/2006/main">
            <a:r>
              <a:t/>
            </a:r>
          </a:p>
          <a:p xmlns:a="http://schemas.openxmlformats.org/drawingml/2006/main">
            <a:r>
              <a:t>What evidence would change your recommendation?</a:t>
            </a:r>
          </a:p>
          <a:p xmlns:a="http://schemas.openxmlformats.org/drawingml/2006/main">
            <a:r>
              <a:t/>
            </a:r>
          </a:p>
          <a:p xmlns:a="http://schemas.openxmlformats.org/drawingml/2006/main">
            <a:r>
              <a:t>What further data is required?</a:t>
            </a:r>
          </a:p>
          <a:p xmlns:a="http://schemas.openxmlformats.org/drawingml/2006/main">
            <a:r>
              <a:t/>
            </a:r>
          </a:p>
          <a:p xmlns:a="http://schemas.openxmlformats.org/drawingml/2006/main">
            <a:r>
              <a:t>Invigilated offline collection is authoritative; Google upload is a later transport step and must not impose an internet requirement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submission</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Offline invigilated collection is authoritative.</a:t>
            </a:r>
          </a:p>
          <a:p xmlns:a="http://schemas.openxmlformats.org/drawingml/2006/main">
            <a:r>
              <a:t/>
            </a:r>
          </a:p>
          <a:p xmlns:a="http://schemas.openxmlformats.org/drawingml/2006/main">
            <a:r>
              <a:t>Google upload is a later transport step.</a:t>
            </a:r>
          </a:p>
          <a:p xmlns:a="http://schemas.openxmlformats.org/drawingml/2006/main">
            <a:r>
              <a:t/>
            </a:r>
          </a:p>
          <a:p xmlns:a="http://schemas.openxmlformats.org/drawingml/2006/main">
            <a:r>
              <a:t>Save one notebook with Part B under My written evidence.</a:t>
            </a:r>
          </a:p>
          <a:p xmlns:a="http://schemas.openxmlformats.org/drawingml/2006/main">
            <a:r>
              <a:t/>
            </a:r>
          </a:p>
          <a:p xmlns:a="http://schemas.openxmlformats.org/drawingml/2006/main">
            <a:r>
              <a:t>No internet, messaging or AI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submission</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Practical Test 1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reopen your notebook and find code and typed reasoning without help.</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Practical Test 1 submission.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0bc0ebbb2f40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86f7d64f0ea4e5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f0b0d28baf4e6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464a5f523e24f6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588a035cd7344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c016f50383c40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2D2CB29-F263-4850-B4B5-9D78BCB05AF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C5B3C4C-0F06-4163-9E78-BCEFF39191F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CA41211-9DCA-45FD-80A0-338F551FCD1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C040C98-46FC-432C-BE4A-D37ECF5F0A5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DAF8796-E4D4-4BCB-88E2-9AF97E9F307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F679AB7-D36D-4A1C-A754-58EC0FABDED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005A5DD-BC6A-4E2D-83D4-5B8442CB3C3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0E81D1E0-5C1F-4FB7-8C64-711CF031705B}"/>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44C7E24-8398-4DE1-AD6A-F9EA5243505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A855B2F-78EF-4E9F-B66E-BA247488DC9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4B7ED54-8CE8-4C6E-82A8-0638BC8D369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0E4FF062-3120-4B6A-B85D-56045A59A2E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A1464E9-4264-48FE-A2C6-4F1D1B75E98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2871375-9498-4147-A9FC-B006788204A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CDCD68F-CEB2-49DF-ADA4-F72F5212F79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79468259e641a4" /><Relationship Type="http://schemas.openxmlformats.org/officeDocument/2006/relationships/slideLayout" Target="/ppt/slideLayouts/slideLayout1.xml" Id="Rad79956de3754930" /><Relationship Type="http://schemas.openxmlformats.org/officeDocument/2006/relationships/slideLayout" Target="/ppt/slideLayouts/slideLayout2.xml" Id="Rde8e91433f004d68" /><Relationship Type="http://schemas.openxmlformats.org/officeDocument/2006/relationships/slideLayout" Target="/ppt/slideLayouts/slideLayout3.xml" Id="Rcd6c5173b7094c44" /><Relationship Type="http://schemas.openxmlformats.org/officeDocument/2006/relationships/slideLayout" Target="/ppt/slideLayouts/slideLayout4.xml" Id="R79a6427133c34259" /><Relationship Type="http://schemas.openxmlformats.org/officeDocument/2006/relationships/slideLayout" Target="/ppt/slideLayouts/slideLayout5.xml" Id="R166359520838404a" /><Relationship Type="http://schemas.openxmlformats.org/officeDocument/2006/relationships/slideLayout" Target="/ppt/slideLayouts/slideLayout6.xml" Id="Rb0ac4ddbba0a46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79956de3754930"/>
    <p:sldLayoutId xmlns:r="http://schemas.openxmlformats.org/officeDocument/2006/relationships" id="2147483650" r:id="Rde8e91433f004d68"/>
    <p:sldLayoutId xmlns:r="http://schemas.openxmlformats.org/officeDocument/2006/relationships" id="2147483651" r:id="Rcd6c5173b7094c44"/>
    <p:sldLayoutId xmlns:r="http://schemas.openxmlformats.org/officeDocument/2006/relationships" id="2147483652" r:id="R79a6427133c34259"/>
    <p:sldLayoutId xmlns:r="http://schemas.openxmlformats.org/officeDocument/2006/relationships" id="2147483653" r:id="R166359520838404a"/>
    <p:sldLayoutId xmlns:r="http://schemas.openxmlformats.org/officeDocument/2006/relationships" id="2147483654" r:id="Rb0ac4ddbba0a46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ce249dcb97648d4" /><Relationship Type="http://schemas.openxmlformats.org/officeDocument/2006/relationships/image" Target="/ppt/media/image.png" Id="Rd80a3aa32fef4340" /><Relationship Type="http://schemas.openxmlformats.org/officeDocument/2006/relationships/notesSlide" Target="/ppt/notesSlides/notesSlide1.xml" Id="R6ca0c5641004480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0698a5294274ddc" /><Relationship Type="http://schemas.openxmlformats.org/officeDocument/2006/relationships/notesSlide" Target="/ppt/notesSlides/notesSlide2.xml" Id="R3695930017234d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eeb1ee8b99841fc" /><Relationship Type="http://schemas.openxmlformats.org/officeDocument/2006/relationships/notesSlide" Target="/ppt/notesSlides/notesSlide3.xml" Id="R8cf2045da6ba436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435b95203ed441f" /><Relationship Type="http://schemas.openxmlformats.org/officeDocument/2006/relationships/notesSlide" Target="/ppt/notesSlides/notesSlide4.xml" Id="Rf99b97c5d15545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af3d59f0e1c4aa1" /><Relationship Type="http://schemas.openxmlformats.org/officeDocument/2006/relationships/notesSlide" Target="/ppt/notesSlides/notesSlide5.xml" Id="R56de39ae3bec49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2b2d62b947b4dec" /><Relationship Type="http://schemas.openxmlformats.org/officeDocument/2006/relationships/notesSlide" Target="/ppt/notesSlides/notesSlide6.xml" Id="Re0e9f5a317f64d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cddf90c4c6c43aa" /><Relationship Type="http://schemas.openxmlformats.org/officeDocument/2006/relationships/notesSlide" Target="/ppt/notesSlides/notesSlide7.xml" Id="R51577b79436d46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81635a88b3a45ce" /><Relationship Type="http://schemas.openxmlformats.org/officeDocument/2006/relationships/notesSlide" Target="/ppt/notesSlides/notesSlide8.xml" Id="Rf2189a7df15f40c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0c687fd177f4ed5" /><Relationship Type="http://schemas.openxmlformats.org/officeDocument/2006/relationships/notesSlide" Target="/ppt/notesSlides/notesSlide9.xml" Id="R9cb7baab846d46c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d55e66d6e4e47e3" /><Relationship Type="http://schemas.openxmlformats.org/officeDocument/2006/relationships/notesSlide" Target="/ppt/notesSlides/notesSlide10.xml" Id="Rcda4d0dc5de44b6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27947052c694e0e" /><Relationship Type="http://schemas.openxmlformats.org/officeDocument/2006/relationships/notesSlide" Target="/ppt/notesSlides/notesSlide11.xml" Id="R19296d9dac8446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7310b67db0440e8" /><Relationship Type="http://schemas.openxmlformats.org/officeDocument/2006/relationships/notesSlide" Target="/ppt/notesSlides/notesSlide12.xml" Id="Rd6e70928eb8840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18d7c6fb12745d5" /><Relationship Type="http://schemas.openxmlformats.org/officeDocument/2006/relationships/notesSlide" Target="/ppt/notesSlides/notesSlide13.xml" Id="R914fab2b8aa4495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a6f8cf7d71848aa" /><Relationship Type="http://schemas.openxmlformats.org/officeDocument/2006/relationships/notesSlide" Target="/ppt/notesSlides/notesSlide14.xml" Id="Re0f5429ef0bf42c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3a3aeffa6ca4a1b" /><Relationship Type="http://schemas.openxmlformats.org/officeDocument/2006/relationships/notesSlide" Target="/ppt/notesSlides/notesSlide15.xml" Id="Rf43d76d3dc1144b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8e1ac017f2c41be" /><Relationship Type="http://schemas.openxmlformats.org/officeDocument/2006/relationships/notesSlide" Target="/ppt/notesSlides/notesSlide16.xml" Id="Redcb8ffae605476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a3e7b07a7524876" /><Relationship Type="http://schemas.openxmlformats.org/officeDocument/2006/relationships/notesSlide" Target="/ppt/notesSlides/notesSlide17.xml" Id="Rc067144b36d244f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ceb49a7d77344b9" /><Relationship Type="http://schemas.openxmlformats.org/officeDocument/2006/relationships/notesSlide" Target="/ppt/notesSlides/notesSlide18.xml" Id="Rb6cc478cde9b42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ac0253dde5440ef" /><Relationship Type="http://schemas.openxmlformats.org/officeDocument/2006/relationships/hyperlink" Target="https://docs.google.com/forms/d/e/1FAIpQLSeXXoklBxEruaJB_K0Ydf_N_YgW4KV44-PEBMDCSkhUHyBI4g/viewform" TargetMode="External" Id="R59d5c97fa1e44905" /><Relationship Type="http://schemas.openxmlformats.org/officeDocument/2006/relationships/notesSlide" Target="/ppt/notesSlides/notesSlide19.xml" Id="Rcdc543e3a2e6453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5271b4bb8c744b9" /><Relationship Type="http://schemas.openxmlformats.org/officeDocument/2006/relationships/notesSlide" Target="/ppt/notesSlides/notesSlide20.xml" Id="Ra01305d52fc3407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80a3aa32fef4340"/>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CBD5CDA-1489-4611-AE82-7D080731B96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D503A4-12EE-4EAB-8CF4-868F8013CBD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7</a:t>
            </a:r>
          </a:p>
        </p:txBody>
      </p:sp>
      <p:sp>
        <p:nvSpPr>
          <p:cNvPr id="4" name="">
            <a:extLst xmlns:a="http://schemas.openxmlformats.org/drawingml/2006/main">
              <a:ext uri="{FF2B5EF4-FFF2-40B4-BE49-F238E27FC236}">
                <a16:creationId xmlns:a16="http://schemas.microsoft.com/office/drawing/2014/main" id="{E0C88402-1B91-4042-98F3-A94F4130A81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3E8FDEA7-348F-4147-A2B6-3A08E67474E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61ADD3F2-458C-4991-9EC3-72AB8171933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9771784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A9BD7D6-2C7C-42F2-9B8E-DD1BE19F0D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3D20A9-CDE0-462B-A61A-4E912D8C3F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0FB0EC6-8AC4-409D-86D6-CD7B639C1E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76DA6CC-D059-45F9-97D5-E0FE40D7B7C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A2B176-27CF-4005-8BFA-7B1B44DBDCE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92D6111-05C0-448E-9B34-937C2CDAEE7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xmlns:a="http://schemas.openxmlformats.org/drawingml/2006/main">
              <a:ext uri="{FF2B5EF4-FFF2-40B4-BE49-F238E27FC236}">
                <a16:creationId xmlns:a16="http://schemas.microsoft.com/office/drawing/2014/main" id="{E5518EE8-10D9-4D08-83F6-50BB46EC7B19}"/>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E77395A-A81B-42C9-8581-C3DCF5A0D03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xmlns:a="http://schemas.openxmlformats.org/drawingml/2006/main">
              <a:ext uri="{FF2B5EF4-FFF2-40B4-BE49-F238E27FC236}">
                <a16:creationId xmlns:a16="http://schemas.microsoft.com/office/drawing/2014/main" id="{B85F2357-7DE0-4FCF-8038-6916382BFC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a:t>
            </a:r>
          </a:p>
        </p:txBody>
      </p:sp>
    </p:spTree>
    <p:extLst>
      <p:ext uri="{BB962C8B-B14F-4D97-AF65-F5344CB8AC3E}">
        <p14:creationId xmlns:p14="http://schemas.microsoft.com/office/powerpoint/2010/main" val="48733162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932C1E-8B9A-4FF8-9BA7-063BDF2E5D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0AFAA8-BADF-457B-9456-4113B1D197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362452-F0FC-4B8B-9178-E1A90C5A55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8D5812A-8537-4113-8978-34DAD53AC98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15BB52-0394-4D39-B98F-1DA66BEB2842}"/>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open the provided notebook and data on the prepared lab computer without internet?</a:t>
            </a:r>
          </a:p>
        </p:txBody>
      </p:sp>
      <p:sp>
        <p:nvSpPr>
          <p:cNvPr id="6" name="">
            <a:extLst xmlns:a="http://schemas.openxmlformats.org/drawingml/2006/main">
              <a:ext uri="{FF2B5EF4-FFF2-40B4-BE49-F238E27FC236}">
                <a16:creationId xmlns:a16="http://schemas.microsoft.com/office/drawing/2014/main" id="{35DB1365-BC6B-4A23-B335-5753A146AA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a:t>
            </a:r>
          </a:p>
        </p:txBody>
      </p:sp>
    </p:spTree>
    <p:extLst>
      <p:ext uri="{BB962C8B-B14F-4D97-AF65-F5344CB8AC3E}">
        <p14:creationId xmlns:p14="http://schemas.microsoft.com/office/powerpoint/2010/main" val="8042858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45B154-7E3B-4883-BE60-F7E2CC465A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72E75B-5ACF-478B-943D-4F0F264ADE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E57139-249E-4190-BE13-2EA1667126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7D085745-84DD-426A-979D-52CD61DF49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B2E1F4-CCDD-4567-B58D-7510B73B431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0C90BBB6-865A-44F4-86AE-D3D0E915EB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E1F072-FD9D-4F91-9632-DC5182E64D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420D15AE-B01B-4825-B30C-C28FEB3F24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AA11A6-4899-432D-87AE-8953B44774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3F56494B-69BD-43F1-8B64-21C4F9BF1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a:t>
            </a:r>
          </a:p>
        </p:txBody>
      </p:sp>
    </p:spTree>
    <p:extLst>
      <p:ext uri="{BB962C8B-B14F-4D97-AF65-F5344CB8AC3E}">
        <p14:creationId xmlns:p14="http://schemas.microsoft.com/office/powerpoint/2010/main" val="406109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6CBEA0-3598-480E-BE85-0314E3F7FB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519576-7243-462C-8C7D-B510B92FF2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99737C-DD65-4FAC-9F37-A50C45DD22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xmlns:a="http://schemas.openxmlformats.org/drawingml/2006/main">
              <a:ext uri="{FF2B5EF4-FFF2-40B4-BE49-F238E27FC236}">
                <a16:creationId xmlns:a16="http://schemas.microsoft.com/office/drawing/2014/main" id="{8975EEF0-1887-453C-8F44-9FEAD4714A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C3C0EC-3744-4894-9D1C-953A9024A9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xmlns:a="http://schemas.openxmlformats.org/drawingml/2006/main">
              <a:ext uri="{FF2B5EF4-FFF2-40B4-BE49-F238E27FC236}">
                <a16:creationId xmlns:a16="http://schemas.microsoft.com/office/drawing/2014/main" id="{49EBADDC-9FA6-4367-A235-356128E243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4CDDA4-2B6C-4261-927C-E1C631B45B5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xmlns:a="http://schemas.openxmlformats.org/drawingml/2006/main">
              <a:ext uri="{FF2B5EF4-FFF2-40B4-BE49-F238E27FC236}">
                <a16:creationId xmlns:a16="http://schemas.microsoft.com/office/drawing/2014/main" id="{91A7D097-D150-4935-8F95-513A3DCB0F4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5E5062-1F70-4DB4-95EE-D5DEE36B3CD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xmlns:a="http://schemas.openxmlformats.org/drawingml/2006/main">
              <a:ext uri="{FF2B5EF4-FFF2-40B4-BE49-F238E27FC236}">
                <a16:creationId xmlns:a16="http://schemas.microsoft.com/office/drawing/2014/main" id="{D6988EE4-F560-49E2-95D1-12C028669E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a:t>
            </a:r>
          </a:p>
        </p:txBody>
      </p:sp>
    </p:spTree>
    <p:extLst>
      <p:ext uri="{BB962C8B-B14F-4D97-AF65-F5344CB8AC3E}">
        <p14:creationId xmlns:p14="http://schemas.microsoft.com/office/powerpoint/2010/main" val="4859049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394719-B0B9-4BCE-A2CC-A4E8DE7068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BC1FBC-19EF-4B1B-9366-9642D89E81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EB13AF-1177-456B-A49E-6D3DC9A311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01CF3F4B-FC1C-4F81-BBA4-D0E93AABC2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B36D9F-1EF2-47EC-8788-5D372775C29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19585EA2-AE57-4184-9572-E72914793E4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26B9A8-F276-47BF-854F-FE512DD384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760414BD-0A80-429D-939B-8785D4FAAE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3F10A6-3CDD-46AD-8E76-ADF0587ADD8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833FE280-F424-471C-8A8C-5606BF7B61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a:t>
            </a:r>
          </a:p>
        </p:txBody>
      </p:sp>
    </p:spTree>
    <p:extLst>
      <p:ext uri="{BB962C8B-B14F-4D97-AF65-F5344CB8AC3E}">
        <p14:creationId xmlns:p14="http://schemas.microsoft.com/office/powerpoint/2010/main" val="62029912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762BFD9-527E-4562-B963-6C471E78D6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FB2BDF-5F45-4D58-885A-C27830DCBF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B4C1E1-7399-4827-BB3A-5FC4FFE7BC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AE8DDFD7-F810-4549-BB13-46384A2CC6A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C240C4-E4F6-4683-A6FD-ADEFFFE086E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BA304EA5-AC15-4082-9CDC-EF4A2C5A404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28A5F8-7113-4740-8820-FFE0585F373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EF0938DB-69CF-415D-93CD-322855E42CC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BF99E72F-39CE-4411-A240-E45B2897F98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ADC412D-313E-4CCD-8163-4FC76B77EE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5DEC0465-5A45-40F8-A264-844BA027D5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7</a:t>
            </a:r>
          </a:p>
        </p:txBody>
      </p:sp>
    </p:spTree>
    <p:extLst>
      <p:ext uri="{BB962C8B-B14F-4D97-AF65-F5344CB8AC3E}">
        <p14:creationId xmlns:p14="http://schemas.microsoft.com/office/powerpoint/2010/main" val="7608310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61D900-4F8B-4241-99B0-5B46E49DF0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04C457-BD74-4773-A26C-BDC67EE615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EE73074-DE83-4625-9C7B-E7BEA1D52D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C04F71CB-8AD2-436A-9F95-59A2EACA71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7F411F-4F27-4A74-8284-78C051A36C7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B60A7037-5F3A-4347-9175-98AAFF59489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3CE061-F005-4A87-82B8-ADE0C91C441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8D80AB60-3BBD-4BC3-AD93-04227899063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D1BE99-DDC9-4FD8-8C84-C4B689B42E8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388A3F12-A165-4CF2-A14B-F8C27CDE774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BED8C8E-2DF0-4669-9826-4163095DE9B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9AA9F101-00DC-4CAE-B5A0-6BF805AC6B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8</a:t>
            </a:r>
          </a:p>
        </p:txBody>
      </p:sp>
    </p:spTree>
    <p:extLst>
      <p:ext uri="{BB962C8B-B14F-4D97-AF65-F5344CB8AC3E}">
        <p14:creationId xmlns:p14="http://schemas.microsoft.com/office/powerpoint/2010/main" val="7403566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C3B883-FD0D-407E-AB94-FBADE6A22B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FF5FF9-DE45-4C67-91F2-974EFC37D6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620E66-7F3D-4B34-A8ED-9C2050E9E9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068F22A0-6A6A-4AC9-8F89-4FA67B9F1BF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B8CB01-3695-4A84-9FE9-196C7E3A56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D4A5F5-3F99-476E-9F27-EB6688B7F3E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25FBF16B-3E1D-4E1C-9188-451D9B0A7EB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5AC254AA-6462-4A5C-B090-9CA32212B8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9</a:t>
            </a:r>
          </a:p>
        </p:txBody>
      </p:sp>
    </p:spTree>
    <p:extLst>
      <p:ext uri="{BB962C8B-B14F-4D97-AF65-F5344CB8AC3E}">
        <p14:creationId xmlns:p14="http://schemas.microsoft.com/office/powerpoint/2010/main" val="21250042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118585-B19C-4265-A05B-F8E0078479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272D8B-65FC-4AEB-A52E-DDEB9172F5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5A15483-1BA1-483F-BD65-5728F00132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AB8883A6-1A26-4231-8228-2D679AF2CE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78FA62-3E4F-4464-8930-0E5E10714D0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ECD901EE-D48F-4972-BCE1-8BBBC3BDC53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A40F79-22BD-4EF6-80E1-74E92DD1A10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5A0942FB-3C76-4CD7-A3FC-BA1F11644FB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FBFDE5-76A3-4AEA-A3AD-B6C0B4E3152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15F6F2D0-1434-4931-94DC-880DC6ACB2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10</a:t>
            </a:r>
          </a:p>
        </p:txBody>
      </p:sp>
    </p:spTree>
    <p:extLst>
      <p:ext uri="{BB962C8B-B14F-4D97-AF65-F5344CB8AC3E}">
        <p14:creationId xmlns:p14="http://schemas.microsoft.com/office/powerpoint/2010/main" val="178357668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498557-F636-4897-B968-AF8E3C2A9B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3A3A3D-89E8-4B14-9758-B7B26E5BA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0A8783-EC0F-4DFD-8D6F-41B0CC3FD4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388B4C24-BDB2-4408-A272-43CD9BF8DF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275801-1AC1-4673-BBA0-6775DD8F1B1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8E9072AC-9E80-49EB-B67A-9853F2D26DF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E79B10-8214-44B9-B04C-2E024A296DE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598581F7-09D5-47A8-9292-F4E4DDA81E5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B02121-304D-4B4D-8EB5-D11E2F6D031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37ADA781-FD56-4890-9F60-8F3F7D56D8F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31A193-25F1-49BF-9621-CA3FC5008BB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E76E048A-D073-488E-8D0D-5E0FE601D6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11</a:t>
            </a:r>
          </a:p>
        </p:txBody>
      </p:sp>
    </p:spTree>
    <p:extLst>
      <p:ext uri="{BB962C8B-B14F-4D97-AF65-F5344CB8AC3E}">
        <p14:creationId xmlns:p14="http://schemas.microsoft.com/office/powerpoint/2010/main" val="135723328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056DDB-D2AB-458C-8D90-146647C142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306782-9C7C-4B21-ADD1-72E4FBE620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054D80-E8F5-49FB-A970-2685303C07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0E6C2EC-1C91-446E-8960-C72809A66D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148A35-7132-4EC4-A6DC-5998DF31DF9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B3874B9B-4DE3-4FB9-9609-7C4C1C9F081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DCEC99-F251-467B-BF2B-96CA923B5DB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55947505-42B9-41A9-8EC5-4E40D424E57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3BD408-4D7C-48D3-B7B9-5CDE0C2E347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26A1C0A9-1A6E-40AC-8A89-1F74961FCB8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AACA9A-31BA-4E96-AAF9-D3F21C7B771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838F446B-5D0B-4E55-AAB6-A10CCC66A5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12</a:t>
            </a:r>
          </a:p>
        </p:txBody>
      </p:sp>
    </p:spTree>
    <p:extLst>
      <p:ext uri="{BB962C8B-B14F-4D97-AF65-F5344CB8AC3E}">
        <p14:creationId xmlns:p14="http://schemas.microsoft.com/office/powerpoint/2010/main" val="12307696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89DF95-B822-4F4C-8329-5B2A8D6FD8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13B8BC-D49E-4260-83CD-91115E5DF6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A27E76-8A44-462A-BDEE-F6CF2866F8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28076CF2-2D8A-4A16-980D-D96C89212B3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2A8BD8-71C1-40A0-9371-E46F9B8FF7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F8C97495-03B3-4D83-A2F4-9E0CC93C135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CEAA68-3BA7-4AB5-B07E-9475807CD17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xmlns:a="http://schemas.openxmlformats.org/drawingml/2006/main">
              <a:ext uri="{FF2B5EF4-FFF2-40B4-BE49-F238E27FC236}">
                <a16:creationId xmlns:a16="http://schemas.microsoft.com/office/drawing/2014/main" id="{D174E8DC-2AFC-4AD0-AEEB-E3EAF698AE4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AB794C-8EE6-45E4-816A-4A122B2F894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xmlns:a="http://schemas.openxmlformats.org/drawingml/2006/main">
              <a:ext uri="{FF2B5EF4-FFF2-40B4-BE49-F238E27FC236}">
                <a16:creationId xmlns:a16="http://schemas.microsoft.com/office/drawing/2014/main" id="{F871E3C7-6C5F-4B90-9AD8-DF53F6B8998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76CB18E-BB2A-4398-B2DB-A98CF692391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xmlns:a="http://schemas.openxmlformats.org/drawingml/2006/main">
              <a:ext uri="{FF2B5EF4-FFF2-40B4-BE49-F238E27FC236}">
                <a16:creationId xmlns:a16="http://schemas.microsoft.com/office/drawing/2014/main" id="{19149E07-08C6-4909-8939-2A1086366D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13</a:t>
            </a:r>
          </a:p>
        </p:txBody>
      </p:sp>
    </p:spTree>
    <p:extLst>
      <p:ext uri="{BB962C8B-B14F-4D97-AF65-F5344CB8AC3E}">
        <p14:creationId xmlns:p14="http://schemas.microsoft.com/office/powerpoint/2010/main" val="5926961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1E3503-6564-4761-8DC9-6BDFA9DDB1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FE5050-B230-4BCC-85EE-11105A4D65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42EA31-F948-46B8-9E18-39F05A11CD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1A7CAA7-7D75-43C7-A911-785578674F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549902-9C82-41B2-AB28-8591A446E9A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0BBEFE8E-15CA-4F18-876E-7E309F4786C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71ED4F-1D01-4DA5-9CD7-A716400F1F2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2F421D87-DA05-47B3-BB08-0AAF212728D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A7C7F2-B369-4490-912A-2BB8D0638D0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ACB3668C-3666-423F-907F-ADB75B0E885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D9A589E-6194-4878-9E09-65A87395C36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FF1F1102-71E6-4498-9397-E77A3F212E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14</a:t>
            </a:r>
          </a:p>
        </p:txBody>
      </p:sp>
    </p:spTree>
    <p:extLst>
      <p:ext uri="{BB962C8B-B14F-4D97-AF65-F5344CB8AC3E}">
        <p14:creationId xmlns:p14="http://schemas.microsoft.com/office/powerpoint/2010/main" val="196427270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70A6B21-3AD4-4BEB-94D6-8950A8FAFB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23AD9C-5260-49D2-8E7B-2A4D44762D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3C017F-1007-42B2-889B-0FAE9A9164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B8587163-D56B-493B-B31D-D563F6C85C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65FA9B0-670D-4738-BD32-F372EB181F9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337BA4D9-3122-4949-A53A-496E187F22A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171130-873E-445D-A79F-83ABD388DE3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331483B4-B2BB-44DE-B448-F5D70877776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66734B-E3D3-412A-B347-CE9F6DE2007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18FB4007-7112-45D8-8787-4568F5F535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F481AD9-4142-4FBF-9AB4-BA934256D10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D86B25D9-7E00-407B-BF84-164D65EAF8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15</a:t>
            </a:r>
          </a:p>
        </p:txBody>
      </p:sp>
    </p:spTree>
    <p:extLst>
      <p:ext uri="{BB962C8B-B14F-4D97-AF65-F5344CB8AC3E}">
        <p14:creationId xmlns:p14="http://schemas.microsoft.com/office/powerpoint/2010/main" val="9605892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4FC964-9BE6-4601-BA58-CF18B88FC3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EA69AF-4234-4BBE-B867-CD6C935542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E489CA-EDD2-4DFC-917F-93F46C8353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1266DBA6-1FBA-4E43-9DFA-16DC32DD1B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DF0B77-8FEA-4E81-945A-1A04C34B378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2F1940B7-7458-44C9-BE0C-2D5C864E168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B204AC-FC98-43A1-8DDF-6E4628F902F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13D60681-6722-49C6-8FFE-8AF20FC7EA3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E4839B-062B-4428-BEFC-9595B7C38DB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F5E0EA65-5C37-48AE-9843-FB89B6F337E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208B1B9-30C9-4814-A3D2-83FA80580B4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CF39F526-8C0B-46DD-84E4-E7EF25F176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16</a:t>
            </a:r>
          </a:p>
        </p:txBody>
      </p:sp>
    </p:spTree>
    <p:extLst>
      <p:ext uri="{BB962C8B-B14F-4D97-AF65-F5344CB8AC3E}">
        <p14:creationId xmlns:p14="http://schemas.microsoft.com/office/powerpoint/2010/main" val="175784071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CAC36F-251A-49D4-92C8-D552A06A44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CD4E8F-1922-4679-A299-023FFAFBBF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1B7392-D511-4AF7-A367-8BE8413528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26E447EF-36EC-47B0-AEC8-ACA2E3645F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DC16F8-58C7-4DBC-BC4C-D94D4827778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456BDF19-14E5-4F05-BB18-A29F5956DC6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96103C-AB7A-45B3-8A93-9B586DBDA37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497FDF5F-D4F4-4858-8250-C96200E0A13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AFEB8CE-84F8-4A6F-BEA2-6C4A7144DA6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9A3A412F-8C9E-4D0B-8256-E9DD2330C36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97306B3-56A8-4010-91F8-3876E55CF03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FC5098E5-891A-439C-89DA-86081CDA13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17</a:t>
            </a:r>
          </a:p>
        </p:txBody>
      </p:sp>
    </p:spTree>
    <p:extLst>
      <p:ext uri="{BB962C8B-B14F-4D97-AF65-F5344CB8AC3E}">
        <p14:creationId xmlns:p14="http://schemas.microsoft.com/office/powerpoint/2010/main" val="185084940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CEF6805-166C-43A4-874C-420DDEC208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AA2A08-B658-4AA8-A51A-6D99D9D92A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26DD74-41B8-4125-915C-CF5F7FBE0B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A2D15D3-2266-4F09-A420-E7FA0147B2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8E216C-5E3F-4B3A-8EDD-DC24E806B77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758D7E8E-FD80-484A-A2DF-4FF9CBA5B29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E7D0AC-0398-4010-910C-3DA1E75BB4F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B4ED4B7D-B264-451B-9CF8-882701725B6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89776D-1658-46ED-A1E5-C21986EC5C2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0CF8F200-6F89-423D-88E5-0EA91746554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740D6A8-705B-49F4-9AC7-9F900CB3F38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95173D4A-57A2-4C79-A5CA-52BBFDFB2C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18</a:t>
            </a:r>
          </a:p>
        </p:txBody>
      </p:sp>
    </p:spTree>
    <p:extLst>
      <p:ext uri="{BB962C8B-B14F-4D97-AF65-F5344CB8AC3E}">
        <p14:creationId xmlns:p14="http://schemas.microsoft.com/office/powerpoint/2010/main" val="101426238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01FF6A0-2D2C-4CD6-AB20-68184DE59C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1C69EC-196E-4D61-AE56-799AD6D78E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1E29FFF9-A6A8-4961-9B45-E3830BD686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xmlns:a="http://schemas.openxmlformats.org/drawingml/2006/main">
              <a:ext uri="{FF2B5EF4-FFF2-40B4-BE49-F238E27FC236}">
                <a16:creationId xmlns:a16="http://schemas.microsoft.com/office/drawing/2014/main" id="{FFE7DCF5-8FA6-48C2-89B9-9C23A356B00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19EA50-0937-4431-B2DB-27AF0E982B4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369E961E-5118-4B29-A746-2394664F490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8FCCA4-9EF9-48FC-9F8A-F3944443D86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5841CD7A-44BA-4159-B888-C6095772B40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D100E5-96FC-4129-AF97-4D4EAF2630C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38BDC099-8792-4749-9FAA-6A59B048603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68250B-2EE8-4BFC-B9C0-2183FC1662E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7AEA7307-26BE-445B-A330-2445641F4CF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DA83836-4F76-476C-840A-AD63B6D74FA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9d5c97fa1e44905"/>
              </a:rPr>
              <a:t>Open TEST1 assignment form</a:t>
            </a:r>
          </a:p>
        </p:txBody>
      </p:sp>
      <p:sp>
        <p:nvSpPr>
          <p:cNvPr id="14" name="">
            <a:extLst xmlns:a="http://schemas.openxmlformats.org/drawingml/2006/main">
              <a:ext uri="{FF2B5EF4-FFF2-40B4-BE49-F238E27FC236}">
                <a16:creationId xmlns:a16="http://schemas.microsoft.com/office/drawing/2014/main" id="{E8463B61-DDAE-423D-82D8-1B768DD9E56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https://docs.google.com/forms/d/e/1FAIpQLSeXXoklBxEruaJB_K0Ydf_N_YgW4KV44-PEBMDCSkhUHyBI4g/viewform</a:t>
            </a:r>
          </a:p>
        </p:txBody>
      </p:sp>
      <p:sp>
        <p:nvSpPr>
          <p:cNvPr id="15" name="">
            <a:extLst xmlns:a="http://schemas.openxmlformats.org/drawingml/2006/main">
              <a:ext uri="{FF2B5EF4-FFF2-40B4-BE49-F238E27FC236}">
                <a16:creationId xmlns:a16="http://schemas.microsoft.com/office/drawing/2014/main" id="{07FD4D74-F421-476A-8C23-5F0F779080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19</a:t>
            </a:r>
          </a:p>
        </p:txBody>
      </p:sp>
    </p:spTree>
    <p:extLst>
      <p:ext uri="{BB962C8B-B14F-4D97-AF65-F5344CB8AC3E}">
        <p14:creationId xmlns:p14="http://schemas.microsoft.com/office/powerpoint/2010/main" val="518856601"/>
      </p:ext>
    </p:extLst>
  </p:cSld>
</p:sld>
</file>

<file path=ppt/slides/slide2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9951A1-FE28-4947-86C4-95EA2DA77D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EDB63AE-125B-4637-8C51-1E3BCE0E12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7CFC4E0-B4FE-45D6-9DC9-0F475FD6AA6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89D604D2-CECE-42FA-97DE-98926244BCA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17901195-EE14-41F4-9BD1-776B15D9887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A1B7698-3BC0-4264-899F-A00EC5599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7   20</a:t>
            </a:r>
          </a:p>
        </p:txBody>
      </p:sp>
    </p:spTree>
    <p:extLst>
      <p:ext uri="{BB962C8B-B14F-4D97-AF65-F5344CB8AC3E}">
        <p14:creationId xmlns:p14="http://schemas.microsoft.com/office/powerpoint/2010/main" val="7685647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2026-09-28T21:14:59.8320000Z</dcterms:created>
  <dcterms:modified xsi:type="dcterms:W3CDTF">2026-09-28T21:14:59.8320000Z</dcterms:modified>
</coreProperties>
</file>