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9be0b6543c04893" /><Relationship Type="http://schemas.openxmlformats.org/officeDocument/2006/relationships/extended-properties" Target="/docProps/app.xml" Id="R87617a016c494282" /><Relationship Type="http://schemas.openxmlformats.org/officeDocument/2006/relationships/officeDocument" Target="/ppt/presentation.xml" Id="Rf977533c7fa941e6" /></Relationships>
</file>

<file path=ppt/presentation.xml><?xml version="1.0" encoding="utf-8"?>
<p:presentation xmlns:p="http://schemas.openxmlformats.org/presentationml/2006/main">
  <p:sldMasterIdLst>
    <p:sldMasterId xmlns:r="http://schemas.openxmlformats.org/officeDocument/2006/relationships" id="2147483648" r:id="R4ae2e92178614429"/>
  </p:sldMasterIdLst>
  <p:notesMasterIdLst>
    <p:notesMasterId xmlns:r="http://schemas.openxmlformats.org/officeDocument/2006/relationships" r:id="R16375135d1854f45"/>
  </p:notesMasterIdLst>
  <p:sldIdLst>
    <p:sldId xmlns:r="http://schemas.openxmlformats.org/officeDocument/2006/relationships" id="256" r:id="R178ea8835a5243bb"/>
    <p:sldId xmlns:r="http://schemas.openxmlformats.org/officeDocument/2006/relationships" id="257" r:id="Rbd625fcf2bda4e1d"/>
    <p:sldId xmlns:r="http://schemas.openxmlformats.org/officeDocument/2006/relationships" id="258" r:id="Rad2ece83c3b14bbc"/>
    <p:sldId xmlns:r="http://schemas.openxmlformats.org/officeDocument/2006/relationships" id="259" r:id="R819de4806b7d4a26"/>
    <p:sldId xmlns:r="http://schemas.openxmlformats.org/officeDocument/2006/relationships" id="260" r:id="R69b764b43f8243c3"/>
    <p:sldId xmlns:r="http://schemas.openxmlformats.org/officeDocument/2006/relationships" id="261" r:id="R5b571bfd77774291"/>
    <p:sldId xmlns:r="http://schemas.openxmlformats.org/officeDocument/2006/relationships" id="262" r:id="R960896b12faa4e73"/>
    <p:sldId xmlns:r="http://schemas.openxmlformats.org/officeDocument/2006/relationships" id="263" r:id="R604ea7ea0227473c"/>
    <p:sldId xmlns:r="http://schemas.openxmlformats.org/officeDocument/2006/relationships" id="264" r:id="R96ce56fe87cb410c"/>
    <p:sldId xmlns:r="http://schemas.openxmlformats.org/officeDocument/2006/relationships" id="265" r:id="Reae89909acdd4f5e"/>
    <p:sldId xmlns:r="http://schemas.openxmlformats.org/officeDocument/2006/relationships" id="266" r:id="R8fbc9dad363645dd"/>
    <p:sldId xmlns:r="http://schemas.openxmlformats.org/officeDocument/2006/relationships" id="267" r:id="R64127598e7734a75"/>
    <p:sldId xmlns:r="http://schemas.openxmlformats.org/officeDocument/2006/relationships" id="268" r:id="R4ea47c5489e94bbf"/>
    <p:sldId xmlns:r="http://schemas.openxmlformats.org/officeDocument/2006/relationships" id="269" r:id="Raf18892f7bbe47c3"/>
    <p:sldId xmlns:r="http://schemas.openxmlformats.org/officeDocument/2006/relationships" id="270" r:id="Rbbc5fb395a18434e"/>
    <p:sldId xmlns:r="http://schemas.openxmlformats.org/officeDocument/2006/relationships" id="271" r:id="Rf88513349f4e44ae"/>
    <p:sldId xmlns:r="http://schemas.openxmlformats.org/officeDocument/2006/relationships" id="272" r:id="Rb1530981b42740bb"/>
    <p:sldId xmlns:r="http://schemas.openxmlformats.org/officeDocument/2006/relationships" id="273" r:id="Rdaadde36c34c479c"/>
    <p:sldId xmlns:r="http://schemas.openxmlformats.org/officeDocument/2006/relationships" id="274" r:id="Ra69b64e2e3bb42b4"/>
    <p:sldId xmlns:r="http://schemas.openxmlformats.org/officeDocument/2006/relationships" id="275" r:id="Rdbaa6224f3fa49c7"/>
    <p:sldId xmlns:r="http://schemas.openxmlformats.org/officeDocument/2006/relationships" id="276" r:id="R6ee780143f1c4a78"/>
    <p:sldId xmlns:r="http://schemas.openxmlformats.org/officeDocument/2006/relationships" id="277" r:id="R8058182a6e70495b"/>
    <p:sldId xmlns:r="http://schemas.openxmlformats.org/officeDocument/2006/relationships" id="278" r:id="Re0ae99bf615a43ec"/>
    <p:sldId xmlns:r="http://schemas.openxmlformats.org/officeDocument/2006/relationships" id="279" r:id="Rdab7e2da22d34a9b"/>
    <p:sldId xmlns:r="http://schemas.openxmlformats.org/officeDocument/2006/relationships" id="280" r:id="R2e229e795b6b452d"/>
    <p:sldId xmlns:r="http://schemas.openxmlformats.org/officeDocument/2006/relationships" id="281" r:id="R3f9cc4040e1a405d"/>
    <p:sldId xmlns:r="http://schemas.openxmlformats.org/officeDocument/2006/relationships" id="282" r:id="R90a27b4dc40a4501"/>
    <p:sldId xmlns:r="http://schemas.openxmlformats.org/officeDocument/2006/relationships" id="283" r:id="R6c4a3f60e032422f"/>
    <p:sldId xmlns:r="http://schemas.openxmlformats.org/officeDocument/2006/relationships" id="284" r:id="Rf4d7596e170846e2"/>
    <p:sldId xmlns:r="http://schemas.openxmlformats.org/officeDocument/2006/relationships" id="285" r:id="Rcbfe6f427d8e421a"/>
    <p:sldId xmlns:r="http://schemas.openxmlformats.org/officeDocument/2006/relationships" id="286" r:id="R07be48fcede848ad"/>
    <p:sldId xmlns:r="http://schemas.openxmlformats.org/officeDocument/2006/relationships" id="287" r:id="R9b9d0d6b76d74979"/>
    <p:sldId xmlns:r="http://schemas.openxmlformats.org/officeDocument/2006/relationships" id="288" r:id="R19b241ed0fc045cf"/>
    <p:sldId xmlns:r="http://schemas.openxmlformats.org/officeDocument/2006/relationships" id="289" r:id="R2a8cfbd57fad47d1"/>
    <p:sldId xmlns:r="http://schemas.openxmlformats.org/officeDocument/2006/relationships" id="290" r:id="R032267d15e144faf"/>
    <p:sldId xmlns:r="http://schemas.openxmlformats.org/officeDocument/2006/relationships" id="291" r:id="R48af6995f5ce4f7e"/>
    <p:sldId xmlns:r="http://schemas.openxmlformats.org/officeDocument/2006/relationships" id="292" r:id="R31dbc9fa75724018"/>
    <p:sldId xmlns:r="http://schemas.openxmlformats.org/officeDocument/2006/relationships" id="293" r:id="R9888f905e6404396"/>
    <p:sldId xmlns:r="http://schemas.openxmlformats.org/officeDocument/2006/relationships" id="294" r:id="R1f040eb87e05422d"/>
    <p:sldId xmlns:r="http://schemas.openxmlformats.org/officeDocument/2006/relationships" id="295" r:id="Rd4ad6ffc27064d95"/>
    <p:sldId xmlns:r="http://schemas.openxmlformats.org/officeDocument/2006/relationships" id="296" r:id="Rb59c4307850545ed"/>
    <p:sldId xmlns:r="http://schemas.openxmlformats.org/officeDocument/2006/relationships" id="297" r:id="R7e78586194a74245"/>
    <p:sldId xmlns:r="http://schemas.openxmlformats.org/officeDocument/2006/relationships" id="298" r:id="R1fc7cecc46df4e9c"/>
    <p:sldId xmlns:r="http://schemas.openxmlformats.org/officeDocument/2006/relationships" id="299" r:id="R4ccd21fe4fd74068"/>
    <p:sldId xmlns:r="http://schemas.openxmlformats.org/officeDocument/2006/relationships" id="300" r:id="R289d8efa4ca349f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92a26e24934f6f" /><Relationship Type="http://schemas.openxmlformats.org/officeDocument/2006/relationships/slideMaster" Target="/ppt/slideMasters/slideMaster1.xml" Id="R4ae2e92178614429" /><Relationship Type="http://schemas.openxmlformats.org/officeDocument/2006/relationships/notesMaster" Target="/ppt/notesMasters/notesMaster1.xml" Id="R16375135d1854f45" /><Relationship Type="http://schemas.openxmlformats.org/officeDocument/2006/relationships/presProps" Target="/ppt/presProps.xml" Id="R21a14f1966114abe" /><Relationship Type="http://schemas.openxmlformats.org/officeDocument/2006/relationships/tableStyles" Target="/ppt/tableStyles.xml" Id="R5bba81515eb74b6f" /><Relationship Type="http://schemas.openxmlformats.org/officeDocument/2006/relationships/slide" Target="/ppt/slides/slide1.xml" Id="R178ea8835a5243bb" /><Relationship Type="http://schemas.openxmlformats.org/officeDocument/2006/relationships/slide" Target="/ppt/slides/slide2.xml" Id="Rbd625fcf2bda4e1d" /><Relationship Type="http://schemas.openxmlformats.org/officeDocument/2006/relationships/slide" Target="/ppt/slides/slide3.xml" Id="Rad2ece83c3b14bbc" /><Relationship Type="http://schemas.openxmlformats.org/officeDocument/2006/relationships/slide" Target="/ppt/slides/slide4.xml" Id="R819de4806b7d4a26" /><Relationship Type="http://schemas.openxmlformats.org/officeDocument/2006/relationships/slide" Target="/ppt/slides/slide5.xml" Id="R69b764b43f8243c3" /><Relationship Type="http://schemas.openxmlformats.org/officeDocument/2006/relationships/slide" Target="/ppt/slides/slide6.xml" Id="R5b571bfd77774291" /><Relationship Type="http://schemas.openxmlformats.org/officeDocument/2006/relationships/slide" Target="/ppt/slides/slide7.xml" Id="R960896b12faa4e73" /><Relationship Type="http://schemas.openxmlformats.org/officeDocument/2006/relationships/slide" Target="/ppt/slides/slide8.xml" Id="R604ea7ea0227473c" /><Relationship Type="http://schemas.openxmlformats.org/officeDocument/2006/relationships/slide" Target="/ppt/slides/slide9.xml" Id="R96ce56fe87cb410c" /><Relationship Type="http://schemas.openxmlformats.org/officeDocument/2006/relationships/slide" Target="/ppt/slides/slide10.xml" Id="Reae89909acdd4f5e" /><Relationship Type="http://schemas.openxmlformats.org/officeDocument/2006/relationships/slide" Target="/ppt/slides/slide11.xml" Id="R8fbc9dad363645dd" /><Relationship Type="http://schemas.openxmlformats.org/officeDocument/2006/relationships/slide" Target="/ppt/slides/slide12.xml" Id="R64127598e7734a75" /><Relationship Type="http://schemas.openxmlformats.org/officeDocument/2006/relationships/slide" Target="/ppt/slides/slide13.xml" Id="R4ea47c5489e94bbf" /><Relationship Type="http://schemas.openxmlformats.org/officeDocument/2006/relationships/slide" Target="/ppt/slides/slide14.xml" Id="Raf18892f7bbe47c3" /><Relationship Type="http://schemas.openxmlformats.org/officeDocument/2006/relationships/slide" Target="/ppt/slides/slide15.xml" Id="Rbbc5fb395a18434e" /><Relationship Type="http://schemas.openxmlformats.org/officeDocument/2006/relationships/slide" Target="/ppt/slides/slide16.xml" Id="Rf88513349f4e44ae" /><Relationship Type="http://schemas.openxmlformats.org/officeDocument/2006/relationships/slide" Target="/ppt/slides/slide17.xml" Id="Rb1530981b42740bb" /><Relationship Type="http://schemas.openxmlformats.org/officeDocument/2006/relationships/slide" Target="/ppt/slides/slide18.xml" Id="Rdaadde36c34c479c" /><Relationship Type="http://schemas.openxmlformats.org/officeDocument/2006/relationships/slide" Target="/ppt/slides/slide19.xml" Id="Ra69b64e2e3bb42b4" /><Relationship Type="http://schemas.openxmlformats.org/officeDocument/2006/relationships/slide" Target="/ppt/slides/slide20.xml" Id="Rdbaa6224f3fa49c7" /><Relationship Type="http://schemas.openxmlformats.org/officeDocument/2006/relationships/slide" Target="/ppt/slides/slide21.xml" Id="R6ee780143f1c4a78" /><Relationship Type="http://schemas.openxmlformats.org/officeDocument/2006/relationships/slide" Target="/ppt/slides/slide22.xml" Id="R8058182a6e70495b" /><Relationship Type="http://schemas.openxmlformats.org/officeDocument/2006/relationships/slide" Target="/ppt/slides/slide23.xml" Id="Re0ae99bf615a43ec" /><Relationship Type="http://schemas.openxmlformats.org/officeDocument/2006/relationships/slide" Target="/ppt/slides/slide24.xml" Id="Rdab7e2da22d34a9b" /><Relationship Type="http://schemas.openxmlformats.org/officeDocument/2006/relationships/slide" Target="/ppt/slides/slide25.xml" Id="R2e229e795b6b452d" /><Relationship Type="http://schemas.openxmlformats.org/officeDocument/2006/relationships/slide" Target="/ppt/slides/slide26.xml" Id="R3f9cc4040e1a405d" /><Relationship Type="http://schemas.openxmlformats.org/officeDocument/2006/relationships/slide" Target="/ppt/slides/slide27.xml" Id="R90a27b4dc40a4501" /><Relationship Type="http://schemas.openxmlformats.org/officeDocument/2006/relationships/slide" Target="/ppt/slides/slide28.xml" Id="R6c4a3f60e032422f" /><Relationship Type="http://schemas.openxmlformats.org/officeDocument/2006/relationships/slide" Target="/ppt/slides/slide29.xml" Id="Rf4d7596e170846e2" /><Relationship Type="http://schemas.openxmlformats.org/officeDocument/2006/relationships/slide" Target="/ppt/slides/slide30.xml" Id="Rcbfe6f427d8e421a" /><Relationship Type="http://schemas.openxmlformats.org/officeDocument/2006/relationships/slide" Target="/ppt/slides/slide31.xml" Id="R07be48fcede848ad" /><Relationship Type="http://schemas.openxmlformats.org/officeDocument/2006/relationships/slide" Target="/ppt/slides/slide32.xml" Id="R9b9d0d6b76d74979" /><Relationship Type="http://schemas.openxmlformats.org/officeDocument/2006/relationships/slide" Target="/ppt/slides/slide33.xml" Id="R19b241ed0fc045cf" /><Relationship Type="http://schemas.openxmlformats.org/officeDocument/2006/relationships/slide" Target="/ppt/slides/slide34.xml" Id="R2a8cfbd57fad47d1" /><Relationship Type="http://schemas.openxmlformats.org/officeDocument/2006/relationships/slide" Target="/ppt/slides/slide35.xml" Id="R032267d15e144faf" /><Relationship Type="http://schemas.openxmlformats.org/officeDocument/2006/relationships/slide" Target="/ppt/slides/slide36.xml" Id="R48af6995f5ce4f7e" /><Relationship Type="http://schemas.openxmlformats.org/officeDocument/2006/relationships/slide" Target="/ppt/slides/slide37.xml" Id="R31dbc9fa75724018" /><Relationship Type="http://schemas.openxmlformats.org/officeDocument/2006/relationships/slide" Target="/ppt/slides/slide38.xml" Id="R9888f905e6404396" /><Relationship Type="http://schemas.openxmlformats.org/officeDocument/2006/relationships/slide" Target="/ppt/slides/slide39.xml" Id="R1f040eb87e05422d" /><Relationship Type="http://schemas.openxmlformats.org/officeDocument/2006/relationships/slide" Target="/ppt/slides/slide40.xml" Id="Rd4ad6ffc27064d95" /><Relationship Type="http://schemas.openxmlformats.org/officeDocument/2006/relationships/slide" Target="/ppt/slides/slide41.xml" Id="Rb59c4307850545ed" /><Relationship Type="http://schemas.openxmlformats.org/officeDocument/2006/relationships/slide" Target="/ppt/slides/slide42.xml" Id="R7e78586194a74245" /><Relationship Type="http://schemas.openxmlformats.org/officeDocument/2006/relationships/slide" Target="/ppt/slides/slide43.xml" Id="R1fc7cecc46df4e9c" /><Relationship Type="http://schemas.openxmlformats.org/officeDocument/2006/relationships/slide" Target="/ppt/slides/slide44.xml" Id="R4ccd21fe4fd74068" /><Relationship Type="http://schemas.openxmlformats.org/officeDocument/2006/relationships/slide" Target="/ppt/slides/slide45.xml" Id="R289d8efa4ca349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808980d29d4b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40d7cffb374343" /><Relationship Type="http://schemas.openxmlformats.org/officeDocument/2006/relationships/notesMaster" Target="/ppt/notesMasters/notesMaster1.xml" Id="R5aee4af7759c4e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2cf54119dd4804" /><Relationship Type="http://schemas.openxmlformats.org/officeDocument/2006/relationships/notesMaster" Target="/ppt/notesMasters/notesMaster1.xml" Id="Reff5b437a5304c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9b2615771c4c13" /><Relationship Type="http://schemas.openxmlformats.org/officeDocument/2006/relationships/notesMaster" Target="/ppt/notesMasters/notesMaster1.xml" Id="Re449ceda68c943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ce9d0035fb4cd4" /><Relationship Type="http://schemas.openxmlformats.org/officeDocument/2006/relationships/notesMaster" Target="/ppt/notesMasters/notesMaster1.xml" Id="Raa23fbc33e254a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61e6cfdeea4ef9" /><Relationship Type="http://schemas.openxmlformats.org/officeDocument/2006/relationships/notesMaster" Target="/ppt/notesMasters/notesMaster1.xml" Id="R9f87f0c232a84c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c92101234a4d9c" /><Relationship Type="http://schemas.openxmlformats.org/officeDocument/2006/relationships/notesMaster" Target="/ppt/notesMasters/notesMaster1.xml" Id="R137667962be440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03e6eed9d249bd" /><Relationship Type="http://schemas.openxmlformats.org/officeDocument/2006/relationships/notesMaster" Target="/ppt/notesMasters/notesMaster1.xml" Id="R8ce0c9c5cd8741b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5e0aaf2c0b4e97" /><Relationship Type="http://schemas.openxmlformats.org/officeDocument/2006/relationships/notesMaster" Target="/ppt/notesMasters/notesMaster1.xml" Id="Rb772236621f145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45c5f1f588c4bdf" /><Relationship Type="http://schemas.openxmlformats.org/officeDocument/2006/relationships/notesMaster" Target="/ppt/notesMasters/notesMaster1.xml" Id="Rca7380870fae47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a00ab442424cd1" /><Relationship Type="http://schemas.openxmlformats.org/officeDocument/2006/relationships/notesMaster" Target="/ppt/notesMasters/notesMaster1.xml" Id="R6e45ae8cead642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c1a86cf2c0462d" /><Relationship Type="http://schemas.openxmlformats.org/officeDocument/2006/relationships/notesMaster" Target="/ppt/notesMasters/notesMaster1.xml" Id="R14fa675b77e84dd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164e9dcab74804" /><Relationship Type="http://schemas.openxmlformats.org/officeDocument/2006/relationships/notesMaster" Target="/ppt/notesMasters/notesMaster1.xml" Id="R6d31ad12278f45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ba6e988108f4f94" /><Relationship Type="http://schemas.openxmlformats.org/officeDocument/2006/relationships/notesMaster" Target="/ppt/notesMasters/notesMaster1.xml" Id="R6e5b4aff647b46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68531304ff4480" /><Relationship Type="http://schemas.openxmlformats.org/officeDocument/2006/relationships/notesMaster" Target="/ppt/notesMasters/notesMaster1.xml" Id="Rf12b637d989344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5272e3c2f645be" /><Relationship Type="http://schemas.openxmlformats.org/officeDocument/2006/relationships/notesMaster" Target="/ppt/notesMasters/notesMaster1.xml" Id="R1e92561be9694ca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17e120fbac4ef7" /><Relationship Type="http://schemas.openxmlformats.org/officeDocument/2006/relationships/notesMaster" Target="/ppt/notesMasters/notesMaster1.xml" Id="R668be65fa5b748f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91ecd042ef4c57" /><Relationship Type="http://schemas.openxmlformats.org/officeDocument/2006/relationships/notesMaster" Target="/ppt/notesMasters/notesMaster1.xml" Id="Rba37a42037ea46c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e9bdc5c64fd4138" /><Relationship Type="http://schemas.openxmlformats.org/officeDocument/2006/relationships/notesMaster" Target="/ppt/notesMasters/notesMaster1.xml" Id="Rd05e5d59d2ab4b8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82b1ac051e548a5" /><Relationship Type="http://schemas.openxmlformats.org/officeDocument/2006/relationships/notesMaster" Target="/ppt/notesMasters/notesMaster1.xml" Id="Rcd32bc498749429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918c92177e543be" /><Relationship Type="http://schemas.openxmlformats.org/officeDocument/2006/relationships/notesMaster" Target="/ppt/notesMasters/notesMaster1.xml" Id="R2688f6cdce3b428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43b03b52c664e00" /><Relationship Type="http://schemas.openxmlformats.org/officeDocument/2006/relationships/notesMaster" Target="/ppt/notesMasters/notesMaster1.xml" Id="R3136e15c720b454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3698f83f9594afa" /><Relationship Type="http://schemas.openxmlformats.org/officeDocument/2006/relationships/notesMaster" Target="/ppt/notesMasters/notesMaster1.xml" Id="Rce5706769272499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c2a075e90344e4" /><Relationship Type="http://schemas.openxmlformats.org/officeDocument/2006/relationships/notesMaster" Target="/ppt/notesMasters/notesMaster1.xml" Id="R31b94724c9b7425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73cee7c796d4789" /><Relationship Type="http://schemas.openxmlformats.org/officeDocument/2006/relationships/notesMaster" Target="/ppt/notesMasters/notesMaster1.xml" Id="R039a6d099898432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23f0160ff94ccb" /><Relationship Type="http://schemas.openxmlformats.org/officeDocument/2006/relationships/notesMaster" Target="/ppt/notesMasters/notesMaster1.xml" Id="R7dd0f573864643c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b8c6db86da4a52" /><Relationship Type="http://schemas.openxmlformats.org/officeDocument/2006/relationships/notesMaster" Target="/ppt/notesMasters/notesMaster1.xml" Id="R49e25a011aad462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1146d44e0274836" /><Relationship Type="http://schemas.openxmlformats.org/officeDocument/2006/relationships/notesMaster" Target="/ppt/notesMasters/notesMaster1.xml" Id="R8e271f0b0b444f0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333e013921247c7" /><Relationship Type="http://schemas.openxmlformats.org/officeDocument/2006/relationships/notesMaster" Target="/ppt/notesMasters/notesMaster1.xml" Id="R6d71127c186441c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22bc5374d634dff" /><Relationship Type="http://schemas.openxmlformats.org/officeDocument/2006/relationships/notesMaster" Target="/ppt/notesMasters/notesMaster1.xml" Id="Rfe89bc1077ef4da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99c85aea22b44bd" /><Relationship Type="http://schemas.openxmlformats.org/officeDocument/2006/relationships/notesMaster" Target="/ppt/notesMasters/notesMaster1.xml" Id="R8d53582d45f5408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26fd174f1b04b3d" /><Relationship Type="http://schemas.openxmlformats.org/officeDocument/2006/relationships/notesMaster" Target="/ppt/notesMasters/notesMaster1.xml" Id="Rba240ff27610420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421456fcd22490c" /><Relationship Type="http://schemas.openxmlformats.org/officeDocument/2006/relationships/notesMaster" Target="/ppt/notesMasters/notesMaster1.xml" Id="Radbf0ae830484b2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7f07b5e5f95411b" /><Relationship Type="http://schemas.openxmlformats.org/officeDocument/2006/relationships/notesMaster" Target="/ppt/notesMasters/notesMaster1.xml" Id="R73f278cf22954fb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8284ab60d7e4b9d" /><Relationship Type="http://schemas.openxmlformats.org/officeDocument/2006/relationships/notesMaster" Target="/ppt/notesMasters/notesMaster1.xml" Id="R02b1c92c1b7a41b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b6c91b7bfc44d3d" /><Relationship Type="http://schemas.openxmlformats.org/officeDocument/2006/relationships/notesMaster" Target="/ppt/notesMasters/notesMaster1.xml" Id="R3dd5afb4dd3c4db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034c5f6ca1b404b" /><Relationship Type="http://schemas.openxmlformats.org/officeDocument/2006/relationships/notesMaster" Target="/ppt/notesMasters/notesMaster1.xml" Id="Rada2975a1cde4b2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06d83e63914e11" /><Relationship Type="http://schemas.openxmlformats.org/officeDocument/2006/relationships/notesMaster" Target="/ppt/notesMasters/notesMaster1.xml" Id="Rbb64267dcf9b444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71690220f634263" /><Relationship Type="http://schemas.openxmlformats.org/officeDocument/2006/relationships/notesMaster" Target="/ppt/notesMasters/notesMaster1.xml" Id="Rf5e022d869ad481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57314f0e4914118" /><Relationship Type="http://schemas.openxmlformats.org/officeDocument/2006/relationships/notesMaster" Target="/ppt/notesMasters/notesMaster1.xml" Id="Rf9ab66a9b86d415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fae6aaa17ec4a23" /><Relationship Type="http://schemas.openxmlformats.org/officeDocument/2006/relationships/notesMaster" Target="/ppt/notesMasters/notesMaster1.xml" Id="R2e91afe59c004dc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f36a1ab5f1342c0" /><Relationship Type="http://schemas.openxmlformats.org/officeDocument/2006/relationships/notesMaster" Target="/ppt/notesMasters/notesMaster1.xml" Id="Rc3a40154b1964d6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c90916113a14a19" /><Relationship Type="http://schemas.openxmlformats.org/officeDocument/2006/relationships/notesMaster" Target="/ppt/notesMasters/notesMaster1.xml" Id="Ra145d1f1e3a342b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a80a3caedbd46f6" /><Relationship Type="http://schemas.openxmlformats.org/officeDocument/2006/relationships/notesMaster" Target="/ppt/notesMasters/notesMaster1.xml" Id="Rc796fc941d0d49a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e4b374142af4397" /><Relationship Type="http://schemas.openxmlformats.org/officeDocument/2006/relationships/notesMaster" Target="/ppt/notesMasters/notesMaster1.xml" Id="Rdcca7151cdfe4e8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4a318465e6f4be6" /><Relationship Type="http://schemas.openxmlformats.org/officeDocument/2006/relationships/notesMaster" Target="/ppt/notesMasters/notesMaster1.xml" Id="R5db242b483f94e3c"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the cost of mistakes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Classification and the cost of mistakes.</a:t>
            </a:r>
          </a:p>
          <a:p>
            <a:r>
              <a:t/>
            </a:r>
          </a:p>
          <a:p>
            <a:r>
              <a:t>LECTURER CUE</a:t>
            </a:r>
          </a:p>
          <a:p>
            <a:r>
              <a:t>Ask learners to explain this goal in ordinary language. The first successful attempt matters more than covering optional extensions. Defer: Three independently built classifiers, ROC/AUC and full threshold curves are extension after the basic matrix is secure.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Ask students to explain a false negative in their own programme and identify the denominator of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The positive class.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positive class</a:t>
            </a:r>
          </a:p>
          <a:p>
            <a:r>
              <a:t/>
            </a:r>
          </a:p>
          <a:p>
            <a:r>
              <a:t>CONNECT</a:t>
            </a:r>
          </a:p>
          <a:p>
            <a:r>
              <a:t>Build on the preceding slide: The engineering context.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Class and positive label / TP and TN.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 and positive label / TP and TN</a:t>
            </a:r>
          </a:p>
          <a:p>
            <a:r>
              <a:t/>
            </a:r>
          </a:p>
          <a:p>
            <a:r>
              <a:t>CONNECT</a:t>
            </a:r>
          </a:p>
          <a:p>
            <a:r>
              <a:t>Build on the preceding slide: The positive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NEXT</a:t>
            </a:r>
          </a:p>
          <a:p>
            <a:r>
              <a:t>FP and FN.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FP and FN</a:t>
            </a:r>
          </a:p>
          <a:p>
            <a:r>
              <a:t/>
            </a:r>
          </a:p>
          <a:p>
            <a:r>
              <a:t>CONNECT</a:t>
            </a:r>
          </a:p>
          <a:p>
            <a:r>
              <a:t>Build on the preceding slide: Class and positive label / TP and TN.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FP and FN: False positive is a false alarm. False negative is a missed warning.</a:t>
            </a:r>
          </a:p>
          <a:p>
            <a:r>
              <a:t/>
            </a:r>
          </a:p>
          <a:p>
            <a:r>
              <a:t>NEXT</a:t>
            </a:r>
          </a:p>
          <a:p>
            <a:r>
              <a:t>Actual and predicted describe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Actual and predicted describe different things</a:t>
            </a:r>
          </a:p>
          <a:p>
            <a:r>
              <a:t/>
            </a:r>
          </a:p>
          <a:p>
            <a:r>
              <a:t>CONNECT</a:t>
            </a:r>
          </a:p>
          <a:p>
            <a:r>
              <a:t>Build on the preceding slide: FP and FN.</a:t>
            </a:r>
          </a:p>
          <a:p>
            <a:r>
              <a:t/>
            </a:r>
          </a:p>
          <a:p>
            <a:r>
              <a:t>LECTURER CUE</a:t>
            </a:r>
          </a:p>
          <a:p>
            <a:r>
              <a:t>Place four paper observations in a table of actual label and predicted label. Classify each before showing the four-cell matrix. State which axis is actual and which is predicted.</a:t>
            </a:r>
          </a:p>
          <a:p>
            <a:r>
              <a:t/>
            </a:r>
          </a:p>
          <a:p>
            <a:r>
              <a:t>NEXT</a:t>
            </a:r>
          </a:p>
          <a:p>
            <a:r>
              <a:t>Every paired result belongs in one cell.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paired result belongs in one cell</a:t>
            </a:r>
          </a:p>
          <a:p>
            <a:r>
              <a:t/>
            </a:r>
          </a:p>
          <a:p>
            <a:r>
              <a:t>CONNECT</a:t>
            </a:r>
          </a:p>
          <a:p>
            <a:r>
              <a:t>Build on the preceding slide: Actual and predicted describe different things.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four kinds of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four kinds of result</a:t>
            </a:r>
          </a:p>
          <a:p>
            <a:r>
              <a:t/>
            </a:r>
          </a:p>
          <a:p>
            <a:r>
              <a:t>CONNECT</a:t>
            </a:r>
          </a:p>
          <a:p>
            <a:r>
              <a:t>Build on the preceding slide: Every paired result belongs in one cell.</a:t>
            </a:r>
          </a:p>
          <a:p>
            <a:r>
              <a:t/>
            </a:r>
          </a:p>
          <a:p>
            <a:r>
              <a:t>LECTURER CUE</a:t>
            </a:r>
          </a:p>
          <a:p>
            <a:r>
              <a:t>Rows are actual and columns are predicted. Read each paired observation into exactly one cell. Precision = 1/2. Recall = 1/2. Cost = 5 × FN + FP = 6 under this invented cost rule.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Precision /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 Recall</a:t>
            </a:r>
          </a:p>
          <a:p>
            <a:r>
              <a:t/>
            </a:r>
          </a:p>
          <a:p>
            <a:r>
              <a:t>CONNECT</a:t>
            </a:r>
          </a:p>
          <a:p>
            <a:r>
              <a:t>Build on the preceding slide: The four kinds of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Precision: Of all predicted warnings, the fraction that were actual warnings: TP / (TP + FP).</a:t>
            </a:r>
          </a:p>
          <a:p>
            <a:r>
              <a:t>Recall: Of all actual warnings, the fraction detected: TP / (TP + FN).</a:t>
            </a:r>
          </a:p>
          <a:p>
            <a:r>
              <a:t/>
            </a:r>
          </a:p>
          <a:p>
            <a:r>
              <a:t>NEXT</a:t>
            </a:r>
          </a:p>
          <a:p>
            <a:r>
              <a:t>Precision and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and recall</a:t>
            </a:r>
          </a:p>
          <a:p>
            <a:r>
              <a:t/>
            </a:r>
          </a:p>
          <a:p>
            <a:r>
              <a:t>CONNECT</a:t>
            </a:r>
          </a:p>
          <a:p>
            <a:r>
              <a:t>Build on the preceding slide: Precision /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Two fractions ask different questions.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fractions ask different questions</a:t>
            </a:r>
          </a:p>
          <a:p>
            <a:r>
              <a:t/>
            </a:r>
          </a:p>
          <a:p>
            <a:r>
              <a:t>CONNECT</a:t>
            </a:r>
          </a:p>
          <a:p>
            <a:r>
              <a:t>Build on the preceding slide: Precision and recall.</a:t>
            </a:r>
          </a:p>
          <a:p>
            <a:r>
              <a:t/>
            </a:r>
          </a:p>
          <a:p>
            <a:r>
              <a:t>LECTURER CUE</a:t>
            </a:r>
          </a:p>
          <a:p>
            <a:r>
              <a:t>Use counts before fractions. The denominator of precision is predicted positives; the denominator of recall is actual positives. Explain what happens if either denominator is zero.</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Threshold and cost.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Threshold and cost</a:t>
            </a:r>
          </a:p>
          <a:p>
            <a:r>
              <a:t/>
            </a:r>
          </a:p>
          <a:p>
            <a:r>
              <a:t>CONNECT</a:t>
            </a:r>
          </a:p>
          <a:p>
            <a:r>
              <a:t>Build on the preceding slide: Two fractions ask different questions.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Threshold and cost: A threshold converts a score to a decision. A cost rule states how much each type of mistake matters. Lower thresholds usually increase recall; precision need not decrease at every step.</a:t>
            </a:r>
          </a:p>
          <a:p>
            <a:r>
              <a:t/>
            </a:r>
          </a:p>
          <a:p>
            <a:r>
              <a:t>NEXT</a:t>
            </a:r>
          </a:p>
          <a:p>
            <a:r>
              <a:t>State the cost rule before calculating.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State the cost rule before calculating</a:t>
            </a:r>
          </a:p>
          <a:p>
            <a:r>
              <a:t/>
            </a:r>
          </a:p>
          <a:p>
            <a:r>
              <a:t>CONNECT</a:t>
            </a:r>
          </a:p>
          <a:p>
            <a:r>
              <a:t>Build on the preceding slide: Threshold and cost.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Counting syntax in the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syntax in the example</a:t>
            </a:r>
          </a:p>
          <a:p>
            <a:r>
              <a:t/>
            </a:r>
          </a:p>
          <a:p>
            <a:r>
              <a:t>CONNECT</a:t>
            </a:r>
          </a:p>
          <a:p>
            <a:r>
              <a:t>Build on the preceding slide: State the cost rule before calculating.</a:t>
            </a:r>
          </a:p>
          <a:p>
            <a:r>
              <a:t/>
            </a:r>
          </a:p>
          <a:p>
            <a:r>
              <a:t>LECTURER CUE</a:t>
            </a:r>
          </a:p>
          <a:p>
            <a:r>
              <a:t>Read one row at a time and use a changed value. This is a syntax reference for the worked examples.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Counting syntax in the example.</a:t>
            </a:r>
          </a:p>
          <a:p>
            <a:r>
              <a:t/>
            </a:r>
          </a:p>
          <a:p>
            <a:r>
              <a:t>LECTURER CUE</a:t>
            </a:r>
          </a:p>
          <a:p>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a:r>
              <a:t/>
            </a:r>
          </a:p>
          <a:p>
            <a:r>
              <a:t>Complete practice code:</a:t>
            </a:r>
          </a:p>
          <a:p>
            <a:r>
              <a:t>actual = [1, 1, 0, 0]</a:t>
            </a:r>
          </a:p>
          <a:p>
            <a:r>
              <a:t>predicted = [1, 0, 1, 0]</a:t>
            </a:r>
          </a:p>
          <a:p>
            <a:r>
              <a:t>for truth, guess in zip(actual, predicted):</a:t>
            </a:r>
          </a:p>
          <a:p>
            <a:r>
              <a:t>    print(truth, guess)</a:t>
            </a:r>
          </a:p>
          <a:p>
            <a:r>
              <a:t># Count the four categories on paper before calculating.</a:t>
            </a:r>
          </a:p>
          <a:p>
            <a:r>
              <a:t>tp, fn, fp, tn = 1, 1, 1, 1</a:t>
            </a:r>
          </a:p>
          <a:p>
            <a:r>
              <a:t>print(tp / (tp + fp))</a:t>
            </a:r>
          </a:p>
          <a:p>
            <a:r>
              <a:t>print(tp / (tp + fn))</a:t>
            </a:r>
          </a:p>
          <a:p>
            <a:r>
              <a:t>print(5 * fn + fp)</a:t>
            </a:r>
          </a:p>
          <a:p>
            <a:r>
              <a:t/>
            </a:r>
          </a:p>
          <a:p>
            <a:r>
              <a:t>WALK THROUGH THIS CODE</a:t>
            </a:r>
          </a:p>
          <a:p>
            <a:r>
              <a:t>for takes the next item. The indented block repeats.</a:t>
            </a:r>
          </a:p>
          <a:p>
            <a:r>
              <a:t>zip pairs items at matching positions in these equal-length lists.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Counting arbitrary paired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a:t>
            </a:r>
          </a:p>
          <a:p>
            <a:r>
              <a:t/>
            </a:r>
          </a:p>
          <a:p>
            <a:r>
              <a:t>CONNECT</a:t>
            </a:r>
          </a:p>
          <a:p>
            <a:r>
              <a:t>Build on the preceding slide: Expected output.</a:t>
            </a:r>
          </a:p>
          <a:p>
            <a:r>
              <a:t/>
            </a:r>
          </a:p>
          <a:p>
            <a:r>
              <a:t>LECTURER CUE</a:t>
            </a:r>
          </a:p>
          <a:p>
            <a:r>
              <a:t>Start every counter at zero before the loop. == compares labels. and means both comparisons must be true. elif checks another condition only when earlier ones were false.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Counting arbitrary paired observations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(1/3)</a:t>
            </a:r>
          </a:p>
          <a:p>
            <a:r>
              <a:t/>
            </a:r>
          </a:p>
          <a:p>
            <a:r>
              <a:t>CONNECT</a:t>
            </a:r>
          </a:p>
          <a:p>
            <a:r>
              <a:t>Build on the preceding slide: Counting arbitrary paired observations.</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(2/3)</a:t>
            </a:r>
          </a:p>
          <a:p>
            <a:r>
              <a:t/>
            </a:r>
          </a:p>
          <a:p>
            <a:r>
              <a:t>CONNECT</a:t>
            </a:r>
          </a:p>
          <a:p>
            <a:r>
              <a:t>Build on the preceding slide: Counting arbitrary paired observations in Python (1/3).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for takes the next item. The indented block repeats.</a:t>
            </a:r>
          </a:p>
          <a:p>
            <a:r>
              <a:t>if tests a condition. The chosen indented block runs.</a:t>
            </a:r>
          </a:p>
          <a:p>
            <a:r>
              <a:t>zip pairs items at matching positions in these equal-length lists.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(3/3)</a:t>
            </a:r>
          </a:p>
          <a:p>
            <a:r>
              <a:t/>
            </a:r>
          </a:p>
          <a:p>
            <a:r>
              <a:t>CONNECT</a:t>
            </a:r>
          </a:p>
          <a:p>
            <a:r>
              <a:t>Build on the preceding slide: Counting arbitrary paired observations in Python (2/3).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confusion matrix.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confusion matrix</a:t>
            </a:r>
          </a:p>
          <a:p>
            <a:r>
              <a:t/>
            </a:r>
          </a:p>
          <a:p>
            <a:r>
              <a:t>CONNECT</a:t>
            </a:r>
          </a:p>
          <a:p>
            <a:r>
              <a:t>Build on the preceding slide: Counting arbitrary paired observations in Python (3/3).</a:t>
            </a:r>
          </a:p>
          <a:p>
            <a:r>
              <a:t/>
            </a:r>
          </a:p>
          <a:p>
            <a:r>
              <a:t>LECTURER CUE</a:t>
            </a:r>
          </a:p>
          <a:p>
            <a:r>
              <a:t>Do this before revealing the discussion slide. One learner moves or writes the items, the other checks. Swap roles. Every student explains one step. Expected: Each cell contains one card. Precision = 1 / 2 and recall = 1 / 2. The denominators count different sets of warnings.</a:t>
            </a:r>
          </a:p>
          <a:p>
            <a:r>
              <a:t>Wait for an individual prediction before inviting pair discussion. Give a first-step hint if needed.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confusion matrix.</a:t>
            </a:r>
          </a:p>
          <a:p>
            <a:r>
              <a:t/>
            </a:r>
          </a:p>
          <a:p>
            <a:r>
              <a:t>LECTURER CUE</a:t>
            </a:r>
          </a:p>
          <a:p>
            <a:r>
              <a:t>Ask which step produced this answer. Return to the concrete action if a learner cannot explain it. This is practice feedback, never a quiz key.</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Probability and a decision threshold.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decision threshold</a:t>
            </a:r>
          </a:p>
          <a:p>
            <a:r>
              <a:t/>
            </a:r>
          </a:p>
          <a:p>
            <a:r>
              <a:t>CONNECT</a:t>
            </a:r>
          </a:p>
          <a:p>
            <a:r>
              <a:t>Build on the preceding slide: What the activity shows.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NEXT</a:t>
            </a:r>
          </a:p>
          <a:p>
            <a:r>
              <a:t>A category decision can use a probability.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decision can use a probability</a:t>
            </a:r>
          </a:p>
          <a:p>
            <a:r>
              <a:t/>
            </a:r>
          </a:p>
          <a:p>
            <a:r>
              <a:t>CONNECT</a:t>
            </a:r>
          </a:p>
          <a:p>
            <a:r>
              <a:t>Build on the preceding slide: Probability and a decision threshold.</a:t>
            </a:r>
          </a:p>
          <a:p>
            <a:r>
              <a:t/>
            </a:r>
          </a:p>
          <a:p>
            <a:r>
              <a:t>LECTURER CUE</a:t>
            </a:r>
          </a:p>
          <a:p>
            <a:r>
              <a:t>Only after the count exercise, show a classifier fit/predict demonstration. Logistic regression predicts a category despite its name. Probability estimates need not be well calibrated.</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Probability and a warning decision.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warning decision</a:t>
            </a:r>
          </a:p>
          <a:p>
            <a:r>
              <a:t/>
            </a:r>
          </a:p>
          <a:p>
            <a:r>
              <a:t>CONNECT</a:t>
            </a:r>
          </a:p>
          <a:p>
            <a:r>
              <a:t>Build on the preceding slide: A category decision can use a probability.</a:t>
            </a:r>
          </a:p>
          <a:p>
            <a:r>
              <a:t/>
            </a:r>
          </a:p>
          <a:p>
            <a:r>
              <a:t>LECTURER CUE</a:t>
            </a:r>
          </a:p>
          <a:p>
            <a:r>
              <a:t>Lowering a threshold on fixed predictions cannot reduce the number flagged. Precision may rise or fall. Evaluate costs using validation data.</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Represent a category with indicators.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Represent a category with indicators</a:t>
            </a:r>
          </a:p>
          <a:p>
            <a:r>
              <a:t/>
            </a:r>
          </a:p>
          <a:p>
            <a:r>
              <a:t>CONNECT</a:t>
            </a:r>
          </a:p>
          <a:p>
            <a:r>
              <a:t>Build on the preceding slide: Probability and a warning decision.</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NEXT</a:t>
            </a:r>
          </a:p>
          <a:p>
            <a:r>
              <a:t>A category can become indicator columns.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can become indicator columns</a:t>
            </a:r>
          </a:p>
          <a:p>
            <a:r>
              <a:t/>
            </a:r>
          </a:p>
          <a:p>
            <a:r>
              <a:t>CONNECT</a:t>
            </a:r>
          </a:p>
          <a:p>
            <a:r>
              <a:t>Build on the preceding slide: Represent a category with indicators.</a:t>
            </a:r>
          </a:p>
          <a:p>
            <a:r>
              <a:t/>
            </a:r>
          </a:p>
          <a:p>
            <a:r>
              <a:t>LECTURER CUE</a:t>
            </a:r>
          </a:p>
          <a:p>
            <a:r>
              <a:t>An indicator is 1 when its category applies and 0 otherwise. Fit the encoder on training data.</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Accuracy can hide missed warnings.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Accuracy can hide missed warnings</a:t>
            </a:r>
          </a:p>
          <a:p>
            <a:r>
              <a:t/>
            </a:r>
          </a:p>
          <a:p>
            <a:r>
              <a:t>CONNECT</a:t>
            </a:r>
          </a:p>
          <a:p>
            <a:r>
              <a:t>Build on the preceding slide: A category can become indicator columns.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Accuracy can hide missed warnings.</a:t>
            </a:r>
          </a:p>
          <a:p>
            <a:r>
              <a:t/>
            </a:r>
          </a:p>
          <a:p>
            <a:r>
              <a:t>LECTURER CUE</a:t>
            </a:r>
          </a:p>
          <a:p>
            <a:r>
              <a:t>Give silent thinking time, then let pairs discuss. Rotate who types. This is practice, not a graded quiz. Expected response: TP=2, FN=0, FP=1, TN=1. Precision 2/3, recall 1, cost 1. This particular change improves recall and cost.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DISCUSSION KEY FOR THIS SLIDE</a:t>
            </a:r>
          </a:p>
          <a:p>
            <a:r>
              <a:t>DISCUSS THE REASONING</a:t>
            </a:r>
          </a:p>
          <a:p>
            <a:r>
              <a:t>Practice discussion</a:t>
            </a:r>
          </a:p>
          <a:p>
            <a:r>
              <a:t>TP=2, FN=0, FP=1, TN=1. Precision 2/3, recall 1, cost 1. This particular change improves recall and cost.</a:t>
            </a:r>
          </a:p>
          <a:p>
            <a:r>
              <a:t>Which step produced this result? What changes if one input changes?</a:t>
            </a:r>
          </a:p>
          <a:p>
            <a:r>
              <a:t>CML3111   Week 9   32</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Translate the medical example to warning/no-warning and label the axes.</a:t>
            </a:r>
          </a:p>
          <a:p>
            <a:r>
              <a:t>Preview before class and stop after the selected short excerpt. If playback fails, teach the worked example. Video is optional. Source: https://www.youtube.com/watch?v=Kdsp6soqA7o</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Category predictions and operating thresholds.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Category predictions and operating thresholds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 continued</a:t>
            </a:r>
          </a:p>
          <a:p>
            <a:r>
              <a:t/>
            </a:r>
          </a:p>
          <a:p>
            <a:r>
              <a:t>CONNECT</a:t>
            </a:r>
          </a:p>
          <a:p>
            <a:r>
              <a:t>Build on the preceding slide: Category predictions and operating thresholds.</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Category predictions and operating thresholds continued.</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Your issued task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 continued</a:t>
            </a:r>
          </a:p>
          <a:p>
            <a:r>
              <a:t/>
            </a:r>
          </a:p>
          <a:p>
            <a:r>
              <a:t>CONNECT</a:t>
            </a:r>
          </a:p>
          <a:p>
            <a:r>
              <a:t>Build on the preceding slide: Your issued task.</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classification_metrics(actual,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classification_metrics(actual, predicted)</a:t>
            </a:r>
          </a:p>
          <a:p>
            <a:r>
              <a:t/>
            </a:r>
          </a:p>
          <a:p>
            <a:r>
              <a:t>CONNECT</a:t>
            </a:r>
          </a:p>
          <a:p>
            <a:r>
              <a:t>Build on the preceding slide: Your issued task continued.</a:t>
            </a:r>
          </a:p>
          <a:p>
            <a:r>
              <a:t/>
            </a:r>
          </a:p>
          <a:p>
            <a:r>
              <a:t>LECTURER CUE</a:t>
            </a:r>
          </a:p>
          <a:p>
            <a:r>
              <a:t>Public task contract. Explain input and output types before independent work. Source: IUEA_Teaching_Plan/assessment_banks/W09/CML3111/A/TASKS.md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classification_metrics(actual,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 and cost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cost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9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9 quiz</a:t>
            </a:r>
          </a:p>
          <a:p>
            <a:r>
              <a:t/>
            </a:r>
          </a:p>
          <a:p>
            <a:r>
              <a:t>CONNECT</a:t>
            </a:r>
          </a:p>
          <a:p>
            <a:r>
              <a:t>Build on the preceding slide: Classification and cost submission.</a:t>
            </a:r>
          </a:p>
          <a:p>
            <a:r>
              <a:t/>
            </a:r>
          </a:p>
          <a:p>
            <a:r>
              <a:t>LECTURER CUE</a:t>
            </a:r>
          </a:p>
          <a:p>
            <a:r>
              <a:t>Activate the matching open_W9_CML3111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9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746444dc764d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f9f35cafad4fae" /><Relationship Type="http://schemas.openxmlformats.org/officeDocument/2006/relationships/slideLayout" Target="/ppt/slideLayouts/slideLayout1.xml" Id="R7568cc0727a844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68cc0727a844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ec6f99783e94673" /><Relationship Type="http://schemas.openxmlformats.org/officeDocument/2006/relationships/image" Target="/ppt/media/image.png" Id="R7e027c5cc3054377" /><Relationship Type="http://schemas.openxmlformats.org/officeDocument/2006/relationships/notesSlide" Target="/ppt/notesSlides/notesSlide1.xml" Id="Rc5b38e677f904e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dae75ae61034be8" /><Relationship Type="http://schemas.openxmlformats.org/officeDocument/2006/relationships/notesSlide" Target="/ppt/notesSlides/notesSlide2.xml" Id="R4a630e48dad441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d4190398a174707" /><Relationship Type="http://schemas.openxmlformats.org/officeDocument/2006/relationships/notesSlide" Target="/ppt/notesSlides/notesSlide3.xml" Id="R5bc237409f3146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0b2e64f5b1c4c0e" /><Relationship Type="http://schemas.openxmlformats.org/officeDocument/2006/relationships/notesSlide" Target="/ppt/notesSlides/notesSlide4.xml" Id="R18a75d13eea04f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97e1d747d914238" /><Relationship Type="http://schemas.openxmlformats.org/officeDocument/2006/relationships/notesSlide" Target="/ppt/notesSlides/notesSlide5.xml" Id="Reb9c81c362f749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81005589bb423c" /><Relationship Type="http://schemas.openxmlformats.org/officeDocument/2006/relationships/notesSlide" Target="/ppt/notesSlides/notesSlide6.xml" Id="Rfff4157e167f41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5eaf4b3c2cd4791" /><Relationship Type="http://schemas.openxmlformats.org/officeDocument/2006/relationships/notesSlide" Target="/ppt/notesSlides/notesSlide7.xml" Id="R1ee87aa4eaff4c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1e230da68004aed" /><Relationship Type="http://schemas.openxmlformats.org/officeDocument/2006/relationships/notesSlide" Target="/ppt/notesSlides/notesSlide8.xml" Id="Rb68fa1369304477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b60c2dc1c514881" /><Relationship Type="http://schemas.openxmlformats.org/officeDocument/2006/relationships/image" Target="/ppt/media/image2.png" Id="R2c402018875c433c" /><Relationship Type="http://schemas.openxmlformats.org/officeDocument/2006/relationships/notesSlide" Target="/ppt/notesSlides/notesSlide9.xml" Id="Rd7667bd19dc148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e8f7718474340b9" /><Relationship Type="http://schemas.openxmlformats.org/officeDocument/2006/relationships/notesSlide" Target="/ppt/notesSlides/notesSlide10.xml" Id="R3733688ef9914e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a438c9d958f4b71" /><Relationship Type="http://schemas.openxmlformats.org/officeDocument/2006/relationships/notesSlide" Target="/ppt/notesSlides/notesSlide11.xml" Id="Rdde53bfbb1ed41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1ecde730241445d" /><Relationship Type="http://schemas.openxmlformats.org/officeDocument/2006/relationships/notesSlide" Target="/ppt/notesSlides/notesSlide12.xml" Id="R4a8513fc57c64b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257ae2112d4618" /><Relationship Type="http://schemas.openxmlformats.org/officeDocument/2006/relationships/notesSlide" Target="/ppt/notesSlides/notesSlide13.xml" Id="Rba70e7fed0cb41c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d2bf77d932c4f30" /><Relationship Type="http://schemas.openxmlformats.org/officeDocument/2006/relationships/notesSlide" Target="/ppt/notesSlides/notesSlide14.xml" Id="R9d30743944cc403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6fe3fd0724c448c" /><Relationship Type="http://schemas.openxmlformats.org/officeDocument/2006/relationships/notesSlide" Target="/ppt/notesSlides/notesSlide15.xml" Id="R65ff1e9157b5475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8f9fca41839436b" /><Relationship Type="http://schemas.openxmlformats.org/officeDocument/2006/relationships/notesSlide" Target="/ppt/notesSlides/notesSlide16.xml" Id="R9dc32be8ad5146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0fdf4e863f64d0b" /><Relationship Type="http://schemas.openxmlformats.org/officeDocument/2006/relationships/notesSlide" Target="/ppt/notesSlides/notesSlide17.xml" Id="R12bd7e71d2ec44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be4c7bdb9846a1" /><Relationship Type="http://schemas.openxmlformats.org/officeDocument/2006/relationships/notesSlide" Target="/ppt/notesSlides/notesSlide18.xml" Id="Rb2ab75f127744d0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63713130d144385" /><Relationship Type="http://schemas.openxmlformats.org/officeDocument/2006/relationships/notesSlide" Target="/ppt/notesSlides/notesSlide19.xml" Id="Ra877ed876d6c4cc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dbd89e6c8f74406" /><Relationship Type="http://schemas.openxmlformats.org/officeDocument/2006/relationships/notesSlide" Target="/ppt/notesSlides/notesSlide20.xml" Id="R89f482eb3d96442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83c917b4ae84dd6" /><Relationship Type="http://schemas.openxmlformats.org/officeDocument/2006/relationships/notesSlide" Target="/ppt/notesSlides/notesSlide21.xml" Id="R14b7f93ea3b249d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3d7815b61074516" /><Relationship Type="http://schemas.openxmlformats.org/officeDocument/2006/relationships/notesSlide" Target="/ppt/notesSlides/notesSlide22.xml" Id="R9b46117f317a4be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67a56bb6a554fdc" /><Relationship Type="http://schemas.openxmlformats.org/officeDocument/2006/relationships/notesSlide" Target="/ppt/notesSlides/notesSlide23.xml" Id="Rfa9d8eb7c4264e2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1e5be4e0f3e4f3a" /><Relationship Type="http://schemas.openxmlformats.org/officeDocument/2006/relationships/notesSlide" Target="/ppt/notesSlides/notesSlide24.xml" Id="Rd99fb175922f439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50fdaa7a69f484c" /><Relationship Type="http://schemas.openxmlformats.org/officeDocument/2006/relationships/notesSlide" Target="/ppt/notesSlides/notesSlide25.xml" Id="R57f8644175bb46a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f9666a47a284bc1" /><Relationship Type="http://schemas.openxmlformats.org/officeDocument/2006/relationships/notesSlide" Target="/ppt/notesSlides/notesSlide26.xml" Id="Rcacd029692214be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74fe46895164a2e" /><Relationship Type="http://schemas.openxmlformats.org/officeDocument/2006/relationships/notesSlide" Target="/ppt/notesSlides/notesSlide27.xml" Id="R5cfaf6e46011454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ca5f11d5d604969" /><Relationship Type="http://schemas.openxmlformats.org/officeDocument/2006/relationships/notesSlide" Target="/ppt/notesSlides/notesSlide28.xml" Id="R3f406e16d86f46c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af6bde81db24da0" /><Relationship Type="http://schemas.openxmlformats.org/officeDocument/2006/relationships/notesSlide" Target="/ppt/notesSlides/notesSlide29.xml" Id="R71e642724c0c48b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a22e1cfda374156" /><Relationship Type="http://schemas.openxmlformats.org/officeDocument/2006/relationships/notesSlide" Target="/ppt/notesSlides/notesSlide30.xml" Id="R08d507c67d40431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7fcb198d0f8436e" /><Relationship Type="http://schemas.openxmlformats.org/officeDocument/2006/relationships/notesSlide" Target="/ppt/notesSlides/notesSlide31.xml" Id="R0f18543e11594d8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8020e46370f43fa" /><Relationship Type="http://schemas.openxmlformats.org/officeDocument/2006/relationships/notesSlide" Target="/ppt/notesSlides/notesSlide32.xml" Id="R776185311d42439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3c2121c1340416f" /><Relationship Type="http://schemas.openxmlformats.org/officeDocument/2006/relationships/hyperlink" Target="https://www.youtube.com/watch?v=Kdsp6soqA7o" TargetMode="External" Id="R8ae39a7b8b9847c3" /><Relationship Type="http://schemas.openxmlformats.org/officeDocument/2006/relationships/notesSlide" Target="/ppt/notesSlides/notesSlide33.xml" Id="Re9494ccd8d0c407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ab0b967adcb425d" /><Relationship Type="http://schemas.openxmlformats.org/officeDocument/2006/relationships/notesSlide" Target="/ppt/notesSlides/notesSlide34.xml" Id="R8da769506d5b4a0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34fb8d17daf4b24" /><Relationship Type="http://schemas.openxmlformats.org/officeDocument/2006/relationships/notesSlide" Target="/ppt/notesSlides/notesSlide35.xml" Id="R4e967b51c08d401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1ff8b476f5c4b5d" /><Relationship Type="http://schemas.openxmlformats.org/officeDocument/2006/relationships/notesSlide" Target="/ppt/notesSlides/notesSlide36.xml" Id="R9f49c234e0904e0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8e7ced2ecfb42d6" /><Relationship Type="http://schemas.openxmlformats.org/officeDocument/2006/relationships/notesSlide" Target="/ppt/notesSlides/notesSlide37.xml" Id="Rfda3b551ad1d4b2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ca237221fd64608" /><Relationship Type="http://schemas.openxmlformats.org/officeDocument/2006/relationships/notesSlide" Target="/ppt/notesSlides/notesSlide38.xml" Id="R1b718ef14ccb44f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42b45badcc64831" /><Relationship Type="http://schemas.openxmlformats.org/officeDocument/2006/relationships/notesSlide" Target="/ppt/notesSlides/notesSlide39.xml" Id="R89e20fde325d403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d7a3c5cac2b417d" /><Relationship Type="http://schemas.openxmlformats.org/officeDocument/2006/relationships/notesSlide" Target="/ppt/notesSlides/notesSlide40.xml" Id="Rba08d01082544ea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038408f9d1854816" /><Relationship Type="http://schemas.openxmlformats.org/officeDocument/2006/relationships/notesSlide" Target="/ppt/notesSlides/notesSlide41.xml" Id="Rf1499498b24649d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7d7d7fdc68e407b" /><Relationship Type="http://schemas.openxmlformats.org/officeDocument/2006/relationships/notesSlide" Target="/ppt/notesSlides/notesSlide42.xml" Id="R9b04dd6f271b440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ab311ec677324738" /><Relationship Type="http://schemas.openxmlformats.org/officeDocument/2006/relationships/hyperlink" Target="https://docs.google.com/forms/d/e/1FAIpQLSfelPFlgqIQS1vM0QDthocg7aIU_WLXNjL4g1DdZAJyKcm9eA/viewform" TargetMode="External" Id="R6c9fae91f11b4602" /><Relationship Type="http://schemas.openxmlformats.org/officeDocument/2006/relationships/notesSlide" Target="/ppt/notesSlides/notesSlide43.xml" Id="R42982f031e7a463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3e8f0f3649345d7" /><Relationship Type="http://schemas.openxmlformats.org/officeDocument/2006/relationships/image" Target="/ppt/media/image3.png" Id="Rcbf64c66148246e8" /><Relationship Type="http://schemas.openxmlformats.org/officeDocument/2006/relationships/hyperlink" Target="https://forms.gle/U2h5A1itpmZZTogm6" TargetMode="External" Id="R5451651369714b5a" /><Relationship Type="http://schemas.openxmlformats.org/officeDocument/2006/relationships/notesSlide" Target="/ppt/notesSlides/notesSlide44.xml" Id="R4ae2c4eab8fe43a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903fde14028404c" /><Relationship Type="http://schemas.openxmlformats.org/officeDocument/2006/relationships/notesSlide" Target="/ppt/notesSlides/notesSlide45.xml" Id="R37fdede5ca24419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e027c5cc305437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C190A3B-3520-4FDD-A087-3558AB291DE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B51DC86-7455-48AB-8316-C559159FA43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8F908C60-5AC3-458B-840E-34D3CAC9326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23FBC253-5668-4FD3-B448-C8468087582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705A0C1A-830E-4DA5-8258-D2F7DBD89EF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3378884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88E70A-1EAC-49A2-BEC4-169DA24253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65F14E-27CB-4D99-A753-07E02C0EF2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03E2EDD-8DB3-42A3-8783-EFE8F31AE5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1E2EF9C-6503-499B-9F49-1A04DF76855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033DFC-D9A7-445C-9B0B-014FBE05476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D5FC792-D9CE-4E04-81DF-9C75D424DEB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594C0708-9A53-4221-AA52-8F184329F9B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5ED1BA7-405E-4DD6-B34B-7726DE5A057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9FF1DDCE-430A-4516-987A-87E6015C96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80781929"/>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8EACE9-F61E-438C-AA5E-0343A445A6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26B9601-DDC8-483E-AF94-1ED11F9838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039357BB-D487-4A42-BE96-EAAA3A2310D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1C593F9-4E73-4323-84DD-1F7CFD51A19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distinguishes predicting a temperature from predicting warning or no warning?</a:t>
            </a:r>
          </a:p>
        </p:txBody>
      </p:sp>
      <p:sp>
        <p:nvSpPr>
          <p:cNvPr id="5" name="">
            <a:extLst xmlns:a="http://schemas.openxmlformats.org/drawingml/2006/main">
              <a:ext uri="{FF2B5EF4-FFF2-40B4-BE49-F238E27FC236}">
                <a16:creationId xmlns:a16="http://schemas.microsoft.com/office/drawing/2014/main" id="{FFAB5454-DCCF-4E00-AF1B-FD011B87BC5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039B02B-6CE0-424D-9F47-BEB33DF53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3</a:t>
            </a:r>
          </a:p>
        </p:txBody>
      </p:sp>
    </p:spTree>
    <p:extLst>
      <p:ext uri="{BB962C8B-B14F-4D97-AF65-F5344CB8AC3E}">
        <p14:creationId xmlns:p14="http://schemas.microsoft.com/office/powerpoint/2010/main" val="6146850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BD3F0D-9C5C-48FD-9E77-6384F0124B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E180E6-A2F5-4924-8469-DAB3AE7FA8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38D738D-1950-4541-A810-6C598E30A2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69952EB8-E92A-4FCB-9825-F959A51AC7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24286F-05F2-4C38-97E5-0E1AD10FDCF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3D282695-ABA4-41D5-9138-82AECCC674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603530-BE16-4C2E-BEEF-517EC47841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E9792836-C50B-4EC4-9F3A-9AB2CFC521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E76CB1-1E4F-4FF8-A95A-A4443EDA8B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EF9B9AA2-8B17-4429-AAE0-FDA0C79BE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469091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529ADD-4DBB-48D0-B6B8-0DDA0313CD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974BAB-3D33-476F-835E-10B62E7449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B24E3C-11B9-464C-A836-F15496B98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2A4A88E5-A0AA-4CC1-ABE9-568C612B3C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855A78-D4A1-41AC-9132-F300C70AA62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ED4BF360-E4FD-4311-8C57-F1FADB8F2D0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14B3E5-014C-4FFC-ACD0-8363941B312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BA890201-9A86-4F36-ADD4-F0C1381BB66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AE66A1-AA13-4712-9E4B-D4A9438A5B5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88F046F3-5520-4217-B01A-01AE54A5EB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DB611B-5AAB-44DE-B7AE-0B3FC177FC6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2E67847D-5E5D-4B1F-BB3B-ABF89BB069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a:t>
            </a:r>
          </a:p>
        </p:txBody>
      </p:sp>
    </p:spTree>
    <p:extLst>
      <p:ext uri="{BB962C8B-B14F-4D97-AF65-F5344CB8AC3E}">
        <p14:creationId xmlns:p14="http://schemas.microsoft.com/office/powerpoint/2010/main" val="7563627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73651B-1209-4608-9F60-417A4240DF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BAE8AB-325F-4036-872A-F846FA758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670F39D-7D0E-4123-BA54-03FD0AC8DE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BC1DB5F0-D2C1-4A8F-8D08-C181469707F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BA0EC5-C40D-4985-B334-ED061364FF4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5258A041-461B-4308-8EA7-14785DE2A23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09350F48-C742-49A7-9688-262EFA80455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AE4ECE-6F83-42AF-87E2-A6C5C05CA21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CDEDCC44-40B6-4F3B-AF6B-177CC1FE7C1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2700A6B4-EA95-471D-91EE-DECA24B25A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6</a:t>
            </a:r>
          </a:p>
        </p:txBody>
      </p:sp>
    </p:spTree>
    <p:extLst>
      <p:ext uri="{BB962C8B-B14F-4D97-AF65-F5344CB8AC3E}">
        <p14:creationId xmlns:p14="http://schemas.microsoft.com/office/powerpoint/2010/main" val="104677300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0AAB47-B92E-41D7-8D53-9B8A76A047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32C6EF-AAA3-4046-8497-1668EA8580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60B80A-4AB9-48FC-9094-C328319ECB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95A40734-8278-4B42-99CB-377909B226F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8AC31B-7B2A-4F8E-9CDC-79638EAFBE4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0DE68624-FFB0-448E-A8FB-6515F24220D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B02ED063-89D6-4410-AAC2-19E0C42BDB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7</a:t>
            </a:r>
          </a:p>
        </p:txBody>
      </p:sp>
    </p:spTree>
    <p:extLst>
      <p:ext uri="{BB962C8B-B14F-4D97-AF65-F5344CB8AC3E}">
        <p14:creationId xmlns:p14="http://schemas.microsoft.com/office/powerpoint/2010/main" val="657625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FC8D40-86FF-4DF3-BDDF-FB1B77DCCB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77BA0B-C142-4AD8-9E75-2BDD58708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3C48B8-6CCA-416B-AC7A-66ECF21131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6A1E0424-1641-40DE-9CBB-C8609D9E22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52D2B9-CB91-4457-9725-3F7EA945D1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AEDBBDF5-98ED-4B8F-AA9D-C367CBAD30A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822584-FB2C-4F72-8196-B23C3D5CE9A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4FCA47FE-E7EC-4BCF-A932-D7D129766A6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1DAA75-86FC-4FA4-BC56-E25C3196AF9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CA881BEC-6726-4992-A43E-B14D436639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8</a:t>
            </a:r>
          </a:p>
        </p:txBody>
      </p:sp>
    </p:spTree>
    <p:extLst>
      <p:ext uri="{BB962C8B-B14F-4D97-AF65-F5344CB8AC3E}">
        <p14:creationId xmlns:p14="http://schemas.microsoft.com/office/powerpoint/2010/main" val="81780892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48ECAD-DEE1-4971-AF48-4F983416D6C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745DCF-FA10-4EFC-80B9-C5250692D0E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c402018875c433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8B0AA94-8FD7-4FC6-BBC7-F3C00849BCA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08229-50BE-4626-AEF0-EB34A99FD67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371B4C36-A6D3-45AF-878C-BF68654B0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9</a:t>
            </a:r>
          </a:p>
        </p:txBody>
      </p:sp>
    </p:spTree>
    <p:extLst>
      <p:ext uri="{BB962C8B-B14F-4D97-AF65-F5344CB8AC3E}">
        <p14:creationId xmlns:p14="http://schemas.microsoft.com/office/powerpoint/2010/main" val="2488838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19AD88-DDCB-498E-8508-44BF1BC009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96E7E6-7BE4-4744-839C-8E26F1FA62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F5D5880-A2C7-4CDF-93D5-0256C5286B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5B9F690-79DA-4F4F-A46C-D9CDBFDBA40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5F8EE67B-1AD3-4B4C-8E00-954F37B927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10</a:t>
            </a:r>
          </a:p>
        </p:txBody>
      </p:sp>
    </p:spTree>
    <p:extLst>
      <p:ext uri="{BB962C8B-B14F-4D97-AF65-F5344CB8AC3E}">
        <p14:creationId xmlns:p14="http://schemas.microsoft.com/office/powerpoint/2010/main" val="15142593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22C2C0-C3CD-4368-8671-6717603014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A0C4EF-19BD-42E0-95BD-2D02D1241D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4E9A68F-4BE8-4831-9A50-BA1434F4B5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C621738F-589C-422A-81D0-CB07F8804C9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1F1D0D-EC12-48D4-B227-D7F142B6436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FA012445-3CC2-4D3A-A740-8D3680766A3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64E0022E-F779-4847-8628-3034C847984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EAA386-B145-47F2-876E-02188059E20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5C965110-7107-4143-8FBA-184702F22BF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4C648C4A-F6CD-4D9C-88EE-34DE6F57DD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11</a:t>
            </a:r>
          </a:p>
        </p:txBody>
      </p:sp>
    </p:spTree>
    <p:extLst>
      <p:ext uri="{BB962C8B-B14F-4D97-AF65-F5344CB8AC3E}">
        <p14:creationId xmlns:p14="http://schemas.microsoft.com/office/powerpoint/2010/main" val="160563611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044C72-1334-4BF2-AA73-E2209A348B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CD13FB-8D79-4AB9-9912-FC82CD82F5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8C0AC4-4B0D-4CB3-8015-054A3048BA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D8EE422D-6FB2-4361-B6DE-F21967B266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33B0E3-37E9-48BB-9D4B-B1AAB07ED44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29D08C60-2866-44DE-888F-F19B49F1E5B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FAFE9B-17B2-4428-AD49-5DD4AA7816F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EFBBA579-7745-4580-928C-249166087D0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1A630-A354-4847-8106-0204AE3F50D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1527F68E-873E-41C2-A12A-77F61033A79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82F69E-BDAF-462D-9338-E39061FDB89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C4619E7B-6EBE-4C17-8FA5-ECE4F25778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12</a:t>
            </a:r>
          </a:p>
        </p:txBody>
      </p:sp>
    </p:spTree>
    <p:extLst>
      <p:ext uri="{BB962C8B-B14F-4D97-AF65-F5344CB8AC3E}">
        <p14:creationId xmlns:p14="http://schemas.microsoft.com/office/powerpoint/2010/main" val="12812115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D86C78-3932-41AB-9731-3825E93EE9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56304B-FEE1-4664-9860-87D452E2EF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1F1573-2FE5-4EFA-B029-2D8049FB33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fractions ask different questions</a:t>
            </a:r>
          </a:p>
        </p:txBody>
      </p:sp>
      <p:sp>
        <p:nvSpPr>
          <p:cNvPr id="4" name="">
            <a:extLst xmlns:a="http://schemas.openxmlformats.org/drawingml/2006/main">
              <a:ext uri="{FF2B5EF4-FFF2-40B4-BE49-F238E27FC236}">
                <a16:creationId xmlns:a16="http://schemas.microsoft.com/office/drawing/2014/main" id="{9A115306-A1DD-46E0-9323-A2C7FBDA24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2DC53D-3F6D-4D7D-9A97-1B496743AFB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divides correct warnings by all predicted warnings.</a:t>
            </a:r>
          </a:p>
        </p:txBody>
      </p:sp>
      <p:sp>
        <p:nvSpPr>
          <p:cNvPr id="6" name="">
            <a:extLst xmlns:a="http://schemas.openxmlformats.org/drawingml/2006/main">
              <a:ext uri="{FF2B5EF4-FFF2-40B4-BE49-F238E27FC236}">
                <a16:creationId xmlns:a16="http://schemas.microsoft.com/office/drawing/2014/main" id="{7C818BD5-B387-461E-B387-09188BD21B8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0F1D37-185C-4A7F-BE7D-2DB39242E6E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divides correct warnings by all actual warnings.</a:t>
            </a:r>
          </a:p>
        </p:txBody>
      </p:sp>
      <p:sp>
        <p:nvSpPr>
          <p:cNvPr id="8" name="">
            <a:extLst xmlns:a="http://schemas.openxmlformats.org/drawingml/2006/main">
              <a:ext uri="{FF2B5EF4-FFF2-40B4-BE49-F238E27FC236}">
                <a16:creationId xmlns:a16="http://schemas.microsoft.com/office/drawing/2014/main" id="{B21C7717-D63F-42C6-9E58-CA86AD52A7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10CAF0-137C-4E73-9B7F-FAF021F97B1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denominator is zero, apply the explicit convention in the issued brief.</a:t>
            </a:r>
          </a:p>
        </p:txBody>
      </p:sp>
      <p:sp>
        <p:nvSpPr>
          <p:cNvPr id="10" name="">
            <a:extLst xmlns:a="http://schemas.openxmlformats.org/drawingml/2006/main">
              <a:ext uri="{FF2B5EF4-FFF2-40B4-BE49-F238E27FC236}">
                <a16:creationId xmlns:a16="http://schemas.microsoft.com/office/drawing/2014/main" id="{33481821-FCBD-4670-8DDD-D42DE7102C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13</a:t>
            </a:r>
          </a:p>
        </p:txBody>
      </p:sp>
    </p:spTree>
    <p:extLst>
      <p:ext uri="{BB962C8B-B14F-4D97-AF65-F5344CB8AC3E}">
        <p14:creationId xmlns:p14="http://schemas.microsoft.com/office/powerpoint/2010/main" val="50228943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1C8668-1E05-4EB6-8B79-30A1DFB1D9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16DC4D-21A1-4586-AFE1-B4B9067011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C1F6074-8294-4CF3-AECF-42F4B169CB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CB4C41F4-610E-454C-8AAF-D1912ACA431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5BB726-37A2-424B-9AFF-19C0B05386E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C4C04370-4C78-4D9F-BD1E-24FD040FBD0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BAC8AF87-183E-4AF3-8B93-17155C2128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2623000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E47897-F423-4B12-885F-1F65B91065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EAC2CB-EE3A-493C-A400-D60AE74E8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6FBE5-9077-44F3-9722-CB19C28597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106FC9B0-2FF6-40CD-A206-EA78C00FEF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4C8DB2-A747-4464-BF80-A07B9E971D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AF4D4A7B-A05D-44F4-8B3A-DC93157DFD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04DC50-1007-424A-89DF-B9E9DBF0AD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3D50751E-3BAC-450F-B04E-F713046E5F5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F34C0E-707B-4751-8AC8-FFED2B8620D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D1D3EFFB-3B86-4AE2-BCD2-280C11892E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15048628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D42235-B0E5-4C0E-B858-3639E78B1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8050DB-CE84-4F4C-9837-45AFAB9B42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89D4B9-1560-42C4-B6C7-88E259F1A6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CA0F6BF-D277-44F4-A8B7-557DFB12FDE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285AC605-9793-4E0E-9092-61FEDDEC56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78312011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70CB3D-F9E6-4097-8600-FB4CABA97B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8C8AA8-9228-4B76-961D-8A1B67B519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E24CD8-7A1B-4CFB-B682-07A8881330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0FD53EA1-FBBC-4839-94E9-BBBF9C1C77B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B44C4F-B82C-4138-8228-D0915D941C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14E74CFD-AA59-4F0A-B6FC-F66BFFE4EA6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8DEF003-69A5-4800-8413-FE422FC9AB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F3602B2B-67E9-4EA5-8B6D-44A7DEDF2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143431917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58C0C0-1B2F-458C-BB47-164A08FE2D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A27D8B-541E-413C-97A9-8C66E02FEC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CBBC209-05DC-4117-9AA3-8C147981DB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024A4FF-1A04-4456-AB04-4A53C2D2446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ADEAB8-11A6-46E6-AA90-5090F1AE9F6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9DA116C9-3B72-416D-B2E1-DF8E2EC6E85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D32B947-0390-4B92-98E3-21368853A4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18396260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C25CBB-FA84-4248-8F66-FB77A7228A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2EBE05-5019-40D9-ABAD-9EB61F647D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BFA1BE-F2F3-4919-A8D2-FAD213744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5176F3FC-5632-4A28-8600-8EAB4C3EBB6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B61E32-1348-4E18-BF50-9F148D012D2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6" name="">
            <a:extLst xmlns:a="http://schemas.openxmlformats.org/drawingml/2006/main">
              <a:ext uri="{FF2B5EF4-FFF2-40B4-BE49-F238E27FC236}">
                <a16:creationId xmlns:a16="http://schemas.microsoft.com/office/drawing/2014/main" id="{14495FCF-2EA1-4A35-8BC1-2AA9217925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19679335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815EE8-9B1F-419F-839E-A16B93B00D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BC8E7A-785E-4663-A373-A84BA5E55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32C5F5-C8F9-4192-B171-2D430ED74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6B431A04-D386-4EFF-850B-0217AD75EA4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A7CB41-9E1D-4398-A663-A9B0B5E8920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F6E86660-34EA-4644-89C8-C814EBD947D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75707E5-5366-4535-99FE-6AEA72E9D09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C8EC5E1B-7D3B-4E7A-B81B-747CB04E53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DB91BCDA-C909-4581-9C8D-4C2E305EF3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213890324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C42418-2339-475C-B27E-8E4D7D872E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5B855D-86D1-41E6-A6F0-C3A10E729A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E39A84-5FBD-441D-AEE8-E64C78538C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A0F52322-BD26-427F-96E8-9F7967887C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7D41E2-833C-4F3C-BE11-828D6FACB51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007AFF73-036D-4B21-B177-962D9CA4D4F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5E9380E-BAB9-4EA0-8255-D212F92392F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A03725B-6DFD-4C4D-B8FF-0067505515F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41C70C0-D573-4B0A-BD64-ED1DBEC7600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1A748922-5926-429C-9F72-9D7BA5E92E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145A8820-8D9B-4421-A931-6468082354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73562169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60B76FD-764D-4FC4-88ED-1CA0EB7960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BC57FE-69E7-46D0-946B-04910C8AA0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657E43-84CE-435C-9F30-4CDB07D717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A67A2D27-9A24-4592-9570-D14C76A456D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B45FC-601F-41B2-8CF5-50631523AA5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7E2C1C1C-3555-4BBD-8E12-CE13D040F74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98FE122-E370-4F90-A961-612581F722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4292F62-2A60-420D-A2DE-501666BC2A6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7F9C229D-A39E-486F-93E3-870F7DC428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5283166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91C0402-6BF4-4FF9-BD8E-53F1F46BEC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FFCBB8-D347-4579-A153-4B9DA215C0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D48F76F0-B32B-4DD9-BDC8-286182B7B2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confusion matrix</a:t>
            </a:r>
          </a:p>
        </p:txBody>
      </p:sp>
      <p:sp>
        <p:nvSpPr>
          <p:cNvPr id="4" name="">
            <a:extLst xmlns:a="http://schemas.openxmlformats.org/drawingml/2006/main">
              <a:ext uri="{FF2B5EF4-FFF2-40B4-BE49-F238E27FC236}">
                <a16:creationId xmlns:a16="http://schemas.microsoft.com/office/drawing/2014/main" id="{77704958-97A0-4AD1-A95C-C49365A53E5C}"/>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DE4CF1-C5AB-47F8-B984-4EFE6D815612}"/>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four paired cards: (actual 1, predicted 1), (1,0), (0,1), (0,0).</a:t>
            </a:r>
          </a:p>
        </p:txBody>
      </p:sp>
      <p:sp>
        <p:nvSpPr>
          <p:cNvPr id="6" name="">
            <a:extLst xmlns:a="http://schemas.openxmlformats.org/drawingml/2006/main">
              <a:ext uri="{FF2B5EF4-FFF2-40B4-BE49-F238E27FC236}">
                <a16:creationId xmlns:a16="http://schemas.microsoft.com/office/drawing/2014/main" id="{B275D80D-00AD-4E3F-82AD-F2133FF0CB35}"/>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61F539-6320-45A9-9A0F-25867DA6C7CD}"/>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each into TP, FN, FP or TN. Read the actual label first.</a:t>
            </a:r>
          </a:p>
        </p:txBody>
      </p:sp>
      <p:sp>
        <p:nvSpPr>
          <p:cNvPr id="8" name="">
            <a:extLst xmlns:a="http://schemas.openxmlformats.org/drawingml/2006/main">
              <a:ext uri="{FF2B5EF4-FFF2-40B4-BE49-F238E27FC236}">
                <a16:creationId xmlns:a16="http://schemas.microsoft.com/office/drawing/2014/main" id="{55BD8736-A82F-4853-AC76-B49B336CEE67}"/>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38A339-4C03-4658-8B59-33CE663B2B11}"/>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the four cells. Then calculate precision and recall.</a:t>
            </a:r>
          </a:p>
        </p:txBody>
      </p:sp>
      <p:sp>
        <p:nvSpPr>
          <p:cNvPr id="10" name="">
            <a:extLst xmlns:a="http://schemas.openxmlformats.org/drawingml/2006/main">
              <a:ext uri="{FF2B5EF4-FFF2-40B4-BE49-F238E27FC236}">
                <a16:creationId xmlns:a16="http://schemas.microsoft.com/office/drawing/2014/main" id="{71ECAE1D-7CA0-4725-8DE2-9DC3D7FC768E}"/>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B53449A-C23D-41C5-9FEB-5EEA9C0BA10D}"/>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A0AF1B14-4217-435B-8D7A-F249886254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170378076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E815356-6EBD-4F24-BFA0-A9058D268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9EDF04-6852-4C31-ADD3-5166C1A4E4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F4B12A5-84FD-48DC-95B5-6C5E4CD77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F64DA5A7-8B01-4211-A09A-2E5429D657E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A1315E-97B7-4845-848F-2981F4AAF0D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Each cell contains one card. Precision = 1 / 2 and recall = 1 / 2. The denominators count different sets of warnings.</a:t>
            </a:r>
          </a:p>
        </p:txBody>
      </p:sp>
      <p:sp>
        <p:nvSpPr>
          <p:cNvPr id="6" name="">
            <a:extLst xmlns:a="http://schemas.openxmlformats.org/drawingml/2006/main">
              <a:ext uri="{FF2B5EF4-FFF2-40B4-BE49-F238E27FC236}">
                <a16:creationId xmlns:a16="http://schemas.microsoft.com/office/drawing/2014/main" id="{ADB68912-5C04-4F2F-992E-2574B490787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A6ED2A9-F0DA-4D5F-B69D-7ACCB96A20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13700588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066289-2668-49E0-A344-8061401B25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6CAACB-EB40-43A1-96BA-0DDD60A7A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7CF3C8D-F1EC-427D-995B-6C7B82F373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1F74A25E-FB4B-41E7-9B41-8AC3419127D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E44A2E-21AA-4504-8D56-79FAD37A81E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63A7A11D-FBF8-42D4-A43D-3840CE61ED6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0861AEF3-E44E-4D42-A4BD-1C12EE456E8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636FD0-BE5E-4E3F-97F3-AAAFB271B4A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1B8865E4-339D-4CE8-BDE2-A4D109536E8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DAB678FC-6A88-47CD-999E-8623C95E52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42442658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F264CC-533A-4E6B-B1E9-2F44CF6EAD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003C0E-0357-4351-84B2-2D54C18860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A3009C-1397-43D6-A78D-06FF9632C3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DD3E0BA0-72CE-4C89-A435-4DF71B2670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74595E-CF60-4DE9-B413-1D0C310CB2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7D418C15-C7BE-4D74-B605-B3BAD72AB2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F7E239-BA3A-4BF5-9135-C98C8740F5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88FADC02-1EF4-4D49-94FE-F2D3F626D5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5999C5-AC3C-4CC8-BEA0-3D4D7D01BC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600DAB5B-836D-4D9F-8F88-0A5F2FCB49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195513125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E8DC90-EFF2-43B4-B0B0-47AA4A9C7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8141C0-5C36-4AA6-8DA2-69FE7D16C3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382AE7-D614-4E30-BB5C-0568FC7D85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warning decision</a:t>
            </a:r>
          </a:p>
        </p:txBody>
      </p:sp>
      <p:sp>
        <p:nvSpPr>
          <p:cNvPr id="4" name="">
            <a:extLst xmlns:a="http://schemas.openxmlformats.org/drawingml/2006/main">
              <a:ext uri="{FF2B5EF4-FFF2-40B4-BE49-F238E27FC236}">
                <a16:creationId xmlns:a16="http://schemas.microsoft.com/office/drawing/2014/main" id="{B05ECEE6-1DF5-4A7A-A7FC-DBE085E134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D92181-7158-4F74-B458-FD3AC3942E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 probability of 0.7 means an estimated 70% chance of class 1.</a:t>
            </a:r>
          </a:p>
        </p:txBody>
      </p:sp>
      <p:sp>
        <p:nvSpPr>
          <p:cNvPr id="6" name="">
            <a:extLst xmlns:a="http://schemas.openxmlformats.org/drawingml/2006/main">
              <a:ext uri="{FF2B5EF4-FFF2-40B4-BE49-F238E27FC236}">
                <a16:creationId xmlns:a16="http://schemas.microsoft.com/office/drawing/2014/main" id="{CB1DFE31-CA86-4B68-9607-1ADC492A846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1132BC-5D32-48FA-8889-3DF56BABA2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 threshold of 0.5, 0.7 produces warning 1.</a:t>
            </a:r>
          </a:p>
        </p:txBody>
      </p:sp>
      <p:sp>
        <p:nvSpPr>
          <p:cNvPr id="8" name="">
            <a:extLst xmlns:a="http://schemas.openxmlformats.org/drawingml/2006/main">
              <a:ext uri="{FF2B5EF4-FFF2-40B4-BE49-F238E27FC236}">
                <a16:creationId xmlns:a16="http://schemas.microsoft.com/office/drawing/2014/main" id="{DB36A0DC-AEC2-49BF-9D54-6B608EE243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35AFCE-61E3-4CBE-A227-3ECC6467AF4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probability is an estimate. It needs evaluation and may be poorly calibrated.</a:t>
            </a:r>
          </a:p>
        </p:txBody>
      </p:sp>
      <p:sp>
        <p:nvSpPr>
          <p:cNvPr id="10" name="">
            <a:extLst xmlns:a="http://schemas.openxmlformats.org/drawingml/2006/main">
              <a:ext uri="{FF2B5EF4-FFF2-40B4-BE49-F238E27FC236}">
                <a16:creationId xmlns:a16="http://schemas.microsoft.com/office/drawing/2014/main" id="{75D14BD0-B338-436C-9E85-662ADDCF0A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39899953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F11D83-2310-43FD-8969-8EDC0A4D9C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FE0DA0-19F7-4335-B8C5-D8D4DFCC79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39ED944-9508-4D4C-8A71-1DC18C259D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88A0BD34-1D5F-4C2B-B162-6194B445BA5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EF62A1-82C7-40B8-863B-DA2B1A7A7E2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842EC577-A1D8-402B-A537-960E7B07811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203E5746-0EF7-4338-B966-D0A5E85FD41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F65A9A-DA47-4F57-AA67-FAC3C6C39D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C6D3488B-F2D4-45D6-9F43-4E68C56B7AC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445D7CD8-627C-4C2F-9D61-39389EBF87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67847413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0D2AF5-81E3-437A-B68C-87C5E93DFE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030D23-473B-465D-8C7A-B46D331AB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4A91FF6-5AD5-499A-921F-AB3E12CD73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AE4DFB2-4082-4E1D-B3F1-838F79C2778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indicator is 1 when its category applies and 0 otherwise. Fit the encoder on training data.</a:t>
            </a:r>
          </a:p>
        </p:txBody>
      </p:sp>
      <p:sp>
        <p:nvSpPr>
          <p:cNvPr id="6" name="">
            <a:extLst xmlns:a="http://schemas.openxmlformats.org/drawingml/2006/main">
              <a:ext uri="{FF2B5EF4-FFF2-40B4-BE49-F238E27FC236}">
                <a16:creationId xmlns:a16="http://schemas.microsoft.com/office/drawing/2014/main" id="{B274594B-63CD-4132-936F-FA87337AA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84341557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99EA0E-DDF9-46B5-A763-421FC198BB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9DA969-8BF3-45F1-B6DE-9C8A81F3AC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EE7FEC-9837-4569-B487-FFB13E3E99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17DBB8F3-035B-48CF-B058-3292F72C30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53FDB1-319F-4A63-B26B-184F9CA0C1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21D61A1C-3245-47CC-80BD-51BE8298D7B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A318E6-990C-4720-958F-4FE578A8468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AEF88EA7-57D1-4E55-AC23-BCF0496FF2A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F798A7-0DD0-4064-8533-4444989981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3F13224B-C434-4407-A65A-05DBBAF7E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747506541"/>
      </p:ext>
    </p:extLst>
  </p:cSld>
</p:sld>
</file>

<file path=ppt/slides/slide3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40D6DB-8CAA-4AE6-AC95-F9A98049DA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FE01284B-9CEB-4435-82EC-65EE643C8C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8E94E841-94F7-4106-A997-ADC21CFF2EF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C2A3E2F-F6B7-4ADF-90EE-7046BB3F9D7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the second prediction to 1. Count again. Does this improve both recall and the assumed cost?</a:t>
            </a:r>
          </a:p>
        </p:txBody>
      </p:sp>
      <p:sp>
        <p:nvSpPr>
          <p:cNvPr id="5" name="">
            <a:extLst xmlns:a="http://schemas.openxmlformats.org/drawingml/2006/main">
              <a:ext uri="{FF2B5EF4-FFF2-40B4-BE49-F238E27FC236}">
                <a16:creationId xmlns:a16="http://schemas.microsoft.com/office/drawing/2014/main" id="{612194D6-CFC0-426B-9A34-F6EB1895C37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A177C07A-15EC-4ACF-8926-F709F20CCB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31</a:t>
            </a:r>
          </a:p>
        </p:txBody>
      </p:sp>
    </p:spTree>
    <p:extLst>
      <p:ext uri="{BB962C8B-B14F-4D97-AF65-F5344CB8AC3E}">
        <p14:creationId xmlns:p14="http://schemas.microsoft.com/office/powerpoint/2010/main" val="8442808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1D00EE-F825-4B1F-A5B0-4645B248F4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2D84BA-F9C3-4CFF-AA3B-ABCF3278A7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D4419CA-9400-41B1-B50E-34FD60AC49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D57AE0A6-EB67-4B68-9B69-C8EB90E2105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15D048-0752-4F7C-9FFA-9875AD60BD8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TP=2, FN=0, FP=1, TN=1. Precision 2/3, recall 1, cost 1. This particular change improves recall and cost.</a:t>
            </a:r>
          </a:p>
        </p:txBody>
      </p:sp>
      <p:sp>
        <p:nvSpPr>
          <p:cNvPr id="6" name="">
            <a:extLst xmlns:a="http://schemas.openxmlformats.org/drawingml/2006/main">
              <a:ext uri="{FF2B5EF4-FFF2-40B4-BE49-F238E27FC236}">
                <a16:creationId xmlns:a16="http://schemas.microsoft.com/office/drawing/2014/main" id="{C0FC6633-C177-41C2-8D8F-F3544EC4FA0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ED5A892-9536-4E31-8C00-3469924A32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123965510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1CC807-433B-45BE-BCF7-7DA2B92E76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FB6ACB-285D-4CD0-9F49-1534E598DC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98DA840-8124-4ACE-8C13-F611878C8F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15F0566E-2363-422F-BBDE-D48B6D323E3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D0A98C-922F-49F6-BD49-1E85D088E693}"/>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6" name="">
            <a:extLst xmlns:a="http://schemas.openxmlformats.org/drawingml/2006/main">
              <a:ext uri="{FF2B5EF4-FFF2-40B4-BE49-F238E27FC236}">
                <a16:creationId xmlns:a16="http://schemas.microsoft.com/office/drawing/2014/main" id="{39B67C76-8F21-4739-A636-F2B97049FB63}"/>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651698-C346-49C0-9AF3-9645E5BFF34D}"/>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7862D849-F2DD-477A-90FF-E1AC89D3417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74975C-1BC8-49B1-98D0-8975F4539608}"/>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0" name="">
            <a:extLst xmlns:a="http://schemas.openxmlformats.org/drawingml/2006/main">
              <a:ext uri="{FF2B5EF4-FFF2-40B4-BE49-F238E27FC236}">
                <a16:creationId xmlns:a16="http://schemas.microsoft.com/office/drawing/2014/main" id="{D34A020F-FE28-47BD-B56B-04CF9E656D4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467F23-7529-4B10-8DDC-DF22F09F022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ae39a7b8b9847c3"/>
              </a:rPr>
              <a:t>Open explainer video</a:t>
            </a:r>
          </a:p>
        </p:txBody>
      </p:sp>
      <p:sp>
        <p:nvSpPr>
          <p:cNvPr id="12" name="">
            <a:extLst xmlns:a="http://schemas.openxmlformats.org/drawingml/2006/main">
              <a:ext uri="{FF2B5EF4-FFF2-40B4-BE49-F238E27FC236}">
                <a16:creationId xmlns:a16="http://schemas.microsoft.com/office/drawing/2014/main" id="{8AB2CDB8-7061-4CF5-A970-D583ABD60FA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3" name="">
            <a:extLst xmlns:a="http://schemas.openxmlformats.org/drawingml/2006/main">
              <a:ext uri="{FF2B5EF4-FFF2-40B4-BE49-F238E27FC236}">
                <a16:creationId xmlns:a16="http://schemas.microsoft.com/office/drawing/2014/main" id="{931F8A4C-5C0B-4218-A158-18A41AC31D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165185674"/>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9EFECB-0861-4621-BAA9-879E067941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56B2DDC-C835-46F0-9DB0-232A14A928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3D2A9C5F-0928-4D94-97AB-B2F01985F4A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1B61475-DCB8-4036-A8DD-6FE597603C7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Translate the medical example to warning/no-warning and label the axes.</a:t>
            </a:r>
          </a:p>
        </p:txBody>
      </p:sp>
      <p:sp>
        <p:nvSpPr>
          <p:cNvPr id="5" name="">
            <a:extLst xmlns:a="http://schemas.openxmlformats.org/drawingml/2006/main">
              <a:ext uri="{FF2B5EF4-FFF2-40B4-BE49-F238E27FC236}">
                <a16:creationId xmlns:a16="http://schemas.microsoft.com/office/drawing/2014/main" id="{8E586291-119D-4155-8C89-303AF0FBEC6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236CAC7-6D72-4DA9-83F1-67F61D8CC4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34</a:t>
            </a:r>
          </a:p>
        </p:txBody>
      </p:sp>
    </p:spTree>
    <p:extLst>
      <p:ext uri="{BB962C8B-B14F-4D97-AF65-F5344CB8AC3E}">
        <p14:creationId xmlns:p14="http://schemas.microsoft.com/office/powerpoint/2010/main" val="175406267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A3785A-A232-4467-B009-8044F60FF0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DC96BB-5609-42E0-9BB9-00BE8D4955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F6B2AA9-69A9-4020-8EF6-7062657586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6B346F3-2277-4A69-947D-F3B0AC423B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394789-D443-478C-BD27-0764C19184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3387F73E-DA43-4DD6-AC51-46E25C425D6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DA993B-5348-40B7-B8C1-D58D4BB1AB3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A7561857-E319-4756-8915-F6D27F4790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A72251-3078-4DA0-87C7-F3DAC5F627C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CDDC4A82-F154-45D6-B242-865CFE7396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140028-4237-487E-A52C-C4F1B9D36F5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5DBBD5BC-DE7F-4CA6-A98E-831476B12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130394376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16067B-EB29-48AC-A252-F20FCE79E8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4DFA10-BCC1-49A9-8256-07C3A8F849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8F4DFD6-6969-487E-B397-F8AAA9CB11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0D2B99D5-7353-4632-8254-F90362657A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FAD75C-680A-46AB-B6BA-3BA68D0B65E8}"/>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78BDF012-F491-4AE8-883D-DBFD238D0A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170066240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D225B0-8206-4962-AEE5-B021E3976B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85763E-98C0-486A-AE8B-64AC709BC0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08840D-C088-4426-8AC3-0F17806A73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C33052F6-21AF-486B-BA30-755047B24E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5CC2D9-3D27-4A9E-8BF8-A649ABEE4A4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95143AFE-032F-460B-A538-8FE6F74BD24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B63FF1-4315-44FD-8CB7-E834E633FEE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49ECC6BF-E76B-4390-81D2-A8973FD5C3B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8B9D48-0BBD-4928-AE12-52D89627B95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5FF08A73-5096-4872-9715-7FDC281622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3DEA941-2BF2-4A54-8DBA-95DAC2C73E8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7568DFD5-C34A-44E1-84F0-BE62519AD0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113923938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E1B27C-40C6-43EF-98A4-1E5422FD55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EBD9EC-D01C-4A3C-8661-4BEEEBD09A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4421DF-A8AC-4EC5-9E0C-A7CCC814A0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A35A6ABC-3668-4736-8077-C6D38555155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7E5FE1-DAB3-4E65-8C8D-E2ECD22731E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911EE40C-D0E3-4990-91CF-32EAEA40F5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38</a:t>
            </a:r>
          </a:p>
        </p:txBody>
      </p:sp>
    </p:spTree>
    <p:extLst>
      <p:ext uri="{BB962C8B-B14F-4D97-AF65-F5344CB8AC3E}">
        <p14:creationId xmlns:p14="http://schemas.microsoft.com/office/powerpoint/2010/main" val="144669436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F443BC-EBCC-47E0-8DAB-A7594CB4DA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9CAA2F-3088-431D-B526-EE7F68510F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4C5F56-D1EA-4FC9-A4B4-B8745C8C0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E53D83E-9102-494D-97D1-DDE8F6205E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3214D5-E7A7-4320-AC3A-C86EB331A9F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5CC658B3-4B10-43A6-9642-4B9A13F9603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91ACC7-72F1-4EF1-B765-7EE829EADE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FC50A3A2-46B9-4AC5-B271-7B0F4344ED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385E97-60CF-4BE1-AA68-9739336CF7E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D32F7AC5-7FE3-495F-AD46-892A3F10F06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7A3855-541B-45B7-B4D8-D1A9EF27ADD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2D7BAB96-C2C9-4990-B8E9-64AC046491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39</a:t>
            </a:r>
          </a:p>
        </p:txBody>
      </p:sp>
    </p:spTree>
    <p:extLst>
      <p:ext uri="{BB962C8B-B14F-4D97-AF65-F5344CB8AC3E}">
        <p14:creationId xmlns:p14="http://schemas.microsoft.com/office/powerpoint/2010/main" val="176217829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4D6DEA-EA4C-4E16-B627-3C1C9D731B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29C5CD-5B9B-4F6E-BE55-14EEFD217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D15CE7-2352-43C2-8FBE-234A2FE5A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2A5D1D0D-BEDB-4D27-8176-5F1FAD2CD2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F9AA7E-0DA3-4971-9C09-75B852EBE98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396D1B55-4702-43E6-8BCE-F33B9A0D70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40</a:t>
            </a:r>
          </a:p>
        </p:txBody>
      </p:sp>
    </p:spTree>
    <p:extLst>
      <p:ext uri="{BB962C8B-B14F-4D97-AF65-F5344CB8AC3E}">
        <p14:creationId xmlns:p14="http://schemas.microsoft.com/office/powerpoint/2010/main" val="56940729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102206-E934-4562-B0D5-087B2FF1CD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C2A078-F06E-41E6-9297-EA8B05F442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08E1439-B874-4BD0-BC37-87C01E577C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86B54965-4E8E-43AB-A20C-1F8B9EDB45F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120217-13B0-4484-85CD-14057FA38F1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7D4A99E6-8431-457F-A507-E5F1483AB4E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5A8CFF-2B53-45E0-9B61-B1DDFBDC7DD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B6DC8D8-2256-4EC8-9074-B68030F89C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41</a:t>
            </a:r>
          </a:p>
        </p:txBody>
      </p:sp>
    </p:spTree>
    <p:extLst>
      <p:ext uri="{BB962C8B-B14F-4D97-AF65-F5344CB8AC3E}">
        <p14:creationId xmlns:p14="http://schemas.microsoft.com/office/powerpoint/2010/main" val="78628013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AD9E38-BDA4-4B32-9907-628297F34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F6C97D-F4E5-4F29-9789-5836E449D7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9EBFB9-7CE0-4E96-83BE-A10A5D93C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43B2DC2-3D8C-4628-87C4-A41320721E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73055C-EC79-4B58-B9DE-48816BD3BE5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AE56E339-E697-4510-8660-FF75512162F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287A5E-DA60-4BC8-AAF2-5929685EADB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E46A119-C461-4A71-963D-ECF62B3835D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04139F-474D-48AD-82AF-A2A6BEAD87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1AD366C-8311-4F57-8740-8FB57BC4FB7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AA571D-0CB7-4E75-AF79-54C11BE2DB1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81390D8D-E203-4A8D-A133-2BF147555A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42</a:t>
            </a:r>
          </a:p>
        </p:txBody>
      </p:sp>
    </p:spTree>
    <p:extLst>
      <p:ext uri="{BB962C8B-B14F-4D97-AF65-F5344CB8AC3E}">
        <p14:creationId xmlns:p14="http://schemas.microsoft.com/office/powerpoint/2010/main" val="71133805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900B51-4EAC-497F-B979-09F5DE448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A0D947-BFCE-48AA-B9B5-3E00D687CC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78F8ED9-1532-458D-A613-00C2A1A190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D13036B4-29FF-41B5-9AA4-D741383BE36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EFB816-035A-408F-8547-E92A17400E4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11:00 Kampala</a:t>
            </a:r>
          </a:p>
        </p:txBody>
      </p:sp>
      <p:sp>
        <p:nvSpPr>
          <p:cNvPr id="6" name="">
            <a:extLst xmlns:a="http://schemas.openxmlformats.org/drawingml/2006/main">
              <a:ext uri="{FF2B5EF4-FFF2-40B4-BE49-F238E27FC236}">
                <a16:creationId xmlns:a16="http://schemas.microsoft.com/office/drawing/2014/main" id="{9F97A4D3-1105-4FA6-B904-9B2297BC963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C69E6F-B233-4B31-9775-9944A448CD7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11:00 Kampala</a:t>
            </a:r>
          </a:p>
        </p:txBody>
      </p:sp>
      <p:sp>
        <p:nvSpPr>
          <p:cNvPr id="8" name="">
            <a:extLst xmlns:a="http://schemas.openxmlformats.org/drawingml/2006/main">
              <a:ext uri="{FF2B5EF4-FFF2-40B4-BE49-F238E27FC236}">
                <a16:creationId xmlns:a16="http://schemas.microsoft.com/office/drawing/2014/main" id="{19A64257-0210-4B22-90FA-9FD8AA42861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4A464D-16B7-45EC-AA00-EF54667B2F8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FE6EE65-E5D6-4244-882F-82EE127F859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9EECAAE-08E8-43D6-9035-6A9BCB32A5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4D31CB0-BB36-40B1-80EE-6DC39731F75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A24C29-8F5A-457D-9142-3677D1B12BC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c9fae91f11b4602"/>
              </a:rPr>
              <a:t>Open W09 assignment form</a:t>
            </a:r>
          </a:p>
        </p:txBody>
      </p:sp>
      <p:sp>
        <p:nvSpPr>
          <p:cNvPr id="14" name="">
            <a:extLst xmlns:a="http://schemas.openxmlformats.org/drawingml/2006/main">
              <a:ext uri="{FF2B5EF4-FFF2-40B4-BE49-F238E27FC236}">
                <a16:creationId xmlns:a16="http://schemas.microsoft.com/office/drawing/2014/main" id="{12803FBC-3EA0-46A1-B262-D15C629C2FD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https://docs.google.com/forms/d/e/1FAIpQLSfelPFlgqIQS1vM0QDthocg7aIU_WLXNjL4g1DdZAJyKcm9eA/viewform</a:t>
            </a:r>
          </a:p>
        </p:txBody>
      </p:sp>
      <p:sp>
        <p:nvSpPr>
          <p:cNvPr id="15" name="">
            <a:extLst xmlns:a="http://schemas.openxmlformats.org/drawingml/2006/main">
              <a:ext uri="{FF2B5EF4-FFF2-40B4-BE49-F238E27FC236}">
                <a16:creationId xmlns:a16="http://schemas.microsoft.com/office/drawing/2014/main" id="{CBE3ACFE-FF46-4C54-993C-547CB2D43B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43</a:t>
            </a:r>
          </a:p>
        </p:txBody>
      </p:sp>
    </p:spTree>
    <p:extLst>
      <p:ext uri="{BB962C8B-B14F-4D97-AF65-F5344CB8AC3E}">
        <p14:creationId xmlns:p14="http://schemas.microsoft.com/office/powerpoint/2010/main" val="196654153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AA57F17-D1C1-477D-ABCF-10D90C7C2C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0F0C8C-C659-422D-ADCA-556A5B32EA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394DBA7-FCCC-41D3-A21C-CDF4EC12E4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19CF5659-6559-48AF-A824-6F4C1E783F9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E7EA5C-002A-4408-AE59-F5E67C64B71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E4085F3-F072-4070-AE91-EE62DAED36E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8E2808-756A-435C-9F34-AED34E00BB8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EC9C7FB-02F9-4B55-B7E4-F46DE9C51F6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12F42D-8037-4FAB-AD5C-DC637FC6F88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5A18DA35-D464-4F66-8B65-757A90DAF2D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95935B-05B9-440B-B6AF-65A04EC3BD2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bf64c66148246e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EF5C646-19A5-4D59-845C-8C8EE95718B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DA018E8-EFCF-49E6-A906-5E6ACC16FB8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3CA00D4-3FD1-4800-9896-F95F16D0889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451651369714b5a"/>
              </a:rPr>
              <a:t>Open this week’s quiz</a:t>
            </a:r>
          </a:p>
        </p:txBody>
      </p:sp>
      <p:sp>
        <p:nvSpPr>
          <p:cNvPr id="16" name="">
            <a:extLst xmlns:a="http://schemas.openxmlformats.org/drawingml/2006/main">
              <a:ext uri="{FF2B5EF4-FFF2-40B4-BE49-F238E27FC236}">
                <a16:creationId xmlns:a16="http://schemas.microsoft.com/office/drawing/2014/main" id="{C699BF50-CC51-4A86-9D37-6703D824D1C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https://forms.gle/U2h5A1itpmZZTogm6</a:t>
            </a:r>
          </a:p>
        </p:txBody>
      </p:sp>
      <p:sp>
        <p:nvSpPr>
          <p:cNvPr id="17" name="">
            <a:extLst xmlns:a="http://schemas.openxmlformats.org/drawingml/2006/main">
              <a:ext uri="{FF2B5EF4-FFF2-40B4-BE49-F238E27FC236}">
                <a16:creationId xmlns:a16="http://schemas.microsoft.com/office/drawing/2014/main" id="{6F27D84D-D2A6-47AA-A825-6A5991070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44</a:t>
            </a:r>
          </a:p>
        </p:txBody>
      </p:sp>
    </p:spTree>
    <p:extLst>
      <p:ext uri="{BB962C8B-B14F-4D97-AF65-F5344CB8AC3E}">
        <p14:creationId xmlns:p14="http://schemas.microsoft.com/office/powerpoint/2010/main" val="2109379396"/>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EEE23F-57EC-44B5-A0C9-CA084DC8E0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13FA1CF-2259-4AAE-945E-7F682421F7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EE5F4B71-B2E8-4BCD-8BA5-07CFFA1334E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24F8034-2289-4695-A102-0420B65E850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FA88E78-9E71-4F43-80AF-10CD1718633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57F448F-92A2-4B52-A1FE-E65ADE3988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45</a:t>
            </a:r>
          </a:p>
        </p:txBody>
      </p:sp>
    </p:spTree>
    <p:extLst>
      <p:ext uri="{BB962C8B-B14F-4D97-AF65-F5344CB8AC3E}">
        <p14:creationId xmlns:p14="http://schemas.microsoft.com/office/powerpoint/2010/main" val="4560077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2026-09-16T11:10:47.7870000Z</dcterms:created>
  <dcterms:modified xsi:type="dcterms:W3CDTF">2026-09-16T11:10:47.7870000Z</dcterms:modified>
</coreProperties>
</file>