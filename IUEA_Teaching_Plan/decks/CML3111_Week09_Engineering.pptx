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06514fbef14b2f" /><Relationship Type="http://schemas.openxmlformats.org/officeDocument/2006/relationships/extended-properties" Target="/docProps/app.xml" Id="R175f1402bdfb4ef6" /><Relationship Type="http://schemas.openxmlformats.org/officeDocument/2006/relationships/officeDocument" Target="/ppt/presentation.xml" Id="Rfe39b9d5b4b24649" /></Relationships>
</file>

<file path=ppt/presentation.xml><?xml version="1.0" encoding="utf-8"?>
<p:presentation xmlns:p="http://schemas.openxmlformats.org/presentationml/2006/main">
  <p:sldMasterIdLst>
    <p:sldMasterId xmlns:r="http://schemas.openxmlformats.org/officeDocument/2006/relationships" id="2147483648" r:id="R2cb98815eee24922"/>
  </p:sldMasterIdLst>
  <p:notesMasterIdLst>
    <p:notesMasterId xmlns:r="http://schemas.openxmlformats.org/officeDocument/2006/relationships" r:id="R21ccbba8e0ec4c37"/>
  </p:notesMasterIdLst>
  <p:sldIdLst>
    <p:sldId xmlns:r="http://schemas.openxmlformats.org/officeDocument/2006/relationships" id="256" r:id="Re15377f2861b4fa1"/>
    <p:sldId xmlns:r="http://schemas.openxmlformats.org/officeDocument/2006/relationships" id="257" r:id="Rb86c7bd3488646f0"/>
    <p:sldId xmlns:r="http://schemas.openxmlformats.org/officeDocument/2006/relationships" id="258" r:id="Rb50246db11db4795"/>
    <p:sldId xmlns:r="http://schemas.openxmlformats.org/officeDocument/2006/relationships" id="259" r:id="Rea8d136e54df4e19"/>
    <p:sldId xmlns:r="http://schemas.openxmlformats.org/officeDocument/2006/relationships" id="260" r:id="Re59d6fcea5ae4a7b"/>
    <p:sldId xmlns:r="http://schemas.openxmlformats.org/officeDocument/2006/relationships" id="261" r:id="R07b7505fea6f443f"/>
    <p:sldId xmlns:r="http://schemas.openxmlformats.org/officeDocument/2006/relationships" id="262" r:id="R051ef5abf6f7482f"/>
    <p:sldId xmlns:r="http://schemas.openxmlformats.org/officeDocument/2006/relationships" id="263" r:id="R7f635e0abf62471c"/>
    <p:sldId xmlns:r="http://schemas.openxmlformats.org/officeDocument/2006/relationships" id="264" r:id="R87e75cb867fa479a"/>
    <p:sldId xmlns:r="http://schemas.openxmlformats.org/officeDocument/2006/relationships" id="265" r:id="Rce1db830d63b447b"/>
    <p:sldId xmlns:r="http://schemas.openxmlformats.org/officeDocument/2006/relationships" id="266" r:id="R8b01cf6b238446e1"/>
    <p:sldId xmlns:r="http://schemas.openxmlformats.org/officeDocument/2006/relationships" id="267" r:id="R029bb059909c4cd7"/>
    <p:sldId xmlns:r="http://schemas.openxmlformats.org/officeDocument/2006/relationships" id="268" r:id="Re76e79c0ff204750"/>
    <p:sldId xmlns:r="http://schemas.openxmlformats.org/officeDocument/2006/relationships" id="269" r:id="Rb51ef52e851f4a9f"/>
    <p:sldId xmlns:r="http://schemas.openxmlformats.org/officeDocument/2006/relationships" id="270" r:id="Ra71686b142be4ce4"/>
    <p:sldId xmlns:r="http://schemas.openxmlformats.org/officeDocument/2006/relationships" id="271" r:id="R81d6baed12bb4272"/>
    <p:sldId xmlns:r="http://schemas.openxmlformats.org/officeDocument/2006/relationships" id="272" r:id="Red90baab78cc4c47"/>
    <p:sldId xmlns:r="http://schemas.openxmlformats.org/officeDocument/2006/relationships" id="273" r:id="R682741a55da74b5c"/>
    <p:sldId xmlns:r="http://schemas.openxmlformats.org/officeDocument/2006/relationships" id="274" r:id="Ra39ca1ac5e444641"/>
    <p:sldId xmlns:r="http://schemas.openxmlformats.org/officeDocument/2006/relationships" id="275" r:id="R47ae6d70c5cf4524"/>
    <p:sldId xmlns:r="http://schemas.openxmlformats.org/officeDocument/2006/relationships" id="276" r:id="R4aab51fdb7fa4545"/>
    <p:sldId xmlns:r="http://schemas.openxmlformats.org/officeDocument/2006/relationships" id="277" r:id="Rde7bb432e07b46fb"/>
    <p:sldId xmlns:r="http://schemas.openxmlformats.org/officeDocument/2006/relationships" id="278" r:id="R2615c59b4a5348e8"/>
    <p:sldId xmlns:r="http://schemas.openxmlformats.org/officeDocument/2006/relationships" id="279" r:id="Rdbf0ede1525d4b81"/>
    <p:sldId xmlns:r="http://schemas.openxmlformats.org/officeDocument/2006/relationships" id="280" r:id="R555115301fe14c5d"/>
    <p:sldId xmlns:r="http://schemas.openxmlformats.org/officeDocument/2006/relationships" id="281" r:id="R37b27c08474a4b57"/>
    <p:sldId xmlns:r="http://schemas.openxmlformats.org/officeDocument/2006/relationships" id="282" r:id="Rc24d7176c30549c3"/>
    <p:sldId xmlns:r="http://schemas.openxmlformats.org/officeDocument/2006/relationships" id="283" r:id="R51891a8f9b634eb4"/>
    <p:sldId xmlns:r="http://schemas.openxmlformats.org/officeDocument/2006/relationships" id="284" r:id="Ra1b92ef051594f80"/>
    <p:sldId xmlns:r="http://schemas.openxmlformats.org/officeDocument/2006/relationships" id="285" r:id="Rcc6091cd77e44a2e"/>
    <p:sldId xmlns:r="http://schemas.openxmlformats.org/officeDocument/2006/relationships" id="286" r:id="Rb03d331562aa48e9"/>
    <p:sldId xmlns:r="http://schemas.openxmlformats.org/officeDocument/2006/relationships" id="287" r:id="Rf076c9367b5a4fcb"/>
    <p:sldId xmlns:r="http://schemas.openxmlformats.org/officeDocument/2006/relationships" id="288" r:id="R289e83b353ee454e"/>
    <p:sldId xmlns:r="http://schemas.openxmlformats.org/officeDocument/2006/relationships" id="289" r:id="R8f16f18a334144fb"/>
    <p:sldId xmlns:r="http://schemas.openxmlformats.org/officeDocument/2006/relationships" id="290" r:id="R7a79b59733f14db8"/>
    <p:sldId xmlns:r="http://schemas.openxmlformats.org/officeDocument/2006/relationships" id="291" r:id="R61986d3211b9460a"/>
    <p:sldId xmlns:r="http://schemas.openxmlformats.org/officeDocument/2006/relationships" id="292" r:id="R872be1eec42e4660"/>
    <p:sldId xmlns:r="http://schemas.openxmlformats.org/officeDocument/2006/relationships" id="293" r:id="R15b550105101468d"/>
    <p:sldId xmlns:r="http://schemas.openxmlformats.org/officeDocument/2006/relationships" id="294" r:id="Rd850ac136f05475b"/>
    <p:sldId xmlns:r="http://schemas.openxmlformats.org/officeDocument/2006/relationships" id="295" r:id="Rb5033fa9fbb64f51"/>
    <p:sldId xmlns:r="http://schemas.openxmlformats.org/officeDocument/2006/relationships" id="296" r:id="Rff64a411effb4cf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79bf515a1834639" /><Relationship Type="http://schemas.openxmlformats.org/officeDocument/2006/relationships/slideMaster" Target="/ppt/slideMasters/slideMaster1.xml" Id="R2cb98815eee24922" /><Relationship Type="http://schemas.openxmlformats.org/officeDocument/2006/relationships/notesMaster" Target="/ppt/notesMasters/notesMaster1.xml" Id="R21ccbba8e0ec4c37" /><Relationship Type="http://schemas.openxmlformats.org/officeDocument/2006/relationships/presProps" Target="/ppt/presProps.xml" Id="R57876f666e5747d4" /><Relationship Type="http://schemas.openxmlformats.org/officeDocument/2006/relationships/tableStyles" Target="/ppt/tableStyles.xml" Id="R80bb6494edf24a6b" /><Relationship Type="http://schemas.openxmlformats.org/officeDocument/2006/relationships/slide" Target="/ppt/slides/slide1.xml" Id="Re15377f2861b4fa1" /><Relationship Type="http://schemas.openxmlformats.org/officeDocument/2006/relationships/slide" Target="/ppt/slides/slide2.xml" Id="Rb86c7bd3488646f0" /><Relationship Type="http://schemas.openxmlformats.org/officeDocument/2006/relationships/slide" Target="/ppt/slides/slide3.xml" Id="Rb50246db11db4795" /><Relationship Type="http://schemas.openxmlformats.org/officeDocument/2006/relationships/slide" Target="/ppt/slides/slide4.xml" Id="Rea8d136e54df4e19" /><Relationship Type="http://schemas.openxmlformats.org/officeDocument/2006/relationships/slide" Target="/ppt/slides/slide5.xml" Id="Re59d6fcea5ae4a7b" /><Relationship Type="http://schemas.openxmlformats.org/officeDocument/2006/relationships/slide" Target="/ppt/slides/slide6.xml" Id="R07b7505fea6f443f" /><Relationship Type="http://schemas.openxmlformats.org/officeDocument/2006/relationships/slide" Target="/ppt/slides/slide7.xml" Id="R051ef5abf6f7482f" /><Relationship Type="http://schemas.openxmlformats.org/officeDocument/2006/relationships/slide" Target="/ppt/slides/slide8.xml" Id="R7f635e0abf62471c" /><Relationship Type="http://schemas.openxmlformats.org/officeDocument/2006/relationships/slide" Target="/ppt/slides/slide9.xml" Id="R87e75cb867fa479a" /><Relationship Type="http://schemas.openxmlformats.org/officeDocument/2006/relationships/slide" Target="/ppt/slides/slide10.xml" Id="Rce1db830d63b447b" /><Relationship Type="http://schemas.openxmlformats.org/officeDocument/2006/relationships/slide" Target="/ppt/slides/slide11.xml" Id="R8b01cf6b238446e1" /><Relationship Type="http://schemas.openxmlformats.org/officeDocument/2006/relationships/slide" Target="/ppt/slides/slide12.xml" Id="R029bb059909c4cd7" /><Relationship Type="http://schemas.openxmlformats.org/officeDocument/2006/relationships/slide" Target="/ppt/slides/slide13.xml" Id="Re76e79c0ff204750" /><Relationship Type="http://schemas.openxmlformats.org/officeDocument/2006/relationships/slide" Target="/ppt/slides/slide14.xml" Id="Rb51ef52e851f4a9f" /><Relationship Type="http://schemas.openxmlformats.org/officeDocument/2006/relationships/slide" Target="/ppt/slides/slide15.xml" Id="Ra71686b142be4ce4" /><Relationship Type="http://schemas.openxmlformats.org/officeDocument/2006/relationships/slide" Target="/ppt/slides/slide16.xml" Id="R81d6baed12bb4272" /><Relationship Type="http://schemas.openxmlformats.org/officeDocument/2006/relationships/slide" Target="/ppt/slides/slide17.xml" Id="Red90baab78cc4c47" /><Relationship Type="http://schemas.openxmlformats.org/officeDocument/2006/relationships/slide" Target="/ppt/slides/slide18.xml" Id="R682741a55da74b5c" /><Relationship Type="http://schemas.openxmlformats.org/officeDocument/2006/relationships/slide" Target="/ppt/slides/slide19.xml" Id="Ra39ca1ac5e444641" /><Relationship Type="http://schemas.openxmlformats.org/officeDocument/2006/relationships/slide" Target="/ppt/slides/slide20.xml" Id="R47ae6d70c5cf4524" /><Relationship Type="http://schemas.openxmlformats.org/officeDocument/2006/relationships/slide" Target="/ppt/slides/slide21.xml" Id="R4aab51fdb7fa4545" /><Relationship Type="http://schemas.openxmlformats.org/officeDocument/2006/relationships/slide" Target="/ppt/slides/slide22.xml" Id="Rde7bb432e07b46fb" /><Relationship Type="http://schemas.openxmlformats.org/officeDocument/2006/relationships/slide" Target="/ppt/slides/slide23.xml" Id="R2615c59b4a5348e8" /><Relationship Type="http://schemas.openxmlformats.org/officeDocument/2006/relationships/slide" Target="/ppt/slides/slide24.xml" Id="Rdbf0ede1525d4b81" /><Relationship Type="http://schemas.openxmlformats.org/officeDocument/2006/relationships/slide" Target="/ppt/slides/slide25.xml" Id="R555115301fe14c5d" /><Relationship Type="http://schemas.openxmlformats.org/officeDocument/2006/relationships/slide" Target="/ppt/slides/slide26.xml" Id="R37b27c08474a4b57" /><Relationship Type="http://schemas.openxmlformats.org/officeDocument/2006/relationships/slide" Target="/ppt/slides/slide27.xml" Id="Rc24d7176c30549c3" /><Relationship Type="http://schemas.openxmlformats.org/officeDocument/2006/relationships/slide" Target="/ppt/slides/slide28.xml" Id="R51891a8f9b634eb4" /><Relationship Type="http://schemas.openxmlformats.org/officeDocument/2006/relationships/slide" Target="/ppt/slides/slide29.xml" Id="Ra1b92ef051594f80" /><Relationship Type="http://schemas.openxmlformats.org/officeDocument/2006/relationships/slide" Target="/ppt/slides/slide30.xml" Id="Rcc6091cd77e44a2e" /><Relationship Type="http://schemas.openxmlformats.org/officeDocument/2006/relationships/slide" Target="/ppt/slides/slide31.xml" Id="Rb03d331562aa48e9" /><Relationship Type="http://schemas.openxmlformats.org/officeDocument/2006/relationships/slide" Target="/ppt/slides/slide32.xml" Id="Rf076c9367b5a4fcb" /><Relationship Type="http://schemas.openxmlformats.org/officeDocument/2006/relationships/slide" Target="/ppt/slides/slide33.xml" Id="R289e83b353ee454e" /><Relationship Type="http://schemas.openxmlformats.org/officeDocument/2006/relationships/slide" Target="/ppt/slides/slide34.xml" Id="R8f16f18a334144fb" /><Relationship Type="http://schemas.openxmlformats.org/officeDocument/2006/relationships/slide" Target="/ppt/slides/slide35.xml" Id="R7a79b59733f14db8" /><Relationship Type="http://schemas.openxmlformats.org/officeDocument/2006/relationships/slide" Target="/ppt/slides/slide36.xml" Id="R61986d3211b9460a" /><Relationship Type="http://schemas.openxmlformats.org/officeDocument/2006/relationships/slide" Target="/ppt/slides/slide37.xml" Id="R872be1eec42e4660" /><Relationship Type="http://schemas.openxmlformats.org/officeDocument/2006/relationships/slide" Target="/ppt/slides/slide38.xml" Id="R15b550105101468d" /><Relationship Type="http://schemas.openxmlformats.org/officeDocument/2006/relationships/slide" Target="/ppt/slides/slide39.xml" Id="Rd850ac136f05475b" /><Relationship Type="http://schemas.openxmlformats.org/officeDocument/2006/relationships/slide" Target="/ppt/slides/slide40.xml" Id="Rb5033fa9fbb64f51" /><Relationship Type="http://schemas.openxmlformats.org/officeDocument/2006/relationships/slide" Target="/ppt/slides/slide41.xml" Id="Rff64a411effb4c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91d507f79346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ad00a66e2e4aaf" /><Relationship Type="http://schemas.openxmlformats.org/officeDocument/2006/relationships/notesMaster" Target="/ppt/notesMasters/notesMaster1.xml" Id="R1d48e263bd1c40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060e82b8764009" /><Relationship Type="http://schemas.openxmlformats.org/officeDocument/2006/relationships/notesMaster" Target="/ppt/notesMasters/notesMaster1.xml" Id="R931a5539e46a4a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ebd53802b549b7" /><Relationship Type="http://schemas.openxmlformats.org/officeDocument/2006/relationships/notesMaster" Target="/ppt/notesMasters/notesMaster1.xml" Id="R064ace78988346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6172de60f34901" /><Relationship Type="http://schemas.openxmlformats.org/officeDocument/2006/relationships/notesMaster" Target="/ppt/notesMasters/notesMaster1.xml" Id="Rdb0dfb6da08943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6faf79b3a94f04" /><Relationship Type="http://schemas.openxmlformats.org/officeDocument/2006/relationships/notesMaster" Target="/ppt/notesMasters/notesMaster1.xml" Id="Rf4ce1a84776a43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d8626744f94cff" /><Relationship Type="http://schemas.openxmlformats.org/officeDocument/2006/relationships/notesMaster" Target="/ppt/notesMasters/notesMaster1.xml" Id="Re12ebd84dee844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4a5d799079416c" /><Relationship Type="http://schemas.openxmlformats.org/officeDocument/2006/relationships/notesMaster" Target="/ppt/notesMasters/notesMaster1.xml" Id="R1a0af1a3ae6b4c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d8afbc7e514259" /><Relationship Type="http://schemas.openxmlformats.org/officeDocument/2006/relationships/notesMaster" Target="/ppt/notesMasters/notesMaster1.xml" Id="Rdd69876d025243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593aabb03c46d9" /><Relationship Type="http://schemas.openxmlformats.org/officeDocument/2006/relationships/notesMaster" Target="/ppt/notesMasters/notesMaster1.xml" Id="R1e77d20b546d4d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ee40069054b42d9" /><Relationship Type="http://schemas.openxmlformats.org/officeDocument/2006/relationships/notesMaster" Target="/ppt/notesMasters/notesMaster1.xml" Id="R6191329ec5fc49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8eb603fd56347a1" /><Relationship Type="http://schemas.openxmlformats.org/officeDocument/2006/relationships/notesMaster" Target="/ppt/notesMasters/notesMaster1.xml" Id="R35dfb434a6e0479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aa64f673994c40" /><Relationship Type="http://schemas.openxmlformats.org/officeDocument/2006/relationships/notesMaster" Target="/ppt/notesMasters/notesMaster1.xml" Id="R9fca12a5339143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c4b9c4c47ec49bb" /><Relationship Type="http://schemas.openxmlformats.org/officeDocument/2006/relationships/notesMaster" Target="/ppt/notesMasters/notesMaster1.xml" Id="Rd42f3ce2145e49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73285122f7d4f1c" /><Relationship Type="http://schemas.openxmlformats.org/officeDocument/2006/relationships/notesMaster" Target="/ppt/notesMasters/notesMaster1.xml" Id="Rd3748424842e47d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216f80f78a4c98" /><Relationship Type="http://schemas.openxmlformats.org/officeDocument/2006/relationships/notesMaster" Target="/ppt/notesMasters/notesMaster1.xml" Id="Rf631d557539546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c8c48d3bfec4f81" /><Relationship Type="http://schemas.openxmlformats.org/officeDocument/2006/relationships/notesMaster" Target="/ppt/notesMasters/notesMaster1.xml" Id="R54c9a335972d4ee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64714adf084252" /><Relationship Type="http://schemas.openxmlformats.org/officeDocument/2006/relationships/notesMaster" Target="/ppt/notesMasters/notesMaster1.xml" Id="Rb0e410f610b84d7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2d54d2247f64bb3" /><Relationship Type="http://schemas.openxmlformats.org/officeDocument/2006/relationships/notesMaster" Target="/ppt/notesMasters/notesMaster1.xml" Id="Rbb81407e81d0489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254e05a06b14a9c" /><Relationship Type="http://schemas.openxmlformats.org/officeDocument/2006/relationships/notesMaster" Target="/ppt/notesMasters/notesMaster1.xml" Id="Rcd25a8ed9c6f4e0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daf1a0b5164f17" /><Relationship Type="http://schemas.openxmlformats.org/officeDocument/2006/relationships/notesMaster" Target="/ppt/notesMasters/notesMaster1.xml" Id="R5413c9e3fc38407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8466efaf26e40b4" /><Relationship Type="http://schemas.openxmlformats.org/officeDocument/2006/relationships/notesMaster" Target="/ppt/notesMasters/notesMaster1.xml" Id="R65c80a4f58be49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fe0c2857f342ed" /><Relationship Type="http://schemas.openxmlformats.org/officeDocument/2006/relationships/notesMaster" Target="/ppt/notesMasters/notesMaster1.xml" Id="Rb621c723ac06442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80bc5c41df4406" /><Relationship Type="http://schemas.openxmlformats.org/officeDocument/2006/relationships/notesMaster" Target="/ppt/notesMasters/notesMaster1.xml" Id="R4db9c1adccea413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4417ed9f2814fcd" /><Relationship Type="http://schemas.openxmlformats.org/officeDocument/2006/relationships/notesMaster" Target="/ppt/notesMasters/notesMaster1.xml" Id="Rcc7fbd57e291421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71dcfc87fbb4d43" /><Relationship Type="http://schemas.openxmlformats.org/officeDocument/2006/relationships/notesMaster" Target="/ppt/notesMasters/notesMaster1.xml" Id="Rc883d60b7f43486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0f49b0be5f4fac" /><Relationship Type="http://schemas.openxmlformats.org/officeDocument/2006/relationships/notesMaster" Target="/ppt/notesMasters/notesMaster1.xml" Id="Ra75ef4f0069344c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45a13d16dc048f4" /><Relationship Type="http://schemas.openxmlformats.org/officeDocument/2006/relationships/notesMaster" Target="/ppt/notesMasters/notesMaster1.xml" Id="R78f9b0347f7540b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f1ec1361af64bbe" /><Relationship Type="http://schemas.openxmlformats.org/officeDocument/2006/relationships/notesMaster" Target="/ppt/notesMasters/notesMaster1.xml" Id="R597b795ade634f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ccb4e8222ef4d2c" /><Relationship Type="http://schemas.openxmlformats.org/officeDocument/2006/relationships/notesMaster" Target="/ppt/notesMasters/notesMaster1.xml" Id="R53cdab24c42d411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9f06e6b5d84479f" /><Relationship Type="http://schemas.openxmlformats.org/officeDocument/2006/relationships/notesMaster" Target="/ppt/notesMasters/notesMaster1.xml" Id="R5bc34a92e1ef440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fc9e836a29d435d" /><Relationship Type="http://schemas.openxmlformats.org/officeDocument/2006/relationships/notesMaster" Target="/ppt/notesMasters/notesMaster1.xml" Id="R3deabc518fc9437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7cd2100e1ca42be" /><Relationship Type="http://schemas.openxmlformats.org/officeDocument/2006/relationships/notesMaster" Target="/ppt/notesMasters/notesMaster1.xml" Id="Rc5a0ee6d345e4e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8e138638401455f" /><Relationship Type="http://schemas.openxmlformats.org/officeDocument/2006/relationships/notesMaster" Target="/ppt/notesMasters/notesMaster1.xml" Id="R09ab6e29a70b400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77612add1f4478e" /><Relationship Type="http://schemas.openxmlformats.org/officeDocument/2006/relationships/notesMaster" Target="/ppt/notesMasters/notesMaster1.xml" Id="R0a9aeee35365449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c67a57d0a7e49a4" /><Relationship Type="http://schemas.openxmlformats.org/officeDocument/2006/relationships/notesMaster" Target="/ppt/notesMasters/notesMaster1.xml" Id="R9b9b8cba77b04db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86a511a05824d33" /><Relationship Type="http://schemas.openxmlformats.org/officeDocument/2006/relationships/notesMaster" Target="/ppt/notesMasters/notesMaster1.xml" Id="R6b23508d7cec4b2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25ee4b5eb4a44fe" /><Relationship Type="http://schemas.openxmlformats.org/officeDocument/2006/relationships/notesMaster" Target="/ppt/notesMasters/notesMaster1.xml" Id="R090e4a236849493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4af37077dc94d9c" /><Relationship Type="http://schemas.openxmlformats.org/officeDocument/2006/relationships/notesMaster" Target="/ppt/notesMasters/notesMaster1.xml" Id="Readcd1cf975d4e1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fb5efa053e4411e" /><Relationship Type="http://schemas.openxmlformats.org/officeDocument/2006/relationships/notesMaster" Target="/ppt/notesMasters/notesMaster1.xml" Id="Rd30894a4e95b4f9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31e4852e537416d" /><Relationship Type="http://schemas.openxmlformats.org/officeDocument/2006/relationships/notesMaster" Target="/ppt/notesMasters/notesMaster1.xml" Id="Ra43a3f9004004a7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63fecb9a12d430b" /><Relationship Type="http://schemas.openxmlformats.org/officeDocument/2006/relationships/notesMaster" Target="/ppt/notesMasters/notesMaster1.xml" Id="Rda51e4b957b3436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the cost of mistakes</a:t>
            </a:r>
          </a:p>
          <a:p>
            <a:r>
              <a:t>CML3111, Week 9, slide 1</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9, slide 2</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Distinguish an actual label from a predicted label.</a:t>
            </a:r>
          </a:p>
          <a:p>
            <a:r>
              <a:t/>
            </a:r>
          </a:p>
          <a:p>
            <a:r>
              <a:t>Count prediction outcomes and explain their costs.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9, slide 3</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8 predicted a number. This week predicts a category and counts the different kinds of correct and incorrect result.</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9, slide 4</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warning system predicts a category. We compare each prediction with its recorded answer, then count false alarms and missed warnings using an explicit cost rule.</a:t>
            </a:r>
          </a:p>
          <a:p>
            <a:r>
              <a:t/>
            </a:r>
          </a:p>
          <a:p>
            <a:r>
              <a:t>Continue to</a:t>
            </a:r>
          </a:p>
          <a:p>
            <a:r>
              <a:t>The positive class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positive class</a:t>
            </a:r>
          </a:p>
          <a:p>
            <a:r>
              <a:t>CML3111, Week 9, slide 5</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In this example, 1 means a warning is needed.</a:t>
            </a:r>
          </a:p>
          <a:p>
            <a:r>
              <a:t/>
            </a:r>
          </a:p>
          <a:p>
            <a:r>
              <a:t>0 means a warning is not needed.</a:t>
            </a:r>
          </a:p>
          <a:p>
            <a:r>
              <a:t/>
            </a:r>
          </a:p>
          <a:p>
            <a:r>
              <a:t>Actual is the reference label. Predicted is the model’s label.</a:t>
            </a:r>
          </a:p>
          <a:p>
            <a:r>
              <a:t/>
            </a:r>
          </a:p>
          <a:p>
            <a:r>
              <a:t>A false negative misses a real warning.</a:t>
            </a:r>
          </a:p>
          <a:p>
            <a:r>
              <a:t/>
            </a:r>
          </a:p>
          <a:p>
            <a:r>
              <a:t>Continue to</a:t>
            </a:r>
          </a:p>
          <a:p>
            <a:r>
              <a:t>Class and positive label / TP and TN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 and positive label / TP and TN</a:t>
            </a:r>
          </a:p>
          <a:p>
            <a:r>
              <a:t>CML3111, Week 9, slide 6</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Continue to</a:t>
            </a:r>
          </a:p>
          <a:p>
            <a:r>
              <a:t>FP and FN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FP and FN</a:t>
            </a:r>
          </a:p>
          <a:p>
            <a:r>
              <a:t>CML3111, Week 9, slide 7</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FP and FN: False positive is a false alarm. False negative is a missed warning.</a:t>
            </a:r>
          </a:p>
          <a:p>
            <a:r>
              <a:t/>
            </a:r>
          </a:p>
          <a:p>
            <a:r>
              <a:t>Continue to</a:t>
            </a:r>
          </a:p>
          <a:p>
            <a:r>
              <a:t>Actual and predicted describe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Actual and predicted describe different things</a:t>
            </a:r>
          </a:p>
          <a:p>
            <a:r>
              <a:t>CML3111, Week 9, slide 8</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is the recorded reference answer.</a:t>
            </a:r>
          </a:p>
          <a:p>
            <a:r>
              <a:t/>
            </a:r>
          </a:p>
          <a:p>
            <a:r>
              <a:t>Predicted is the answer produced by our model.</a:t>
            </a:r>
          </a:p>
          <a:p>
            <a:r>
              <a:t/>
            </a:r>
          </a:p>
          <a:p>
            <a:r>
              <a:t>A correct prediction matches the reference. Class 1 means warning in this example.</a:t>
            </a:r>
          </a:p>
          <a:p>
            <a:r>
              <a:t/>
            </a:r>
          </a:p>
          <a:p>
            <a:r>
              <a:t>Continue to</a:t>
            </a:r>
          </a:p>
          <a:p>
            <a:r>
              <a:t>Every paired result belongs in one cell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paired result belongs in one cell</a:t>
            </a:r>
          </a:p>
          <a:p>
            <a:r>
              <a:t>CML3111, Week 9, slide 9</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Read actual first, then predicted. Explain the missed warning.</a:t>
            </a:r>
          </a:p>
          <a:p>
            <a:r>
              <a:t/>
            </a:r>
          </a:p>
          <a:p>
            <a:r>
              <a:t>Continue to</a:t>
            </a:r>
          </a:p>
          <a:p>
            <a:r>
              <a:t>The four kinds of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four kinds of result</a:t>
            </a:r>
          </a:p>
          <a:p>
            <a:r>
              <a:t>CML3111, Week 9, slide 10</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 Predicted | Warning 1 | No warning 0</a:t>
            </a:r>
          </a:p>
          <a:p>
            <a:r>
              <a:t>Warning 1 | TP = 1 | FN = 1</a:t>
            </a:r>
          </a:p>
          <a:p>
            <a:r>
              <a:t>No warning 0 | FP = 1 | TN = 1</a:t>
            </a:r>
          </a:p>
          <a:p>
            <a:r>
              <a:t>Rows are actual and columns are predicted.</a:t>
            </a:r>
          </a:p>
          <a:p>
            <a:r>
              <a:t/>
            </a:r>
          </a:p>
          <a:p>
            <a:r>
              <a:t>Continue to</a:t>
            </a:r>
          </a:p>
          <a:p>
            <a:r>
              <a:t>Precision /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 Recall</a:t>
            </a:r>
          </a:p>
          <a:p>
            <a:r>
              <a:t>CML3111, Week 9, slide 11</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Of all predicted warnings, the fraction that were actual warnings: TP / (TP + FP).</a:t>
            </a:r>
          </a:p>
          <a:p>
            <a:r>
              <a:t>Recall: Of all actual warnings, the fraction detected: TP / (TP + FN).</a:t>
            </a:r>
          </a:p>
          <a:p>
            <a:r>
              <a:t/>
            </a:r>
          </a:p>
          <a:p>
            <a:r>
              <a:t>Continue to</a:t>
            </a:r>
          </a:p>
          <a:p>
            <a:r>
              <a:t>Precision and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and recall</a:t>
            </a:r>
          </a:p>
          <a:p>
            <a:r>
              <a:t>CML3111, Week 9, slide 12</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asks: of the warnings raised, how many were correct?</a:t>
            </a:r>
          </a:p>
          <a:p>
            <a:r>
              <a:t/>
            </a:r>
          </a:p>
          <a:p>
            <a:r>
              <a:t>Recall asks: of the real warnings, how many did we detect?</a:t>
            </a:r>
          </a:p>
          <a:p>
            <a:r>
              <a:t/>
            </a:r>
          </a:p>
          <a:p>
            <a:r>
              <a:t>A zero denominator needs an explicit rule.</a:t>
            </a:r>
          </a:p>
          <a:p>
            <a:r>
              <a:t/>
            </a:r>
          </a:p>
          <a:p>
            <a:r>
              <a:t>Use the rule in your task brief when implementing the function.</a:t>
            </a:r>
          </a:p>
          <a:p>
            <a:r>
              <a:t/>
            </a:r>
          </a:p>
          <a:p>
            <a:r>
              <a:t>Continue to</a:t>
            </a:r>
          </a:p>
          <a:p>
            <a:r>
              <a:t>Probability and a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Probability and a decision threshold</a:t>
            </a:r>
          </a:p>
          <a:p>
            <a:r>
              <a:t>CML3111, Week 9, slide 13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Continue to</a:t>
            </a:r>
          </a:p>
          <a:p>
            <a:r>
              <a:t>Apply one stated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Apply one stated decision threshold</a:t>
            </a:r>
          </a:p>
          <a:p>
            <a:r>
              <a:t>CML3111, Week 9, slide 14</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Estimated positive probability | At least 0.5? | Decision</a:t>
            </a:r>
          </a:p>
          <a:p>
            <a:r>
              <a:t>0.20 | No | Class 0</a:t>
            </a:r>
          </a:p>
          <a:p>
            <a:r>
              <a:t>0.50 | Yes | Class 1</a:t>
            </a:r>
          </a:p>
          <a:p>
            <a:r>
              <a:t>0.80 | Yes | Class 1</a:t>
            </a:r>
          </a:p>
          <a:p>
            <a:r>
              <a:t>0.5 means 50%. This rule includes equality. A probability is an estimate, not a promise that one case is correct.</a:t>
            </a:r>
          </a:p>
          <a:p>
            <a:r>
              <a:t/>
            </a:r>
          </a:p>
          <a:p>
            <a:r>
              <a:t>Reference / existing resource</a:t>
            </a:r>
          </a:p>
          <a:p>
            <a:r>
              <a:t>https://docs.python.org/3/tutorial/introduction.html</a:t>
            </a:r>
          </a:p>
          <a:p>
            <a:r>
              <a:t>https://docs.python.org/3/tutorial/controlflow.html;</a:t>
            </a:r>
          </a:p>
          <a:p>
            <a:r>
              <a:t/>
            </a:r>
          </a:p>
          <a:p>
            <a:r>
              <a:t>Continue to</a:t>
            </a:r>
          </a:p>
          <a:p>
            <a:r>
              <a:t>A category decision can use a probability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decision can use a probability</a:t>
            </a:r>
          </a:p>
          <a:p>
            <a:r>
              <a:t>CML3111, Week 9, slide 15</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classifier may estimate the probability of class 1.</a:t>
            </a:r>
          </a:p>
          <a:p>
            <a:r>
              <a:t/>
            </a:r>
          </a:p>
          <a:p>
            <a:r>
              <a:t>A threshold converts that estimate into warning or no warning.</a:t>
            </a:r>
          </a:p>
          <a:p>
            <a:r>
              <a:t/>
            </a:r>
          </a:p>
          <a:p>
            <a:r>
              <a:t>Logistic regression is a classification model. Its probability estimates still need evaluation.</a:t>
            </a:r>
          </a:p>
          <a:p>
            <a:r>
              <a:t/>
            </a:r>
          </a:p>
          <a:p>
            <a:r>
              <a:t>Continue to</a:t>
            </a:r>
          </a:p>
          <a:p>
            <a:r>
              <a:t>Threshold and cost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Threshold and cost</a:t>
            </a:r>
          </a:p>
          <a:p>
            <a:r>
              <a:t>CML3111, Week 9, slide 16</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Threshold and cost: A threshold converts a score to a decision. A cost rule states how much each type of mistake matters. Lower thresholds usually increase recall; precision need not decrease at every step.</a:t>
            </a:r>
          </a:p>
          <a:p>
            <a:r>
              <a:t/>
            </a:r>
          </a:p>
          <a:p>
            <a:r>
              <a:t>Continue to</a:t>
            </a:r>
          </a:p>
          <a:p>
            <a:r>
              <a:t>State the cost rule before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State the cost rule before calculating</a:t>
            </a:r>
          </a:p>
          <a:p>
            <a:r>
              <a:t>CML3111, Week 9, slide 17</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cost rule assigns a penalty to each kind of mistake. In this teaching example, a missed warning costs 5 units and a false alarm costs 1 unit.</a:t>
            </a:r>
          </a:p>
          <a:p>
            <a:r>
              <a:t/>
            </a:r>
          </a:p>
          <a:p>
            <a:r>
              <a:t>Total cost = 5 × FN + FP. One missed warning and one false alarm therefore cost 6 units.</a:t>
            </a:r>
          </a:p>
          <a:p>
            <a:r>
              <a:t/>
            </a:r>
          </a:p>
          <a:p>
            <a:r>
              <a:t>These are invented teaching penalties. Use the published assignment cost rule and explain whose consequences it represents.</a:t>
            </a:r>
          </a:p>
          <a:p>
            <a:r>
              <a:t/>
            </a:r>
          </a:p>
          <a:p>
            <a:r>
              <a:t>Continue to</a:t>
            </a:r>
          </a:p>
          <a:p>
            <a:r>
              <a:t>Counting syntax in the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syntax in the example</a:t>
            </a:r>
          </a:p>
          <a:p>
            <a:r>
              <a:t>CML3111, Week 9, slide 18</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Code | Equivalent idea</a:t>
            </a:r>
          </a:p>
          <a:p>
            <a:r>
              <a:t>tp = tn = fp = fn = 0 | Set each of four counts to zero</a:t>
            </a:r>
          </a:p>
          <a:p>
            <a:r>
              <a:t>tp += 1 | tp = tp + 1</a:t>
            </a:r>
          </a:p>
          <a:p>
            <a:r>
              <a:t>zip(actual, predicted) | Pair items in the same positions</a:t>
            </a:r>
          </a:p>
          <a:p>
            <a:r>
              <a:t>elif condition: | Try this branch if earlier ones failed</a:t>
            </a:r>
          </a:p>
          <a:p>
            <a:r>
              <a:t>Our paired lists must have matching lengths. zip alone stops at the shorter list.</a:t>
            </a:r>
          </a:p>
          <a:p>
            <a:r>
              <a:t/>
            </a:r>
          </a:p>
          <a:p>
            <a:r>
              <a:t>Continue to</a:t>
            </a:r>
          </a:p>
          <a:p>
            <a:r>
              <a:t>Classification outcomes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in Python</a:t>
            </a:r>
          </a:p>
          <a:p>
            <a:r>
              <a:t>CML3111, Week 9, slide 19</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actual = [1, 1, 0, 0]</a:t>
            </a:r>
          </a:p>
          <a:p>
            <a:r>
              <a:t>Evaluate the complete right-hand expression first, then assign its result to the name or selected field on the left.</a:t>
            </a:r>
          </a:p>
          <a:p>
            <a:r>
              <a:t/>
            </a:r>
          </a:p>
          <a:p>
            <a:r>
              <a:t>predicted = [1, 0, 1, 0]</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tp, fn, fp, tn = 1, 1, 1, 1</a:t>
            </a:r>
          </a:p>
          <a:p>
            <a:r>
              <a:t>Evaluate the complete right-hand expression first, then assign its result to the name or selected field on the left.</a:t>
            </a:r>
          </a:p>
          <a:p>
            <a:r>
              <a:t/>
            </a:r>
          </a:p>
          <a:p>
            <a:r>
              <a:t>print(tp / (tp + fp))</a:t>
            </a:r>
          </a:p>
          <a:p>
            <a:r>
              <a:t>Evaluate the expression inside the parentheses and display it. Displaying is separate from returning a function result.</a:t>
            </a:r>
          </a:p>
          <a:p>
            <a:r>
              <a:t/>
            </a:r>
          </a:p>
          <a:p>
            <a:r>
              <a:t>print(tp / (tp + fn))</a:t>
            </a:r>
          </a:p>
          <a:p>
            <a:r>
              <a:t>Evaluate the expression inside the parentheses and display it. Displaying is separate from returning a function result.</a:t>
            </a:r>
          </a:p>
          <a:p>
            <a:r>
              <a:t/>
            </a:r>
          </a:p>
          <a:p>
            <a:r>
              <a:t>print(5 * fn + fp)</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Classification outcomes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results</a:t>
            </a:r>
          </a:p>
          <a:p>
            <a:r>
              <a:t>CML3111, Week 9, slide 20</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Four paired rows, then precision 0.5, recall 0.5 and teaching cost 6.</a:t>
            </a:r>
          </a:p>
          <a:p>
            <a:r>
              <a:t/>
            </a:r>
          </a:p>
          <a:p>
            <a:r>
              <a:t>Continue to</a:t>
            </a:r>
          </a:p>
          <a:p>
            <a:r>
              <a:t>Trace the four counters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four counters</a:t>
            </a:r>
          </a:p>
          <a:p>
            <a:r>
              <a:t>CML3111, Week 9, slide 21</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Actual, predicted | Chosen counter | Counts: TP TN FP FN</a:t>
            </a:r>
          </a:p>
          <a:p>
            <a:r>
              <a:t>1, 1 | TP increases | 1 0 0 0</a:t>
            </a:r>
          </a:p>
          <a:p>
            <a:r>
              <a:t>1, 0 | FN increases | 1 0 0 1</a:t>
            </a:r>
          </a:p>
          <a:p>
            <a:r>
              <a:t>0, 1 | FP increases | 1 0 1 1</a:t>
            </a:r>
          </a:p>
          <a:p>
            <a:r>
              <a:t>0, 0 | TN increases | 1 1 1 1</a:t>
            </a:r>
          </a:p>
          <a:p>
            <a:r>
              <a:t>All counts start at zero. Each observation follows exactly one if/elif/else branch.</a:t>
            </a:r>
          </a:p>
          <a:p>
            <a:r>
              <a:t/>
            </a:r>
          </a:p>
          <a:p>
            <a:r>
              <a:t>Reference / existing resource</a:t>
            </a:r>
          </a:p>
          <a:p>
            <a:r>
              <a:t>https://docs.python.org/3/tutorial/introduction.html</a:t>
            </a:r>
          </a:p>
          <a:p>
            <a:r>
              <a:t>https://docs.python.org/3/tutorial/controlflow.html;</a:t>
            </a:r>
          </a:p>
          <a:p>
            <a:r>
              <a:t/>
            </a:r>
          </a:p>
          <a:p>
            <a:r>
              <a:t>Continue to</a:t>
            </a:r>
          </a:p>
          <a:p>
            <a:r>
              <a:t>Counting arbitrary paired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a:t>
            </a:r>
          </a:p>
          <a:p>
            <a:r>
              <a:t>CML3111, Week 9, slide 22</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Start every counter at zero before the loop. == compares labels. and means both comparisons must be true. elif checks another condition only when earlier ones were false.</a:t>
            </a:r>
          </a:p>
          <a:p>
            <a:r>
              <a:t/>
            </a:r>
          </a:p>
          <a:p>
            <a:r>
              <a:t>tp = tn = fp = fn = 0 sets all four counters to zero. tp += 1 is shorthand for tp = tp + 1.</a:t>
            </a:r>
          </a:p>
          <a:p>
            <a:r>
              <a:t/>
            </a:r>
          </a:p>
          <a:p>
            <a:r>
              <a:t>Continue to</a:t>
            </a:r>
          </a:p>
          <a:p>
            <a:r>
              <a:t>Counting arbitrary paired observations in Python (1/3)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(1/3)</a:t>
            </a:r>
          </a:p>
          <a:p>
            <a:r>
              <a:t>CML3111, Week 9, slide 23</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tp = tn = fp = fn = 0</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Counting arbitrary paired observations in Python (2/3)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(2/3)</a:t>
            </a:r>
          </a:p>
          <a:p>
            <a:r>
              <a:t>CML3111, Week 9, slide 24</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for truth, guess in zip(actual, predicted):</a:t>
            </a:r>
          </a:p>
          <a:p>
            <a:r>
              <a:t>Take each item or pair in turn, assign the loop name(s), and repeat the indented body.</a:t>
            </a:r>
          </a:p>
          <a:p>
            <a:r>
              <a:t/>
            </a:r>
          </a:p>
          <a:p>
            <a:r>
              <a:t>if truth == 1 and guess == 1:</a:t>
            </a:r>
          </a:p>
          <a:p>
            <a:r>
              <a:t>Evaluate this yes/no condition. Execute its indented body only on the matching path.</a:t>
            </a:r>
          </a:p>
          <a:p>
            <a:r>
              <a:t/>
            </a:r>
          </a:p>
          <a:p>
            <a:r>
              <a:t>tp += 1</a:t>
            </a:r>
          </a:p>
          <a:p>
            <a:r>
              <a:t>Add the right-hand amount to the current stored value, then keep the updated value.</a:t>
            </a:r>
          </a:p>
          <a:p>
            <a:r>
              <a:t/>
            </a:r>
          </a:p>
          <a:p>
            <a:r>
              <a:t>elif truth == 0 and guess == 0:</a:t>
            </a:r>
          </a:p>
          <a:p>
            <a:r>
              <a:t>Evaluate this yes/no condition. Execute its indented body only on the matching path.</a:t>
            </a:r>
          </a:p>
          <a:p>
            <a:r>
              <a:t/>
            </a:r>
          </a:p>
          <a:p>
            <a:r>
              <a:t>tn += 1</a:t>
            </a:r>
          </a:p>
          <a:p>
            <a:r>
              <a:t>Add the right-hand amount to the current stored value, then keep the updated value.</a:t>
            </a:r>
          </a:p>
          <a:p>
            <a:r>
              <a:t/>
            </a:r>
          </a:p>
          <a:p>
            <a:r>
              <a:t>elif truth == 0 and guess == 1:</a:t>
            </a:r>
          </a:p>
          <a:p>
            <a:r>
              <a:t>Evaluate this yes/no condition. Execute its indented body only on the matching path.</a:t>
            </a:r>
          </a:p>
          <a:p>
            <a:r>
              <a:t/>
            </a:r>
          </a:p>
          <a:p>
            <a:r>
              <a:t>fp += 1</a:t>
            </a:r>
          </a:p>
          <a:p>
            <a:r>
              <a:t>Add the right-hand amount to the current stored value, then keep the updated value.</a:t>
            </a:r>
          </a:p>
          <a:p>
            <a:r>
              <a:t/>
            </a:r>
          </a:p>
          <a:p>
            <a:r>
              <a:t>else:</a:t>
            </a:r>
          </a:p>
          <a:p>
            <a:r>
              <a:t>Use this remaining path when the matching earlier condition did not succeed.</a:t>
            </a:r>
          </a:p>
          <a:p>
            <a:r>
              <a:t/>
            </a:r>
          </a:p>
          <a:p>
            <a:r>
              <a:t>fn += 1</a:t>
            </a:r>
          </a:p>
          <a:p>
            <a:r>
              <a:t>Add the right-hand amount to the current stored value, then keep the updated value.</a:t>
            </a:r>
          </a:p>
          <a:p>
            <a:r>
              <a:t/>
            </a:r>
          </a:p>
          <a:p>
            <a:r>
              <a:t>Result / continuity</a:t>
            </a:r>
          </a:p>
          <a:p>
            <a:r>
              <a:t>Continue the SAME cell; keep indentation. Run after all parts are entered.</a:t>
            </a:r>
          </a:p>
          <a:p>
            <a:r>
              <a:t/>
            </a:r>
          </a:p>
          <a:p>
            <a:r>
              <a:t>Continue to</a:t>
            </a:r>
          </a:p>
          <a:p>
            <a:r>
              <a:t>Counting arbitrary paired observations in Python (3/3)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(3/3)</a:t>
            </a:r>
          </a:p>
          <a:p>
            <a:r>
              <a:t>CML3111, Week 9, slide 25</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print(tp, tn, fp, fn)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Represent a category with indicators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Represent a category with indicators</a:t>
            </a:r>
          </a:p>
          <a:p>
            <a:r>
              <a:t>CML3111, Week 9, slide 26</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Continue to</a:t>
            </a:r>
          </a:p>
          <a:p>
            <a:r>
              <a:t>A category can become indicator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can become indicator columns</a:t>
            </a:r>
          </a:p>
          <a:p>
            <a:r>
              <a:t>CML3111, Week 9, slide 27</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Material | is_steel | is_timber</a:t>
            </a:r>
          </a:p>
          <a:p>
            <a:r>
              <a:t>steel | 1 | 0</a:t>
            </a:r>
          </a:p>
          <a:p>
            <a:r>
              <a:t>timber | 0 | 1</a:t>
            </a:r>
          </a:p>
          <a:p>
            <a:r>
              <a:t>An encoder converts category labels to numeric columns. Fit it on training data. Each indicator is 1 when that category applies, otherwise 0.</a:t>
            </a:r>
          </a:p>
          <a:p>
            <a:r>
              <a:t/>
            </a:r>
          </a:p>
          <a:p>
            <a:r>
              <a:t>Continue to</a:t>
            </a:r>
          </a:p>
          <a:p>
            <a:r>
              <a:t>Accuracy can hide missed warnings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Accuracy can hide missed warnings</a:t>
            </a:r>
          </a:p>
          <a:p>
            <a:r>
              <a:t>CML3111, Week 9, slide 28</a:t>
            </a:r>
          </a:p>
          <a:p>
            <a:r>
              <a:t/>
            </a:r>
          </a:p>
          <a:p>
            <a:r>
              <a:t>Explanation to give</a:t>
            </a:r>
          </a:p>
          <a:p>
            <a:r>
              <a:t>Accuracy counts all correct classifications together. In an imbalanced dataset, correct majority-class answers can dominate the score while the minority class is consistently missed.</a:t>
            </a:r>
          </a:p>
          <a:p>
            <a:r>
              <a:t/>
            </a:r>
          </a:p>
          <a:p>
            <a:r>
              <a:t>Worked illustration / lecturer answer</a:t>
            </a:r>
          </a:p>
          <a:p>
            <a:r>
              <a:t>With 95 normal cases and 5 genuine faults, always predicting normal gives 95% accuracy but detects zero faults. Fault recall is zero.</a:t>
            </a:r>
          </a:p>
          <a:p>
            <a:r>
              <a:t/>
            </a:r>
          </a:p>
          <a:p>
            <a:r>
              <a:t>Misconception to address</a:t>
            </a:r>
          </a:p>
          <a:p>
            <a:r>
              <a:t>A high headline accuracy alone is insufficient for a warning system. Report the confusion counts and the relevant costs.</a:t>
            </a:r>
          </a:p>
          <a:p>
            <a:r>
              <a:t/>
            </a:r>
          </a:p>
          <a:p>
            <a:r>
              <a:t>On this slide</a:t>
            </a:r>
          </a:p>
          <a:p>
            <a:r>
              <a:t>Accuracy = number of correct labels / number of labels. It counts correct warnings and correct non-warnings together.</a:t>
            </a:r>
          </a:p>
          <a:p>
            <a:r>
              <a:t/>
            </a:r>
          </a:p>
          <a:p>
            <a:r>
              <a:t>If 90 of 100 cases need no warning, predicting no warning every time gives 90% accuracy. It detects none of the 10 real warnings: recall is 0.</a:t>
            </a:r>
          </a:p>
          <a:p>
            <a:r>
              <a:t/>
            </a:r>
          </a:p>
          <a:p>
            <a:r>
              <a:t>Always inspect the actual/predicted counts and relevant costs before calling a classifier useful.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9, slide 29</a:t>
            </a:r>
          </a:p>
          <a:p>
            <a:r>
              <a:t/>
            </a:r>
          </a:p>
          <a:p>
            <a:r>
              <a:t>Explanation to give</a:t>
            </a:r>
          </a:p>
          <a:p>
            <a:r>
              <a:t>Use the displayed example as a short individual revision question, then explain the reasoning behind its answer.</a:t>
            </a:r>
          </a:p>
          <a:p>
            <a:r>
              <a:t/>
            </a:r>
          </a:p>
          <a:p>
            <a:r>
              <a:t>Worked illustration / lecturer answer</a:t>
            </a:r>
          </a:p>
          <a:p>
            <a:r>
              <a:t>Example: Change the second prediction to 1. Count again. Does this improve both recall and the assumed cost?</a:t>
            </a:r>
          </a:p>
          <a:p>
            <a:r>
              <a:t/>
            </a:r>
          </a:p>
          <a:p>
            <a:r>
              <a:t>Answer: TP=2, FN=0, FP=1, TN=1. Precision 2/3, recall 1, cost 1. This particular change improves recall and cost.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9, slide 30</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Implement classification_metrics on arbitrary paired binary labels, not only the example.</a:t>
            </a:r>
          </a:p>
          <a:p>
            <a:r>
              <a:t/>
            </a:r>
          </a:p>
          <a:p>
            <a:r>
              <a:t>Use the published zero-denominator convention.</a:t>
            </a:r>
          </a:p>
          <a:p>
            <a:r>
              <a:t/>
            </a:r>
          </a:p>
          <a:p>
            <a:r>
              <a:t>Read the supplied W09 comparison separately.</a:t>
            </a:r>
          </a:p>
          <a:p>
            <a:r>
              <a:t/>
            </a:r>
          </a:p>
          <a:p>
            <a:r>
              <a:t>Teacher-written cost assumptions are not approved operating limits.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9, slide 31</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All claimed benefits require real-world evaluation.</a:t>
            </a:r>
          </a:p>
          <a:p>
            <a:r>
              <a:t/>
            </a:r>
          </a:p>
          <a:p>
            <a:r>
              <a:t>Continue to</a:t>
            </a:r>
          </a:p>
          <a:p>
            <a:r>
              <a:t>Category predictions and operating thresholds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a:t>
            </a:r>
          </a:p>
          <a:p>
            <a:r>
              <a:t>CML3111, Week 9, slide 32</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majority-only classifier can achieve high accuracy while missing the rare class.</a:t>
            </a:r>
          </a:p>
          <a:p>
            <a:r>
              <a:t/>
            </a:r>
          </a:p>
          <a:p>
            <a:r>
              <a:t>Name the positive class and both confusion-matrix axes.</a:t>
            </a:r>
          </a:p>
          <a:p>
            <a:r>
              <a:t/>
            </a:r>
          </a:p>
          <a:p>
            <a:r>
              <a:t>A model expecting numeric features cannot directly use raw category strings; use numeric indicator columns for categories.</a:t>
            </a:r>
          </a:p>
          <a:p>
            <a:r>
              <a:t/>
            </a:r>
          </a:p>
          <a:p>
            <a:r>
              <a:t>Compare threshold choices on validation data.</a:t>
            </a:r>
          </a:p>
          <a:p>
            <a:r>
              <a:t/>
            </a:r>
          </a:p>
          <a:p>
            <a:r>
              <a:t>Continue to</a:t>
            </a:r>
          </a:p>
          <a:p>
            <a:r>
              <a:t>Category predictions and operating thresholds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 continued</a:t>
            </a:r>
          </a:p>
          <a:p>
            <a:r>
              <a:t>CML3111, Week 9, slide 33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Reducing the threshold adds flagged cases and cannot reduce recall on fixed scored observations, but precision can move either way.</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9, slide 34</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Use classification_case.csv.</a:t>
            </a:r>
          </a:p>
          <a:p>
            <a:r>
              <a:t/>
            </a:r>
          </a:p>
          <a:p>
            <a:r>
              <a:t>Positive means a synthetic warning condition.</a:t>
            </a:r>
          </a:p>
          <a:p>
            <a:r>
              <a:t/>
            </a:r>
          </a:p>
          <a:p>
            <a:r>
              <a:t>Compute the confusion matrix, precision, recall and cost.</a:t>
            </a:r>
          </a:p>
          <a:p>
            <a:r>
              <a:t/>
            </a:r>
          </a:p>
          <a:p>
            <a:r>
              <a:t>Explain the 5:1 missed-warning/false-alarm cost assumption and why accuracy alone is insufficient.</a:t>
            </a:r>
          </a:p>
          <a:p>
            <a:r>
              <a:t/>
            </a:r>
          </a:p>
          <a:p>
            <a:r>
              <a:t>Continue to</a:t>
            </a:r>
          </a:p>
          <a:p>
            <a:r>
              <a:t>Your issued task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 continued</a:t>
            </a:r>
          </a:p>
          <a:p>
            <a:r>
              <a:t>CML3111, Week 9, slide 35</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These costs are teaching assumptions, not approved operating limits.</a:t>
            </a:r>
          </a:p>
          <a:p>
            <a:r>
              <a:t/>
            </a:r>
          </a:p>
          <a:p>
            <a:r>
              <a:t>Continue to</a:t>
            </a:r>
          </a:p>
          <a:p>
            <a:r>
              <a:t>classification_metrics(actual,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classification_metrics(actual, predicted)</a:t>
            </a:r>
          </a:p>
          <a:p>
            <a:r>
              <a:t>CML3111, Week 9, slide 36</a:t>
            </a:r>
          </a:p>
          <a:p>
            <a:r>
              <a:t/>
            </a:r>
          </a:p>
          <a:p>
            <a:r>
              <a:t>Explanation to give</a:t>
            </a:r>
          </a:p>
          <a:p>
            <a:r>
              <a:t>Count the four mutually exclusive actual/predicted cases, then calculate the specified fractions and cost from those counts.</a:t>
            </a:r>
          </a:p>
          <a:p>
            <a:r>
              <a:t/>
            </a:r>
          </a:p>
          <a:p>
            <a:r>
              <a:t>Worked illustration / lecturer answer</a:t>
            </a:r>
          </a:p>
          <a:p>
            <a:r>
              <a:t>Verify TP+TN+FP+FN equals the number of paired observations. Read the cost weights and zero-denominator convention from the issued brief.</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For binary labels return tp, tn, fp, fn, precision, recall and cost=5*fn+fp; use zero for an undefined precision/recall denominator.</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9, slide 37</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Classification and cost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cost submission</a:t>
            </a:r>
          </a:p>
          <a:p>
            <a:r>
              <a:t>CML3111, Week 9, slide 38</a:t>
            </a:r>
          </a:p>
          <a:p>
            <a:r>
              <a:t/>
            </a:r>
          </a:p>
          <a:p>
            <a:r>
              <a:t>Explanation to give</a:t>
            </a:r>
          </a:p>
          <a:p>
            <a:r>
              <a:t>This slide hands over CML3111 W09. Show the exact form title before uploading. The required packet is one completed .ipynb notebook.</a:t>
            </a:r>
          </a:p>
          <a:p>
            <a:r>
              <a:t/>
            </a:r>
          </a:p>
          <a:p>
            <a:r>
              <a:t>Worked illustration / lecturer answer</a:t>
            </a:r>
          </a:p>
          <a:p>
            <a:r>
              <a:t>The recorded cutoff for this form is 2026-11-13T11:00:00+03:00.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06 Nov 2026, 11:00 Kampala</a:t>
            </a:r>
          </a:p>
          <a:p>
            <a:r>
              <a:t/>
            </a:r>
          </a:p>
          <a:p>
            <a:r>
              <a:t>Deadline: 13 Nov 2026, 11:00 Kampala</a:t>
            </a:r>
          </a:p>
          <a:p>
            <a:r>
              <a:t/>
            </a:r>
          </a:p>
          <a:p>
            <a:r>
              <a:t>Use your full Student Registration Number in the form.</a:t>
            </a:r>
          </a:p>
          <a:p>
            <a:r>
              <a:t/>
            </a:r>
          </a:p>
          <a:p>
            <a:r>
              <a:t>Keep the submitted files and confirmation.</a:t>
            </a:r>
          </a:p>
          <a:p>
            <a:r>
              <a:t/>
            </a:r>
          </a:p>
          <a:p>
            <a:r>
              <a:t>Continue to</a:t>
            </a:r>
          </a:p>
          <a:p>
            <a:r>
              <a:t>Week 9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9 quiz</a:t>
            </a:r>
          </a:p>
          <a:p>
            <a:r>
              <a:t>CML3111, Week 9, slide 39</a:t>
            </a:r>
          </a:p>
          <a:p>
            <a:r>
              <a:t/>
            </a:r>
          </a:p>
          <a:p>
            <a:r>
              <a:t>Explanation to give</a:t>
            </a:r>
          </a:p>
          <a:p>
            <a:r>
              <a:t>This is the CML3111 Week 9 quiz. The student link opens the response form; it does not activate its window. In Quiz Controls use open_W9_CML3111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9, slide 40</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a false negative and explain precision and recall with counts.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9, slide 41</a:t>
            </a:r>
          </a:p>
          <a:p>
            <a:r>
              <a:t/>
            </a:r>
          </a:p>
          <a:p>
            <a:r>
              <a:t>Explanation to give</a:t>
            </a:r>
          </a:p>
          <a:p>
            <a:r>
              <a:t>Give the viewing question before playing the excerpt: Which observations are correctly or incorrectly classified?</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The Confusion Matrix</a:t>
            </a:r>
          </a:p>
          <a:p>
            <a:r>
              <a:t/>
            </a:r>
          </a:p>
          <a:p>
            <a:r>
              <a:t>Opening up to 04:00, optional preview-selected excerpt</a:t>
            </a:r>
          </a:p>
          <a:p>
            <a:r>
              <a:t/>
            </a:r>
          </a:p>
          <a:p>
            <a:r>
              <a:t>Listening question: Which observations are correctly or incorrectly classified?</a:t>
            </a:r>
          </a:p>
          <a:p>
            <a:r>
              <a:t/>
            </a:r>
          </a:p>
          <a:p>
            <a:r>
              <a:t>Reference / existing resource</a:t>
            </a:r>
          </a:p>
          <a:p>
            <a:r>
              <a:t>https://www.youtube.com/watch?v=Kdsp6soqA7o</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dfdd5acee6b479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6e0a6ce7038412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2d7cd5437b49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f16e845aa543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cb9a3616744d0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b5322ed255a4b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DD0E1F8-34C7-4D29-8AC3-BD39B3ADDE2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B164D6D-0FF1-4C5C-B887-A54732E9A62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3D7D07A-DA4F-4809-AE50-8CDBD9129AF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425C37D-9276-42CC-BB8B-8F3978A0617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D7F61FC-36E2-4D92-B86D-0417427D4F3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1916AF8-D209-487E-822C-E4C602F592F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4598DBC-45FE-4369-906D-7031D4E47A7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EAC8017-089C-44B7-9591-690D06B89D5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F7A48A8-6049-457C-9FF2-5E40B0F556E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B39A9D1-6CC8-4C18-9BBF-FFE657FA1AA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7EBA869-3ACA-44ED-AB9F-EE7F2628A9C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69E323A-71C3-4767-A9E6-0E545B7E34A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C522A61-1D17-4078-B43C-FF9A611FC21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6B4B455-79F0-4E7A-B85C-84BDE216B16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C3F06D-B63C-40F3-83E7-CC119684E8A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25139802144832" /><Relationship Type="http://schemas.openxmlformats.org/officeDocument/2006/relationships/slideLayout" Target="/ppt/slideLayouts/slideLayout1.xml" Id="R39a30b01d7064ebb" /><Relationship Type="http://schemas.openxmlformats.org/officeDocument/2006/relationships/slideLayout" Target="/ppt/slideLayouts/slideLayout2.xml" Id="Rabfd05354def429e" /><Relationship Type="http://schemas.openxmlformats.org/officeDocument/2006/relationships/slideLayout" Target="/ppt/slideLayouts/slideLayout3.xml" Id="R1819be224a764a63" /><Relationship Type="http://schemas.openxmlformats.org/officeDocument/2006/relationships/slideLayout" Target="/ppt/slideLayouts/slideLayout4.xml" Id="R5be202e7c1994995" /><Relationship Type="http://schemas.openxmlformats.org/officeDocument/2006/relationships/slideLayout" Target="/ppt/slideLayouts/slideLayout5.xml" Id="R811bedbb62134c1c" /><Relationship Type="http://schemas.openxmlformats.org/officeDocument/2006/relationships/slideLayout" Target="/ppt/slideLayouts/slideLayout6.xml" Id="Rdec90070285a49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a30b01d7064ebb"/>
    <p:sldLayoutId xmlns:r="http://schemas.openxmlformats.org/officeDocument/2006/relationships" id="2147483650" r:id="Rabfd05354def429e"/>
    <p:sldLayoutId xmlns:r="http://schemas.openxmlformats.org/officeDocument/2006/relationships" id="2147483651" r:id="R1819be224a764a63"/>
    <p:sldLayoutId xmlns:r="http://schemas.openxmlformats.org/officeDocument/2006/relationships" id="2147483652" r:id="R5be202e7c1994995"/>
    <p:sldLayoutId xmlns:r="http://schemas.openxmlformats.org/officeDocument/2006/relationships" id="2147483653" r:id="R811bedbb62134c1c"/>
    <p:sldLayoutId xmlns:r="http://schemas.openxmlformats.org/officeDocument/2006/relationships" id="2147483654" r:id="Rdec90070285a49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c28e29b998c4593" /><Relationship Type="http://schemas.openxmlformats.org/officeDocument/2006/relationships/image" Target="/ppt/media/image.png" Id="R5f2c833859a246db" /><Relationship Type="http://schemas.openxmlformats.org/officeDocument/2006/relationships/notesSlide" Target="/ppt/notesSlides/notesSlide1.xml" Id="Rdcefdf4d8b7041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295e3e9e1c544eb" /><Relationship Type="http://schemas.openxmlformats.org/officeDocument/2006/relationships/notesSlide" Target="/ppt/notesSlides/notesSlide2.xml" Id="R9420bd9e6f4c42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ca3aeef1ec4c7e" /><Relationship Type="http://schemas.openxmlformats.org/officeDocument/2006/relationships/notesSlide" Target="/ppt/notesSlides/notesSlide3.xml" Id="R7ed3766eef834c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ece2d943d1c4219" /><Relationship Type="http://schemas.openxmlformats.org/officeDocument/2006/relationships/notesSlide" Target="/ppt/notesSlides/notesSlide4.xml" Id="R08f3582a293c4d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b92cddadc448fb" /><Relationship Type="http://schemas.openxmlformats.org/officeDocument/2006/relationships/notesSlide" Target="/ppt/notesSlides/notesSlide5.xml" Id="R01aca1ce6c7248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78fa224c5334c50" /><Relationship Type="http://schemas.openxmlformats.org/officeDocument/2006/relationships/notesSlide" Target="/ppt/notesSlides/notesSlide6.xml" Id="Rf0e047db3f124f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6f2be9c5c34bfc" /><Relationship Type="http://schemas.openxmlformats.org/officeDocument/2006/relationships/notesSlide" Target="/ppt/notesSlides/notesSlide7.xml" Id="R08b072e172d749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85eb83ba9fe4aea" /><Relationship Type="http://schemas.openxmlformats.org/officeDocument/2006/relationships/notesSlide" Target="/ppt/notesSlides/notesSlide8.xml" Id="Re926f7725701441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6ec47e93b6d4634" /><Relationship Type="http://schemas.openxmlformats.org/officeDocument/2006/relationships/image" Target="/ppt/media/image2.png" Id="Rdc03745774d6466c" /><Relationship Type="http://schemas.openxmlformats.org/officeDocument/2006/relationships/notesSlide" Target="/ppt/notesSlides/notesSlide9.xml" Id="Re97a244a293b46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98bb6033aaa4492" /><Relationship Type="http://schemas.openxmlformats.org/officeDocument/2006/relationships/notesSlide" Target="/ppt/notesSlides/notesSlide10.xml" Id="R813b73c568654f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bd165e08b864ad9" /><Relationship Type="http://schemas.openxmlformats.org/officeDocument/2006/relationships/notesSlide" Target="/ppt/notesSlides/notesSlide11.xml" Id="R079bd3a8bef040b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b5a1021cd4547b6" /><Relationship Type="http://schemas.openxmlformats.org/officeDocument/2006/relationships/notesSlide" Target="/ppt/notesSlides/notesSlide12.xml" Id="R59a0a1cf52ca4e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245c597158e4086" /><Relationship Type="http://schemas.openxmlformats.org/officeDocument/2006/relationships/notesSlide" Target="/ppt/notesSlides/notesSlide13.xml" Id="R2a43a8a465aa46d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233682ea9d24956" /><Relationship Type="http://schemas.openxmlformats.org/officeDocument/2006/relationships/notesSlide" Target="/ppt/notesSlides/notesSlide14.xml" Id="Rdb6b48879a5a42e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4731e068ffc4433" /><Relationship Type="http://schemas.openxmlformats.org/officeDocument/2006/relationships/notesSlide" Target="/ppt/notesSlides/notesSlide15.xml" Id="Re8a03151bd4e4d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3a7b5ba4721439d" /><Relationship Type="http://schemas.openxmlformats.org/officeDocument/2006/relationships/notesSlide" Target="/ppt/notesSlides/notesSlide16.xml" Id="R1268715da3374fb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ae5012739b14d3f" /><Relationship Type="http://schemas.openxmlformats.org/officeDocument/2006/relationships/notesSlide" Target="/ppt/notesSlides/notesSlide17.xml" Id="Ra0645695b3eb48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65e1f9576194361" /><Relationship Type="http://schemas.openxmlformats.org/officeDocument/2006/relationships/notesSlide" Target="/ppt/notesSlides/notesSlide18.xml" Id="R605eb0488e044f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6a3bfd0ff294881" /><Relationship Type="http://schemas.openxmlformats.org/officeDocument/2006/relationships/notesSlide" Target="/ppt/notesSlides/notesSlide19.xml" Id="R555e201185b34e4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98c87bf2e144013" /><Relationship Type="http://schemas.openxmlformats.org/officeDocument/2006/relationships/notesSlide" Target="/ppt/notesSlides/notesSlide20.xml" Id="R85e6177a84394dd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870b42d8787437f" /><Relationship Type="http://schemas.openxmlformats.org/officeDocument/2006/relationships/notesSlide" Target="/ppt/notesSlides/notesSlide21.xml" Id="Rfb72265d80774de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0122736cf9848db" /><Relationship Type="http://schemas.openxmlformats.org/officeDocument/2006/relationships/notesSlide" Target="/ppt/notesSlides/notesSlide22.xml" Id="R87301f586afa4cc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b9c0a5747734d03" /><Relationship Type="http://schemas.openxmlformats.org/officeDocument/2006/relationships/notesSlide" Target="/ppt/notesSlides/notesSlide23.xml" Id="R7539173e66a74e2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c50809598b546e4" /><Relationship Type="http://schemas.openxmlformats.org/officeDocument/2006/relationships/notesSlide" Target="/ppt/notesSlides/notesSlide24.xml" Id="Rd454e18254cb476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3dacdebe64a41da" /><Relationship Type="http://schemas.openxmlformats.org/officeDocument/2006/relationships/notesSlide" Target="/ppt/notesSlides/notesSlide25.xml" Id="R1aab6ac2026d40d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424c11df2b5443f" /><Relationship Type="http://schemas.openxmlformats.org/officeDocument/2006/relationships/notesSlide" Target="/ppt/notesSlides/notesSlide26.xml" Id="R2df161b8ca58413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bcab5e927354dec" /><Relationship Type="http://schemas.openxmlformats.org/officeDocument/2006/relationships/notesSlide" Target="/ppt/notesSlides/notesSlide27.xml" Id="R640f58e1dafc45a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9d6c3b908684a9e" /><Relationship Type="http://schemas.openxmlformats.org/officeDocument/2006/relationships/notesSlide" Target="/ppt/notesSlides/notesSlide28.xml" Id="R900b4b47cc2c43b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028a83acbd3467b" /><Relationship Type="http://schemas.openxmlformats.org/officeDocument/2006/relationships/notesSlide" Target="/ppt/notesSlides/notesSlide29.xml" Id="R2f0fc6ceeeb7447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e237316c85b48ba" /><Relationship Type="http://schemas.openxmlformats.org/officeDocument/2006/relationships/notesSlide" Target="/ppt/notesSlides/notesSlide30.xml" Id="Rc47246a9fcbb4a8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ce96e857d77487a" /><Relationship Type="http://schemas.openxmlformats.org/officeDocument/2006/relationships/notesSlide" Target="/ppt/notesSlides/notesSlide31.xml" Id="R4f48bf3620684f0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2f3e8ba83044236" /><Relationship Type="http://schemas.openxmlformats.org/officeDocument/2006/relationships/notesSlide" Target="/ppt/notesSlides/notesSlide32.xml" Id="R8338ef8ccb3845d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fb8c8e516e74e0e" /><Relationship Type="http://schemas.openxmlformats.org/officeDocument/2006/relationships/notesSlide" Target="/ppt/notesSlides/notesSlide33.xml" Id="R354de95bdbeb44f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3368e593a7d45f7" /><Relationship Type="http://schemas.openxmlformats.org/officeDocument/2006/relationships/notesSlide" Target="/ppt/notesSlides/notesSlide34.xml" Id="Rc866eda99c5d472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0d8426f090e4d96" /><Relationship Type="http://schemas.openxmlformats.org/officeDocument/2006/relationships/notesSlide" Target="/ppt/notesSlides/notesSlide35.xml" Id="R7ff21990d46940c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def48c95ad74c9f" /><Relationship Type="http://schemas.openxmlformats.org/officeDocument/2006/relationships/notesSlide" Target="/ppt/notesSlides/notesSlide36.xml" Id="Rdc403400aa274c4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152a23bacfa4c08" /><Relationship Type="http://schemas.openxmlformats.org/officeDocument/2006/relationships/notesSlide" Target="/ppt/notesSlides/notesSlide37.xml" Id="R692037a508584f2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2fa718f7fee488a" /><Relationship Type="http://schemas.openxmlformats.org/officeDocument/2006/relationships/hyperlink" Target="https://docs.google.com/forms/d/e/1FAIpQLSfelPFlgqIQS1vM0QDthocg7aIU_WLXNjL4g1DdZAJyKcm9eA/viewform" TargetMode="External" Id="Rf5c4c70e27cf481f" /><Relationship Type="http://schemas.openxmlformats.org/officeDocument/2006/relationships/notesSlide" Target="/ppt/notesSlides/notesSlide38.xml" Id="Rdaaf5b6b2b904c6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183e5f5f7ec48b1" /><Relationship Type="http://schemas.openxmlformats.org/officeDocument/2006/relationships/image" Target="/ppt/media/image3.png" Id="R42e3af8b8b0645ae" /><Relationship Type="http://schemas.openxmlformats.org/officeDocument/2006/relationships/hyperlink" Target="https://forms.gle/U2h5A1itpmZZTogm6" TargetMode="External" Id="Rb90ba47dde2645cb" /><Relationship Type="http://schemas.openxmlformats.org/officeDocument/2006/relationships/notesSlide" Target="/ppt/notesSlides/notesSlide39.xml" Id="Rd602a312e359429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417fd5b6f574004" /><Relationship Type="http://schemas.openxmlformats.org/officeDocument/2006/relationships/notesSlide" Target="/ppt/notesSlides/notesSlide40.xml" Id="Re5f0792df51140b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a0b8a079c5344eb" /><Relationship Type="http://schemas.openxmlformats.org/officeDocument/2006/relationships/hyperlink" Target="https://www.youtube.com/watch?v=Kdsp6soqA7o" TargetMode="External" Id="R43eb535c5d194097" /><Relationship Type="http://schemas.openxmlformats.org/officeDocument/2006/relationships/notesSlide" Target="/ppt/notesSlides/notesSlide41.xml" Id="R41e6edbd2b9a4d5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f2c833859a246d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5A8ED9F-034C-401A-9ECB-A959471F1B9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6D4304-1A75-41E4-BB8F-F1EEA9F32F0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71651493-E28D-4ECE-85B0-D1C397441FA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6E2009DA-A37A-46EB-9568-DAEB6A8FC96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1A32129-586E-482D-87E5-AE3C42FA6D1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493257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5856EF5-B165-4B55-8333-AFB2399486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1F5C7-AC2D-4FA8-8D98-77C3743D09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DE962C7-184B-47E1-8875-2CDED00AD1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EBD8DBF-088A-49F7-B401-22C425F40E0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0C069-11F3-4A57-A9C2-983F5CFF138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20AE8DF-CFC0-4E04-8979-5A63E9A7FA6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E15CE93A-5AAE-4795-8A39-06364DEEE5B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08E5D92-0435-48EC-889F-2A2870E735A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25D0A28F-C73D-4996-875C-754DF2F8A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18286505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4BE222E-65A8-4CF7-BA1A-2AB197811B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57611C-EB46-41C6-85B6-D858A438BF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189269-2210-4CC5-8D7E-67FEC1A94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9DE561A6-0B2E-450E-8161-616EAFF5231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3FDB2D-4B4D-41AA-AE1C-1E53D5C410E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5095CBD5-0BFE-412F-8E37-B7B0310FEE0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C1A071DC-5232-4E98-B446-F3D455CA7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a:t>
            </a:r>
          </a:p>
        </p:txBody>
      </p:sp>
    </p:spTree>
    <p:extLst>
      <p:ext uri="{BB962C8B-B14F-4D97-AF65-F5344CB8AC3E}">
        <p14:creationId xmlns:p14="http://schemas.microsoft.com/office/powerpoint/2010/main" val="8024506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ABC373-BB10-4625-A50D-C8DB0DE92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D0AF83-C81C-4026-AC17-171DC5505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FF365E-DF1B-46D9-ADE7-F9DA47451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3035E9B-2871-42D0-9FC7-CDF92631A00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9EF080-511A-400C-BBAC-F208337F83E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7D0E5A38-EAE8-4561-8F42-438A74F508C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CC76CDAF-1D88-4B65-8568-134C04DD75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10933304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5037FC-4C08-4B71-906C-248006114D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225A0C-357F-42AE-90D6-54EFFD9BF7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A8B117-F87C-4E2D-A8E8-AA03A3B48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0B8D1A75-4072-4527-9B0E-C3D693E883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AA3654-F328-4F22-AA2C-17FD1331406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21935CCC-4BEF-47AC-8446-1E4731858D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F19999-A344-4B16-80E3-06447E13A15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297340D5-7A05-4EAF-BB62-6CB16C0A650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F063AA-D85E-4BC4-9523-AAD2B213A07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A4E3921D-0294-43A7-895C-1CF4BA06CC8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45D3CB-F998-4B24-B403-197975E3A04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1B94DFD3-D280-47FC-A18A-A5AFED4758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a:t>
            </a:r>
          </a:p>
        </p:txBody>
      </p:sp>
    </p:spTree>
    <p:extLst>
      <p:ext uri="{BB962C8B-B14F-4D97-AF65-F5344CB8AC3E}">
        <p14:creationId xmlns:p14="http://schemas.microsoft.com/office/powerpoint/2010/main" val="14259569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422A76-63BB-4F96-8E30-82409D6E4B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74D60-4C63-4242-9086-6749B703F8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787F09-C4FF-4A7E-9848-C6BDE5AF11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D277EF11-5B3E-4ED4-9067-5E535C85BB2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CADE41-45BC-4ECD-B9FE-66B83F5EB76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AD5A36C6-1106-4E8F-A0E4-44FF67469F0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65B87CB0-D5B2-4370-A122-3B79E750FF3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2AC0DEF-35CF-42FF-9111-0CDC6E3CFB6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8F802546-229F-450E-BFB6-F14B757A62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09D45066-4917-4D9B-BA2A-2B437D061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6</a:t>
            </a:r>
          </a:p>
        </p:txBody>
      </p:sp>
    </p:spTree>
    <p:extLst>
      <p:ext uri="{BB962C8B-B14F-4D97-AF65-F5344CB8AC3E}">
        <p14:creationId xmlns:p14="http://schemas.microsoft.com/office/powerpoint/2010/main" val="19817297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266CB3-1391-4801-BFD0-07FAB31B4B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40F1D5-45BA-473A-9883-5B935EF21C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3541D0-3B5D-4E86-8082-775CE3303F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27951DFA-61C9-42D7-84A3-CDBCBC1FAFD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723E6-C0C4-454B-99D5-7E526E3AF58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C6590C98-5865-4B61-8E86-A0B81A9FB2D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34D9CD31-4A86-4E2A-B64B-974F5EE0D3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7</a:t>
            </a:r>
          </a:p>
        </p:txBody>
      </p:sp>
    </p:spTree>
    <p:extLst>
      <p:ext uri="{BB962C8B-B14F-4D97-AF65-F5344CB8AC3E}">
        <p14:creationId xmlns:p14="http://schemas.microsoft.com/office/powerpoint/2010/main" val="18818781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DD9002-4ED3-4880-9C2A-50EC51D8B7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9AECDD-D64D-408B-8AD4-239272F1A9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631D82-66D2-4977-8104-9BFE8E77F4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4A369BE4-EFB4-45EA-A177-8116FC58D8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38C132-F6E1-423D-B2C4-7B180F58241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DA1E5D2B-E3F4-452B-914D-072C09F6A0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8C0684-58F6-45C8-AB7F-C60E05DD3F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367DD07F-D3E9-43EE-B052-F9647A8ECA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BF4725-FB10-4E32-955A-2ECD23CFB1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04314295-D3E3-46C9-BAFA-E7CCC12415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8</a:t>
            </a:r>
          </a:p>
        </p:txBody>
      </p:sp>
    </p:spTree>
    <p:extLst>
      <p:ext uri="{BB962C8B-B14F-4D97-AF65-F5344CB8AC3E}">
        <p14:creationId xmlns:p14="http://schemas.microsoft.com/office/powerpoint/2010/main" val="14889804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C550AB-F367-4679-88CF-66F9641C519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1198E8-83FA-4846-B7E0-2DBD3F3CC9B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c03745774d6466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D95B7DA-F0E2-4EEC-8C49-86C890A9AEF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84EE36-8AAC-4AB0-B3CD-247A857FE12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85E55C6E-43B5-4066-A202-B1C95CAA9E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9</a:t>
            </a:r>
          </a:p>
        </p:txBody>
      </p:sp>
    </p:spTree>
    <p:extLst>
      <p:ext uri="{BB962C8B-B14F-4D97-AF65-F5344CB8AC3E}">
        <p14:creationId xmlns:p14="http://schemas.microsoft.com/office/powerpoint/2010/main" val="6219753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A772BB-2C7C-4157-A6FE-006AC9010A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7EF55A-3440-4A62-9294-9EA77DC3C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861CD05-272B-4E42-AF44-65401E4113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01ADE8C-F930-4B3F-AEFF-C5DDC61011A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B614931F-15BF-4476-B67A-2DF72E340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10</a:t>
            </a:r>
          </a:p>
        </p:txBody>
      </p:sp>
    </p:spTree>
    <p:extLst>
      <p:ext uri="{BB962C8B-B14F-4D97-AF65-F5344CB8AC3E}">
        <p14:creationId xmlns:p14="http://schemas.microsoft.com/office/powerpoint/2010/main" val="8463586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4238FC-7022-472A-BC1C-9DACC89AA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43A99E-DC4A-46C6-B187-F522EF13C5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89C279B-2A0C-435E-9DE1-10CCA2157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3E0D83BD-DDD1-4469-ACC8-AAB22472A54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A8F1EA-204B-4BC3-827A-330E18DBE15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24B517DA-7DD5-4AF5-9B8E-37711F8D67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2FD0E270-BF81-44D5-BFD5-CC59B496CD4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D7EAD2-2BB9-4C82-80FC-DAA4E4496DB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1502309F-2518-4F5A-BEDE-70DB95FC35F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377E4CBE-6D38-45F7-A60A-6EEE6C2366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11</a:t>
            </a:r>
          </a:p>
        </p:txBody>
      </p:sp>
    </p:spTree>
    <p:extLst>
      <p:ext uri="{BB962C8B-B14F-4D97-AF65-F5344CB8AC3E}">
        <p14:creationId xmlns:p14="http://schemas.microsoft.com/office/powerpoint/2010/main" val="14177391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52F5BD-D664-400C-B2DB-241113EAE2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0C69F1-761F-400D-B30F-52E744E2D2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BB410C-25D1-480A-AC96-31E445EE3E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6792B0E1-8C3B-4DBA-887C-5C401C72AD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D2EA8C-5532-4B12-A12C-C8A859A0C63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F8CC7786-D71B-4BD0-981D-919B226D284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31978B-EFB3-4342-B712-2F9C6FE0BFB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E795F281-8CDD-48B0-B896-D3315538478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A94688-A9BA-4E18-A9B8-13746F50956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806F5AFC-185D-471C-8CD4-4A16A862CE4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7DBAF3-6078-4F71-871E-00D8E689965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0BD1AB21-7531-4EC7-B1EF-A62D029E9D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12</a:t>
            </a:r>
          </a:p>
        </p:txBody>
      </p:sp>
    </p:spTree>
    <p:extLst>
      <p:ext uri="{BB962C8B-B14F-4D97-AF65-F5344CB8AC3E}">
        <p14:creationId xmlns:p14="http://schemas.microsoft.com/office/powerpoint/2010/main" val="123599395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357D85-39A8-4F11-9F6B-BE89745C44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6D05AE-BDD3-4239-ACA8-CD2004B6DD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BEADC46-B682-4CB7-B213-92DC4391FC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41490179-D458-4090-BEC5-87AF614EDB0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4DFDB7-C409-4860-BCC8-8891AD528EE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68BE86E3-00E1-4577-98B3-D3C9CD1C611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841DE7A3-3541-4E03-9BA5-BFBDE39080D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E433FF4-8FB9-4051-A861-3257B4E238C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03211C7F-DDD2-4C4F-A935-EC66852B411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0AD7E9D0-B787-491B-A867-C1A274DCA9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13</a:t>
            </a:r>
          </a:p>
        </p:txBody>
      </p:sp>
    </p:spTree>
    <p:extLst>
      <p:ext uri="{BB962C8B-B14F-4D97-AF65-F5344CB8AC3E}">
        <p14:creationId xmlns:p14="http://schemas.microsoft.com/office/powerpoint/2010/main" val="21041617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D295A0-406B-4CFD-8B13-4D0EDBCE36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DEFA4F-A002-48BC-9FC3-3F7DA09D77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D9CE6B5-FA8C-4F16-AE57-731A6B17F2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one stated decision threshold</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Estimated positive probability</a:t>
                      </a:r>
                    </a:p>
                  </a:txBody>
                  <a:tcPr marL="91440" marR="91440" marT="45720" marB="45720">
                    <a:solidFill>
                      <a:srgbClr val="2E7D6F"/>
                    </a:solidFill>
                  </a:tcPr>
                </a:tc>
                <a:tc>
                  <a:txBody>
                    <a:bodyPr/>
                    <a:lstStyle/>
                    <a:p>
                      <a:r>
                        <a:rPr sz="2025" b="1">
                          <a:solidFill>
                            <a:srgbClr val="FFFFFF"/>
                          </a:solidFill>
                          <a:latin typeface="Calibri"/>
                          <a:ea typeface="Calibri"/>
                          <a:cs typeface="Calibri"/>
                        </a:rPr>
                        <a:t>At least 0.5?</a:t>
                      </a:r>
                    </a:p>
                  </a:txBody>
                  <a:tcPr marL="91440" marR="91440" marT="45720" marB="45720">
                    <a:solidFill>
                      <a:srgbClr val="2E7D6F"/>
                    </a:solidFill>
                  </a:tcPr>
                </a:tc>
                <a:tc>
                  <a:txBody>
                    <a:bodyPr/>
                    <a:lstStyle/>
                    <a:p>
                      <a:r>
                        <a:rPr sz="2025" b="1">
                          <a:solidFill>
                            <a:srgbClr val="FFFFFF"/>
                          </a:solidFill>
                          <a:latin typeface="Calibri"/>
                          <a:ea typeface="Calibri"/>
                          <a:cs typeface="Calibri"/>
                        </a:rPr>
                        <a:t>Decision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0.20</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0.50</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Class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0.80</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1</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EA3864F-3468-4F2D-91D3-AA0B976C768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0.5 means 50%. This rule includes equality. A probability is an estimate, not a promise that one case is correct.</a:t>
            </a:r>
          </a:p>
        </p:txBody>
      </p:sp>
      <p:sp>
        <p:nvSpPr>
          <p:cNvPr id="6" name="">
            <a:extLst xmlns:a="http://schemas.openxmlformats.org/drawingml/2006/main">
              <a:ext uri="{FF2B5EF4-FFF2-40B4-BE49-F238E27FC236}">
                <a16:creationId xmlns:a16="http://schemas.microsoft.com/office/drawing/2014/main" id="{FFC5FD2A-2E7F-4696-BEFB-D0F3CFDC13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211023784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1D3073-A9B7-406A-8D2E-B7071E9C81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7E66B9-68D4-43B2-9A15-762D2762A3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50E41A-F49D-4154-BD8C-71FBD2E74A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017CB32A-09A4-4F0E-92CA-75B3B689FB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D7771A-1037-4CFE-A9C4-98842AEE1C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91F0E9A5-AC6C-47FD-8286-E8D5EB043F7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852DFE-794F-45FC-A72A-BFCE73B818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77EF90C2-406F-46D3-B5D2-02813770D77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B78800-A6B5-46CA-A6F3-94B08019C5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D8D29E1E-84BE-465A-BF61-D8F76D2386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148689963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00D551-3780-419C-B7AF-C85C315CC7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532F33-97B8-4DE9-ACAB-09E4314C0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C8D904-4786-4EA9-840E-514AC17C62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87F5BA26-8D55-449E-9504-BFA9C4E8DEC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6614AB-52E6-4C9E-BDF2-A86EF3A872A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0C69AF25-48B9-4EEE-A06B-DD9ED355683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3EF403A9-DAF7-420E-B925-0B6858ABAD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17662304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327EFE-55F7-4893-B843-EBC1B43D6B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7D1977-A36E-4C3E-A988-7D4E2CB9C5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7AC091-2AF4-4F95-8489-C8DC06CE4E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04DA7B7F-55D5-43D8-A5DC-61B2F0BFF6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45D2F5-C7DA-4014-AA92-31F62603D0F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733E8AA0-BD71-4338-97A1-D1E8A4831D0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8723C5-BE97-4282-9E3C-4D24DDD0A83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11C30EB8-B5BE-4AFE-8CC1-4750D4675A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A195D4-04DB-4E47-9C23-5C44FBCBA23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38BC1364-9F93-43E6-A16F-535446910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10415286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D808CD-AFD2-4776-BD68-317153AC3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9D7107-DB02-4CE8-9FF4-839416900E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9297217-13EA-43EC-A283-AD1D637B5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BAD1C03-C71D-4465-880B-4572A40822E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307E4A15-81DA-44F3-B6C4-D9C331DB49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214003771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D90F08-0573-4E2E-99CB-D484F9BC4D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AB747F-0648-4121-83B9-9C560004DC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76ACC6-2B88-4793-AADF-10E0A8D601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4B391F5B-525B-4078-8383-1C048F9F683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66BDCE-ADA0-4E54-942A-9383891DBD6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8A1FA361-5E9E-47CD-BE8E-A3D35FAF98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6859197-C435-4220-9CA4-C5F126FA40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F8B73A67-664C-47F3-B4E6-E8EB1BE53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176628692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B3194B-3B26-42E9-A1F0-EEC28F6618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590402-BCBA-474D-8EA2-025839AAF5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CF47595-73FB-4BCB-B336-B9990EFDCE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46E9A37D-75CE-432F-BF68-1624ECE6311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C9174-B58C-4589-ACDB-D9A723FCBD9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0B9A3691-6881-4793-ACAE-C5576EC374E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68E11CD-D140-4E47-A255-19F1753E5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122439903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6295AC-7CCC-4883-9978-EF2A7E8829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FC869F-90AC-46FC-BF00-F6133F97A7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92F72E-ABF0-46C7-83BD-CDDBC27DD7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four counters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Actual,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Chosen counter</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Counts: TP TN FP FN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1 0 0 0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1, 0</a:t>
                      </a:r>
                    </a:p>
                  </a:txBody>
                  <a:tcPr marL="91440" marR="91440" marT="45720" marB="45720">
                    <a:solidFill>
                      <a:srgbClr val="FFFFFF"/>
                    </a:solidFill>
                  </a:tcPr>
                </a:tc>
                <a:tc>
                  <a:txBody>
                    <a:bodyPr/>
                    <a:lstStyle/>
                    <a:p>
                      <a:r>
                        <a:rPr sz="2025" b="0">
                          <a:solidFill>
                            <a:srgbClr val="1C3144"/>
                          </a:solidFill>
                          <a:latin typeface="Calibri"/>
                          <a:ea typeface="Calibri"/>
                          <a:cs typeface="Calibri"/>
                        </a:rPr>
                        <a:t>FN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1 0 0 1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0, 1</a:t>
                      </a:r>
                    </a:p>
                  </a:txBody>
                  <a:tcPr marL="91440" marR="91440" marT="45720" marB="45720">
                    <a:solidFill>
                      <a:srgbClr val="EEF3F6"/>
                    </a:solidFill>
                  </a:tcPr>
                </a:tc>
                <a:tc>
                  <a:txBody>
                    <a:bodyPr/>
                    <a:lstStyle/>
                    <a:p>
                      <a:r>
                        <a:rPr sz="2025" b="0">
                          <a:solidFill>
                            <a:srgbClr val="1C3144"/>
                          </a:solidFill>
                          <a:latin typeface="Calibri"/>
                          <a:ea typeface="Calibri"/>
                          <a:cs typeface="Calibri"/>
                        </a:rPr>
                        <a:t>FP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1 0 1 1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0, 0</a:t>
                      </a:r>
                    </a:p>
                  </a:txBody>
                  <a:tcPr marL="91440" marR="91440" marT="45720" marB="45720">
                    <a:solidFill>
                      <a:srgbClr val="FFFFFF"/>
                    </a:solidFill>
                  </a:tcPr>
                </a:tc>
                <a:tc>
                  <a:txBody>
                    <a:bodyPr/>
                    <a:lstStyle/>
                    <a:p>
                      <a:r>
                        <a:rPr sz="2025" b="0">
                          <a:solidFill>
                            <a:srgbClr val="1C3144"/>
                          </a:solidFill>
                          <a:latin typeface="Calibri"/>
                          <a:ea typeface="Calibri"/>
                          <a:cs typeface="Calibri"/>
                        </a:rPr>
                        <a:t>TN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1 1 1 1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79C93E2-18EA-4769-B1F3-A0E30D93A01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All counts start at zero. Each observation follows exactly one if/elif/else branch.</a:t>
            </a:r>
          </a:p>
        </p:txBody>
      </p:sp>
      <p:sp>
        <p:nvSpPr>
          <p:cNvPr id="6" name="">
            <a:extLst xmlns:a="http://schemas.openxmlformats.org/drawingml/2006/main">
              <a:ext uri="{FF2B5EF4-FFF2-40B4-BE49-F238E27FC236}">
                <a16:creationId xmlns:a16="http://schemas.microsoft.com/office/drawing/2014/main" id="{BCC71389-E79F-4B68-98EF-EA8EBEC150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4636491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0B1310-25A8-4F41-8892-43D31D205C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4BC948-B305-4D06-B7B1-EE78863473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D2A9A8-AFD6-4EB0-BEC6-299E689144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28A1B992-09CA-4D62-AD77-D629202A6A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EE2B79-E077-429B-B5F1-E6262904DA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3F1840B-9A26-416A-B520-162D638B75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4F57EE5E-D140-4672-8816-DAE501DCC2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E254725D-EF62-48B7-A8B3-9B460C907C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181499686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0FB6C3-CD4F-46A2-8323-FEB0DF468D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3F9A34-0BF1-4ABB-BA6C-015E273A29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05D5C95-9C94-4154-AF34-7947FD8D2C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16EF7372-6CC0-4221-A2C2-02D9A8BFEB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0E4655-BDA9-4ED7-9289-361E869E99E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833B4456-19E1-42AD-9F67-A5577A1012C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8C60656-004E-4626-9E9C-D1E597D00CB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5EC18897-1434-4797-AC19-6C1FAD1E66E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E1B28453-8F06-41D8-AB7C-AB179A12E7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91284185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DE56344-9D92-4306-B907-469BFB6099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52ED73-B88B-460D-ABC3-618433E14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CAAD21-0A91-455C-BCE2-14D2D2372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6E82EDCD-53DE-4E7A-BB05-3E56390AF0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2BB36-C12F-4A01-B3B2-7DC0F641C3D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2C27C0EF-7C62-499E-A20C-32555836BAC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1BF0A2-AF77-4911-BECF-5897300F4A0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5B8210D-9E0A-4855-A2F6-E456E96FAC0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7D82BA4-6A84-4212-A96B-F1E9DBBCFCD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D59B5F2F-EE95-4C9B-BCF4-C6788C486C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9918669-2760-478F-B0B2-3D03E0241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75732990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22545C7-5992-4514-8FEE-8F7F66D9DE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C2D384-7E7E-4057-A132-489A2A918E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0C7F10-9B06-4AFB-BD60-75615DBF34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25BE9DBE-2B84-4414-8CBF-7EC492BC56D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A17069-BCC0-4FDF-9D1F-926D6432EAF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4BF6D83F-DFB2-456D-BEAB-A7AC3388B1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15FCEA-15D7-491C-9046-8B54A96B8CA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18AB7D4-0C6E-4900-81B7-0ABE74BF0DF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119DEC59-D6B0-4C4F-8674-08B27130F2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124577065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DA7EC6-CBA4-454A-B9F3-201906518C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6D3780-252D-4474-BEF9-8BF638750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1548E0-369D-48CB-B8AF-1010B8FC8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289F5BA5-66B3-4542-9C2D-5C478A60628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4D4F1-89A9-43C4-BE9C-74E7F56A78E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3C898B9D-5084-444D-8A7C-F8DA5F76745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676360E0-C9D6-41CC-B826-41675620511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9A34D2-924C-43D0-84E3-E3A2E0623F6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A47532CD-A24F-4A20-9E59-0BB56739F1F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E2760E66-244C-42F5-819F-796344E9C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21394877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8BA629-AA06-4785-9410-A67D4075CE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5A45F9-B7CA-4090-8708-F45A367E51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2D69B48-4B5F-4B19-BD17-2510A58EC5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F4CB58-ED77-4A77-8FCF-8C626F0A6537}"/>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01B02137-4A21-4BA6-975F-1125924CAB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175253497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8156FF-09DA-470E-B8AE-74E041A4D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CADE13-06DB-45F1-81DE-9EA2284FEC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8C4564-9393-4792-BE60-F9775D02D6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10A1C9CB-7E72-4A1D-AF25-6276612C5E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FD264C-7F52-4ED7-93AD-19800E9EA81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DD76C58E-252C-4D2E-B445-18CB86F34D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4E1EDB-F10F-46F1-A495-7E99FDC0D3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801D1BEC-80E6-4C19-BFF0-7521354178A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C4F7E7-CBB0-4203-82CF-8B4B433166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426C5A30-AAA7-43C2-8A78-8EE7A79E8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12831356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4DE2ED-A44D-4C81-B594-458579494B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32A3B3-772D-42D7-8A1C-13BF8E9AC9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9ACDE6-BCB4-4A3F-AE02-FB597B4856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42EBA1D6-071C-4BBF-964C-CD4766BA99C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D0BBF-A586-4C70-B5DB-CECE5E6003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54F6DF-8AF9-4FB5-8330-98B782D861F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D031D0B3-BECD-4BDB-89F9-41A71BECBB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525A81A6-23CE-4F36-923B-7505574F71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59087924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6F7865-A0F0-48C1-8EAA-BA71DBF30B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441821-7175-4DE5-8024-8AE417F17F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B44D3E-5603-4775-B394-6BB944A5EC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5547BBF-F1DB-4F9F-AB10-367E0A69D1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E2AF48-65EC-4BB9-891F-CB2E46AA798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5DD7FF60-5A94-45B8-87CD-C09990EB2C3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0ABA77-6A81-4D97-B1D9-195086DB2DD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0745B768-3B7A-481F-AA62-07840548875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DE9879-9F42-4E0C-A5C3-1ECB0A4B1E1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8B379FCC-9C05-4914-BDE2-F4E1830A11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B411D2-A226-48FA-82FF-56FC99E9986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DC8B6680-A5AE-4BBF-B860-AA76E423E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64924456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B0EA56-AD29-411B-AEF7-96B0FFD4B3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DF1B14-D5DB-46A6-B017-6A5395B882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9CAD6C-B886-44E2-B0BF-0495D14258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784B6DF4-502A-4AF7-80A4-C763496E54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500EA0-6329-426A-9762-2DF2EBBBF94A}"/>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027FD42C-F7DA-4582-B448-ACE66E007D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31</a:t>
            </a:r>
          </a:p>
        </p:txBody>
      </p:sp>
    </p:spTree>
    <p:extLst>
      <p:ext uri="{BB962C8B-B14F-4D97-AF65-F5344CB8AC3E}">
        <p14:creationId xmlns:p14="http://schemas.microsoft.com/office/powerpoint/2010/main" val="83757962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135D24-6D10-492B-857F-CABEE82180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40B6FD-26F1-46F1-869D-F1C76B2FCA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070DEB-CAB2-41A0-B486-D13A5B0E6F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98F2760C-FC72-4C64-BF79-2CE1BDCB50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7F3249-2D8B-4491-81E4-DC5E8D23583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3737591D-483C-4B8C-8DF9-C4F5F7A62B9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91B93B-8286-4233-90AF-C2B9A6B883B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965AFF1F-79FD-4F5C-B86F-7F1C7DF2DEE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7EB306-BC64-4890-B70F-B5701C820B2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71C6B7A7-E4E0-4217-9B5C-F1E7B8757DF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5FF04E-2903-4FB3-ACF7-311D776A830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0151F257-92AB-429B-90BC-D03002B16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146281715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57678E-8A86-41A0-A604-5F6B5B0267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E6192B-8427-446E-99E7-CA9D16F426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2420D6-59A2-4142-A3CA-8451EDC908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BE960350-78FF-4BFA-98FC-C72AB001589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3EB072-4A95-414F-923E-C6090F78B89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D80CAA29-4F19-4046-8FFD-65859ECAAA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89126851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51EB13-BF52-4689-9568-B2AF06DBD8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8375B1-1F00-4EF3-8457-35BB4152CD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0FB0C6-4640-46BB-8E11-84E10831B4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697DB9B-437E-49F9-A3CF-83AE1BAC0E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9562C3-F729-4DF7-B162-102DF1660CA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ADDE67F5-F0DD-4AAD-8180-176AAED03DE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A0F63B-0597-42A7-B187-C575F3D5522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5452E2F3-6C2E-4431-B53F-0360374AEE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86094D-803E-4007-AC2E-6E2E9BF96D5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410B920E-54AD-4602-AAE3-30E02C2CC2A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F5DA16-AAE2-4551-A263-652A892999A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A1DB0D92-C6E0-4890-9300-8E3992085A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34</a:t>
            </a:r>
          </a:p>
        </p:txBody>
      </p:sp>
    </p:spTree>
    <p:extLst>
      <p:ext uri="{BB962C8B-B14F-4D97-AF65-F5344CB8AC3E}">
        <p14:creationId xmlns:p14="http://schemas.microsoft.com/office/powerpoint/2010/main" val="173763303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E0D07B-034A-484C-A91B-6B08CD2664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D09112-CC2F-4235-ABA9-8EE0E4953A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692C63-61F7-45E9-8D1F-9DB203B000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89871FB7-6FF2-4C24-9F92-94BEFE1987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2F81EA-84F0-4064-AE23-8FB63232AFC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60BB4043-5993-4DE6-BB14-E8292E6908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5323485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8FBAB4-78BE-4B90-9F6B-E1B418FF3A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5ABB78-1DF2-47A2-8CE6-D784BEC5AC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C3F5C6F-AF25-4615-89F0-03399914B9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11CC3F2C-F4B1-4F44-8EE9-D8C86540DCB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6E19CF-41A3-4492-835A-672403A30EC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34C62D74-ED13-4478-AF5C-7F6E686AC6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8F934A-C769-4F51-B167-0638F7B8557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8C936B4-EDB3-4D0F-B39D-14FB24DFF3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4905131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B29F9B0-46D0-4217-9D50-8E397A3C05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2F7098-9DB7-4F2B-8A57-E2E9908CB4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6F4BA8-C715-444F-8089-D156F466E1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2531578-AD4D-4ADF-88DC-B731C3E6B0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C3F816-61CE-4915-9A86-52ECB77D6D8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8D2BA22-373E-41CA-80E1-66116CA2A3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A4ABBF-A017-46B1-B62E-AA0470AB8D6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45B2400-D1E3-4800-9E9A-15AF4BF2EA0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C8C4FB-BDD5-4BE6-95E6-2A742AF7065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03F4345-C1A3-4526-B2E9-201D8E5C320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7A01BBF-5703-443B-B8BC-A87E7E28CC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4BD668C8-7B4A-4359-BF2B-3168473723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153518657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432FDE4-B466-49CC-AFD2-F8BD41A68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15DB51-8519-4C08-914A-ADEF54EE09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78899A5-1B2F-48DB-9A27-20ED3F623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404AA734-6D64-40E1-944B-579E2FCF04E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F60FBA-3FF5-4D1A-8BC9-E588B1252CE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11:00 Kampala</a:t>
            </a:r>
          </a:p>
        </p:txBody>
      </p:sp>
      <p:sp>
        <p:nvSpPr>
          <p:cNvPr id="6" name="">
            <a:extLst xmlns:a="http://schemas.openxmlformats.org/drawingml/2006/main">
              <a:ext uri="{FF2B5EF4-FFF2-40B4-BE49-F238E27FC236}">
                <a16:creationId xmlns:a16="http://schemas.microsoft.com/office/drawing/2014/main" id="{3AA65172-11DE-4D48-94CF-90798947172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C702D7-51F6-416C-A03C-69E907F545F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11:00 Kampala</a:t>
            </a:r>
          </a:p>
        </p:txBody>
      </p:sp>
      <p:sp>
        <p:nvSpPr>
          <p:cNvPr id="8" name="">
            <a:extLst xmlns:a="http://schemas.openxmlformats.org/drawingml/2006/main">
              <a:ext uri="{FF2B5EF4-FFF2-40B4-BE49-F238E27FC236}">
                <a16:creationId xmlns:a16="http://schemas.microsoft.com/office/drawing/2014/main" id="{C15A5688-CCAD-4AF6-A042-A730FAAF07A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70E224-2FC3-428D-8C73-966AFD381CA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39E3712-1DEE-4234-9999-52893AB96A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F1CF5D-FB16-4AD8-9402-560373648F5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8E70695-BB94-47BC-9E3F-FB04801CD1A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C24C61-BFE5-4B37-AA57-297742FFEF5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5c4c70e27cf481f"/>
              </a:rPr>
              <a:t>Open W09 assignment form</a:t>
            </a:r>
          </a:p>
        </p:txBody>
      </p:sp>
      <p:sp>
        <p:nvSpPr>
          <p:cNvPr id="14" name="">
            <a:extLst xmlns:a="http://schemas.openxmlformats.org/drawingml/2006/main">
              <a:ext uri="{FF2B5EF4-FFF2-40B4-BE49-F238E27FC236}">
                <a16:creationId xmlns:a16="http://schemas.microsoft.com/office/drawing/2014/main" id="{050E0C70-69CC-47D7-8FE6-7158612E1AE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https://docs.google.com/forms/d/e/1FAIpQLSfelPFlgqIQS1vM0QDthocg7aIU_WLXNjL4g1DdZAJyKcm9eA/viewform</a:t>
            </a:r>
          </a:p>
        </p:txBody>
      </p:sp>
      <p:sp>
        <p:nvSpPr>
          <p:cNvPr id="15" name="">
            <a:extLst xmlns:a="http://schemas.openxmlformats.org/drawingml/2006/main">
              <a:ext uri="{FF2B5EF4-FFF2-40B4-BE49-F238E27FC236}">
                <a16:creationId xmlns:a16="http://schemas.microsoft.com/office/drawing/2014/main" id="{A18B4F9D-E0A1-4702-81C3-18E64EEAFB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38</a:t>
            </a:r>
          </a:p>
        </p:txBody>
      </p:sp>
    </p:spTree>
    <p:extLst>
      <p:ext uri="{BB962C8B-B14F-4D97-AF65-F5344CB8AC3E}">
        <p14:creationId xmlns:p14="http://schemas.microsoft.com/office/powerpoint/2010/main" val="1609662257"/>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E4A36CE9-80EF-49F7-8DD3-EB3049E9C4C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09FBFD7-9BCD-4F67-A5A5-1D78B243F59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D91D4EAF-238E-4EC3-93A0-972306E10C1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a:ext uri="{FF2B5EF4-FFF2-40B4-BE49-F238E27FC236}">
                <ns2:creationId id="{38B04802-BC5D-4501-B632-A9EA9953CB50}"/>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F46E4F25-18EE-43D7-B915-033AA232BC3D}"/>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CA0898A8-40A9-44EB-AD18-78F01F1605BD}"/>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CA4FF72-A5E7-471D-9B6E-96E6DE101326}"/>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890E12B3-017D-4782-A723-E1BEDF5D3036}"/>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1103791-7914-4200-AE73-E27715B39680}"/>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10A4301F-EE46-4DD9-B193-0C98F528502B}"/>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A56F509D-504D-4961-BEA7-B96DB9E5F703}"/>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42e3af8b8b0645ae"/>
          <a:stretch/>
        </p:blipFill>
        <p:spPr>
          <a:xfrm>
            <a:off x="9134475" y="2095500"/>
            <a:ext cx="2190750" cy="2190750"/>
          </a:xfrm>
          <a:prstGeom prst="rect">
            <a:avLst/>
          </a:prstGeom>
        </p:spPr>
      </p:pic>
      <p:sp>
        <p:nvSpPr>
          <p:cNvPr id="13" name="">
            <a:extLst>
              <a:ext uri="{FF2B5EF4-FFF2-40B4-BE49-F238E27FC236}">
                <ns2:creationId id="{3D6136F9-3E28-4B4A-AB6E-3C00321313A2}"/>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3106527E-CCCA-4AD7-91F7-B99CDAEDFAA3}"/>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449A4E61-8763-4DC7-BC93-0A4F92C2C6AB}"/>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b90ba47dde2645cb"/>
              </a:rPr>
              <a:t>Open this week’s quiz</a:t>
            </a:r>
          </a:p>
        </p:txBody>
      </p:sp>
      <p:sp>
        <p:nvSpPr>
          <p:cNvPr id="16" name="">
            <a:extLst>
              <a:ext uri="{FF2B5EF4-FFF2-40B4-BE49-F238E27FC236}">
                <ns2:creationId id="{337FBFEC-22AF-4F47-A513-7DF44AB78948}"/>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https://forms.gle/U2h5A1itpmZZTogm6</a:t>
            </a:r>
          </a:p>
        </p:txBody>
      </p:sp>
      <p:sp>
        <p:nvSpPr>
          <p:cNvPr id="17" name="">
            <a:extLst>
              <a:ext uri="{FF2B5EF4-FFF2-40B4-BE49-F238E27FC236}">
                <ns2:creationId id="{9536F398-BB18-49A9-9920-3E190A27547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39</a:t>
            </a:r>
          </a:p>
        </p:txBody>
      </p:sp>
    </p:spTree>
    <p:extLst>
      <p:ext uri="{BB962C8B-B14F-4D97-AF65-F5344CB8AC3E}">
        <ns4:creationId val="426933817"/>
      </p:ext>
    </p:extLst>
  </p:cSld>
</p:sld>
</file>

<file path=ppt/slides/slide4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C4001540-FC0D-4B47-9FDB-A34AD180B5D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BCB18188-9233-4FE6-A100-958B3FA8FB1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A565937A-BBD2-4582-BAA1-9D80FDE98308}"/>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09F7AEAF-66A0-447A-B30A-6458DAE4BBA0}"/>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F2579DC6-12ED-49CF-958B-155A4B0C83D5}"/>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E796B85F-2BC6-482E-B400-08CE99FC79D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40</a:t>
            </a:r>
          </a:p>
        </p:txBody>
      </p:sp>
    </p:spTree>
    <p:extLst>
      <p:ext uri="{BB962C8B-B14F-4D97-AF65-F5344CB8AC3E}">
        <ns3:creationId val="107288267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148BF7-BBF8-4129-A796-B345F4571B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EE76C4-F3F7-4D14-94D0-F9C5DB4A22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0CFFEF3-86B5-4B76-B5C9-5866874DAC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756AD192-40F2-4DD5-82D1-7D06D34BFA9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157E40-0B84-433D-A7F3-CEFB6E7AB50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255A85-C689-4453-8117-9DFE754EF24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1901B2-64A9-427F-A80E-2CA90104ACB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A0322FBA-F3E8-419D-AE37-0A0E29AA62D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17E86C-45F1-445A-92A6-BEEA53C895E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965FEF3C-2073-4A70-964D-D568FF288E6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263ED8-4A8D-41BE-B494-476A53AB8E7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56A44EB4-4E7A-4DF8-8FF7-CC5757B8534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9748E3-011E-4A9B-B88A-51A1D957084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3eb535c5d194097"/>
              </a:rPr>
              <a:t>Open explainer video</a:t>
            </a:r>
          </a:p>
        </p:txBody>
      </p:sp>
      <p:sp>
        <p:nvSpPr>
          <p:cNvPr id="14" name="">
            <a:extLst xmlns:a="http://schemas.openxmlformats.org/drawingml/2006/main">
              <a:ext uri="{FF2B5EF4-FFF2-40B4-BE49-F238E27FC236}">
                <a16:creationId xmlns:a16="http://schemas.microsoft.com/office/drawing/2014/main" id="{20E7D0FB-C370-410F-BD21-8F3CADB890A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5C877F10-133D-4CF1-81A5-00350061B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41</a:t>
            </a:r>
          </a:p>
        </p:txBody>
      </p:sp>
    </p:spTree>
    <p:extLst>
      <p:ext uri="{BB962C8B-B14F-4D97-AF65-F5344CB8AC3E}">
        <p14:creationId xmlns:p14="http://schemas.microsoft.com/office/powerpoint/2010/main" val="963168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2026-09-28T21:46:41.4650000Z</dcterms:created>
  <dcterms:modified xsi:type="dcterms:W3CDTF">2026-09-28T21:46:41.4650000Z</dcterms:modified>
</coreProperties>
</file>