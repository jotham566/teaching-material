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0a7cca704e4a17" /><Relationship Type="http://schemas.openxmlformats.org/officeDocument/2006/relationships/extended-properties" Target="/docProps/app.xml" Id="Rf7f4a70a9d1a4c56" /><Relationship Type="http://schemas.openxmlformats.org/officeDocument/2006/relationships/officeDocument" Target="/ppt/presentation.xml" Id="R5acd9c0785bf4117" /></Relationships>
</file>

<file path=ppt/presentation.xml><?xml version="1.0" encoding="utf-8"?>
<p:presentation xmlns:p="http://schemas.openxmlformats.org/presentationml/2006/main">
  <p:sldMasterIdLst>
    <p:sldMasterId xmlns:r="http://schemas.openxmlformats.org/officeDocument/2006/relationships" id="2147483648" r:id="R4824b6c132b0473c"/>
  </p:sldMasterIdLst>
  <p:notesMasterIdLst>
    <p:notesMasterId xmlns:r="http://schemas.openxmlformats.org/officeDocument/2006/relationships" r:id="Rf880ed6a24d3430d"/>
  </p:notesMasterIdLst>
  <p:sldIdLst>
    <p:sldId xmlns:r="http://schemas.openxmlformats.org/officeDocument/2006/relationships" id="256" r:id="Reac565f75bdb4891"/>
    <p:sldId xmlns:r="http://schemas.openxmlformats.org/officeDocument/2006/relationships" id="257" r:id="Rc815690a08de4399"/>
    <p:sldId xmlns:r="http://schemas.openxmlformats.org/officeDocument/2006/relationships" id="258" r:id="R41b8be10d04f46d5"/>
    <p:sldId xmlns:r="http://schemas.openxmlformats.org/officeDocument/2006/relationships" id="259" r:id="R4d1f94bb491a4107"/>
    <p:sldId xmlns:r="http://schemas.openxmlformats.org/officeDocument/2006/relationships" id="260" r:id="R186150c234694c51"/>
    <p:sldId xmlns:r="http://schemas.openxmlformats.org/officeDocument/2006/relationships" id="261" r:id="Rd940e83f59cc4ec4"/>
    <p:sldId xmlns:r="http://schemas.openxmlformats.org/officeDocument/2006/relationships" id="262" r:id="Rbf1b552944bb4095"/>
    <p:sldId xmlns:r="http://schemas.openxmlformats.org/officeDocument/2006/relationships" id="263" r:id="Rc53f4fe6e51f4c9c"/>
    <p:sldId xmlns:r="http://schemas.openxmlformats.org/officeDocument/2006/relationships" id="264" r:id="R8523032b4b1f47cd"/>
    <p:sldId xmlns:r="http://schemas.openxmlformats.org/officeDocument/2006/relationships" id="265" r:id="R0663c86f06d94fbc"/>
    <p:sldId xmlns:r="http://schemas.openxmlformats.org/officeDocument/2006/relationships" id="266" r:id="R26147b253976499d"/>
    <p:sldId xmlns:r="http://schemas.openxmlformats.org/officeDocument/2006/relationships" id="267" r:id="Rcc9e4334a06646d3"/>
    <p:sldId xmlns:r="http://schemas.openxmlformats.org/officeDocument/2006/relationships" id="268" r:id="R0c6f995835fc49ab"/>
    <p:sldId xmlns:r="http://schemas.openxmlformats.org/officeDocument/2006/relationships" id="269" r:id="Re921321fcd1c43b6"/>
    <p:sldId xmlns:r="http://schemas.openxmlformats.org/officeDocument/2006/relationships" id="270" r:id="R5e9547939c5c4cb0"/>
    <p:sldId xmlns:r="http://schemas.openxmlformats.org/officeDocument/2006/relationships" id="271" r:id="R6e950cf88a394283"/>
    <p:sldId xmlns:r="http://schemas.openxmlformats.org/officeDocument/2006/relationships" id="272" r:id="R69b8a3e400154589"/>
    <p:sldId xmlns:r="http://schemas.openxmlformats.org/officeDocument/2006/relationships" id="273" r:id="R9e722720e8e7406c"/>
    <p:sldId xmlns:r="http://schemas.openxmlformats.org/officeDocument/2006/relationships" id="274" r:id="Rdc67b1046eef4488"/>
    <p:sldId xmlns:r="http://schemas.openxmlformats.org/officeDocument/2006/relationships" id="275" r:id="R1ffd65f34a844c64"/>
    <p:sldId xmlns:r="http://schemas.openxmlformats.org/officeDocument/2006/relationships" id="276" r:id="Rd5a0de8fc0c94c8a"/>
    <p:sldId xmlns:r="http://schemas.openxmlformats.org/officeDocument/2006/relationships" id="277" r:id="Rb3d9e487640d4ad5"/>
    <p:sldId xmlns:r="http://schemas.openxmlformats.org/officeDocument/2006/relationships" id="278" r:id="R2309a1dc5cb141d7"/>
    <p:sldId xmlns:r="http://schemas.openxmlformats.org/officeDocument/2006/relationships" id="279" r:id="Re0ac41da47fd4b4a"/>
    <p:sldId xmlns:r="http://schemas.openxmlformats.org/officeDocument/2006/relationships" id="280" r:id="R034b1643489041ba"/>
    <p:sldId xmlns:r="http://schemas.openxmlformats.org/officeDocument/2006/relationships" id="281" r:id="Ra4e1105cc3384ac0"/>
    <p:sldId xmlns:r="http://schemas.openxmlformats.org/officeDocument/2006/relationships" id="282" r:id="Rebd19276011549a6"/>
    <p:sldId xmlns:r="http://schemas.openxmlformats.org/officeDocument/2006/relationships" id="283" r:id="Re46c3580e2ea4b82"/>
    <p:sldId xmlns:r="http://schemas.openxmlformats.org/officeDocument/2006/relationships" id="284" r:id="Rc3b6079bfd414605"/>
    <p:sldId xmlns:r="http://schemas.openxmlformats.org/officeDocument/2006/relationships" id="285" r:id="R29539a8b3d1d4808"/>
    <p:sldId xmlns:r="http://schemas.openxmlformats.org/officeDocument/2006/relationships" id="286" r:id="R06517b2aed754137"/>
    <p:sldId xmlns:r="http://schemas.openxmlformats.org/officeDocument/2006/relationships" id="287" r:id="Rb3c2b36721424d22"/>
    <p:sldId xmlns:r="http://schemas.openxmlformats.org/officeDocument/2006/relationships" id="288" r:id="R6e920490da284ebc"/>
    <p:sldId xmlns:r="http://schemas.openxmlformats.org/officeDocument/2006/relationships" id="289" r:id="Rc9c2d9c5582f48ad"/>
    <p:sldId xmlns:r="http://schemas.openxmlformats.org/officeDocument/2006/relationships" id="290" r:id="R7ececd1e81454b80"/>
    <p:sldId xmlns:r="http://schemas.openxmlformats.org/officeDocument/2006/relationships" id="291" r:id="R8deebcb3af3c4ca7"/>
    <p:sldId xmlns:r="http://schemas.openxmlformats.org/officeDocument/2006/relationships" id="292" r:id="Rc48767d0d59b43b0"/>
    <p:sldId xmlns:r="http://schemas.openxmlformats.org/officeDocument/2006/relationships" id="293" r:id="Rb5a7e65797fe4773"/>
    <p:sldId xmlns:r="http://schemas.openxmlformats.org/officeDocument/2006/relationships" id="294" r:id="Rc81771f583154045"/>
    <p:sldId xmlns:r="http://schemas.openxmlformats.org/officeDocument/2006/relationships" id="295" r:id="R2b60d2bd3b2c4236"/>
    <p:sldId xmlns:r="http://schemas.openxmlformats.org/officeDocument/2006/relationships" id="296" r:id="Rac5ba73df36f4021"/>
    <p:sldId xmlns:r="http://schemas.openxmlformats.org/officeDocument/2006/relationships" id="297" r:id="R6ae797e6168a44f6"/>
    <p:sldId xmlns:r="http://schemas.openxmlformats.org/officeDocument/2006/relationships" id="298" r:id="R917864266e664d07"/>
    <p:sldId xmlns:r="http://schemas.openxmlformats.org/officeDocument/2006/relationships" id="299" r:id="R85a7e1f7185948fa"/>
    <p:sldId xmlns:r="http://schemas.openxmlformats.org/officeDocument/2006/relationships" id="300" r:id="Ra698d37dc5d2406b"/>
    <p:sldId xmlns:r="http://schemas.openxmlformats.org/officeDocument/2006/relationships" id="301" r:id="R41aa6b2e886648e0"/>
    <p:sldId xmlns:r="http://schemas.openxmlformats.org/officeDocument/2006/relationships" id="302" r:id="R9ecb9a2a01a54466"/>
    <p:sldId xmlns:r="http://schemas.openxmlformats.org/officeDocument/2006/relationships" id="303" r:id="Rb7b4c0ac0a394e32"/>
    <p:sldId xmlns:r="http://schemas.openxmlformats.org/officeDocument/2006/relationships" id="304" r:id="R5a863bd1c4d14d93"/>
    <p:sldId xmlns:r="http://schemas.openxmlformats.org/officeDocument/2006/relationships" id="305" r:id="Rcf03b3f6a9724b7f"/>
    <p:sldId xmlns:r="http://schemas.openxmlformats.org/officeDocument/2006/relationships" id="306" r:id="Rbfe679140093455d"/>
    <p:sldId xmlns:r="http://schemas.openxmlformats.org/officeDocument/2006/relationships" id="307" r:id="R56aa0370e16946ee"/>
    <p:sldId xmlns:r="http://schemas.openxmlformats.org/officeDocument/2006/relationships" id="308" r:id="R342c9d3257c54f51"/>
    <p:sldId xmlns:r="http://schemas.openxmlformats.org/officeDocument/2006/relationships" id="309" r:id="Rc8fc53d17f6744f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76c2ae9be654257" /><Relationship Type="http://schemas.openxmlformats.org/officeDocument/2006/relationships/slideMaster" Target="/ppt/slideMasters/slideMaster1.xml" Id="R4824b6c132b0473c" /><Relationship Type="http://schemas.openxmlformats.org/officeDocument/2006/relationships/notesMaster" Target="/ppt/notesMasters/notesMaster1.xml" Id="Rf880ed6a24d3430d" /><Relationship Type="http://schemas.openxmlformats.org/officeDocument/2006/relationships/presProps" Target="/ppt/presProps.xml" Id="R155bd59792d345de" /><Relationship Type="http://schemas.openxmlformats.org/officeDocument/2006/relationships/tableStyles" Target="/ppt/tableStyles.xml" Id="R091ade8203e745b3" /><Relationship Type="http://schemas.openxmlformats.org/officeDocument/2006/relationships/slide" Target="/ppt/slides/slide1.xml" Id="Reac565f75bdb4891" /><Relationship Type="http://schemas.openxmlformats.org/officeDocument/2006/relationships/slide" Target="/ppt/slides/slide2.xml" Id="Rc815690a08de4399" /><Relationship Type="http://schemas.openxmlformats.org/officeDocument/2006/relationships/slide" Target="/ppt/slides/slide3.xml" Id="R41b8be10d04f46d5" /><Relationship Type="http://schemas.openxmlformats.org/officeDocument/2006/relationships/slide" Target="/ppt/slides/slide4.xml" Id="R4d1f94bb491a4107" /><Relationship Type="http://schemas.openxmlformats.org/officeDocument/2006/relationships/slide" Target="/ppt/slides/slide5.xml" Id="R186150c234694c51" /><Relationship Type="http://schemas.openxmlformats.org/officeDocument/2006/relationships/slide" Target="/ppt/slides/slide6.xml" Id="Rd940e83f59cc4ec4" /><Relationship Type="http://schemas.openxmlformats.org/officeDocument/2006/relationships/slide" Target="/ppt/slides/slide7.xml" Id="Rbf1b552944bb4095" /><Relationship Type="http://schemas.openxmlformats.org/officeDocument/2006/relationships/slide" Target="/ppt/slides/slide8.xml" Id="Rc53f4fe6e51f4c9c" /><Relationship Type="http://schemas.openxmlformats.org/officeDocument/2006/relationships/slide" Target="/ppt/slides/slide9.xml" Id="R8523032b4b1f47cd" /><Relationship Type="http://schemas.openxmlformats.org/officeDocument/2006/relationships/slide" Target="/ppt/slides/slide10.xml" Id="R0663c86f06d94fbc" /><Relationship Type="http://schemas.openxmlformats.org/officeDocument/2006/relationships/slide" Target="/ppt/slides/slide11.xml" Id="R26147b253976499d" /><Relationship Type="http://schemas.openxmlformats.org/officeDocument/2006/relationships/slide" Target="/ppt/slides/slide12.xml" Id="Rcc9e4334a06646d3" /><Relationship Type="http://schemas.openxmlformats.org/officeDocument/2006/relationships/slide" Target="/ppt/slides/slide13.xml" Id="R0c6f995835fc49ab" /><Relationship Type="http://schemas.openxmlformats.org/officeDocument/2006/relationships/slide" Target="/ppt/slides/slide14.xml" Id="Re921321fcd1c43b6" /><Relationship Type="http://schemas.openxmlformats.org/officeDocument/2006/relationships/slide" Target="/ppt/slides/slide15.xml" Id="R5e9547939c5c4cb0" /><Relationship Type="http://schemas.openxmlformats.org/officeDocument/2006/relationships/slide" Target="/ppt/slides/slide16.xml" Id="R6e950cf88a394283" /><Relationship Type="http://schemas.openxmlformats.org/officeDocument/2006/relationships/slide" Target="/ppt/slides/slide17.xml" Id="R69b8a3e400154589" /><Relationship Type="http://schemas.openxmlformats.org/officeDocument/2006/relationships/slide" Target="/ppt/slides/slide18.xml" Id="R9e722720e8e7406c" /><Relationship Type="http://schemas.openxmlformats.org/officeDocument/2006/relationships/slide" Target="/ppt/slides/slide19.xml" Id="Rdc67b1046eef4488" /><Relationship Type="http://schemas.openxmlformats.org/officeDocument/2006/relationships/slide" Target="/ppt/slides/slide20.xml" Id="R1ffd65f34a844c64" /><Relationship Type="http://schemas.openxmlformats.org/officeDocument/2006/relationships/slide" Target="/ppt/slides/slide21.xml" Id="Rd5a0de8fc0c94c8a" /><Relationship Type="http://schemas.openxmlformats.org/officeDocument/2006/relationships/slide" Target="/ppt/slides/slide22.xml" Id="Rb3d9e487640d4ad5" /><Relationship Type="http://schemas.openxmlformats.org/officeDocument/2006/relationships/slide" Target="/ppt/slides/slide23.xml" Id="R2309a1dc5cb141d7" /><Relationship Type="http://schemas.openxmlformats.org/officeDocument/2006/relationships/slide" Target="/ppt/slides/slide24.xml" Id="Re0ac41da47fd4b4a" /><Relationship Type="http://schemas.openxmlformats.org/officeDocument/2006/relationships/slide" Target="/ppt/slides/slide25.xml" Id="R034b1643489041ba" /><Relationship Type="http://schemas.openxmlformats.org/officeDocument/2006/relationships/slide" Target="/ppt/slides/slide26.xml" Id="Ra4e1105cc3384ac0" /><Relationship Type="http://schemas.openxmlformats.org/officeDocument/2006/relationships/slide" Target="/ppt/slides/slide27.xml" Id="Rebd19276011549a6" /><Relationship Type="http://schemas.openxmlformats.org/officeDocument/2006/relationships/slide" Target="/ppt/slides/slide28.xml" Id="Re46c3580e2ea4b82" /><Relationship Type="http://schemas.openxmlformats.org/officeDocument/2006/relationships/slide" Target="/ppt/slides/slide29.xml" Id="Rc3b6079bfd414605" /><Relationship Type="http://schemas.openxmlformats.org/officeDocument/2006/relationships/slide" Target="/ppt/slides/slide30.xml" Id="R29539a8b3d1d4808" /><Relationship Type="http://schemas.openxmlformats.org/officeDocument/2006/relationships/slide" Target="/ppt/slides/slide31.xml" Id="R06517b2aed754137" /><Relationship Type="http://schemas.openxmlformats.org/officeDocument/2006/relationships/slide" Target="/ppt/slides/slide32.xml" Id="Rb3c2b36721424d22" /><Relationship Type="http://schemas.openxmlformats.org/officeDocument/2006/relationships/slide" Target="/ppt/slides/slide33.xml" Id="R6e920490da284ebc" /><Relationship Type="http://schemas.openxmlformats.org/officeDocument/2006/relationships/slide" Target="/ppt/slides/slide34.xml" Id="Rc9c2d9c5582f48ad" /><Relationship Type="http://schemas.openxmlformats.org/officeDocument/2006/relationships/slide" Target="/ppt/slides/slide35.xml" Id="R7ececd1e81454b80" /><Relationship Type="http://schemas.openxmlformats.org/officeDocument/2006/relationships/slide" Target="/ppt/slides/slide36.xml" Id="R8deebcb3af3c4ca7" /><Relationship Type="http://schemas.openxmlformats.org/officeDocument/2006/relationships/slide" Target="/ppt/slides/slide37.xml" Id="Rc48767d0d59b43b0" /><Relationship Type="http://schemas.openxmlformats.org/officeDocument/2006/relationships/slide" Target="/ppt/slides/slide38.xml" Id="Rb5a7e65797fe4773" /><Relationship Type="http://schemas.openxmlformats.org/officeDocument/2006/relationships/slide" Target="/ppt/slides/slide39.xml" Id="Rc81771f583154045" /><Relationship Type="http://schemas.openxmlformats.org/officeDocument/2006/relationships/slide" Target="/ppt/slides/slide40.xml" Id="R2b60d2bd3b2c4236" /><Relationship Type="http://schemas.openxmlformats.org/officeDocument/2006/relationships/slide" Target="/ppt/slides/slide41.xml" Id="Rac5ba73df36f4021" /><Relationship Type="http://schemas.openxmlformats.org/officeDocument/2006/relationships/slide" Target="/ppt/slides/slide42.xml" Id="R6ae797e6168a44f6" /><Relationship Type="http://schemas.openxmlformats.org/officeDocument/2006/relationships/slide" Target="/ppt/slides/slide43.xml" Id="R917864266e664d07" /><Relationship Type="http://schemas.openxmlformats.org/officeDocument/2006/relationships/slide" Target="/ppt/slides/slide44.xml" Id="R85a7e1f7185948fa" /><Relationship Type="http://schemas.openxmlformats.org/officeDocument/2006/relationships/slide" Target="/ppt/slides/slide45.xml" Id="Ra698d37dc5d2406b" /><Relationship Type="http://schemas.openxmlformats.org/officeDocument/2006/relationships/slide" Target="/ppt/slides/slide46.xml" Id="R41aa6b2e886648e0" /><Relationship Type="http://schemas.openxmlformats.org/officeDocument/2006/relationships/slide" Target="/ppt/slides/slide47.xml" Id="R9ecb9a2a01a54466" /><Relationship Type="http://schemas.openxmlformats.org/officeDocument/2006/relationships/slide" Target="/ppt/slides/slide48.xml" Id="Rb7b4c0ac0a394e32" /><Relationship Type="http://schemas.openxmlformats.org/officeDocument/2006/relationships/slide" Target="/ppt/slides/slide49.xml" Id="R5a863bd1c4d14d93" /><Relationship Type="http://schemas.openxmlformats.org/officeDocument/2006/relationships/slide" Target="/ppt/slides/slide50.xml" Id="Rcf03b3f6a9724b7f" /><Relationship Type="http://schemas.openxmlformats.org/officeDocument/2006/relationships/slide" Target="/ppt/slides/slide51.xml" Id="Rbfe679140093455d" /><Relationship Type="http://schemas.openxmlformats.org/officeDocument/2006/relationships/slide" Target="/ppt/slides/slide52.xml" Id="R56aa0370e16946ee" /><Relationship Type="http://schemas.openxmlformats.org/officeDocument/2006/relationships/slide" Target="/ppt/slides/slide53.xml" Id="R342c9d3257c54f51" /><Relationship Type="http://schemas.openxmlformats.org/officeDocument/2006/relationships/slide" Target="/ppt/slides/slide54.xml" Id="Rc8fc53d17f6744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3dcd09713b43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cf1974ff364732" /><Relationship Type="http://schemas.openxmlformats.org/officeDocument/2006/relationships/notesMaster" Target="/ppt/notesMasters/notesMaster1.xml" Id="R5d7bda89af384f3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721990fac64930" /><Relationship Type="http://schemas.openxmlformats.org/officeDocument/2006/relationships/notesMaster" Target="/ppt/notesMasters/notesMaster1.xml" Id="R9288aa44197743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26443c710e497a" /><Relationship Type="http://schemas.openxmlformats.org/officeDocument/2006/relationships/notesMaster" Target="/ppt/notesMasters/notesMaster1.xml" Id="R2a440e0d22f243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406a0dbcaf46cb" /><Relationship Type="http://schemas.openxmlformats.org/officeDocument/2006/relationships/notesMaster" Target="/ppt/notesMasters/notesMaster1.xml" Id="Rcbf55972c4ef4e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8c08c879ba4698" /><Relationship Type="http://schemas.openxmlformats.org/officeDocument/2006/relationships/notesMaster" Target="/ppt/notesMasters/notesMaster1.xml" Id="Ra2e67489f2244b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6a9234f8694001" /><Relationship Type="http://schemas.openxmlformats.org/officeDocument/2006/relationships/notesMaster" Target="/ppt/notesMasters/notesMaster1.xml" Id="Rdee9408ccc1c4c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1706db12a840d2" /><Relationship Type="http://schemas.openxmlformats.org/officeDocument/2006/relationships/notesMaster" Target="/ppt/notesMasters/notesMaster1.xml" Id="R89f4a65f18a44a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0b48067b1b4900" /><Relationship Type="http://schemas.openxmlformats.org/officeDocument/2006/relationships/notesMaster" Target="/ppt/notesMasters/notesMaster1.xml" Id="R7ba31502dec043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2f8ead4c8a4f05" /><Relationship Type="http://schemas.openxmlformats.org/officeDocument/2006/relationships/notesMaster" Target="/ppt/notesMasters/notesMaster1.xml" Id="Rb425a62c7fbe47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ef0976ff66b469b" /><Relationship Type="http://schemas.openxmlformats.org/officeDocument/2006/relationships/notesMaster" Target="/ppt/notesMasters/notesMaster1.xml" Id="R02150d0089bf45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2e23f269b344546" /><Relationship Type="http://schemas.openxmlformats.org/officeDocument/2006/relationships/notesMaster" Target="/ppt/notesMasters/notesMaster1.xml" Id="Rf902a22b9d064f7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c166538bcb4e03" /><Relationship Type="http://schemas.openxmlformats.org/officeDocument/2006/relationships/notesMaster" Target="/ppt/notesMasters/notesMaster1.xml" Id="R9e077f1cc9b64a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7b35051834d4f12" /><Relationship Type="http://schemas.openxmlformats.org/officeDocument/2006/relationships/notesMaster" Target="/ppt/notesMasters/notesMaster1.xml" Id="R4cf0f8702b3d44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99478addbb48ef" /><Relationship Type="http://schemas.openxmlformats.org/officeDocument/2006/relationships/notesMaster" Target="/ppt/notesMasters/notesMaster1.xml" Id="Rffce8f0613b047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9fce0a31a864fdf" /><Relationship Type="http://schemas.openxmlformats.org/officeDocument/2006/relationships/notesMaster" Target="/ppt/notesMasters/notesMaster1.xml" Id="R715b2145649c4ca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06d18e6c8574c57" /><Relationship Type="http://schemas.openxmlformats.org/officeDocument/2006/relationships/notesMaster" Target="/ppt/notesMasters/notesMaster1.xml" Id="R3557cfb6046b4ce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8e55f19a90d41f1" /><Relationship Type="http://schemas.openxmlformats.org/officeDocument/2006/relationships/notesMaster" Target="/ppt/notesMasters/notesMaster1.xml" Id="Ra940180f96914c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75d9511b7064197" /><Relationship Type="http://schemas.openxmlformats.org/officeDocument/2006/relationships/notesMaster" Target="/ppt/notesMasters/notesMaster1.xml" Id="R96c37b12615e41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db84e7715094d74" /><Relationship Type="http://schemas.openxmlformats.org/officeDocument/2006/relationships/notesMaster" Target="/ppt/notesMasters/notesMaster1.xml" Id="R4a88f77c55bb42d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41cc06c465146af" /><Relationship Type="http://schemas.openxmlformats.org/officeDocument/2006/relationships/notesMaster" Target="/ppt/notesMasters/notesMaster1.xml" Id="Rde55f33639da416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27de4fb85044acb" /><Relationship Type="http://schemas.openxmlformats.org/officeDocument/2006/relationships/notesMaster" Target="/ppt/notesMasters/notesMaster1.xml" Id="Ra455de4342964c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cdba594acd54238" /><Relationship Type="http://schemas.openxmlformats.org/officeDocument/2006/relationships/notesMaster" Target="/ppt/notesMasters/notesMaster1.xml" Id="Rb17c68cee570441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3015c75754443b" /><Relationship Type="http://schemas.openxmlformats.org/officeDocument/2006/relationships/notesMaster" Target="/ppt/notesMasters/notesMaster1.xml" Id="Rf38f243d33034d8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05b67047c3b4a71" /><Relationship Type="http://schemas.openxmlformats.org/officeDocument/2006/relationships/notesMaster" Target="/ppt/notesMasters/notesMaster1.xml" Id="R99a07242e66f4aa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6d9fd100e084ecb" /><Relationship Type="http://schemas.openxmlformats.org/officeDocument/2006/relationships/notesMaster" Target="/ppt/notesMasters/notesMaster1.xml" Id="Rb7c35cdf93a8404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81f645b959e4ad7" /><Relationship Type="http://schemas.openxmlformats.org/officeDocument/2006/relationships/notesMaster" Target="/ppt/notesMasters/notesMaster1.xml" Id="R3266ae78deff445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d6d534f462e44ec" /><Relationship Type="http://schemas.openxmlformats.org/officeDocument/2006/relationships/notesMaster" Target="/ppt/notesMasters/notesMaster1.xml" Id="R6c308996bc5b4d8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6841efc49c44ea7" /><Relationship Type="http://schemas.openxmlformats.org/officeDocument/2006/relationships/notesMaster" Target="/ppt/notesMasters/notesMaster1.xml" Id="R68db58204a004c3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af77cde809f49c6" /><Relationship Type="http://schemas.openxmlformats.org/officeDocument/2006/relationships/notesMaster" Target="/ppt/notesMasters/notesMaster1.xml" Id="Rd78ba834228d4d4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73dff35a3d44640" /><Relationship Type="http://schemas.openxmlformats.org/officeDocument/2006/relationships/notesMaster" Target="/ppt/notesMasters/notesMaster1.xml" Id="R6fd1ea3cd5924d3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961fff48e9d47a9" /><Relationship Type="http://schemas.openxmlformats.org/officeDocument/2006/relationships/notesMaster" Target="/ppt/notesMasters/notesMaster1.xml" Id="R082693e863de483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53f751d10084a5f" /><Relationship Type="http://schemas.openxmlformats.org/officeDocument/2006/relationships/notesMaster" Target="/ppt/notesMasters/notesMaster1.xml" Id="Rda80bd0dea7642d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bd948353f454d81" /><Relationship Type="http://schemas.openxmlformats.org/officeDocument/2006/relationships/notesMaster" Target="/ppt/notesMasters/notesMaster1.xml" Id="Rf5a5dfd73ec0427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575d8fc8dfb4b32" /><Relationship Type="http://schemas.openxmlformats.org/officeDocument/2006/relationships/notesMaster" Target="/ppt/notesMasters/notesMaster1.xml" Id="Ra1820d420c834b4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b1258c6e51444a8" /><Relationship Type="http://schemas.openxmlformats.org/officeDocument/2006/relationships/notesMaster" Target="/ppt/notesMasters/notesMaster1.xml" Id="R1a55ff03f3374a4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49af8531d624737" /><Relationship Type="http://schemas.openxmlformats.org/officeDocument/2006/relationships/notesMaster" Target="/ppt/notesMasters/notesMaster1.xml" Id="R91ce70625f4e493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b8a757246c5415a" /><Relationship Type="http://schemas.openxmlformats.org/officeDocument/2006/relationships/notesMaster" Target="/ppt/notesMasters/notesMaster1.xml" Id="R0a2eb4d5f1b541c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beb000ca4d647a2" /><Relationship Type="http://schemas.openxmlformats.org/officeDocument/2006/relationships/notesMaster" Target="/ppt/notesMasters/notesMaster1.xml" Id="R9debfa59324d48b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ccea5dcc16f40d7" /><Relationship Type="http://schemas.openxmlformats.org/officeDocument/2006/relationships/notesMaster" Target="/ppt/notesMasters/notesMaster1.xml" Id="R76c1d94b5f0e4e8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004d226078d484a" /><Relationship Type="http://schemas.openxmlformats.org/officeDocument/2006/relationships/notesMaster" Target="/ppt/notesMasters/notesMaster1.xml" Id="R9ec1406848934ec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b24688edd934c10" /><Relationship Type="http://schemas.openxmlformats.org/officeDocument/2006/relationships/notesMaster" Target="/ppt/notesMasters/notesMaster1.xml" Id="Re3b8a5c8c34b47c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ef8afc375ed418f" /><Relationship Type="http://schemas.openxmlformats.org/officeDocument/2006/relationships/notesMaster" Target="/ppt/notesMasters/notesMaster1.xml" Id="Rf4f5f48cd07f425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4aa74f56b6b4f8b" /><Relationship Type="http://schemas.openxmlformats.org/officeDocument/2006/relationships/notesMaster" Target="/ppt/notesMasters/notesMaster1.xml" Id="Ra00f11a3a21247f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cd81a2b3cf84c2a" /><Relationship Type="http://schemas.openxmlformats.org/officeDocument/2006/relationships/notesMaster" Target="/ppt/notesMasters/notesMaster1.xml" Id="Red349e49af9e47d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c9c5f0730774f55" /><Relationship Type="http://schemas.openxmlformats.org/officeDocument/2006/relationships/notesMaster" Target="/ppt/notesMasters/notesMaster1.xml" Id="Rf104a166a8e9483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baeff9bef8b48dd" /><Relationship Type="http://schemas.openxmlformats.org/officeDocument/2006/relationships/notesMaster" Target="/ppt/notesMasters/notesMaster1.xml" Id="R014b20fc978b494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d10c5ac513a4caf" /><Relationship Type="http://schemas.openxmlformats.org/officeDocument/2006/relationships/notesMaster" Target="/ppt/notesMasters/notesMaster1.xml" Id="Rfcc9dd386c1347f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45604a46126418c" /><Relationship Type="http://schemas.openxmlformats.org/officeDocument/2006/relationships/notesMaster" Target="/ppt/notesMasters/notesMaster1.xml" Id="Rfdcfecd1c41c488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a68e39755d64821" /><Relationship Type="http://schemas.openxmlformats.org/officeDocument/2006/relationships/notesMaster" Target="/ppt/notesMasters/notesMaster1.xml" Id="Ra0a902bd871b451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c5ff5580b434a1a" /><Relationship Type="http://schemas.openxmlformats.org/officeDocument/2006/relationships/notesMaster" Target="/ppt/notesMasters/notesMaster1.xml" Id="Rc511994d752d430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44e5c32df524831" /><Relationship Type="http://schemas.openxmlformats.org/officeDocument/2006/relationships/notesMaster" Target="/ppt/notesMasters/notesMaster1.xml" Id="R0dab7d56b4e3448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fb3baa1caf245ad" /><Relationship Type="http://schemas.openxmlformats.org/officeDocument/2006/relationships/notesMaster" Target="/ppt/notesMasters/notesMaster1.xml" Id="Rddd3679b26da438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9fdbacaf7fd4a96" /><Relationship Type="http://schemas.openxmlformats.org/officeDocument/2006/relationships/notesMaster" Target="/ppt/notesMasters/notesMaster1.xml" Id="R40b49f9ba1624ca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15032b8b9914043" /><Relationship Type="http://schemas.openxmlformats.org/officeDocument/2006/relationships/notesMaster" Target="/ppt/notesMasters/notesMaster1.xml" Id="R9cff7fb70844442e"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data and explaining changes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Cleaning data and explaining changes.</a:t>
            </a:r>
          </a:p>
          <a:p>
            <a:r>
              <a:t/>
            </a:r>
          </a:p>
          <a:p>
            <a:r>
              <a:t>LECTURER CUE</a:t>
            </a:r>
          </a:p>
          <a:p>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distinguish repeated equipment from duplicate records and explain why an outlier is not automatically deleted.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NEXT</a:t>
            </a:r>
          </a:p>
          <a:p>
            <a:r>
              <a:t>An unusual value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unusual value needs a reason</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Mean, median and unusual readings.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 median and unusual readings</a:t>
            </a:r>
          </a:p>
          <a:p>
            <a:r>
              <a:t/>
            </a:r>
          </a:p>
          <a:p>
            <a:r>
              <a:t>CONNECT</a:t>
            </a:r>
          </a:p>
          <a:p>
            <a:r>
              <a:t>Build on the preceding slide: An unusual value needs a reason.</a:t>
            </a:r>
          </a:p>
          <a:p>
            <a:r>
              <a:t/>
            </a:r>
          </a:p>
          <a:p>
            <a:r>
              <a:t>LECTURER CUE</a:t>
            </a:r>
          </a:p>
          <a:p>
            <a:r>
              <a:t>The mean uses every value. The median is the middle sorted value. A large value needs context.</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Filling a gap adds an estimate.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Filling a gap adds an estimate</a:t>
            </a:r>
          </a:p>
          <a:p>
            <a:r>
              <a:t/>
            </a:r>
          </a:p>
          <a:p>
            <a:r>
              <a:t>CONNECT</a:t>
            </a:r>
          </a:p>
          <a:p>
            <a:r>
              <a:t>Build on the preceding slide: Mean, median and unusual readings.</a:t>
            </a:r>
          </a:p>
          <a:p>
            <a:r>
              <a:t/>
            </a:r>
          </a:p>
          <a:p>
            <a:r>
              <a:t>LECTURER CUE</a:t>
            </a:r>
          </a:p>
          <a:p>
            <a:r>
              <a:t>Use the example below to sort four valid readings. The median is (22 + 24) / 2 = 23. Filling a blank with 23 is a stated teaching rule, not a recovered measurement.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Filling a gap adds an estimate.</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import loads a library. from selects a tool from it.</a:t>
            </a:r>
          </a:p>
          <a:p>
            <a:r>
              <a:t>for takes the next item. The indented block repeats.</a:t>
            </a:r>
          </a:p>
          <a:p>
            <a:r>
              <a:t>if tests a condition. The chosen indented block runs.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Copy a record and remember an ID.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 a record and remember an ID</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NEXT</a:t>
            </a:r>
          </a:p>
          <a:p>
            <a:r>
              <a:t>A working copy preserves the original.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working copy preserves the original</a:t>
            </a:r>
          </a:p>
          <a:p>
            <a:r>
              <a:t/>
            </a:r>
          </a:p>
          <a:p>
            <a:r>
              <a:t>CONNECT</a:t>
            </a:r>
          </a:p>
          <a:p>
            <a:r>
              <a:t>Build on the preceding slide: Copy a record and remember an ID.</a:t>
            </a:r>
          </a:p>
          <a:p>
            <a:r>
              <a:t/>
            </a:r>
          </a:p>
          <a:p>
            <a:r>
              <a:t>LECTURER CUE</a:t>
            </a:r>
          </a:p>
          <a:p>
            <a:r>
              <a:t>Ask students to describe what they see before introducing terminology. Generated conceptual teaching illustration. The working-copy rule is a toy activity, not the exact assessed cleaning policy. Source: figs/experiential/ASSET_SOURCES.md.</a:t>
            </a:r>
          </a:p>
          <a:p>
            <a:r>
              <a:t/>
            </a:r>
          </a:p>
          <a:p>
            <a:r>
              <a:t>NEXT</a:t>
            </a:r>
          </a:p>
          <a:p>
            <a:r>
              <a:t>Copies and duplicate checks.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Copies and duplicate checks</a:t>
            </a:r>
          </a:p>
          <a:p>
            <a:r>
              <a:t/>
            </a:r>
          </a:p>
          <a:p>
            <a:r>
              <a:t>CONNECT</a:t>
            </a:r>
          </a:p>
          <a:p>
            <a:r>
              <a:t>Build on the preceding slide: A working copy preserves the original.</a:t>
            </a:r>
          </a:p>
          <a:p>
            <a:r>
              <a:t/>
            </a:r>
          </a:p>
          <a:p>
            <a:r>
              <a:t>LECTURER CUE</a:t>
            </a:r>
          </a:p>
          <a:p>
            <a:r>
              <a:t>Read each symbol before running. Ask everyone to predict. Expected output: 4 then True. The example has only scalar fields. A shallow copy does not independently copy nested lists.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WALK THROUGH THIS CODE</a:t>
            </a:r>
          </a:p>
          <a:p>
            <a:r>
              <a:t>print displays a value below the cell.</a:t>
            </a:r>
          </a:p>
          <a:p>
            <a:r>
              <a:t>Square brackets create a list or select an item.</a:t>
            </a:r>
          </a:p>
          <a:p>
            <a:r>
              <a:t>Braces hold dictionary key: value pairs here.</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a:t>
            </a:r>
          </a:p>
          <a:p>
            <a:r>
              <a:t/>
            </a:r>
          </a:p>
          <a:p>
            <a:r>
              <a:t>CONNECT</a:t>
            </a:r>
          </a:p>
          <a:p>
            <a:r>
              <a:t>Build on the preceding slide: Copies and duplicate checks.</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Following a cleaning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cleaning loop</a:t>
            </a:r>
          </a:p>
          <a:p>
            <a:r>
              <a:t/>
            </a:r>
          </a:p>
          <a:p>
            <a:r>
              <a:t>CONNECT</a:t>
            </a:r>
          </a:p>
          <a:p>
            <a:r>
              <a:t>Build on the preceding slide: Copying records and recognising repeats.</a:t>
            </a:r>
          </a:p>
          <a:p>
            <a:r>
              <a:t/>
            </a:r>
          </a:p>
          <a:p>
            <a:r>
              <a:t>LECTURER CUE</a:t>
            </a:r>
          </a:p>
          <a:p>
            <a:r>
              <a:t>Read one row at a time and use a changed value. This is a syntax reference for the worked examples.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Copying records and recognising repeats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(1/2)</a:t>
            </a:r>
          </a:p>
          <a:p>
            <a:r>
              <a:t/>
            </a:r>
          </a:p>
          <a:p>
            <a:r>
              <a:t>CONNECT</a:t>
            </a:r>
          </a:p>
          <a:p>
            <a:r>
              <a:t>Build on the preceding slide: Following a cleaning loop.</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(2/2)</a:t>
            </a:r>
          </a:p>
          <a:p>
            <a:r>
              <a:t/>
            </a:r>
          </a:p>
          <a:p>
            <a:r>
              <a:t>CONNECT</a:t>
            </a:r>
          </a:p>
          <a:p>
            <a:r>
              <a:t>Build on the preceding slide: Copying records and recognising repeats in Python (1/2).</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returned as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a:t>
            </a:r>
          </a:p>
          <a:p>
            <a:r>
              <a:t/>
            </a:r>
          </a:p>
          <a:p>
            <a:r>
              <a:t>CONNECT</a:t>
            </a:r>
          </a:p>
          <a:p>
            <a:r>
              <a:t>Build on the preceding slide: Copying records and recognising repeats in Python (2/2).</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NEXT</a:t>
            </a:r>
          </a:p>
          <a:p>
            <a:r>
              <a:t>Summaries returned as a dictionary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 in Python</a:t>
            </a:r>
          </a:p>
          <a:p>
            <a:r>
              <a:t/>
            </a:r>
          </a:p>
          <a:p>
            <a:r>
              <a:t>CONNECT</a:t>
            </a:r>
          </a:p>
          <a:p>
            <a:r>
              <a:t>Build on the preceding slide: Summaries returned as a dictionary.</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Complete practice code:</a:t>
            </a:r>
          </a:p>
          <a:p>
            <a:r>
              <a:t>def describe(values):</a:t>
            </a:r>
          </a:p>
          <a:p>
            <a:r>
              <a:t>    count = len(values)</a:t>
            </a:r>
          </a:p>
          <a:p>
            <a:r>
              <a:t>    mean = sum(values) / count</a:t>
            </a:r>
          </a:p>
          <a:p>
            <a:r>
              <a:t>    return {"count": count, "mean": mean}</a:t>
            </a:r>
          </a:p>
          <a:p>
            <a:r>
              <a:t/>
            </a:r>
          </a:p>
          <a:p>
            <a:r>
              <a:t>print(describe([10, 12]))</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Reading a blank field.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a:t>
            </a:r>
          </a:p>
          <a:p>
            <a:r>
              <a:t/>
            </a:r>
          </a:p>
          <a:p>
            <a:r>
              <a:t>CONNECT</a:t>
            </a:r>
          </a:p>
          <a:p>
            <a:r>
              <a:t>Build on the preceding slide: Summaries returned as a dictionary in Python.</a:t>
            </a:r>
          </a:p>
          <a:p>
            <a:r>
              <a:t/>
            </a:r>
          </a:p>
          <a:p>
            <a:r>
              <a:t>LECTURER CUE</a:t>
            </a:r>
          </a:p>
          <a:p>
            <a:r>
              <a:t>CSV values start as text. The if/else below stores None for a blank. Otherwise float converts the text into a number.</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Reading a blank field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 in Python</a:t>
            </a:r>
          </a:p>
          <a:p>
            <a:r>
              <a:t/>
            </a:r>
          </a:p>
          <a:p>
            <a:r>
              <a:t>CONNECT</a:t>
            </a:r>
          </a:p>
          <a:p>
            <a:r>
              <a:t>Build on the preceding slide: Reading a blank field.</a:t>
            </a:r>
          </a:p>
          <a:p>
            <a:r>
              <a:t/>
            </a:r>
          </a:p>
          <a:p>
            <a:r>
              <a:t>LECTURER CUE</a:t>
            </a:r>
          </a:p>
          <a:p>
            <a:r>
              <a:t>CSV values start as text. The if/else below stores None for a blank. Otherwise float converts the text into a number.</a:t>
            </a:r>
          </a:p>
          <a:p>
            <a:r>
              <a:t/>
            </a:r>
          </a:p>
          <a:p>
            <a:r>
              <a:t>Complete practice code:</a:t>
            </a:r>
          </a:p>
          <a:p>
            <a:r>
              <a:t>text_values = ["20", "", "24"]</a:t>
            </a:r>
          </a:p>
          <a:p>
            <a:r>
              <a:t>parsed = []</a:t>
            </a:r>
          </a:p>
          <a:p>
            <a:r>
              <a:t>for text in text_values:</a:t>
            </a:r>
          </a:p>
          <a:p>
            <a:r>
              <a:t>    if text == "":</a:t>
            </a:r>
          </a:p>
          <a:p>
            <a:r>
              <a:t>        parsed.append(None)</a:t>
            </a:r>
          </a:p>
          <a:p>
            <a:r>
              <a:t>    else:</a:t>
            </a:r>
          </a:p>
          <a:p>
            <a:r>
              <a:t>        parsed.append(float(text))</a:t>
            </a:r>
          </a:p>
          <a:p>
            <a:r>
              <a:t>print(parsed)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a:t>
            </a:r>
          </a:p>
          <a:p>
            <a:r>
              <a:t/>
            </a:r>
          </a:p>
          <a:p>
            <a:r>
              <a:t>CONNECT</a:t>
            </a:r>
          </a:p>
          <a:p>
            <a:r>
              <a:t>Build on the preceding slide: Reading a blank field in Python.</a:t>
            </a:r>
          </a:p>
          <a:p>
            <a:r>
              <a:t/>
            </a:r>
          </a:p>
          <a:p>
            <a:r>
              <a:t>POINT TO THE DEFINITION</a:t>
            </a:r>
          </a:p>
          <a:p>
            <a:r>
              <a:t>Audit: A count and explanation of what changed, why it changed and how many records remain.</a:t>
            </a:r>
          </a:p>
          <a:p>
            <a:r>
              <a:t/>
            </a:r>
          </a:p>
          <a:p>
            <a:r>
              <a:t>NEXT</a:t>
            </a:r>
          </a:p>
          <a:p>
            <a:r>
              <a:t>Every cleaning change needs a record.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cleaning change needs a record</a:t>
            </a:r>
          </a:p>
          <a:p>
            <a:r>
              <a:t/>
            </a:r>
          </a:p>
          <a:p>
            <a:r>
              <a:t>CONNECT</a:t>
            </a:r>
          </a:p>
          <a:p>
            <a:r>
              <a:t>Build on the preceding slide: Audit.</a:t>
            </a:r>
          </a:p>
          <a:p>
            <a:r>
              <a:t/>
            </a:r>
          </a:p>
          <a:p>
            <a:r>
              <a:t>LECTURER CUE</a:t>
            </a:r>
          </a:p>
          <a:p>
            <a:r>
              <a:t>Model a defect register: observation, evidence, decision, affected count, limitation. Work one repeated record and one missing value together.</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 are the cleaning 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cleaning audit</a:t>
            </a:r>
          </a:p>
          <a:p>
            <a:r>
              <a:t/>
            </a:r>
          </a:p>
          <a:p>
            <a:r>
              <a:t>CONNECT</a:t>
            </a:r>
          </a:p>
          <a:p>
            <a:r>
              <a:t>Build on the preceding slide: Every cleaning change needs a record.</a:t>
            </a:r>
          </a:p>
          <a:p>
            <a:r>
              <a:t/>
            </a:r>
          </a:p>
          <a:p>
            <a:r>
              <a:t>LECTURER CUE</a:t>
            </a:r>
          </a:p>
          <a:p>
            <a:r>
              <a:t>Do this before revealing the discussion slide. One learner moves or writes the items, the other checks. Swap roles. Every student explains one step. Expected: The working records are A:20, B:22, C:24. One duplicate was removed and one blank was filled. 22 is an estimate, not a recovered measurement.</a:t>
            </a:r>
          </a:p>
          <a:p>
            <a:r>
              <a:t>Wait for an individual prediction before inviting pair discussion. Give a first-step hint if needed.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cleaning audit.</a:t>
            </a:r>
          </a:p>
          <a:p>
            <a:r>
              <a:t/>
            </a:r>
          </a:p>
          <a:p>
            <a:r>
              <a:t>LECTURER CUE</a:t>
            </a:r>
          </a:p>
          <a:p>
            <a:r>
              <a:t>Ask which step produced this answer. Return to the concrete action if a learner cannot explain it. This is practice feedback, never a quiz key.</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Chart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Chart axes</a:t>
            </a:r>
          </a:p>
          <a:p>
            <a:r>
              <a:t/>
            </a:r>
          </a:p>
          <a:p>
            <a:r>
              <a:t>CONNECT</a:t>
            </a:r>
          </a:p>
          <a:p>
            <a:r>
              <a:t>Build on the preceding slide: What the activity shows.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Chart axes: A chart maps values to positions. Read the horizontal variable, vertical variable and their units before interpreting a pattern.</a:t>
            </a:r>
          </a:p>
          <a:p>
            <a:r>
              <a:t/>
            </a:r>
          </a:p>
          <a:p>
            <a:r>
              <a:t>NEXT</a:t>
            </a:r>
          </a:p>
          <a:p>
            <a:r>
              <a:t>A scatter plot pairs two measurements.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scatter plot pairs two measurements</a:t>
            </a:r>
          </a:p>
          <a:p>
            <a:r>
              <a:t/>
            </a:r>
          </a:p>
          <a:p>
            <a:r>
              <a:t>CONNECT</a:t>
            </a:r>
          </a:p>
          <a:p>
            <a:r>
              <a:t>Build on the preceding slide: Chart axes.</a:t>
            </a:r>
          </a:p>
          <a:p>
            <a:r>
              <a:t/>
            </a:r>
          </a:p>
          <a:p>
            <a:r>
              <a:t>LECTURER CUE</a:t>
            </a:r>
          </a:p>
          <a:p>
            <a:r>
              <a:t>Draw a scatter plot from four pairs on the board. A pattern can motivate investigation without proving that one variable causes the other.</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Choose a chart after naming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chart after naming the question</a:t>
            </a:r>
          </a:p>
          <a:p>
            <a:r>
              <a:t/>
            </a:r>
          </a:p>
          <a:p>
            <a:r>
              <a:t>CONNECT</a:t>
            </a:r>
          </a:p>
          <a:p>
            <a:r>
              <a:t>Build on the preceding slide: A scatter plot pairs two measurements.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NEXT</a:t>
            </a:r>
          </a:p>
          <a:p>
            <a:r>
              <a:t>Choosing a chart for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 chart for the question</a:t>
            </a:r>
          </a:p>
          <a:p>
            <a:r>
              <a:t/>
            </a:r>
          </a:p>
          <a:p>
            <a:r>
              <a:t>CONNECT</a:t>
            </a:r>
          </a:p>
          <a:p>
            <a:r>
              <a:t>Build on the preceding slide: Choose a chart after naming the question.</a:t>
            </a:r>
          </a:p>
          <a:p>
            <a:r>
              <a:t/>
            </a:r>
          </a:p>
          <a:p>
            <a:r>
              <a:t>LECTURER CUE</a:t>
            </a:r>
          </a:p>
          <a:p>
            <a:r>
              <a:t>Name the question answered by each chart. Correlation does not establish causation. A bar chart usually needs a zero baseline.</a:t>
            </a:r>
          </a:p>
          <a:p>
            <a:r>
              <a:t>Source: existing course illustration figs/chart_chooser.png. These are illustrative examples, not this cohort’s assessed results.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a:t>
            </a:r>
          </a:p>
          <a:p>
            <a:r>
              <a:t/>
            </a:r>
          </a:p>
          <a:p>
            <a:r>
              <a:t>CONNECT</a:t>
            </a:r>
          </a:p>
          <a:p>
            <a:r>
              <a:t>Build on the preceding slide: Choosing a chart for the question.</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 in Python</a:t>
            </a:r>
          </a:p>
          <a:p>
            <a:r>
              <a:t/>
            </a:r>
          </a:p>
          <a:p>
            <a:r>
              <a:t>CONNECT</a:t>
            </a:r>
          </a:p>
          <a:p>
            <a:r>
              <a:t>Build on the preceding slide: A chart with labelled axes.</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Complete practice code:</a:t>
            </a:r>
          </a:p>
          <a:p>
            <a:r>
              <a:t>import matplotlib.pyplot as plt</a:t>
            </a:r>
          </a:p>
          <a:p>
            <a:r>
              <a:t>inputs = [1, 2, 3, 4]</a:t>
            </a:r>
          </a:p>
          <a:p>
            <a:r>
              <a:t>readings = [12, 14, 13, 18]</a:t>
            </a:r>
          </a:p>
          <a:p>
            <a:r>
              <a:t>fig, ax = plt.subplots()</a:t>
            </a:r>
          </a:p>
          <a:p>
            <a:r>
              <a:t>ax.scatter(inputs, readings)</a:t>
            </a:r>
          </a:p>
          <a:p>
            <a:r>
              <a:t>ax.set_xlabel("Input (teaching units)")</a:t>
            </a:r>
          </a:p>
          <a:p>
            <a:r>
              <a:t>ax.set_ylabel("Reading (teaching units)")</a:t>
            </a:r>
          </a:p>
          <a:p>
            <a:r>
              <a:t>ax.set_title("Four invented observations")</a:t>
            </a:r>
          </a:p>
          <a:p>
            <a:r>
              <a:t>plt.show()</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a:t>
            </a:r>
          </a:p>
          <a:p>
            <a:r>
              <a:t/>
            </a:r>
          </a:p>
          <a:p>
            <a:r>
              <a:t>CONNECT</a:t>
            </a:r>
          </a:p>
          <a:p>
            <a:r>
              <a:t>Build on the preceding slide: A chart with labelled axes in Python.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Comparing groups and a distribution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(1/2)</a:t>
            </a:r>
          </a:p>
          <a:p>
            <a:r>
              <a:t/>
            </a:r>
          </a:p>
          <a:p>
            <a:r>
              <a:t>CONNECT</a:t>
            </a:r>
          </a:p>
          <a:p>
            <a:r>
              <a:t>Build on the preceding slide: Comparing groups and a distribution.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(2/2)</a:t>
            </a:r>
          </a:p>
          <a:p>
            <a:r>
              <a:t/>
            </a:r>
          </a:p>
          <a:p>
            <a:r>
              <a:t>CONNECT</a:t>
            </a:r>
          </a:p>
          <a:p>
            <a:r>
              <a:t>Build on the preceding slide: Comparing groups and a distribution in Python (1/2).</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Read the inputs and identify the operation.</a:t>
            </a:r>
          </a:p>
          <a:p>
            <a:r>
              <a:t>Predict the result before running this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Comparing groups and a distribution in Python (2/2).</a:t>
            </a:r>
          </a:p>
          <a:p>
            <a:r>
              <a:t/>
            </a:r>
          </a:p>
          <a:p>
            <a:r>
              <a:t>LECTURER CUE</a:t>
            </a:r>
          </a:p>
          <a:p>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DISCUSSION KEY FOR THIS SLIDE</a:t>
            </a:r>
          </a:p>
          <a:p>
            <a:r>
              <a:t>DISCUSS THE REASONING</a:t>
            </a:r>
          </a:p>
          <a:p>
            <a:r>
              <a:t>Practice discussion</a:t>
            </a:r>
          </a:p>
          <a:p>
            <a:r>
              <a:t>An unusual value alone does not prove an error. The task did not authorize deleting 80. With 26 replacing 24, the middle known values are 22 and 26, so the new fill is 24. The raw list still contains None.</a:t>
            </a:r>
          </a:p>
          <a:p>
            <a:r>
              <a:t>Which step produced this result? What changes if one input changes?</a:t>
            </a:r>
          </a:p>
          <a:p>
            <a:r>
              <a:t>CML3113   Week 6   38</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compact loop is optional.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compact loop is optional</a:t>
            </a:r>
          </a:p>
          <a:p>
            <a:r>
              <a:t/>
            </a:r>
          </a:p>
          <a:p>
            <a:r>
              <a:t>CONNECT</a:t>
            </a:r>
          </a:p>
          <a:p>
            <a:r>
              <a:t>Build on the preceding slide: Practice discussion.</a:t>
            </a:r>
          </a:p>
          <a:p>
            <a:r>
              <a:t/>
            </a:r>
          </a:p>
          <a:p>
            <a:r>
              <a:t>LECTURER CUE</a:t>
            </a:r>
          </a:p>
          <a:p>
            <a:r>
              <a:t>Read each symbol before running. Ask everyone to predict. Expected output: [4, 8, 12] twice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WALK THROUGH THIS CODE</a:t>
            </a:r>
          </a:p>
          <a:p>
            <a:r>
              <a:t>for takes the next item. The indented block repeats.</a:t>
            </a:r>
          </a:p>
          <a:p>
            <a:r>
              <a:t>print displays a value below the cell.</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A compact loop is optional.</a:t>
            </a:r>
          </a:p>
          <a:p>
            <a:r>
              <a:t/>
            </a:r>
          </a:p>
          <a:p>
            <a:r>
              <a:t>LECTURER CUE</a:t>
            </a:r>
          </a:p>
          <a:p>
            <a:r>
              <a:t>Linked by the official StatQuest video index. Full audiovisual preview and excerpt timing still required; do not make viewing compulsory.</a:t>
            </a:r>
          </a:p>
          <a:p>
            <a:r>
              <a:t>After viewing: Explain why an unusual temperature needs investigation before deletion.</a:t>
            </a:r>
          </a:p>
          <a:p>
            <a:r>
              <a:t>Preview before class and stop after the selected short excerpt. If playback fails, teach the worked example. Video is optional. Source: https://www.youtube.com/watch?v=fHLhBnmwUM0</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choices and charts.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Cleaning choices and charts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 continued</a:t>
            </a:r>
          </a:p>
          <a:p>
            <a:r>
              <a:t/>
            </a:r>
          </a:p>
          <a:p>
            <a:r>
              <a:t>CONNECT</a:t>
            </a:r>
          </a:p>
          <a:p>
            <a:r>
              <a:t>Build on the preceding slide: Cleaning choices and charts.</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Cleaning choices and charts continued.</a:t>
            </a:r>
          </a:p>
          <a:p>
            <a:r>
              <a:t/>
            </a:r>
          </a:p>
          <a:p>
            <a:r>
              <a:t>LECTURER CUE</a:t>
            </a:r>
          </a:p>
          <a:p>
            <a:r>
              <a:t>Investigate crusher energy demand. Target units: kWh/t.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clean_records(records).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clean_records(records)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IUEA_Teaching_Plan/assessment_banks/W06/CML3113/A/TASKS.md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summarize_records(clean_records).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summarize_records(clean_records)</a:t>
            </a:r>
          </a:p>
          <a:p>
            <a:r>
              <a:t/>
            </a:r>
          </a:p>
          <a:p>
            <a:r>
              <a:t>CONNECT</a:t>
            </a:r>
          </a:p>
          <a:p>
            <a:r>
              <a:t>Build on the preceding slide: clean_records(records).</a:t>
            </a:r>
          </a:p>
          <a:p>
            <a:r>
              <a:t/>
            </a:r>
          </a:p>
          <a:p>
            <a:r>
              <a:t>LECTURER CUE</a:t>
            </a:r>
          </a:p>
          <a:p>
            <a:r>
              <a:t>Public task contract. Explain input and output types before independent work. Source: IUEA_Teaching_Plan/assessment_banks/W06/CML3113/A/TASKS.md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audit_cleaning(raw_records, cleaned_records).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audit_cleaning(raw_records, cleaned_records)</a:t>
            </a:r>
          </a:p>
          <a:p>
            <a:r>
              <a:t/>
            </a:r>
          </a:p>
          <a:p>
            <a:r>
              <a:t>CONNECT</a:t>
            </a:r>
          </a:p>
          <a:p>
            <a:r>
              <a:t>Build on the preceding slide: summarize_records(clean_records).</a:t>
            </a:r>
          </a:p>
          <a:p>
            <a:r>
              <a:t/>
            </a:r>
          </a:p>
          <a:p>
            <a:r>
              <a:t>LECTURER CUE</a:t>
            </a:r>
          </a:p>
          <a:p>
            <a:r>
              <a:t>Public task contract. Explain input and output types before independent work. Source: IUEA_Teaching_Plan/assessment_banks/W06/CML3113/A/TASKS.md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audit_cleaning(raw_records, cleaned_records).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and quality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and quality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Cleaning and quality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6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6 quiz</a:t>
            </a:r>
          </a:p>
          <a:p>
            <a:r>
              <a:t/>
            </a:r>
          </a:p>
          <a:p>
            <a:r>
              <a:t>CONNECT</a:t>
            </a:r>
          </a:p>
          <a:p>
            <a:r>
              <a:t>Build on the preceding slide: Project preparation.</a:t>
            </a:r>
          </a:p>
          <a:p>
            <a:r>
              <a:t/>
            </a:r>
          </a:p>
          <a:p>
            <a:r>
              <a:t>LECTURER CUE</a:t>
            </a:r>
          </a:p>
          <a:p>
            <a:r>
              <a:t>Activate the matching open_W6_CML3113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6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d3f46d990b45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8a93efd8e14ec2" /><Relationship Type="http://schemas.openxmlformats.org/officeDocument/2006/relationships/slideLayout" Target="/ppt/slideLayouts/slideLayout1.xml" Id="Rfcf3b46f7cf243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f3b46f7cf243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d973150ca94c9a" /><Relationship Type="http://schemas.openxmlformats.org/officeDocument/2006/relationships/image" Target="/ppt/media/image.png" Id="R5837920debe846d4" /><Relationship Type="http://schemas.openxmlformats.org/officeDocument/2006/relationships/notesSlide" Target="/ppt/notesSlides/notesSlide1.xml" Id="Rcef2d0dd9d3b45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1cd46d105874fc9" /><Relationship Type="http://schemas.openxmlformats.org/officeDocument/2006/relationships/notesSlide" Target="/ppt/notesSlides/notesSlide2.xml" Id="Rc458a719eb5444d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0ae52da2ba4478" /><Relationship Type="http://schemas.openxmlformats.org/officeDocument/2006/relationships/notesSlide" Target="/ppt/notesSlides/notesSlide3.xml" Id="R0b432010804a4e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18b8b14004432a" /><Relationship Type="http://schemas.openxmlformats.org/officeDocument/2006/relationships/notesSlide" Target="/ppt/notesSlides/notesSlide4.xml" Id="R9c624a26f1df4a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19527a190941e9" /><Relationship Type="http://schemas.openxmlformats.org/officeDocument/2006/relationships/notesSlide" Target="/ppt/notesSlides/notesSlide5.xml" Id="Rf14275777a9846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0d46d86c50d4f46" /><Relationship Type="http://schemas.openxmlformats.org/officeDocument/2006/relationships/notesSlide" Target="/ppt/notesSlides/notesSlide6.xml" Id="Rf7ea3598451441d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97df22d78ae47c1" /><Relationship Type="http://schemas.openxmlformats.org/officeDocument/2006/relationships/notesSlide" Target="/ppt/notesSlides/notesSlide7.xml" Id="R19b5223104f84c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0b1fde039d9454a" /><Relationship Type="http://schemas.openxmlformats.org/officeDocument/2006/relationships/notesSlide" Target="/ppt/notesSlides/notesSlide8.xml" Id="R3bde0b5048e342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d455ecddfb845ac" /><Relationship Type="http://schemas.openxmlformats.org/officeDocument/2006/relationships/notesSlide" Target="/ppt/notesSlides/notesSlide9.xml" Id="R88e02cafcd5944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a80b74dcf844779" /><Relationship Type="http://schemas.openxmlformats.org/officeDocument/2006/relationships/notesSlide" Target="/ppt/notesSlides/notesSlide10.xml" Id="Rde25f89c870247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3433f88b2a24a95" /><Relationship Type="http://schemas.openxmlformats.org/officeDocument/2006/relationships/notesSlide" Target="/ppt/notesSlides/notesSlide11.xml" Id="Rc858f32a7b8144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9521a459a2742be" /><Relationship Type="http://schemas.openxmlformats.org/officeDocument/2006/relationships/notesSlide" Target="/ppt/notesSlides/notesSlide12.xml" Id="Rf95d443b82bd46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7e7453ddce435a" /><Relationship Type="http://schemas.openxmlformats.org/officeDocument/2006/relationships/notesSlide" Target="/ppt/notesSlides/notesSlide13.xml" Id="Ra72841039cf049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e26b955ddb848f7" /><Relationship Type="http://schemas.openxmlformats.org/officeDocument/2006/relationships/image" Target="/ppt/media/image2.png" Id="R6e3efb52e5c5472f" /><Relationship Type="http://schemas.openxmlformats.org/officeDocument/2006/relationships/notesSlide" Target="/ppt/notesSlides/notesSlide14.xml" Id="Rc47b5f6a1851412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45558280a2c4553" /><Relationship Type="http://schemas.openxmlformats.org/officeDocument/2006/relationships/notesSlide" Target="/ppt/notesSlides/notesSlide15.xml" Id="R8aa0580aeba348e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f8fc0402134768" /><Relationship Type="http://schemas.openxmlformats.org/officeDocument/2006/relationships/notesSlide" Target="/ppt/notesSlides/notesSlide16.xml" Id="Rdb9199334bf842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63c0371a509421b" /><Relationship Type="http://schemas.openxmlformats.org/officeDocument/2006/relationships/notesSlide" Target="/ppt/notesSlides/notesSlide17.xml" Id="R96e5241ac91e4b6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c05ec8f54d4683" /><Relationship Type="http://schemas.openxmlformats.org/officeDocument/2006/relationships/notesSlide" Target="/ppt/notesSlides/notesSlide18.xml" Id="R3f6aeda297c64f4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95119b115544d04" /><Relationship Type="http://schemas.openxmlformats.org/officeDocument/2006/relationships/notesSlide" Target="/ppt/notesSlides/notesSlide19.xml" Id="R11121a18cde944f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f1cfcb62e9d461c" /><Relationship Type="http://schemas.openxmlformats.org/officeDocument/2006/relationships/notesSlide" Target="/ppt/notesSlides/notesSlide20.xml" Id="Rf41919c6763d47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deca1e8a92498e" /><Relationship Type="http://schemas.openxmlformats.org/officeDocument/2006/relationships/notesSlide" Target="/ppt/notesSlides/notesSlide21.xml" Id="R201b7d9557fb40a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c9265a19c5e4711" /><Relationship Type="http://schemas.openxmlformats.org/officeDocument/2006/relationships/notesSlide" Target="/ppt/notesSlides/notesSlide22.xml" Id="Rc6164bb359b3404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230a7efba9e487e" /><Relationship Type="http://schemas.openxmlformats.org/officeDocument/2006/relationships/notesSlide" Target="/ppt/notesSlides/notesSlide23.xml" Id="R4ce29b71936c4a0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f39eea4817d4210" /><Relationship Type="http://schemas.openxmlformats.org/officeDocument/2006/relationships/notesSlide" Target="/ppt/notesSlides/notesSlide24.xml" Id="Rb06c0c6074da4d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2875ad9465e415d" /><Relationship Type="http://schemas.openxmlformats.org/officeDocument/2006/relationships/notesSlide" Target="/ppt/notesSlides/notesSlide25.xml" Id="Ra974ad65f79346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dd8cd3363624a40" /><Relationship Type="http://schemas.openxmlformats.org/officeDocument/2006/relationships/notesSlide" Target="/ppt/notesSlides/notesSlide26.xml" Id="Rf76498df7ad045e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92895c832a34ff2" /><Relationship Type="http://schemas.openxmlformats.org/officeDocument/2006/relationships/notesSlide" Target="/ppt/notesSlides/notesSlide27.xml" Id="R85f8d3405a7e430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22ecce34ddf459e" /><Relationship Type="http://schemas.openxmlformats.org/officeDocument/2006/relationships/notesSlide" Target="/ppt/notesSlides/notesSlide28.xml" Id="Ra9c68ce1cc48418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af6ad7faf8a4a95" /><Relationship Type="http://schemas.openxmlformats.org/officeDocument/2006/relationships/notesSlide" Target="/ppt/notesSlides/notesSlide29.xml" Id="Rb0fa2ebd2f8f46f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11382c1e1d647ba" /><Relationship Type="http://schemas.openxmlformats.org/officeDocument/2006/relationships/notesSlide" Target="/ppt/notesSlides/notesSlide30.xml" Id="R44ef5c3412ed455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cc70d40d94f424a" /><Relationship Type="http://schemas.openxmlformats.org/officeDocument/2006/relationships/image" Target="/ppt/media/image3.png" Id="R87050666f5bd4af3" /><Relationship Type="http://schemas.openxmlformats.org/officeDocument/2006/relationships/notesSlide" Target="/ppt/notesSlides/notesSlide31.xml" Id="R2cbcb1da0ce443a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67bf28311f64128" /><Relationship Type="http://schemas.openxmlformats.org/officeDocument/2006/relationships/notesSlide" Target="/ppt/notesSlides/notesSlide32.xml" Id="R8213552f3431423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71a7c8ab94546d7" /><Relationship Type="http://schemas.openxmlformats.org/officeDocument/2006/relationships/notesSlide" Target="/ppt/notesSlides/notesSlide33.xml" Id="R12c746eaa54447e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6b0d7770b054d05" /><Relationship Type="http://schemas.openxmlformats.org/officeDocument/2006/relationships/notesSlide" Target="/ppt/notesSlides/notesSlide34.xml" Id="Rfc5a3e22b4f547e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f5473c96db14e15" /><Relationship Type="http://schemas.openxmlformats.org/officeDocument/2006/relationships/notesSlide" Target="/ppt/notesSlides/notesSlide35.xml" Id="R5044aaada094494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0c6da32821e4241" /><Relationship Type="http://schemas.openxmlformats.org/officeDocument/2006/relationships/notesSlide" Target="/ppt/notesSlides/notesSlide36.xml" Id="R9ce2066aa45b42a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3eb776cbfdf417d" /><Relationship Type="http://schemas.openxmlformats.org/officeDocument/2006/relationships/notesSlide" Target="/ppt/notesSlides/notesSlide37.xml" Id="R77dfe3b1462e4bf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493c82df8044e90" /><Relationship Type="http://schemas.openxmlformats.org/officeDocument/2006/relationships/notesSlide" Target="/ppt/notesSlides/notesSlide38.xml" Id="Rc60903ac15b747f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56645a5dbe042da" /><Relationship Type="http://schemas.openxmlformats.org/officeDocument/2006/relationships/notesSlide" Target="/ppt/notesSlides/notesSlide39.xml" Id="R4a1c01caf1c546b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e3e937b6904452e" /><Relationship Type="http://schemas.openxmlformats.org/officeDocument/2006/relationships/hyperlink" Target="https://www.youtube.com/watch?v=fHLhBnmwUM0" TargetMode="External" Id="R35a327590b11490b" /><Relationship Type="http://schemas.openxmlformats.org/officeDocument/2006/relationships/notesSlide" Target="/ppt/notesSlides/notesSlide40.xml" Id="Rb9d059d55fdb45f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2274f9e50d04a5a" /><Relationship Type="http://schemas.openxmlformats.org/officeDocument/2006/relationships/notesSlide" Target="/ppt/notesSlides/notesSlide41.xml" Id="R75cdb342987b425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23383509df845a1" /><Relationship Type="http://schemas.openxmlformats.org/officeDocument/2006/relationships/notesSlide" Target="/ppt/notesSlides/notesSlide42.xml" Id="R55d28bf59806442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38250d792e04a79" /><Relationship Type="http://schemas.openxmlformats.org/officeDocument/2006/relationships/notesSlide" Target="/ppt/notesSlides/notesSlide43.xml" Id="Rc699c4fcf57e434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0a3b32e4eb045de" /><Relationship Type="http://schemas.openxmlformats.org/officeDocument/2006/relationships/notesSlide" Target="/ppt/notesSlides/notesSlide44.xml" Id="R48134346dfd646e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6069d77459644b2" /><Relationship Type="http://schemas.openxmlformats.org/officeDocument/2006/relationships/notesSlide" Target="/ppt/notesSlides/notesSlide45.xml" Id="R2a9e9f37537d43e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bbb5e23a6c847f4" /><Relationship Type="http://schemas.openxmlformats.org/officeDocument/2006/relationships/notesSlide" Target="/ppt/notesSlides/notesSlide46.xml" Id="R7c4da8f2e22b416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2719f5f21c54877" /><Relationship Type="http://schemas.openxmlformats.org/officeDocument/2006/relationships/notesSlide" Target="/ppt/notesSlides/notesSlide47.xml" Id="Rbc02dee580cd4fb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753a9eb0f724cd3" /><Relationship Type="http://schemas.openxmlformats.org/officeDocument/2006/relationships/notesSlide" Target="/ppt/notesSlides/notesSlide48.xml" Id="R8d0ff59c5308461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ce14c6c737a4d4c" /><Relationship Type="http://schemas.openxmlformats.org/officeDocument/2006/relationships/notesSlide" Target="/ppt/notesSlides/notesSlide49.xml" Id="Rcac0a9f8a33e402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687b7dd772b04020" /><Relationship Type="http://schemas.openxmlformats.org/officeDocument/2006/relationships/notesSlide" Target="/ppt/notesSlides/notesSlide50.xml" Id="R9c5d4efec3a747f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67fea2c2b214983" /><Relationship Type="http://schemas.openxmlformats.org/officeDocument/2006/relationships/hyperlink" Target="https://docs.google.com/forms/d/e/1FAIpQLSfTETySrIpbVK0xyJo7Zft9exWhC8kB0u4XRrbF8Vbm9Ajq7Q/viewform" TargetMode="External" Id="R4639efb880444a06" /><Relationship Type="http://schemas.openxmlformats.org/officeDocument/2006/relationships/notesSlide" Target="/ppt/notesSlides/notesSlide51.xml" Id="R011ad4a74fc74d7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2eb6e612d584f65" /><Relationship Type="http://schemas.openxmlformats.org/officeDocument/2006/relationships/notesSlide" Target="/ppt/notesSlides/notesSlide52.xml" Id="R32fd0ce2a67f4fc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439c6262bd904ce3" /><Relationship Type="http://schemas.openxmlformats.org/officeDocument/2006/relationships/image" Target="/ppt/media/image4.png" Id="Rc09caf4d8501448e" /><Relationship Type="http://schemas.openxmlformats.org/officeDocument/2006/relationships/hyperlink" Target="https://forms.gle/4SRNGRCUtUmKpTc1A" TargetMode="External" Id="Rd7bdb96ff52242cc" /><Relationship Type="http://schemas.openxmlformats.org/officeDocument/2006/relationships/notesSlide" Target="/ppt/notesSlides/notesSlide53.xml" Id="R216c114442de4c3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f01adc0faca40fd" /><Relationship Type="http://schemas.openxmlformats.org/officeDocument/2006/relationships/notesSlide" Target="/ppt/notesSlides/notesSlide54.xml" Id="R1fa2de90b09f442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837920debe846d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C37262-7B06-4EBC-8D4C-2BF5AFBEFBD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627BA2F-DE31-45DB-B96B-4A9EC492DDB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27EA1B05-0456-4ED0-9326-09ECC08A782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E278784A-F4AA-479B-8A28-71D95ADD516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E4F5940-12CF-432B-B963-6DDF91A0CEE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6164214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EB51F3-5F4A-45C6-8E9E-80FBC155B0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BAD3F3-4345-44A7-A179-B66031898F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DD878CE8-66E8-4947-966E-FA850047AF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38D28C2-18DE-4512-8007-1DEBAD41C3F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03E533-3610-43EF-B121-82FD68729AC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74D3600-AE2B-4074-98B8-D395ECD35D5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0DE5D61D-073E-41BA-8FE3-F991A5392AA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9F9E2A2-9B1A-4C5B-9EE6-4E47AAEC03A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2AE5922E-B11C-4665-A856-B55E6AA388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285854515"/>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9DD49C-7C6D-4DAE-BD9E-A269B6A698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061E9678-2377-47B9-AAA9-25D3D4FF52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196B4AB0-5E5F-442A-B232-5BA9E5A95F5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560C63A-E306-4F08-9F5C-1556F7EE6F1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Select a column and filter rows. Explain why a sum and a mean answer different questions.</a:t>
            </a:r>
          </a:p>
        </p:txBody>
      </p:sp>
      <p:sp>
        <p:nvSpPr>
          <p:cNvPr id="5" name="">
            <a:extLst xmlns:a="http://schemas.openxmlformats.org/drawingml/2006/main">
              <a:ext uri="{FF2B5EF4-FFF2-40B4-BE49-F238E27FC236}">
                <a16:creationId xmlns:a16="http://schemas.microsoft.com/office/drawing/2014/main" id="{6ACBC621-1ECC-47F3-B7C9-BF4F6E720AB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E5E8E093-8C12-40CF-8A19-6C0F1690FD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3</a:t>
            </a:r>
          </a:p>
        </p:txBody>
      </p:sp>
    </p:spTree>
    <p:extLst>
      <p:ext uri="{BB962C8B-B14F-4D97-AF65-F5344CB8AC3E}">
        <p14:creationId xmlns:p14="http://schemas.microsoft.com/office/powerpoint/2010/main" val="10717122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158A00-A33E-4624-88E3-9DF13F0A9C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C78B95-D2E5-4E1D-BAE4-4EEB5888A9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E48E95B1-7CAE-442C-90D7-B7AF04520B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739C80B1-7A43-49AB-8A2E-3A2077DF82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39B09D-5820-4131-AE40-094A813D19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D130D3FE-A490-4374-8377-3453F66F224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3402B2-A5A1-43C1-AE22-2DB1AF6E7E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FE2C992A-6A58-429E-BC07-2F2562A774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A3A443-76BA-456D-8B1D-0E281B3C3B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410B1A46-BAFC-402E-87FD-1A89F6464A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602907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956EA5-4F5C-4C17-A46B-EA4E33E134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5A046F-0C14-4550-BD5D-A5C0AE2A24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7976AC3-C67E-4403-8A4E-CDE0C534A6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771925C-EE4D-44BC-90E4-D800E4270F2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9E5217-5F55-420A-971F-BBB52102401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F4424EE8-F352-44F3-A9EA-2DAAEAA47D5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9ACE75B4-115E-416A-B61F-EDF4291C5E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B703A3B-3654-4890-9BF0-8E4B580D64C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BED98DB5-BECA-4BB8-B593-749EA1EDF9F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6C927087-CD1C-4BD8-839D-8A92ECF065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19243389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544D56-6864-410F-894E-B48E5BD6B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5819FF-72C1-4BFA-A013-A5925F6F00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4E13186-1AB3-461B-A56E-F438B8517E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B85777EC-95A1-4478-8C9E-FDC956D7647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F0CF0A-5623-4175-994F-98118A9146B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E43BA2C3-FDEC-4EFF-9042-8CCBB3F2160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DF727565-1F9F-4055-893D-BDE84300D93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0BEDCE-80E7-48BC-B02D-F6D40FB565B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1CAD9A61-221C-40CE-AB44-4788FC1F76D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687A30C6-9670-47D6-9991-3AAB3EE0C7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38381349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83EA31-772E-4EBE-BB85-EFF675D135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926E4D-8CA6-43CA-AC3B-BB2F989433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34EE8F-6206-439C-98BA-CA9063EB79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D92E3F7C-F4C5-434A-BCD5-E2C4047A57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68C4A2-07BF-49C7-A227-B16D041068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715DD5C4-857D-42B5-8087-3346BAA1829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9E74F0-34D9-440E-9466-3068337CEF2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4E501681-D88A-4A4B-B9E8-CC4B88B10AB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57E4B0-C4BD-46EE-ACBF-4DAB697194B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6E1F58AD-A3AB-4EEA-A453-36F28ABE495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1DB81C-7A79-414E-997E-0F0DCDD6C9E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8200F06C-877F-4755-BEA8-158A6ED919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3051693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452421-6F58-48AA-9F7A-FE63EC506D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F08D8B-8622-42AD-A948-686A53505B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16A0752-220A-4788-B87C-2A8AE9690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C1EC997-D558-4F72-B01F-158306D6FE75}"/>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58B182A3-DDB8-4FF7-AF68-BABFF6F230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5646570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2BED70-29C7-48EF-9C1B-4BC66B61EF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203163-5AEF-40A7-89DC-E06BFB56D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02493D-2D32-4340-AAD8-FBC3B11AC4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8DF7AFB7-194C-452C-9C01-0A9729542C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7B511-6D91-4380-82D5-1FC6BDA01D4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C44FC6B9-405F-48AF-92D5-C831FC1E80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B1A3BF-7BEB-404A-9DEF-DB17D7E8867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425B5006-A987-4770-9EEB-316617CF421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307676-5C35-4B45-842D-E9F7E8220A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E9928C21-666A-4FF2-80E7-0DD2D679313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1873E7-1DDC-4E00-A3E7-D963BD0E29C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A9412109-DFBB-44F8-8713-1057FF7B22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2484143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1E046A5-13F5-4DF4-8D10-3C0B596199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2B22E8-76F4-4C51-8933-A34D4DD774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C56632-A7E9-4974-9091-BDD0D7F59C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3E5462D1-DDA8-47F9-9BBD-8866C2C5DEB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E7208A-FE5D-4379-8473-9F765028ECF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8A400D24-C55A-45F1-AAD3-A3678D5043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50EC8D-F1EE-4237-9F34-A8F0400A29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890C436-0669-4A8E-8982-95FCBF11B69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852492CC-1938-460B-8F4D-FB3F4701A0B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CDFE2D7D-78F1-4172-A5B6-2303019183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4A7C0126-0C8E-4950-8B81-E4DE147802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11177661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5561CEE-5CE3-4FD6-ACD1-289447EC6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26BEC8-4027-4B60-9992-D9E18517F9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8478C8-1E85-46B0-AA1B-3D4E832B59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D0A86199-C5AD-4FB0-8C9C-D2575A9F084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D0EF5E-AB44-48AC-A3C1-2109B47FCB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00A3E044-0D76-4FE1-B623-E93FA3120E1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09202FD-097B-4F2C-AEAA-C50B55EC062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01D3020-D1D7-4732-84C3-C9DEC091978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B8E7AE8-A8A4-4169-860A-D01C5817255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F800DC0C-AE28-4101-BA44-C1EDCD6BA8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6E7D9677-1F57-4995-8F43-F85CA7C0B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36751377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E861AB-92EE-4B4B-AAFA-A08F5CF024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57E4AA-3CAC-42A2-87F0-7202844DF6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90081CF-F9C4-49D4-B279-6065CD2A73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795C5F91-CE02-4587-95AC-AF62E672DD1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831B65-B52C-44B3-A22F-539AA1973E9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66AB949F-8B4F-414A-B127-DCF887038B3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7CC5E51-B65A-46F5-BFDE-DF435453D9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5453370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1C52FC-B365-4BC9-BEE8-B0C82AD6FA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A8F8F2-3FEF-4130-BE5B-506815EF06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9E9089-8453-480C-9AA1-E6E758937B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F139765A-51A3-4B6E-AFEC-0BB75DED883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C68F55-CDF5-4410-8354-71B1E6D798D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387EAEB4-C061-446A-BB8D-715ED0274C5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8815DF12-8744-48AC-A68A-B4FCE75862F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B20304C-AF83-4943-BC67-EB59A9AAE56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C2B39F7C-35B5-45E3-BFFD-13F8D196A48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1C08C415-2C85-459F-9E51-22C2E338BA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121066188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9144E5-F071-4623-BB75-4CBEA7F7C9C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B6347A-EE58-48E4-94B2-879DC66C55A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e3efb52e5c5472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708853B-A0D0-4F4E-9507-CDDC0A25D83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FBCA15-CF7B-4E30-AD29-29148B07557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Point to the estimated value and the removed repeat.</a:t>
            </a:r>
          </a:p>
        </p:txBody>
      </p:sp>
      <p:sp>
        <p:nvSpPr>
          <p:cNvPr id="6" name="">
            <a:extLst xmlns:a="http://schemas.openxmlformats.org/drawingml/2006/main">
              <a:ext uri="{FF2B5EF4-FFF2-40B4-BE49-F238E27FC236}">
                <a16:creationId xmlns:a16="http://schemas.microsoft.com/office/drawing/2014/main" id="{DDB1116E-B2C9-4E9F-9ABC-061D5AE1A5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3293025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8C10DE-BE79-4B21-BF63-21BA805548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1D6896-938B-4864-8441-025600D122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F622DE-6286-441A-A12F-226BAEF6F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397176B7-931B-4F97-A854-A13AC10A39F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0AAE8D-AF8F-4341-AAA2-627DACDDDED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640780D7-1723-4D57-9FD8-AC802BFFE06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5A0C834-2AE1-4C1F-9DAE-30622C2224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E64E00C-1888-4935-9830-974E887F1BD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C4ECB62-7746-4FA3-A0AC-A56473D19B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862C19AD-3B3F-4602-B817-C7A977D14F5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EE6E4A65-50FB-41AE-80E8-D6E77CB93E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828783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3E16C2-1A30-4709-BEDC-BB4FA9DF02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155E4D-944C-47A0-8F97-29B1CCACA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8548C7-3B9C-4AD8-91EA-9AE64F6351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Copying records and recognising repeats</a:t>
            </a:r>
          </a:p>
        </p:txBody>
      </p:sp>
      <p:sp>
        <p:nvSpPr>
          <p:cNvPr id="4" name="">
            <a:extLst xmlns:a="http://schemas.openxmlformats.org/drawingml/2006/main">
              <a:ext uri="{FF2B5EF4-FFF2-40B4-BE49-F238E27FC236}">
                <a16:creationId xmlns:a16="http://schemas.microsoft.com/office/drawing/2014/main" id="{546AC2B9-AD73-4451-94D1-A355BB17B24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3B151D-ED30-48B7-9B9B-9A6A577D2B2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1BD183-8234-4587-8531-C233F00278A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set() creates a collection of already-seen identifiers. in checks membership. continue skips the rest of that iteration. dict(row) copies a record so later edits do not change the original.</a:t>
            </a:r>
          </a:p>
        </p:txBody>
      </p:sp>
      <p:sp>
        <p:nvSpPr>
          <p:cNvPr id="7" name="">
            <a:extLst xmlns:a="http://schemas.openxmlformats.org/drawingml/2006/main">
              <a:ext uri="{FF2B5EF4-FFF2-40B4-BE49-F238E27FC236}">
                <a16:creationId xmlns:a16="http://schemas.microsoft.com/office/drawing/2014/main" id="{C0B1196E-ADEC-4149-A10B-C0F5576BF3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Different record IDs from the same equipment remain legitimate observations.</a:t>
            </a:r>
          </a:p>
        </p:txBody>
      </p:sp>
      <p:sp>
        <p:nvSpPr>
          <p:cNvPr id="8" name="">
            <a:extLst xmlns:a="http://schemas.openxmlformats.org/drawingml/2006/main">
              <a:ext uri="{FF2B5EF4-FFF2-40B4-BE49-F238E27FC236}">
                <a16:creationId xmlns:a16="http://schemas.microsoft.com/office/drawing/2014/main" id="{9EEE0328-37E2-4130-A1F1-FD10521609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57732411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1AE388-E60D-44BB-98CB-068ECCF3E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766BE5-E6DB-49D7-800C-DC4C455FD7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CD29371-B4E1-40D1-817D-DF398BED20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7B6D8C6-F547-42D7-8574-4A72312DC9F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DF27F520-6478-4AF9-A2D1-CAA528BBF7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14972431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7A229D-DAC4-40C3-823E-434B41A373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9DE03E-1B46-41CD-8B4C-8656B63B9D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112339-5854-416F-A906-1EAEEA503C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98F827AA-D40D-484D-A228-B06F560027E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F3C3FB-382C-4AB9-A623-7E635AD0A3B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73F5FDD0-5E0E-4399-B7EC-D3F3B4EA490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D38DDEBB-CC97-4BC9-9FFA-B51AAC49D9F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A01208AE-E66C-426D-BC52-5C3D9BC965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152422432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6BA658-F842-4C73-A395-965924E82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D6CC54-936E-4DD7-897D-64620F1BB6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7198B3E-8E2C-440E-BCE4-5BDAB55742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8B7CF38E-11B9-45A6-A14F-3DDB393B86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C0370F-AD75-4CD3-BD74-915AAAA85E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A4418DEB-78AA-41D7-B39C-E711882F267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205E804-2875-4967-8CCC-7C4B26C186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8F24AB0-577D-4779-B513-D7E61C65F58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A1F8F03-0758-48BE-9C08-6FDC1DDE92C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1C25132-576B-4AF3-BAFC-C35DE4601E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D47C30DB-CF79-4DE7-9E95-5BE053B980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19218459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DFF6B1-1681-418E-90A4-AECE758A2A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93C442-AA28-4804-8F74-DCBCC21799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E63824-3444-4D04-B8C3-09C033BAFF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4D11D4A5-F5B0-4963-9EBC-FD97A07E6F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078686-1904-4D29-8123-0A29F36682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EE32EDE6-C460-46BD-B993-26CBCBBA6C3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5DB9B9-2753-4062-83C6-4297E6B784B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3BAC8BD9-1800-4689-B72B-8356F5490CC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A65347F-30F8-4FDB-80B2-6C59D057C4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9383202F-4A5A-47B8-9172-201D970FC6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126525035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E81A50-770F-4678-9AD3-987E6D2798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F65689-052D-4206-8410-C63DAF6898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1F69BD-11AD-49B9-B260-3AAA687282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555222BE-1905-4AD7-B029-D10AC2FA96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5BD2D2-CB78-432C-9DA1-EE1DC6DFD3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C65F4335-76D8-4C42-87BA-5A238FBEF9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0D86141-2498-4301-AAF9-41E76FFECFD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BFC52B9-38A2-4B2E-A10F-EE461D750B4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BB25635C-AFB1-477A-BF51-AA3F8A7B085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3E3333A-5440-4420-8F3F-904613EC6E2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946C0A20-75B6-466B-A29B-EE40AB225E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9018509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EAE501-C5B7-4205-B429-8C27677ADA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BBF876-64FC-40F9-A919-623CD5EAA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462D25-CBA9-4F93-80BE-EF1408BBA3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26CE97E0-0576-4B44-843C-3421F68E4C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2F6B54-4E34-4AD4-BB83-A5C01CA822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85E20138-2D18-4172-97BF-3A724E906A4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78C772-D320-4E95-B197-B794188051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7CEE7F7D-4F80-4695-9135-FA1ECA37170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D450E5-5B46-4D49-949A-54420694B2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1F43F70B-0A69-4A53-B20B-651E3D706B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78652307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05EAAAC-1004-4D2D-9C2A-AB2245FBA6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BA50DA-7E1D-4653-A044-2041FED1EE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088175-BA59-4EAF-AFA6-39427FA214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42C25986-D670-4526-88F3-8BED63D189D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431AA5-3845-4F3C-9061-2D3B2BC1B30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B9AB04F9-D1EE-49CE-8964-9850490E24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04D9CC-56B2-4840-AAB5-192E8C5066A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FDFEFD4-0D24-4D11-9746-B3AC073BEA5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72D5E62-3850-4700-B414-B543996A688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7788ECF3-C057-4D02-ACDF-EF3C9459E30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13A6BE6-3A49-49B8-A1CA-5E93E54920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93708344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22F486-B2A8-4C64-92A3-D8FABFD589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59118E-23CC-4817-BE1C-89396C7925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86F9A84-BD6C-4C20-ACB5-75AC5B4B14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60B77834-B75F-4287-9ACB-E8EA4546093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2E05D1-32C0-4060-A8E3-FCAA04E3542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615C70CA-C957-4CA9-8138-34B6BCBC6AE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84AABD55-2BAF-4F8C-A3D9-D4396C5E89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119250527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D4B3F2-4F6A-419A-A873-9A1C53491C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FEF410-08E9-4839-A766-55D9BCD16E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A4F2EA-BE49-41BF-BE86-053C79E387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D03F6F6E-D51F-4B03-A65F-42C74928A5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4A9E09-924C-446A-B892-7597946AFE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272F3754-0090-47BB-AE50-736935E0BE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BB0C3C-66FA-4F91-89F6-A7441157F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C8380FF5-A11B-4A2A-861B-F7F5D578C1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6F9675-364D-4B5C-9F3C-0FB923A516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69B714ED-AED3-4488-A13B-4438DCC76E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20313906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5E8264-9482-48D8-946B-8435F09E37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AC3BF2-70F5-4822-8CB0-CF50FC2D82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5021455C-39AB-4081-B35E-5E5C778A76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cleaning audit</a:t>
            </a:r>
          </a:p>
        </p:txBody>
      </p:sp>
      <p:sp>
        <p:nvSpPr>
          <p:cNvPr id="4" name="">
            <a:extLst xmlns:a="http://schemas.openxmlformats.org/drawingml/2006/main">
              <a:ext uri="{FF2B5EF4-FFF2-40B4-BE49-F238E27FC236}">
                <a16:creationId xmlns:a16="http://schemas.microsoft.com/office/drawing/2014/main" id="{DBF560C4-98D3-4E58-AB63-2B177ADEB66A}"/>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F66C75-EC24-4EF6-A973-0B84FF265A00}"/>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four records: A:20, B:blank, C:24, C:24.</a:t>
            </a:r>
          </a:p>
        </p:txBody>
      </p:sp>
      <p:sp>
        <p:nvSpPr>
          <p:cNvPr id="6" name="">
            <a:extLst xmlns:a="http://schemas.openxmlformats.org/drawingml/2006/main">
              <a:ext uri="{FF2B5EF4-FFF2-40B4-BE49-F238E27FC236}">
                <a16:creationId xmlns:a16="http://schemas.microsoft.com/office/drawing/2014/main" id="{9E55B1E7-3D0B-420C-80AE-0F7764232C13}"/>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106CDD-394D-4FCD-8E61-525F603A20BC}"/>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In the copy, retain one C and fill the blank with the median of 20 and 24.</a:t>
            </a:r>
          </a:p>
        </p:txBody>
      </p:sp>
      <p:sp>
        <p:nvSpPr>
          <p:cNvPr id="8" name="">
            <a:extLst xmlns:a="http://schemas.openxmlformats.org/drawingml/2006/main">
              <a:ext uri="{FF2B5EF4-FFF2-40B4-BE49-F238E27FC236}">
                <a16:creationId xmlns:a16="http://schemas.microsoft.com/office/drawing/2014/main" id="{A4FB636A-9150-42B2-AA2D-10646C27C98F}"/>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2327EB-CFAA-4706-B383-F427909C7AFD}"/>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what changed and which value was estimated.</a:t>
            </a:r>
          </a:p>
        </p:txBody>
      </p:sp>
      <p:sp>
        <p:nvSpPr>
          <p:cNvPr id="10" name="">
            <a:extLst xmlns:a="http://schemas.openxmlformats.org/drawingml/2006/main">
              <a:ext uri="{FF2B5EF4-FFF2-40B4-BE49-F238E27FC236}">
                <a16:creationId xmlns:a16="http://schemas.microsoft.com/office/drawing/2014/main" id="{47DA0868-859D-47C4-835B-1109DF884A75}"/>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598BCAF-7FE9-4C12-ADF3-993BD70A1B62}"/>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D169577B-EB8D-47B4-8116-20C86AD260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5328797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E0E1B4-8EBF-46A1-ABF1-06E5DE1F20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FF9F23-080F-4802-9BEF-CA220BB724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D3D9FCE-6112-4B0F-ABF5-86AADD55E3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E544AD78-0469-4F1A-8AC5-715C82EC8AD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F481F4-0E24-4506-9915-D53BE552FDA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The working records are A:20, B:22, C:24. One duplicate was removed and one blank was filled. 22 is an estimate, not a recovered measurement.</a:t>
            </a:r>
          </a:p>
        </p:txBody>
      </p:sp>
      <p:sp>
        <p:nvSpPr>
          <p:cNvPr id="6" name="">
            <a:extLst xmlns:a="http://schemas.openxmlformats.org/drawingml/2006/main">
              <a:ext uri="{FF2B5EF4-FFF2-40B4-BE49-F238E27FC236}">
                <a16:creationId xmlns:a16="http://schemas.microsoft.com/office/drawing/2014/main" id="{7603F234-DBEC-4742-B98A-3747402AD91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9D4D9E3-A085-44C1-920C-5DE1E6B27F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3727349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AE84C9-51FA-43BA-8DF5-4E0762718B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58803C-8B8A-48A2-97E9-8A8600F84F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79A5E8-CCED-4C9E-8C57-C4843B84BB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34585453-AAC3-4BBE-838A-881BDE1B33E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34953C-86C9-4AC8-B7BA-F0D68D9F882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ADB1C9EE-EEB0-4B61-AEB6-4317B91280A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421C90E1-B800-4B82-98E8-C92B6E89BF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88449189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9465F1-B42A-4449-B557-64B8D1FF43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932C90-3D90-4CB2-B499-719852E1C3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2004D5-F6E5-42A8-8658-7936050613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7ACA1DDF-1D70-4EFE-B8E8-948176A1D7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8DE056-4F68-49ED-A249-F0A73A6498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CB9F3394-E5AD-4FF0-A5FB-F678461F838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55A0FD-5C4F-4BEC-AE1E-CF52976F548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2CA3C3F3-2FC0-493B-A2D0-E63BF116A91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103ED9-9C31-4652-A413-2F20766543E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9C288EE0-E2D2-445B-8D20-D4DA7E744E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182453903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F35A1D-3CD3-4003-97FA-10DC23873B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30FC1B-C019-42F9-A048-7C8162A6A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99019B-D66B-4104-8D74-EBA6937709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71FD620B-9C0A-4713-98FB-9577786C88E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79BD48-293A-4997-9E2E-E39C49838E1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A591249F-1558-45DC-9777-E9C4E2BFC50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5D63D797-0AA7-4241-A072-478FE1072A9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AB32CA-B6A5-4833-83DD-F4BD6AE1243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4CC227F6-7DD4-4D6A-A1A2-0E3F0F2D3D5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89EE36F1-AB05-42D3-BDA5-230386E167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116272287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2D38D3-8C7D-456F-AA8B-3138933BF00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641817-D35D-40B8-8DE5-C5375AA7250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7050666f5bd4af3"/>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A35150D-136F-4551-9273-F9245471687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AA7896-2769-4689-9723-A100E38650A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axis names and units before interpreting a pattern.</a:t>
            </a:r>
          </a:p>
        </p:txBody>
      </p:sp>
      <p:sp>
        <p:nvSpPr>
          <p:cNvPr id="6" name="">
            <a:extLst xmlns:a="http://schemas.openxmlformats.org/drawingml/2006/main">
              <a:ext uri="{FF2B5EF4-FFF2-40B4-BE49-F238E27FC236}">
                <a16:creationId xmlns:a16="http://schemas.microsoft.com/office/drawing/2014/main" id="{4506F925-B608-44D5-AD7F-651F4C4216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19956120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5E5129-88E9-4B8F-B278-71F4DCBF2F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3DA54C-1ED9-43DD-AE60-318AAA5B89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DD7732-8E57-4D77-AC98-3D94F0B7D2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09762001-418D-4E1D-96A8-375CA01CA8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AD3496-8507-4A0F-BBC2-B08B1A5CBC1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draws charts. subplots creates a Figure, the whole page, and Axes, the plotting area. scatter pairs each input with its corresponding reading.</a:t>
            </a:r>
          </a:p>
        </p:txBody>
      </p:sp>
      <p:sp>
        <p:nvSpPr>
          <p:cNvPr id="6" name="">
            <a:extLst xmlns:a="http://schemas.openxmlformats.org/drawingml/2006/main">
              <a:ext uri="{FF2B5EF4-FFF2-40B4-BE49-F238E27FC236}">
                <a16:creationId xmlns:a16="http://schemas.microsoft.com/office/drawing/2014/main" id="{539EACB5-9BEE-4D5E-A1CE-1BD8CA847B7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E91B32-5177-4337-9A41-B9D011913A9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is the input and the vertical axis is the reading.</a:t>
            </a:r>
          </a:p>
        </p:txBody>
      </p:sp>
      <p:sp>
        <p:nvSpPr>
          <p:cNvPr id="8" name="">
            <a:extLst xmlns:a="http://schemas.openxmlformats.org/drawingml/2006/main">
              <a:ext uri="{FF2B5EF4-FFF2-40B4-BE49-F238E27FC236}">
                <a16:creationId xmlns:a16="http://schemas.microsoft.com/office/drawing/2014/main" id="{5CF246D2-7DF3-42EA-A632-EED2EC3F3DD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2F9EF6-DAB7-4054-BDC3-22843858760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alone does not prove causation.</a:t>
            </a:r>
          </a:p>
        </p:txBody>
      </p:sp>
      <p:sp>
        <p:nvSpPr>
          <p:cNvPr id="10" name="">
            <a:extLst xmlns:a="http://schemas.openxmlformats.org/drawingml/2006/main">
              <a:ext uri="{FF2B5EF4-FFF2-40B4-BE49-F238E27FC236}">
                <a16:creationId xmlns:a16="http://schemas.microsoft.com/office/drawing/2014/main" id="{DC95B317-D53A-4929-9373-D8F08781F76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720433F-5429-49DE-813E-E8F3EEBF502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return Figure objects as the brief specifies.</a:t>
            </a:r>
          </a:p>
        </p:txBody>
      </p:sp>
      <p:sp>
        <p:nvSpPr>
          <p:cNvPr id="12" name="">
            <a:extLst xmlns:a="http://schemas.openxmlformats.org/drawingml/2006/main">
              <a:ext uri="{FF2B5EF4-FFF2-40B4-BE49-F238E27FC236}">
                <a16:creationId xmlns:a16="http://schemas.microsoft.com/office/drawing/2014/main" id="{D6AB2347-0FDD-42ED-87DD-9AD66CDABB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6967476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8047F09-35B7-45C8-A96F-65A25AC02D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B8FB83-0B98-43DA-BCDA-FC8B4B753D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A3D3E1-57AC-4B9D-950B-0F693075C8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4151AE71-C1E0-4C01-AF25-7429B3BE80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161EA2-7E95-4765-9728-690DDDD9350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4ADD2702-1B6B-40FA-8FF7-A9EF5216BA7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04819D2-D782-4440-9F28-F502560639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9E89C25-B59E-47D5-977D-5FE3BE089F7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A14F54FE-5469-48C1-8C8B-A12DB5FD96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21C38002-D311-4244-9FEF-73E2D904D1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D16589CD-9D8F-4731-80C4-3CB8F5FE26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113495515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9244FC-EBF9-4498-B3C2-AFB351B8DA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3D564D-E3D0-4CB0-B895-D1130F7802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353F51-2D2D-4838-85B0-28241FA612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6800DCA4-30A4-4FA0-A035-584DD39FFF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F6E54E-43E0-4694-B4BE-98610119774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7B5ED598-38A2-44EC-B44A-9D990033D1B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34F72B-B20A-4347-861D-BE9B008B5D6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1510B58C-BFF3-4F27-A05B-71677ED4F33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68A78D-7400-4A3B-8FC5-D52376FA8A0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CC5679F0-6442-45DB-AB52-C15843DE498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7B7815E-DA57-43E7-BDE3-D4A2BACB7D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F304EC24-AB7A-45E7-B4A6-81E858220A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87470435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FE3186-60E9-45B1-83DA-7AF6A4200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46F760-BE72-4D9C-8B71-0C1783C916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F1F4C6-5949-4554-AE4A-492978C5E6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F6DC03D7-1D21-4FBF-B606-78E973DD92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ACA78D-8433-4FF9-ADFA-E1F8737E8C3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78C883E7-56F3-49B2-B235-1D552EF04D6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0F1903EE-9A57-4129-AE9B-2939F3D121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0DA1BDEB-312C-4F70-BC8C-332769696F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11133277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06A0B1-45E2-4D52-A713-2D7ED2FA92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17E7C2-1493-4E8C-9A46-DF53FBE3E1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4E1881B-3CA9-49A1-99A3-9CEE2FA306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A216AA17-2310-461C-BE43-200494B8745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F05908-8760-4F1A-B602-262326F323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AD824491-7C96-4039-8807-2827636C5F0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C6A700E0-6E48-4CE6-B14D-4CF77765CA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E61D8922-4F63-4A30-9856-4005B52437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2085920787"/>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C4803C-6BFA-42BF-9FF3-A17A5278F8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38B3DAF5-82E0-4B1F-9B9C-EB38A41318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8C269BB9-1D5E-47A0-9FF4-8D3D7BFF19B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E9D8E7E6-3AF2-4A7F-933F-879AD66BC91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80 was retained. Replace 24 with 26, predict the new fill value, and check that cleaning still leaves raw unchanged.</a:t>
            </a:r>
          </a:p>
        </p:txBody>
      </p:sp>
      <p:sp>
        <p:nvSpPr>
          <p:cNvPr id="5" name="">
            <a:extLst xmlns:a="http://schemas.openxmlformats.org/drawingml/2006/main">
              <a:ext uri="{FF2B5EF4-FFF2-40B4-BE49-F238E27FC236}">
                <a16:creationId xmlns:a16="http://schemas.microsoft.com/office/drawing/2014/main" id="{328C995F-469F-4BFA-A4E8-C802CF24611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CD611565-5619-415B-BA87-604E01C1B7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37</a:t>
            </a:r>
          </a:p>
        </p:txBody>
      </p:sp>
    </p:spTree>
    <p:extLst>
      <p:ext uri="{BB962C8B-B14F-4D97-AF65-F5344CB8AC3E}">
        <p14:creationId xmlns:p14="http://schemas.microsoft.com/office/powerpoint/2010/main" val="71043076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3776F7-CDF3-49A6-BEB0-22F78C3D77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315C72-6022-42F1-A75D-902D79B4E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EAA53E7-72D6-47CA-A8F6-EF2AEC0589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8A23A170-589D-4186-97C4-DC544E622F8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F359E4-490D-40B6-8714-D1B93699257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An unusual value alone does not prove an error. The task did not authorize deleting 80. With 26 replacing 24, the middle known values are 22 and 26, so the new fill is 24. The raw list still contains None.</a:t>
            </a:r>
          </a:p>
        </p:txBody>
      </p:sp>
      <p:sp>
        <p:nvSpPr>
          <p:cNvPr id="6" name="">
            <a:extLst xmlns:a="http://schemas.openxmlformats.org/drawingml/2006/main">
              <a:ext uri="{FF2B5EF4-FFF2-40B4-BE49-F238E27FC236}">
                <a16:creationId xmlns:a16="http://schemas.microsoft.com/office/drawing/2014/main" id="{731C3CF2-C7CA-4B14-8A1B-50E1714D20D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151E1FD-331F-4C2D-85C9-70DB0C54FD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82195374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B2B906F-5CFF-4355-B7EE-06C467F134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C798FC-7532-4409-AE2B-9F94A0CB39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50A7A6-0705-47B2-836C-7DFD538C60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398416A9-2D7E-4F4F-BF05-04FB465FD5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7CB8CF-BB0B-4345-9343-EB03E82486B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1B1CF0F6-CAA9-47CE-B8AE-BAC1068E42D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F7005B-76B0-4B5D-9271-BA5C3F0297C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283B23E-75F4-408F-AED9-46EF3BFC33D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ADE3FFD-2E54-4E79-A8EF-A3A29BB49DE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AB4FA29B-305D-4B05-965A-1552DBB860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857F1BAA-C6B9-40AA-A99C-514B9A2331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42406272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B6C10AF-35C5-4386-A5E0-05F7854DEA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5AE5A7-F411-4209-8A8E-B7667CA3D6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20EEB0B-49C8-4565-A2FE-FC4CF9F74A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58C9C027-4CA0-452F-BA2C-111CBC6DBD5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6832B3-35DA-4630-9BC7-B73304FB6CF5}"/>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6" name="">
            <a:extLst xmlns:a="http://schemas.openxmlformats.org/drawingml/2006/main">
              <a:ext uri="{FF2B5EF4-FFF2-40B4-BE49-F238E27FC236}">
                <a16:creationId xmlns:a16="http://schemas.microsoft.com/office/drawing/2014/main" id="{26BB140D-4DEE-4E9C-981B-0CDD528EE60B}"/>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A6BA2A-AA3B-4CE9-8787-1DE356A23EAB}"/>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F2BFC62C-B059-437E-A28B-35F20283BC49}"/>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62D3DA-AE0E-4AE1-A0D2-41521F585706}"/>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0" name="">
            <a:extLst xmlns:a="http://schemas.openxmlformats.org/drawingml/2006/main">
              <a:ext uri="{FF2B5EF4-FFF2-40B4-BE49-F238E27FC236}">
                <a16:creationId xmlns:a16="http://schemas.microsoft.com/office/drawing/2014/main" id="{55A99098-8315-4CA0-9DCE-0CD3ECC05CD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BFA97A-E77C-4BD7-A20B-0ED248740F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5a327590b11490b"/>
              </a:rPr>
              <a:t>Open explainer video</a:t>
            </a:r>
          </a:p>
        </p:txBody>
      </p:sp>
      <p:sp>
        <p:nvSpPr>
          <p:cNvPr id="12" name="">
            <a:extLst xmlns:a="http://schemas.openxmlformats.org/drawingml/2006/main">
              <a:ext uri="{FF2B5EF4-FFF2-40B4-BE49-F238E27FC236}">
                <a16:creationId xmlns:a16="http://schemas.microsoft.com/office/drawing/2014/main" id="{6AB6AE85-828F-4CD1-8C37-DC3D2BA1E3B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3" name="">
            <a:extLst xmlns:a="http://schemas.openxmlformats.org/drawingml/2006/main">
              <a:ext uri="{FF2B5EF4-FFF2-40B4-BE49-F238E27FC236}">
                <a16:creationId xmlns:a16="http://schemas.microsoft.com/office/drawing/2014/main" id="{9BF2354F-0FCA-4B56-8C88-29C51B6F73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956726713"/>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DD4FB8-5838-45D7-9032-B54EAAF00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3632A13-6A9A-44EA-8CB0-A4F1445F0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8D7AB90F-A850-4483-A3D6-9D8552EB5C9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1CE4E6E7-A536-48D6-B471-0C0F8EAEF63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an unusual temperature needs investigation before deletion.</a:t>
            </a:r>
          </a:p>
        </p:txBody>
      </p:sp>
      <p:sp>
        <p:nvSpPr>
          <p:cNvPr id="5" name="">
            <a:extLst xmlns:a="http://schemas.openxmlformats.org/drawingml/2006/main">
              <a:ext uri="{FF2B5EF4-FFF2-40B4-BE49-F238E27FC236}">
                <a16:creationId xmlns:a16="http://schemas.microsoft.com/office/drawing/2014/main" id="{B0AE540B-C3F9-478F-86FC-FB52DA0813C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A951C306-5F67-43AA-AC43-5C30C7E45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41</a:t>
            </a:r>
          </a:p>
        </p:txBody>
      </p:sp>
    </p:spTree>
    <p:extLst>
      <p:ext uri="{BB962C8B-B14F-4D97-AF65-F5344CB8AC3E}">
        <p14:creationId xmlns:p14="http://schemas.microsoft.com/office/powerpoint/2010/main" val="138762150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A8C1B76-885E-4796-9544-DDDF1869C6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E3B76B-EDF9-47C4-AFAA-B185CE8A9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33F6E4-6E2E-4B9E-A11E-2FE5097657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844C9B1-B83A-4FB5-B7FE-EAB1305CA8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59C314-779E-42AE-8E1E-1A05B18F4A9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382FFD3E-A22A-4C2C-807D-001D6DC87C3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F45065-35D2-4A0E-9981-F5782958388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5084FD2F-7903-4157-BD56-70A93BFBAF5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D1427C-6458-4340-A4BF-8CAE6965E90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D49F9076-03AC-41E4-BB0D-89ABCEA3656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4BCB4E-00C2-4EA8-A5AE-9DFA9376202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5643ACC5-D87C-4EF2-980F-5025042A17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p14:creationId xmlns:p14="http://schemas.microsoft.com/office/powerpoint/2010/main" val="19903522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1B7B69-0971-4AD5-AD98-F4230DB67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987F7-AA40-4B75-8712-4A6CE4A63B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9F72B1-D5DB-41AA-AB03-129C2929E4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0D8EEF14-0588-452D-9F60-215686A3CA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C09B4A-7281-4087-AD4A-09DA2A2E7C5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AD3C2F79-259A-4922-AEE2-6E6F5A2DFFE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B75819-E5AB-4660-8E98-1F2BB3D47D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F80A7DAB-96D3-4C01-85AB-276861BC103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151F8E-623F-424A-AA56-CA4E11BFF5B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7A554584-6506-4AEA-A28D-B48B1430CE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79903537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C10D0E-E30C-4CDD-BAB1-E3CBBBFAC0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2400C8-732A-41E9-A0EB-D4925FAD04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099DB2-7CEA-4B40-AE7B-A8B76C6D65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5099200E-BBB5-4D00-BA88-2203481DDF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38837-4B98-4253-884B-9AD055A83E5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1A099DBB-E788-486F-BC59-FE23215424E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28107A-3E75-46F1-A407-952DAA1E49E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93DD0E3C-61F2-4323-9F01-5DC8FC9123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1731ED-3C28-4ACA-8694-EF87E709B56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9DB6DE54-35C8-4475-B32A-4680B070CDD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157389-50BD-446D-BE20-D0CE2B2D142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CCA1DD76-9878-485B-AB93-9EAA7ADAE2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21622228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AA56AA-7B84-4FD1-B565-CBAA2443E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993A29-56DE-480A-BA99-7C5A425BA0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984694-734D-478B-855B-5C5EE710D3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52514E4E-F4A3-41EB-824E-6BB263B686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E102A3-C6E2-4A1A-8459-71708BC2B30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ABAC3B-14FE-4013-BF18-3B40FAFBBAA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A431D6A0-56EA-47FD-86BE-E0F365EF8A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01881196-3ECE-4DEB-BEF1-93DEC4709B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47856908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FDCD8D-8BBF-4C71-9962-37A673D060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3F6276-9339-4D58-B0D7-B67AA79A67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F6B7DB-0770-4BF1-B503-18BEFC329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5AF09B2-1261-4477-9B28-4ACD38BEAF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8C4359-628A-4A84-AEEA-92893725061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DF66FB1A-B1CD-4903-B19D-3A667965C64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0A832B-572E-49CB-AB1E-C178DA05BF1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2D70BAB4-7D1A-4814-82F7-8FC68B5885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D2E269-E05B-4C54-A702-975940A1AB1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9C9AD14E-AA98-4F2C-A3E0-FE50B125A3D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BF198A-9CE7-4D57-A3D0-264399CABB4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18996F7-D165-4C2E-838B-2293FC587A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5050423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B5B41C-8E70-48FF-AFFF-A6CFFC7CD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59490C-605F-4519-AE46-2107F6C1E1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160BE12-BA1D-4F5B-A363-465B31C34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7A62E80C-0B12-433D-88DB-3660E4E6619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EB070A-815F-4E45-A996-EA62B7DB5C6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08A059E9-CE40-4892-85DD-AEA447576C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B5CDC4-8370-4CEA-BA32-3AD50B577DA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CD92D9C-79C4-4E4D-A3D1-7809408A2E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57716978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7292DB-8CD4-4BAA-8888-A0FD1DBBEF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3F11A0-768E-4313-8D91-DD44EEB37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1988377-AEAE-4076-82C2-8026851CE0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6B00A453-1C2C-4FAF-9333-851C11E31A6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5247E4-CB35-4E52-94D3-E582DB7C51A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A77CAB65-439F-4D21-A22D-51BDCCB193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B7D081-57CE-43A6-BEB9-A59204645AE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D7CFE8-6973-47C6-B73B-B9B7049E56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48</a:t>
            </a:r>
          </a:p>
        </p:txBody>
      </p:sp>
    </p:spTree>
    <p:extLst>
      <p:ext uri="{BB962C8B-B14F-4D97-AF65-F5344CB8AC3E}">
        <p14:creationId xmlns:p14="http://schemas.microsoft.com/office/powerpoint/2010/main" val="154460876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C3D6FA-5285-4097-9658-A8BC07F7BF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4EBEA5-2C80-4C82-9E97-8DBDE9B6C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EE1BBE8-BEB9-4B57-92CC-EB90C5F825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B71459FA-889B-432B-8AC8-360B690FD4A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5C0D74-3756-434B-81DA-F61EE2D133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7A9F15EC-6B0E-42A8-9A32-56AF816E167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3DB4C9-22D1-4C79-A852-A7F2E5C4121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A8FC9C-8253-41B0-B6E9-ED9D242D6C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127523926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68C9CF-4B16-477D-A912-7466CFC7B0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95C62F-3186-43FE-B28F-EA0D822608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B2FF71-5008-4649-B140-44FEF96BA7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EC0324A-65F4-4BFD-8722-9C10001DEF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4AC4E0-7CF6-4B3E-B584-3F9B2EB67A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0E56976F-ADEB-4B06-A7DB-FC4FF4FA55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423948-973C-499A-83D0-DC842553E00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CA7C8A42-6BA5-44D4-87AD-91338B0737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679861-DF4D-4BC8-9F4E-0EC710C9279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74927424-D7E2-4E10-BB0A-BED362ACB92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B28B80-247B-4D0E-AC96-49A23F15FA9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2FB7FDA-6695-4FE1-B088-1AAF907654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50</a:t>
            </a:r>
          </a:p>
        </p:txBody>
      </p:sp>
    </p:spTree>
    <p:extLst>
      <p:ext uri="{BB962C8B-B14F-4D97-AF65-F5344CB8AC3E}">
        <p14:creationId xmlns:p14="http://schemas.microsoft.com/office/powerpoint/2010/main" val="17824466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A9C73A3-B05C-42C7-9480-0C43109F48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18A573-90A1-46E1-A1BD-0C30F226F7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D3ED247-FA1F-493D-8AD8-62F48D907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123DF3D0-AE46-46D5-B759-0DD64F552BC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A449FA-58FB-498E-9EA4-B0C4CB95C69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08:00 Kampala</a:t>
            </a:r>
          </a:p>
        </p:txBody>
      </p:sp>
      <p:sp>
        <p:nvSpPr>
          <p:cNvPr id="6" name="">
            <a:extLst xmlns:a="http://schemas.openxmlformats.org/drawingml/2006/main">
              <a:ext uri="{FF2B5EF4-FFF2-40B4-BE49-F238E27FC236}">
                <a16:creationId xmlns:a16="http://schemas.microsoft.com/office/drawing/2014/main" id="{4D91AFBD-6D8F-497A-B4E6-81D78E1BFE2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81C7D6-A434-4677-AE28-C731315E4D8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08:00 Kampala</a:t>
            </a:r>
          </a:p>
        </p:txBody>
      </p:sp>
      <p:sp>
        <p:nvSpPr>
          <p:cNvPr id="8" name="">
            <a:extLst xmlns:a="http://schemas.openxmlformats.org/drawingml/2006/main">
              <a:ext uri="{FF2B5EF4-FFF2-40B4-BE49-F238E27FC236}">
                <a16:creationId xmlns:a16="http://schemas.microsoft.com/office/drawing/2014/main" id="{88E3E566-F90B-432F-80C0-4CBCE7971A6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B82B79-F87A-40D4-8F89-044C9D5100F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A28B73B-A3F2-452A-9B34-F4FE925E859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3125655-0077-43FF-B31A-CBD29E0B543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901695A-A492-4D98-9ED3-26ED8EACDCC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A9859F5-8423-4910-952F-CFC1325DDDF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639efb880444a06"/>
              </a:rPr>
              <a:t>Open W06 assignment form</a:t>
            </a:r>
          </a:p>
        </p:txBody>
      </p:sp>
      <p:sp>
        <p:nvSpPr>
          <p:cNvPr id="14" name="">
            <a:extLst xmlns:a="http://schemas.openxmlformats.org/drawingml/2006/main">
              <a:ext uri="{FF2B5EF4-FFF2-40B4-BE49-F238E27FC236}">
                <a16:creationId xmlns:a16="http://schemas.microsoft.com/office/drawing/2014/main" id="{893BDD37-4C34-4A54-87D7-44E55D94329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https://docs.google.com/forms/d/e/1FAIpQLSfTETySrIpbVK0xyJo7Zft9exWhC8kB0u4XRrbF8Vbm9Ajq7Q/viewform</a:t>
            </a:r>
          </a:p>
        </p:txBody>
      </p:sp>
      <p:sp>
        <p:nvSpPr>
          <p:cNvPr id="15" name="">
            <a:extLst xmlns:a="http://schemas.openxmlformats.org/drawingml/2006/main">
              <a:ext uri="{FF2B5EF4-FFF2-40B4-BE49-F238E27FC236}">
                <a16:creationId xmlns:a16="http://schemas.microsoft.com/office/drawing/2014/main" id="{C3D2F165-A4D0-481F-99AA-BCEFBE1B9A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51</a:t>
            </a:r>
          </a:p>
        </p:txBody>
      </p:sp>
    </p:spTree>
    <p:extLst>
      <p:ext uri="{BB962C8B-B14F-4D97-AF65-F5344CB8AC3E}">
        <p14:creationId xmlns:p14="http://schemas.microsoft.com/office/powerpoint/2010/main" val="18014018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32EEBE-6674-40A6-8E74-D7BC472797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D3C72-9780-4C05-B713-B9192C88A4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EB4076-91BC-4C44-8509-8966499839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8BBA3C5F-541C-402F-A610-D7A3DAD682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2A7D48-080F-4838-976C-0A7EA9E5481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2E7CDE99-B148-479D-85AB-4FEDCC749F1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5E8AFE-7291-4B3C-9F33-B6850F5E4FF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4CB49BD-DF31-4ABC-A6AE-D242A45381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5E7152-7184-47EA-926E-0C02408C257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8FAB50A-1BCA-447C-9D0E-0B3C8180BAA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D6B808-FB15-4E98-83FD-517E1182BD7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38BB9EAA-DEAD-4578-83E9-6D653BA7C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52</a:t>
            </a:r>
          </a:p>
        </p:txBody>
      </p:sp>
    </p:spTree>
    <p:extLst>
      <p:ext uri="{BB962C8B-B14F-4D97-AF65-F5344CB8AC3E}">
        <p14:creationId xmlns:p14="http://schemas.microsoft.com/office/powerpoint/2010/main" val="9150567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E411F88-6F4A-4EE3-84FB-DF461CD4FE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17F552-A607-49D1-9E2A-084414F505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4CE6AD0-21F2-4700-9C71-0538219A08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CA6D9B3A-A005-4BCC-9D87-9E640BCC655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99B71A-AF7F-4606-AF13-C46549ABE525}"/>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5119901-7434-4C21-A6F2-63E57535B15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AA76F4-2A3D-4BC5-A0E2-79A8DFC432C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6FC2CB0-82A7-4502-B13C-21A2CC84E5E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0E8E26-AB39-49C7-A792-1857E80EFE4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6710D1C-A5A2-4574-80B1-7B453D74BFA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7774CB-9721-449E-904D-4186211A36BA}"/>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09caf4d8501448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D4F7CC3-1646-4C61-8A48-FF65DEE2201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963F2B7-615B-4AC4-A5BC-DB40E7EFE67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A921332-6082-47AB-B37D-1856A56962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7bdb96ff52242cc"/>
              </a:rPr>
              <a:t>Open this week’s quiz</a:t>
            </a:r>
          </a:p>
        </p:txBody>
      </p:sp>
      <p:sp>
        <p:nvSpPr>
          <p:cNvPr id="16" name="">
            <a:extLst xmlns:a="http://schemas.openxmlformats.org/drawingml/2006/main">
              <a:ext uri="{FF2B5EF4-FFF2-40B4-BE49-F238E27FC236}">
                <a16:creationId xmlns:a16="http://schemas.microsoft.com/office/drawing/2014/main" id="{A036ABE0-692F-47C0-B202-3D44C42F22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https://forms.gle/4SRNGRCUtUmKpTc1A</a:t>
            </a:r>
          </a:p>
        </p:txBody>
      </p:sp>
      <p:sp>
        <p:nvSpPr>
          <p:cNvPr id="17" name="">
            <a:extLst xmlns:a="http://schemas.openxmlformats.org/drawingml/2006/main">
              <a:ext uri="{FF2B5EF4-FFF2-40B4-BE49-F238E27FC236}">
                <a16:creationId xmlns:a16="http://schemas.microsoft.com/office/drawing/2014/main" id="{2DEB0375-8A1C-4037-9D16-E1FF39F9D8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53</a:t>
            </a:r>
          </a:p>
        </p:txBody>
      </p:sp>
    </p:spTree>
    <p:extLst>
      <p:ext uri="{BB962C8B-B14F-4D97-AF65-F5344CB8AC3E}">
        <p14:creationId xmlns:p14="http://schemas.microsoft.com/office/powerpoint/2010/main" val="361304628"/>
      </p:ext>
    </p:extLst>
  </p:cSld>
</p:sld>
</file>

<file path=ppt/slides/slide5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0D06CB-640B-43FA-98A4-3958F6D508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6BDE598-0C8C-48E3-BA83-A999C872F4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551CBACE-9866-4432-9420-DDD0CC76AA2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D17A691-D17F-41F7-8A34-66DFBDEF9C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58D1A55-312F-43F8-81D2-4096806F8B4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66A62D4-2A45-45B1-9530-BD8C0713C9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54</a:t>
            </a:r>
          </a:p>
        </p:txBody>
      </p:sp>
    </p:spTree>
    <p:extLst>
      <p:ext uri="{BB962C8B-B14F-4D97-AF65-F5344CB8AC3E}">
        <p14:creationId xmlns:p14="http://schemas.microsoft.com/office/powerpoint/2010/main" val="14518324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2026-09-16T11:09:40.4040000Z</dcterms:created>
  <dcterms:modified xsi:type="dcterms:W3CDTF">2026-09-16T11:09:40.4040000Z</dcterms:modified>
</coreProperties>
</file>