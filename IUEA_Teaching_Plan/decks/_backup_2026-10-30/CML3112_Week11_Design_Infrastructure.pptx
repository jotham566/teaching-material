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99c4fb9bc34291" /><Relationship Type="http://schemas.openxmlformats.org/officeDocument/2006/relationships/extended-properties" Target="/docProps/app.xml" Id="Rb36e435735284a5d" /><Relationship Type="http://schemas.openxmlformats.org/officeDocument/2006/relationships/officeDocument" Target="/ppt/presentation.xml" Id="R24b1b250d6e34dc3" /></Relationships>
</file>

<file path=ppt/presentation.xml><?xml version="1.0" encoding="utf-8"?>
<p:presentation xmlns:p="http://schemas.openxmlformats.org/presentationml/2006/main">
  <p:sldMasterIdLst>
    <p:sldMasterId xmlns:r="http://schemas.openxmlformats.org/officeDocument/2006/relationships" id="2147483648" r:id="Rc80cde7b77774fba"/>
  </p:sldMasterIdLst>
  <p:notesMasterIdLst>
    <p:notesMasterId xmlns:r="http://schemas.openxmlformats.org/officeDocument/2006/relationships" r:id="Rca3c0693027e49df"/>
  </p:notesMasterIdLst>
  <p:sldIdLst>
    <p:sldId xmlns:r="http://schemas.openxmlformats.org/officeDocument/2006/relationships" id="256" r:id="Rd182d27388094712"/>
    <p:sldId xmlns:r="http://schemas.openxmlformats.org/officeDocument/2006/relationships" id="257" r:id="Rf95e0ddd52fd4d3d"/>
    <p:sldId xmlns:r="http://schemas.openxmlformats.org/officeDocument/2006/relationships" id="258" r:id="Rb139f266cfd84570"/>
    <p:sldId xmlns:r="http://schemas.openxmlformats.org/officeDocument/2006/relationships" id="259" r:id="R4818a01dd0f9430c"/>
    <p:sldId xmlns:r="http://schemas.openxmlformats.org/officeDocument/2006/relationships" id="260" r:id="Rd03bcc4036fd40c6"/>
    <p:sldId xmlns:r="http://schemas.openxmlformats.org/officeDocument/2006/relationships" id="261" r:id="Rd3f908b3b0fe4fca"/>
    <p:sldId xmlns:r="http://schemas.openxmlformats.org/officeDocument/2006/relationships" id="262" r:id="R5699c0f5795d4569"/>
    <p:sldId xmlns:r="http://schemas.openxmlformats.org/officeDocument/2006/relationships" id="263" r:id="Rf284f87f7ba34746"/>
    <p:sldId xmlns:r="http://schemas.openxmlformats.org/officeDocument/2006/relationships" id="264" r:id="Rbf174d36a1f74ac7"/>
    <p:sldId xmlns:r="http://schemas.openxmlformats.org/officeDocument/2006/relationships" id="265" r:id="R274edea1a38e44d4"/>
    <p:sldId xmlns:r="http://schemas.openxmlformats.org/officeDocument/2006/relationships" id="266" r:id="Rcbbc9d0837a148a8"/>
    <p:sldId xmlns:r="http://schemas.openxmlformats.org/officeDocument/2006/relationships" id="267" r:id="Rfa43837cb96c49ea"/>
    <p:sldId xmlns:r="http://schemas.openxmlformats.org/officeDocument/2006/relationships" id="268" r:id="R0ea10a923fb24441"/>
    <p:sldId xmlns:r="http://schemas.openxmlformats.org/officeDocument/2006/relationships" id="269" r:id="Rdba3bf0f533a40e8"/>
    <p:sldId xmlns:r="http://schemas.openxmlformats.org/officeDocument/2006/relationships" id="270" r:id="R5da97f827bc046cb"/>
    <p:sldId xmlns:r="http://schemas.openxmlformats.org/officeDocument/2006/relationships" id="271" r:id="R84c37c1178004e77"/>
    <p:sldId xmlns:r="http://schemas.openxmlformats.org/officeDocument/2006/relationships" id="272" r:id="R669ac036ffbb4df1"/>
    <p:sldId xmlns:r="http://schemas.openxmlformats.org/officeDocument/2006/relationships" id="273" r:id="Rdae8c893009849b9"/>
    <p:sldId xmlns:r="http://schemas.openxmlformats.org/officeDocument/2006/relationships" id="274" r:id="R87c6e84eb1bf4e2c"/>
    <p:sldId xmlns:r="http://schemas.openxmlformats.org/officeDocument/2006/relationships" id="275" r:id="Rb4bb1e93af394152"/>
    <p:sldId xmlns:r="http://schemas.openxmlformats.org/officeDocument/2006/relationships" id="276" r:id="R8aee5bf7a0cd48fa"/>
    <p:sldId xmlns:r="http://schemas.openxmlformats.org/officeDocument/2006/relationships" id="277" r:id="Re5b84616989f4310"/>
    <p:sldId xmlns:r="http://schemas.openxmlformats.org/officeDocument/2006/relationships" id="278" r:id="Rb33ebace060c46ee"/>
    <p:sldId xmlns:r="http://schemas.openxmlformats.org/officeDocument/2006/relationships" id="279" r:id="Redd07593c8f546a2"/>
    <p:sldId xmlns:r="http://schemas.openxmlformats.org/officeDocument/2006/relationships" id="280" r:id="Rc456760657674f9d"/>
    <p:sldId xmlns:r="http://schemas.openxmlformats.org/officeDocument/2006/relationships" id="281" r:id="Re1df20d2bb8d488e"/>
    <p:sldId xmlns:r="http://schemas.openxmlformats.org/officeDocument/2006/relationships" id="282" r:id="R567e60a7713a41c5"/>
    <p:sldId xmlns:r="http://schemas.openxmlformats.org/officeDocument/2006/relationships" id="283" r:id="R47a80c712b8c4c15"/>
    <p:sldId xmlns:r="http://schemas.openxmlformats.org/officeDocument/2006/relationships" id="284" r:id="Rf0bb49e5dbb54f0b"/>
    <p:sldId xmlns:r="http://schemas.openxmlformats.org/officeDocument/2006/relationships" id="285" r:id="Rfd40211a541c4672"/>
    <p:sldId xmlns:r="http://schemas.openxmlformats.org/officeDocument/2006/relationships" id="286" r:id="Rd81ec51594f44e85"/>
    <p:sldId xmlns:r="http://schemas.openxmlformats.org/officeDocument/2006/relationships" id="287" r:id="R6b20af9d3f9b44eb"/>
    <p:sldId xmlns:r="http://schemas.openxmlformats.org/officeDocument/2006/relationships" id="288" r:id="R87cf874346b04946"/>
    <p:sldId xmlns:r="http://schemas.openxmlformats.org/officeDocument/2006/relationships" id="289" r:id="Rf9aa5709c5af465f"/>
    <p:sldId xmlns:r="http://schemas.openxmlformats.org/officeDocument/2006/relationships" id="290" r:id="R98898e147dac4f56"/>
    <p:sldId xmlns:r="http://schemas.openxmlformats.org/officeDocument/2006/relationships" id="291" r:id="R481e33accf7741a0"/>
    <p:sldId xmlns:r="http://schemas.openxmlformats.org/officeDocument/2006/relationships" id="292" r:id="Ra7a816cedb394227"/>
    <p:sldId xmlns:r="http://schemas.openxmlformats.org/officeDocument/2006/relationships" id="293" r:id="Re245451284044bbe"/>
    <p:sldId xmlns:r="http://schemas.openxmlformats.org/officeDocument/2006/relationships" id="294" r:id="Ra4090f6aa0254855"/>
    <p:sldId xmlns:r="http://schemas.openxmlformats.org/officeDocument/2006/relationships" id="295" r:id="R9ff83c44b78a402d"/>
    <p:sldId xmlns:r="http://schemas.openxmlformats.org/officeDocument/2006/relationships" id="296" r:id="Ra3cbd64578484bc2"/>
    <p:sldId xmlns:r="http://schemas.openxmlformats.org/officeDocument/2006/relationships" id="297" r:id="R7a70c284bbdf4a31"/>
    <p:sldId xmlns:r="http://schemas.openxmlformats.org/officeDocument/2006/relationships" id="298" r:id="R61f91e0c02b74342"/>
    <p:sldId xmlns:r="http://schemas.openxmlformats.org/officeDocument/2006/relationships" id="299" r:id="Rc00b80c77aad4ff7"/>
    <p:sldId xmlns:r="http://schemas.openxmlformats.org/officeDocument/2006/relationships" id="300" r:id="Rd76892ef93714d45"/>
    <p:sldId xmlns:r="http://schemas.openxmlformats.org/officeDocument/2006/relationships" id="301" r:id="R9318c839599941f7"/>
    <p:sldId xmlns:r="http://schemas.openxmlformats.org/officeDocument/2006/relationships" id="302" r:id="Ra06d98a7f863493d"/>
    <p:sldId xmlns:r="http://schemas.openxmlformats.org/officeDocument/2006/relationships" id="303" r:id="R8dddaa99fad54a08"/>
    <p:sldId xmlns:r="http://schemas.openxmlformats.org/officeDocument/2006/relationships" id="304" r:id="R82fe240c8559475a"/>
    <p:sldId xmlns:r="http://schemas.openxmlformats.org/officeDocument/2006/relationships" id="305" r:id="R5c42c36b919c4916"/>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90c9f069634d85" /><Relationship Type="http://schemas.openxmlformats.org/officeDocument/2006/relationships/slideMaster" Target="/ppt/slideMasters/slideMaster1.xml" Id="Rc80cde7b77774fba" /><Relationship Type="http://schemas.openxmlformats.org/officeDocument/2006/relationships/notesMaster" Target="/ppt/notesMasters/notesMaster1.xml" Id="Rca3c0693027e49df" /><Relationship Type="http://schemas.openxmlformats.org/officeDocument/2006/relationships/presProps" Target="/ppt/presProps.xml" Id="R9b9843dc1ebc4335" /><Relationship Type="http://schemas.openxmlformats.org/officeDocument/2006/relationships/tableStyles" Target="/ppt/tableStyles.xml" Id="Ree96081fe67c45b2" /><Relationship Type="http://schemas.openxmlformats.org/officeDocument/2006/relationships/slide" Target="/ppt/slides/slide1.xml" Id="Rd182d27388094712" /><Relationship Type="http://schemas.openxmlformats.org/officeDocument/2006/relationships/slide" Target="/ppt/slides/slide2.xml" Id="Rf95e0ddd52fd4d3d" /><Relationship Type="http://schemas.openxmlformats.org/officeDocument/2006/relationships/slide" Target="/ppt/slides/slide3.xml" Id="Rb139f266cfd84570" /><Relationship Type="http://schemas.openxmlformats.org/officeDocument/2006/relationships/slide" Target="/ppt/slides/slide4.xml" Id="R4818a01dd0f9430c" /><Relationship Type="http://schemas.openxmlformats.org/officeDocument/2006/relationships/slide" Target="/ppt/slides/slide5.xml" Id="Rd03bcc4036fd40c6" /><Relationship Type="http://schemas.openxmlformats.org/officeDocument/2006/relationships/slide" Target="/ppt/slides/slide6.xml" Id="Rd3f908b3b0fe4fca" /><Relationship Type="http://schemas.openxmlformats.org/officeDocument/2006/relationships/slide" Target="/ppt/slides/slide7.xml" Id="R5699c0f5795d4569" /><Relationship Type="http://schemas.openxmlformats.org/officeDocument/2006/relationships/slide" Target="/ppt/slides/slide8.xml" Id="Rf284f87f7ba34746" /><Relationship Type="http://schemas.openxmlformats.org/officeDocument/2006/relationships/slide" Target="/ppt/slides/slide9.xml" Id="Rbf174d36a1f74ac7" /><Relationship Type="http://schemas.openxmlformats.org/officeDocument/2006/relationships/slide" Target="/ppt/slides/slide10.xml" Id="R274edea1a38e44d4" /><Relationship Type="http://schemas.openxmlformats.org/officeDocument/2006/relationships/slide" Target="/ppt/slides/slide11.xml" Id="Rcbbc9d0837a148a8" /><Relationship Type="http://schemas.openxmlformats.org/officeDocument/2006/relationships/slide" Target="/ppt/slides/slide12.xml" Id="Rfa43837cb96c49ea" /><Relationship Type="http://schemas.openxmlformats.org/officeDocument/2006/relationships/slide" Target="/ppt/slides/slide13.xml" Id="R0ea10a923fb24441" /><Relationship Type="http://schemas.openxmlformats.org/officeDocument/2006/relationships/slide" Target="/ppt/slides/slide14.xml" Id="Rdba3bf0f533a40e8" /><Relationship Type="http://schemas.openxmlformats.org/officeDocument/2006/relationships/slide" Target="/ppt/slides/slide15.xml" Id="R5da97f827bc046cb" /><Relationship Type="http://schemas.openxmlformats.org/officeDocument/2006/relationships/slide" Target="/ppt/slides/slide16.xml" Id="R84c37c1178004e77" /><Relationship Type="http://schemas.openxmlformats.org/officeDocument/2006/relationships/slide" Target="/ppt/slides/slide17.xml" Id="R669ac036ffbb4df1" /><Relationship Type="http://schemas.openxmlformats.org/officeDocument/2006/relationships/slide" Target="/ppt/slides/slide18.xml" Id="Rdae8c893009849b9" /><Relationship Type="http://schemas.openxmlformats.org/officeDocument/2006/relationships/slide" Target="/ppt/slides/slide19.xml" Id="R87c6e84eb1bf4e2c" /><Relationship Type="http://schemas.openxmlformats.org/officeDocument/2006/relationships/slide" Target="/ppt/slides/slide20.xml" Id="Rb4bb1e93af394152" /><Relationship Type="http://schemas.openxmlformats.org/officeDocument/2006/relationships/slide" Target="/ppt/slides/slide21.xml" Id="R8aee5bf7a0cd48fa" /><Relationship Type="http://schemas.openxmlformats.org/officeDocument/2006/relationships/slide" Target="/ppt/slides/slide22.xml" Id="Re5b84616989f4310" /><Relationship Type="http://schemas.openxmlformats.org/officeDocument/2006/relationships/slide" Target="/ppt/slides/slide23.xml" Id="Rb33ebace060c46ee" /><Relationship Type="http://schemas.openxmlformats.org/officeDocument/2006/relationships/slide" Target="/ppt/slides/slide24.xml" Id="Redd07593c8f546a2" /><Relationship Type="http://schemas.openxmlformats.org/officeDocument/2006/relationships/slide" Target="/ppt/slides/slide25.xml" Id="Rc456760657674f9d" /><Relationship Type="http://schemas.openxmlformats.org/officeDocument/2006/relationships/slide" Target="/ppt/slides/slide26.xml" Id="Re1df20d2bb8d488e" /><Relationship Type="http://schemas.openxmlformats.org/officeDocument/2006/relationships/slide" Target="/ppt/slides/slide27.xml" Id="R567e60a7713a41c5" /><Relationship Type="http://schemas.openxmlformats.org/officeDocument/2006/relationships/slide" Target="/ppt/slides/slide28.xml" Id="R47a80c712b8c4c15" /><Relationship Type="http://schemas.openxmlformats.org/officeDocument/2006/relationships/slide" Target="/ppt/slides/slide29.xml" Id="Rf0bb49e5dbb54f0b" /><Relationship Type="http://schemas.openxmlformats.org/officeDocument/2006/relationships/slide" Target="/ppt/slides/slide30.xml" Id="Rfd40211a541c4672" /><Relationship Type="http://schemas.openxmlformats.org/officeDocument/2006/relationships/slide" Target="/ppt/slides/slide31.xml" Id="Rd81ec51594f44e85" /><Relationship Type="http://schemas.openxmlformats.org/officeDocument/2006/relationships/slide" Target="/ppt/slides/slide32.xml" Id="R6b20af9d3f9b44eb" /><Relationship Type="http://schemas.openxmlformats.org/officeDocument/2006/relationships/slide" Target="/ppt/slides/slide33.xml" Id="R87cf874346b04946" /><Relationship Type="http://schemas.openxmlformats.org/officeDocument/2006/relationships/slide" Target="/ppt/slides/slide34.xml" Id="Rf9aa5709c5af465f" /><Relationship Type="http://schemas.openxmlformats.org/officeDocument/2006/relationships/slide" Target="/ppt/slides/slide35.xml" Id="R98898e147dac4f56" /><Relationship Type="http://schemas.openxmlformats.org/officeDocument/2006/relationships/slide" Target="/ppt/slides/slide36.xml" Id="R481e33accf7741a0" /><Relationship Type="http://schemas.openxmlformats.org/officeDocument/2006/relationships/slide" Target="/ppt/slides/slide37.xml" Id="Ra7a816cedb394227" /><Relationship Type="http://schemas.openxmlformats.org/officeDocument/2006/relationships/slide" Target="/ppt/slides/slide38.xml" Id="Re245451284044bbe" /><Relationship Type="http://schemas.openxmlformats.org/officeDocument/2006/relationships/slide" Target="/ppt/slides/slide39.xml" Id="Ra4090f6aa0254855" /><Relationship Type="http://schemas.openxmlformats.org/officeDocument/2006/relationships/slide" Target="/ppt/slides/slide40.xml" Id="R9ff83c44b78a402d" /><Relationship Type="http://schemas.openxmlformats.org/officeDocument/2006/relationships/slide" Target="/ppt/slides/slide41.xml" Id="Ra3cbd64578484bc2" /><Relationship Type="http://schemas.openxmlformats.org/officeDocument/2006/relationships/slide" Target="/ppt/slides/slide42.xml" Id="R7a70c284bbdf4a31" /><Relationship Type="http://schemas.openxmlformats.org/officeDocument/2006/relationships/slide" Target="/ppt/slides/slide43.xml" Id="R61f91e0c02b74342" /><Relationship Type="http://schemas.openxmlformats.org/officeDocument/2006/relationships/slide" Target="/ppt/slides/slide44.xml" Id="Rc00b80c77aad4ff7" /><Relationship Type="http://schemas.openxmlformats.org/officeDocument/2006/relationships/slide" Target="/ppt/slides/slide45.xml" Id="Rd76892ef93714d45" /><Relationship Type="http://schemas.openxmlformats.org/officeDocument/2006/relationships/slide" Target="/ppt/slides/slide46.xml" Id="R9318c839599941f7" /><Relationship Type="http://schemas.openxmlformats.org/officeDocument/2006/relationships/slide" Target="/ppt/slides/slide47.xml" Id="Ra06d98a7f863493d" /><Relationship Type="http://schemas.openxmlformats.org/officeDocument/2006/relationships/slide" Target="/ppt/slides/slide48.xml" Id="R8dddaa99fad54a08" /><Relationship Type="http://schemas.openxmlformats.org/officeDocument/2006/relationships/slide" Target="/ppt/slides/slide49.xml" Id="R82fe240c8559475a" /><Relationship Type="http://schemas.openxmlformats.org/officeDocument/2006/relationships/slide" Target="/ppt/slides/slide50.xml" Id="R5c42c36b919c49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6d1a2705c147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1ddb63888d4117" /><Relationship Type="http://schemas.openxmlformats.org/officeDocument/2006/relationships/notesMaster" Target="/ppt/notesMasters/notesMaster1.xml" Id="R902bf8d205274a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c549f96f884c60" /><Relationship Type="http://schemas.openxmlformats.org/officeDocument/2006/relationships/notesMaster" Target="/ppt/notesMasters/notesMaster1.xml" Id="Rc2fe94b31bf440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6dd6aa42145d5" /><Relationship Type="http://schemas.openxmlformats.org/officeDocument/2006/relationships/notesMaster" Target="/ppt/notesMasters/notesMaster1.xml" Id="Rfcc35780df7841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222aebb8774bdf" /><Relationship Type="http://schemas.openxmlformats.org/officeDocument/2006/relationships/notesMaster" Target="/ppt/notesMasters/notesMaster1.xml" Id="R897c524e377843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267dc7cb604320" /><Relationship Type="http://schemas.openxmlformats.org/officeDocument/2006/relationships/notesMaster" Target="/ppt/notesMasters/notesMaster1.xml" Id="R17d52ab83dc843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b27ec29df43fe" /><Relationship Type="http://schemas.openxmlformats.org/officeDocument/2006/relationships/notesMaster" Target="/ppt/notesMasters/notesMaster1.xml" Id="R9e2a4b9e9d8147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4156686b7441dc" /><Relationship Type="http://schemas.openxmlformats.org/officeDocument/2006/relationships/notesMaster" Target="/ppt/notesMasters/notesMaster1.xml" Id="R89a940c5c0eb42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44b843285041ce" /><Relationship Type="http://schemas.openxmlformats.org/officeDocument/2006/relationships/notesMaster" Target="/ppt/notesMasters/notesMaster1.xml" Id="Rc88c67852a5342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94deab8e9343b3" /><Relationship Type="http://schemas.openxmlformats.org/officeDocument/2006/relationships/notesMaster" Target="/ppt/notesMasters/notesMaster1.xml" Id="Rbfa0604910ed46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3976c9c2a04657" /><Relationship Type="http://schemas.openxmlformats.org/officeDocument/2006/relationships/notesMaster" Target="/ppt/notesMasters/notesMaster1.xml" Id="Re22d335b1b444c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8a2abf15d243a4" /><Relationship Type="http://schemas.openxmlformats.org/officeDocument/2006/relationships/notesMaster" Target="/ppt/notesMasters/notesMaster1.xml" Id="R73225e1ab2be41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8b5530db5542e6" /><Relationship Type="http://schemas.openxmlformats.org/officeDocument/2006/relationships/notesMaster" Target="/ppt/notesMasters/notesMaster1.xml" Id="Ra6d608afaf0e4f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3335360cd8400c" /><Relationship Type="http://schemas.openxmlformats.org/officeDocument/2006/relationships/notesMaster" Target="/ppt/notesMasters/notesMaster1.xml" Id="Rdbfa00499cb64d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d44dd0bad840f7" /><Relationship Type="http://schemas.openxmlformats.org/officeDocument/2006/relationships/notesMaster" Target="/ppt/notesMasters/notesMaster1.xml" Id="R80e267606ac74e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42c22ba26548ce" /><Relationship Type="http://schemas.openxmlformats.org/officeDocument/2006/relationships/notesMaster" Target="/ppt/notesMasters/notesMaster1.xml" Id="R28bf3eac323b4d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5cabcfe2c14501" /><Relationship Type="http://schemas.openxmlformats.org/officeDocument/2006/relationships/notesMaster" Target="/ppt/notesMasters/notesMaster1.xml" Id="Refa5839d353841e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a6cedd9e594a48" /><Relationship Type="http://schemas.openxmlformats.org/officeDocument/2006/relationships/notesMaster" Target="/ppt/notesMasters/notesMaster1.xml" Id="R2edb7835acd544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3c73cc726446e0" /><Relationship Type="http://schemas.openxmlformats.org/officeDocument/2006/relationships/notesMaster" Target="/ppt/notesMasters/notesMaster1.xml" Id="Rdc0356dfd3d245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1647b176334078" /><Relationship Type="http://schemas.openxmlformats.org/officeDocument/2006/relationships/notesMaster" Target="/ppt/notesMasters/notesMaster1.xml" Id="Rdc1716d79d8846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54c455534745ce" /><Relationship Type="http://schemas.openxmlformats.org/officeDocument/2006/relationships/notesMaster" Target="/ppt/notesMasters/notesMaster1.xml" Id="R0456679b7bc641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e15a08ee53495b" /><Relationship Type="http://schemas.openxmlformats.org/officeDocument/2006/relationships/notesMaster" Target="/ppt/notesMasters/notesMaster1.xml" Id="Re332f51bd3d845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2a93d19756842ee" /><Relationship Type="http://schemas.openxmlformats.org/officeDocument/2006/relationships/notesMaster" Target="/ppt/notesMasters/notesMaster1.xml" Id="R89c1c14bde6b41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aaf8ac96f38426c" /><Relationship Type="http://schemas.openxmlformats.org/officeDocument/2006/relationships/notesMaster" Target="/ppt/notesMasters/notesMaster1.xml" Id="R5d4abf16f5404c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02f88016174464" /><Relationship Type="http://schemas.openxmlformats.org/officeDocument/2006/relationships/notesMaster" Target="/ppt/notesMasters/notesMaster1.xml" Id="R8428fd64ccb446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e993477274c4c4e" /><Relationship Type="http://schemas.openxmlformats.org/officeDocument/2006/relationships/notesMaster" Target="/ppt/notesMasters/notesMaster1.xml" Id="R5f0292e4ce744cd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7aca53e75d4b9b" /><Relationship Type="http://schemas.openxmlformats.org/officeDocument/2006/relationships/notesMaster" Target="/ppt/notesMasters/notesMaster1.xml" Id="Re0a24b6a55bb4c3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4e3f86b3db48bb" /><Relationship Type="http://schemas.openxmlformats.org/officeDocument/2006/relationships/notesMaster" Target="/ppt/notesMasters/notesMaster1.xml" Id="Ra059dfe9e5ff49c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840f3ea3828494d" /><Relationship Type="http://schemas.openxmlformats.org/officeDocument/2006/relationships/notesMaster" Target="/ppt/notesMasters/notesMaster1.xml" Id="Rbedffa5ebf1847f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ac373667a34507" /><Relationship Type="http://schemas.openxmlformats.org/officeDocument/2006/relationships/notesMaster" Target="/ppt/notesMasters/notesMaster1.xml" Id="Ra5862464725e474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1c92b7bf28d4afe" /><Relationship Type="http://schemas.openxmlformats.org/officeDocument/2006/relationships/notesMaster" Target="/ppt/notesMasters/notesMaster1.xml" Id="R1c3887d1fa24427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cd3d859bf342b3" /><Relationship Type="http://schemas.openxmlformats.org/officeDocument/2006/relationships/notesMaster" Target="/ppt/notesMasters/notesMaster1.xml" Id="R7495f0c5849d479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cce99befef44c05" /><Relationship Type="http://schemas.openxmlformats.org/officeDocument/2006/relationships/notesMaster" Target="/ppt/notesMasters/notesMaster1.xml" Id="Rd269562718bc440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fcc9221c4864d14" /><Relationship Type="http://schemas.openxmlformats.org/officeDocument/2006/relationships/notesMaster" Target="/ppt/notesMasters/notesMaster1.xml" Id="Recf2aafe98f4441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938b9ddb8ac42b8" /><Relationship Type="http://schemas.openxmlformats.org/officeDocument/2006/relationships/notesMaster" Target="/ppt/notesMasters/notesMaster1.xml" Id="R36576bb1c43a478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c769a8feb4d4d8c" /><Relationship Type="http://schemas.openxmlformats.org/officeDocument/2006/relationships/notesMaster" Target="/ppt/notesMasters/notesMaster1.xml" Id="R4dde2fe100674fe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5a66f3707c34f2a" /><Relationship Type="http://schemas.openxmlformats.org/officeDocument/2006/relationships/notesMaster" Target="/ppt/notesMasters/notesMaster1.xml" Id="Rccf072a8a53748c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ebce3184b0e45ed" /><Relationship Type="http://schemas.openxmlformats.org/officeDocument/2006/relationships/notesMaster" Target="/ppt/notesMasters/notesMaster1.xml" Id="Rbca35e7e1f1e48f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7a9613f3d154410" /><Relationship Type="http://schemas.openxmlformats.org/officeDocument/2006/relationships/notesMaster" Target="/ppt/notesMasters/notesMaster1.xml" Id="Redf30d7bab224da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d16f1bd6e7f4918" /><Relationship Type="http://schemas.openxmlformats.org/officeDocument/2006/relationships/notesMaster" Target="/ppt/notesMasters/notesMaster1.xml" Id="R6c5a0667f57048c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cc77101120479f" /><Relationship Type="http://schemas.openxmlformats.org/officeDocument/2006/relationships/notesMaster" Target="/ppt/notesMasters/notesMaster1.xml" Id="R8fa92554b9f44dd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e7b96606a4544f1" /><Relationship Type="http://schemas.openxmlformats.org/officeDocument/2006/relationships/notesMaster" Target="/ppt/notesMasters/notesMaster1.xml" Id="R414f4b0f391540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fa230737694d64" /><Relationship Type="http://schemas.openxmlformats.org/officeDocument/2006/relationships/notesMaster" Target="/ppt/notesMasters/notesMaster1.xml" Id="R700a704b899a477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a10fe68dc4f42df" /><Relationship Type="http://schemas.openxmlformats.org/officeDocument/2006/relationships/notesMaster" Target="/ppt/notesMasters/notesMaster1.xml" Id="Rf1344224a74a459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7f97da1ee0f4b45" /><Relationship Type="http://schemas.openxmlformats.org/officeDocument/2006/relationships/notesMaster" Target="/ppt/notesMasters/notesMaster1.xml" Id="R4968b662b6464ce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6832e8fbf764998" /><Relationship Type="http://schemas.openxmlformats.org/officeDocument/2006/relationships/notesMaster" Target="/ppt/notesMasters/notesMaster1.xml" Id="R5cf1f56eccec49a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23cae943dfd45b0" /><Relationship Type="http://schemas.openxmlformats.org/officeDocument/2006/relationships/notesMaster" Target="/ppt/notesMasters/notesMaster1.xml" Id="R2bb1edcd7f664a9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ae4eb195c2c4761" /><Relationship Type="http://schemas.openxmlformats.org/officeDocument/2006/relationships/notesMaster" Target="/ppt/notesMasters/notesMaster1.xml" Id="Rd230b7591089461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4384d3c50084519" /><Relationship Type="http://schemas.openxmlformats.org/officeDocument/2006/relationships/notesMaster" Target="/ppt/notesMasters/notesMaster1.xml" Id="R78d64a4af20c4dd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ed9e60a91ca4e5a" /><Relationship Type="http://schemas.openxmlformats.org/officeDocument/2006/relationships/notesMaster" Target="/ppt/notesMasters/notesMaster1.xml" Id="R0f061f614cfc4f7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a21767b61114e40" /><Relationship Type="http://schemas.openxmlformats.org/officeDocument/2006/relationships/notesMaster" Target="/ppt/notesMasters/notesMaster1.xml" Id="Rb09f1c0c291e4a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and testing a useful feature</a:t>
            </a:r>
          </a:p>
          <a:p xmlns:a="http://schemas.openxmlformats.org/drawingml/2006/main">
            <a:r>
              <a:t>Explanation to give</a:t>
            </a:r>
          </a:p>
          <a:p xmlns:a="http://schemas.openxmlformats.org/drawingml/2006/main">
            <a:r>
              <a:t>Explain why a calculated input may help and test the idea under an unchanged validation protocol.</a:t>
            </a:r>
          </a:p>
          <a:p xmlns:a="http://schemas.openxmlformats.org/drawingml/2006/main">
            <a:r>
              <a:t/>
            </a:r>
          </a:p>
          <a:p xmlns:a="http://schemas.openxmlformats.org/drawingml/2006/main">
            <a:r>
              <a:t>Worked illustration / lecturer answer</a:t>
            </a:r>
          </a:p>
          <a:p xmlns:a="http://schemas.openxmlformats.org/drawingml/2006/main">
            <a:r>
              <a:t>If validation MAE falls from 5 to 4 after adding one feature, the reduction is 1 target unit, or 20%. A comparison on a different split cannot isolate that change.</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Civil Engineering and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practice precedes the assessment brief. Give the class one consistent data-handling approach: pandas for tables, scikit-learn for models, matplotlib for figures.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modelling_data.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pd.read_csv("practice_filename.csv")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equipment_data.shape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equipment_data.dtypes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equipment_data.head()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pd.read_csv('engineering_data.csv')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equipment_id  load_pct  ambient_c  target</a:t>
            </a:r>
          </a:p>
          <a:p xmlns:a="http://schemas.openxmlformats.org/drawingml/2006/main">
            <a:r>
              <a:t>0          1           E1     59.15      31.71  52.547</a:t>
            </a:r>
          </a:p>
          <a:p xmlns:a="http://schemas.openxmlformats.org/drawingml/2006/main">
            <a:r>
              <a:t>1          2           E2     77.46      29.97  58.691</a:t>
            </a:r>
          </a:p>
          <a:p xmlns:a="http://schemas.openxmlformats.org/drawingml/2006/main">
            <a:r>
              <a:t>2          3           E3     69.60      19.87  47.895</a:t>
            </a:r>
          </a:p>
          <a:p xmlns:a="http://schemas.openxmlformats.org/drawingml/2006/main">
            <a:r>
              <a:t>3          4           E4     75.98      22.29     NaN</a:t>
            </a:r>
          </a:p>
          <a:p xmlns:a="http://schemas.openxmlformats.org/drawingml/2006/main">
            <a:r>
              <a:t>4          5           E5     57.62      23.40  45.609</a:t>
            </a:r>
          </a:p>
          <a:p xmlns:a="http://schemas.openxmlformats.org/drawingml/2006/main">
            <a:r>
              <a:t>(91, 5)</a:t>
            </a:r>
          </a:p>
          <a:p xmlns:a="http://schemas.openxmlformats.org/drawingml/2006/main">
            <a:r>
              <a:t>record_id         int64</a:t>
            </a:r>
          </a:p>
          <a:p xmlns:a="http://schemas.openxmlformats.org/drawingml/2006/main">
            <a:r>
              <a:t>equipment_id     object</a:t>
            </a:r>
          </a:p>
          <a:p xmlns:a="http://schemas.openxmlformats.org/drawingml/2006/main">
            <a:r>
              <a:t>load_pct        float64</a:t>
            </a:r>
          </a:p>
          <a:p xmlns:a="http://schemas.openxmlformats.org/drawingml/2006/main">
            <a:r>
              <a:t>ambient_c       float64</a:t>
            </a:r>
          </a:p>
          <a:p xmlns:a="http://schemas.openxmlformats.org/drawingml/2006/main">
            <a:r>
              <a:t>target          float64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issued data rules. Filtering observed targets is different from estimating missing targets. Deduplicate before filtering, so an invalid first occurrence is not replaced by its later duplicate.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equipment_data["target"].mean(), select the target Series first, then calculate its mean. Each step uses the previous step’s result.</a:t>
            </a:r>
          </a:p>
          <a:p xmlns:a="http://schemas.openxmlformats.org/drawingml/2006/main">
            <a:r>
              <a:t/>
            </a:r>
          </a:p>
          <a:p xmlns:a="http://schemas.openxmlformats.org/drawingml/2006/main">
            <a:r>
              <a:t>A separate working table</a:t>
            </a:r>
          </a:p>
          <a:p xmlns:a="http://schemas.openxmlformats.org/drawingml/2006/main">
            <a:r>
              <a:t>equipment_data.copy() creates a working copy. Assigning columns on this copy preserves the source table, so you can compare before and after.</a:t>
            </a:r>
          </a:p>
          <a:p xmlns:a="http://schemas.openxmlformats.org/drawingml/2006/main">
            <a:r>
              <a:t/>
            </a:r>
          </a:p>
          <a:p xmlns:a="http://schemas.openxmlformats.org/drawingml/2006/main">
            <a:r>
              <a:t>Finding recorded cells</a:t>
            </a:r>
          </a:p>
          <a:p xmlns:a="http://schemas.openxmlformats.org/drawingml/2006/main">
            <a:r>
              <a:t>notna() returns True where a value is present. Use it to retain observations with a recorded target before modelling.</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inclusive range</a:t>
            </a:r>
          </a:p>
          <a:p xmlns:a="http://schemas.openxmlformats.org/drawingml/2006/main">
            <a:r>
              <a:t>series.between(0, 100) is True for values from 0 through 100, including both limits. The resulting mask helps select valid rows.</a:t>
            </a:r>
          </a:p>
          <a:p xmlns:a="http://schemas.openxmlformats.org/drawingml/2006/main">
            <a:r>
              <a:t/>
            </a:r>
          </a:p>
          <a:p xmlns:a="http://schemas.openxmlformats.org/drawingml/2006/main">
            <a:r>
              <a:t>Selecting columns</a:t>
            </a:r>
          </a:p>
          <a:p xmlns:a="http://schemas.openxmlformats.org/drawingml/2006/main">
            <a:r>
              <a:t>equipment_data["column"] returns one labelled column, a Series. equipment_data[["a", "b"]] returns a DataFrame containing those named columns in that order.</a:t>
            </a:r>
          </a:p>
          <a:p xmlns:a="http://schemas.openxmlformats.org/drawingml/2006/main">
            <a:r>
              <a:t/>
            </a:r>
          </a:p>
          <a:p xmlns:a="http://schemas.openxmlformats.org/drawingml/2006/main">
            <a:r>
              <a:t>Selecting rows with a mask</a:t>
            </a:r>
          </a:p>
          <a:p xmlns:a="http://schemas.openxmlformats.org/drawingml/2006/main">
            <a:r>
              <a:t>A column comparison produces one True or False per row. equipment_data[mask] keeps the True rows. &amp; combines masks: both conditions must hold. Parenthesise each comparison.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Keeping the first observation</a:t>
            </a:r>
          </a:p>
          <a:p xmlns:a="http://schemas.openxmlformats.org/drawingml/2006/main">
            <a:r>
              <a:t>equipment_data.drop_duplicates("record_id") returns rows with the first occurrence of each ID, preserving their order. It does not overwrite the source unless you assign the result.</a:t>
            </a:r>
          </a:p>
          <a:p xmlns:a="http://schemas.openxmlformats.org/drawingml/2006/main">
            <a:r>
              <a:t/>
            </a:r>
          </a:p>
          <a:p xmlns:a="http://schemas.openxmlformats.org/drawingml/2006/main">
            <a:r>
              <a:t>Membership in a group list</a:t>
            </a:r>
          </a:p>
          <a:p xmlns:a="http://schemas.openxmlformats.org/drawingml/2006/main">
            <a:r>
              <a:t>series.isin(["E1", "E2"]) returns True for entries matching either listed label. equipment_data[that_mask] keeps all observations belonging to those groups.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modelling_data = raw_data.drop_duplicates('record_id').copy()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target_is_recorded = modelling_data['target'].notna()</a:t>
            </a:r>
          </a:p>
          <a:p xmlns:a="http://schemas.openxmlformats.org/drawingml/2006/main">
            <a:r>
              <a:t>target_is_recorded stores the result of the displayed expression.</a:t>
            </a:r>
          </a:p>
          <a:p xmlns:a="http://schemas.openxmlformats.org/drawingml/2006/main">
            <a:r>
              <a:t/>
            </a:r>
          </a:p>
          <a:p xmlns:a="http://schemas.openxmlformats.org/drawingml/2006/main">
            <a:r>
              <a:t>load_is_valid = modelling_data['load_pct'].between(0, 100)</a:t>
            </a:r>
          </a:p>
          <a:p xmlns:a="http://schemas.openxmlformats.org/drawingml/2006/main">
            <a:r>
              <a:t>load_is_valid stores the result of the displayed expression.</a:t>
            </a:r>
          </a:p>
          <a:p xmlns:a="http://schemas.openxmlformats.org/drawingml/2006/main">
            <a:r>
              <a:t/>
            </a:r>
          </a:p>
          <a:p xmlns:a="http://schemas.openxmlformats.org/drawingml/2006/main">
            <a:r>
              <a:t>rows_to_keep = target_is_recorded &amp; load_is_valid</a:t>
            </a:r>
          </a:p>
          <a:p xmlns:a="http://schemas.openxmlformats.org/drawingml/2006/main">
            <a:r>
              <a:t>rows_to_keep stores the result of the displayed expression.</a:t>
            </a:r>
          </a:p>
          <a:p xmlns:a="http://schemas.openxmlformats.org/drawingml/2006/main">
            <a:r>
              <a:t/>
            </a:r>
          </a:p>
          <a:p xmlns:a="http://schemas.openxmlformats.org/drawingml/2006/main">
            <a:r>
              <a:t>print(target_is_recorded.head())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print(load_is_valid.head())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modelling_data = modelling_data[rows_to_keep].copy()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print(len(raw_data), len(modelling_data))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False</a:t>
            </a:r>
          </a:p>
          <a:p xmlns:a="http://schemas.openxmlformats.org/drawingml/2006/main">
            <a:r>
              <a:t>4     True</a:t>
            </a:r>
          </a:p>
          <a:p xmlns:a="http://schemas.openxmlformats.org/drawingml/2006/main">
            <a:r>
              <a:t>Name: target, dtype: bool</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load_pct, dtype: bool</a:t>
            </a:r>
          </a:p>
          <a:p xmlns:a="http://schemas.openxmlformats.org/drawingml/2006/main">
            <a:r>
              <a:t>91 88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is_training_equipment = modelling_data['equipment_id'].isin(['E1', 'E2', 'E3', 'E4'])</a:t>
            </a:r>
          </a:p>
          <a:p xmlns:a="http://schemas.openxmlformats.org/drawingml/2006/main">
            <a:r>
              <a:t>is_training_equipment stores the result of the displayed expression.</a:t>
            </a:r>
          </a:p>
          <a:p xmlns:a="http://schemas.openxmlformats.org/drawingml/2006/main">
            <a:r>
              <a:t/>
            </a:r>
          </a:p>
          <a:p xmlns:a="http://schemas.openxmlformats.org/drawingml/2006/main">
            <a:r>
              <a:t>is_validation_equipment = modelling_data['equipment_id'].isin(['E5'])</a:t>
            </a:r>
          </a:p>
          <a:p xmlns:a="http://schemas.openxmlformats.org/drawingml/2006/main">
            <a:r>
              <a:t>is_validation_equipment stores the result of the displayed expression.</a:t>
            </a:r>
          </a:p>
          <a:p xmlns:a="http://schemas.openxmlformats.org/drawingml/2006/main">
            <a:r>
              <a:t/>
            </a:r>
          </a:p>
          <a:p xmlns:a="http://schemas.openxmlformats.org/drawingml/2006/main">
            <a:r>
              <a:t>is_test_equipment = modelling_data['equipment_id'].isin(['E6'])</a:t>
            </a:r>
          </a:p>
          <a:p xmlns:a="http://schemas.openxmlformats.org/drawingml/2006/main">
            <a:r>
              <a:t>is_test_equipment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modelling_data[is_training_equipment].copy()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modelling_data[is_validation_equipment].copy()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test_data = modelling_data[is_test_equipment].copy()</a:t>
            </a:r>
          </a:p>
          <a:p xmlns:a="http://schemas.openxmlformats.org/drawingml/2006/main">
            <a:r>
              <a:t>test_data stores held-out rows kept aside until the final evaluation.</a:t>
            </a:r>
          </a:p>
          <a:p xmlns:a="http://schemas.openxmlformats.org/drawingml/2006/main">
            <a:r>
              <a:t/>
            </a:r>
          </a:p>
          <a:p xmlns:a="http://schemas.openxmlformats.org/drawingml/2006/main">
            <a:r>
              <a:t>feature_columns = ['load_pct', 'ambient_c']</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print(len(training_data), len(validation_data), len(test_data))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58 15 15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physical relationship can form a feature</a:t>
            </a:r>
          </a:p>
          <a:p xmlns:a="http://schemas.openxmlformats.org/drawingml/2006/main">
            <a:r>
              <a:t>Explanation to give</a:t>
            </a:r>
          </a:p>
          <a:p xmlns:a="http://schemas.openxmlformats.org/drawingml/2006/main">
            <a:r>
              <a:t>A derived feature is a new input calculated from known inputs. Explain its physical or operational reason and its units before presenting it to a linear_model. An interaction allows one input's effect to depend on another.</a:t>
            </a:r>
          </a:p>
          <a:p xmlns:a="http://schemas.openxmlformats.org/drawingml/2006/main">
            <a:r>
              <a:t/>
            </a:r>
          </a:p>
          <a:p xmlns:a="http://schemas.openxmlformats.org/drawingml/2006/main">
            <a:r>
              <a:t>Worked illustration / lecturer answer</a:t>
            </a:r>
          </a:p>
          <a:p xmlns:a="http://schemas.openxmlformats.org/drawingml/2006/main">
            <a:r>
              <a:t>For load_pct 50 and ambient_c 30, the course interaction load_pct * ambient_c is 1500. Separately, load_pct / 100 gives the fraction 0.5. These are different derived quantities. The interaction is a hypothesis to test, not a measured law.</a:t>
            </a:r>
          </a:p>
          <a:p xmlns:a="http://schemas.openxmlformats.org/drawingml/2006/main">
            <a:r>
              <a:t/>
            </a:r>
          </a:p>
          <a:p xmlns:a="http://schemas.openxmlformats.org/drawingml/2006/main">
            <a:r>
              <a:t>Misconception to address</a:t>
            </a:r>
          </a:p>
          <a:p xmlns:a="http://schemas.openxmlformats.org/drawingml/2006/main">
            <a:r>
              <a:t>A plausible physical story does not guarantee an improvement. Do not use the target or information that would only become available after the prediction.</a:t>
            </a:r>
          </a:p>
          <a:p xmlns:a="http://schemas.openxmlformats.org/drawingml/2006/main">
            <a:r>
              <a:t/>
            </a:r>
          </a:p>
          <a:p xmlns:a="http://schemas.openxmlformats.org/drawingml/2006/main">
            <a:r>
              <a:t>On this slide</a:t>
            </a:r>
          </a:p>
          <a:p xmlns:a="http://schemas.openxmlformats.org/drawingml/2006/main">
            <a:r>
              <a:t>Explain each quantity and the unit of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interaction has combined units. It is not a new measured physical quantity. Use information available at prediction time.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or replacing a column</a:t>
            </a:r>
          </a:p>
          <a:p xmlns:a="http://schemas.openxmlformats.org/drawingml/2006/main">
            <a:r>
              <a:t>equipment_data["name"] = values assigns that column. An array follows row order. A Series aligns by row label, so keep labels paired with the intended observations.</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add_features(equipment_data):</a:t>
            </a:r>
          </a:p>
          <a:p xmlns:a="http://schemas.openxmlformats.org/drawingml/2006/main">
            <a:r>
              <a:t>    extended_data = equipment_data.copy()</a:t>
            </a:r>
          </a:p>
          <a:p xmlns:a="http://schemas.openxmlformats.org/drawingml/2006/main">
            <a:r>
              <a:t>    extended_data['load_fraction'] = extended_data['load_pct'] / 100</a:t>
            </a:r>
          </a:p>
          <a:p xmlns:a="http://schemas.openxmlformats.org/drawingml/2006/main">
            <a:r>
              <a:t>    extended_data['load_ambient'] = extended_data['load_pct'] * extended_data['ambient_c']</a:t>
            </a:r>
          </a:p>
          <a:p xmlns:a="http://schemas.openxmlformats.org/drawingml/2006/main">
            <a:r>
              <a:t>    return extended_data</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training_features = add_features(training_data)</a:t>
            </a:r>
          </a:p>
          <a:p xmlns:a="http://schemas.openxmlformats.org/drawingml/2006/main">
            <a:r>
              <a:t>training_features stores training table containing the engineered feature columns.</a:t>
            </a:r>
          </a:p>
          <a:p xmlns:a="http://schemas.openxmlformats.org/drawingml/2006/main">
            <a:r>
              <a:t/>
            </a:r>
          </a:p>
          <a:p xmlns:a="http://schemas.openxmlformats.org/drawingml/2006/main">
            <a:r>
              <a:t>validation_features = add_features(validation_data)</a:t>
            </a:r>
          </a:p>
          <a:p xmlns:a="http://schemas.openxmlformats.org/drawingml/2006/main">
            <a:r>
              <a:t>validation_features stores validation table with the same feature calculations applied.</a:t>
            </a:r>
          </a:p>
          <a:p xmlns:a="http://schemas.openxmlformats.org/drawingml/2006/main">
            <a:r>
              <a:t/>
            </a:r>
          </a:p>
          <a:p xmlns:a="http://schemas.openxmlformats.org/drawingml/2006/main">
            <a:r>
              <a:t>print(training_features[['load_pct', 'load_fraction', 'load_ambient']].head())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load_pct  load_fraction  load_ambient</a:t>
            </a:r>
          </a:p>
          <a:p xmlns:a="http://schemas.openxmlformats.org/drawingml/2006/main">
            <a:r>
              <a:t>0     59.15         0.5915     1875.6465</a:t>
            </a:r>
          </a:p>
          <a:p xmlns:a="http://schemas.openxmlformats.org/drawingml/2006/main">
            <a:r>
              <a:t>1     77.46         0.7746     2321.4762</a:t>
            </a:r>
          </a:p>
          <a:p xmlns:a="http://schemas.openxmlformats.org/drawingml/2006/main">
            <a:r>
              <a:t>2     69.60         0.6960     1382.9520</a:t>
            </a:r>
          </a:p>
          <a:p xmlns:a="http://schemas.openxmlformats.org/drawingml/2006/main">
            <a:r>
              <a:t>6     24.66         0.2466      784.4346</a:t>
            </a:r>
          </a:p>
          <a:p xmlns:a="http://schemas.openxmlformats.org/drawingml/2006/main">
            <a:r>
              <a:t>7     72.92         0.7292     2005.3000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add_features(equipment_data):</a:t>
            </a:r>
          </a:p>
          <a:p xmlns:a="http://schemas.openxmlformats.org/drawingml/2006/main">
            <a:r>
              <a:t>    extended_data = equipment_data.copy()</a:t>
            </a:r>
          </a:p>
          <a:p xmlns:a="http://schemas.openxmlformats.org/drawingml/2006/main">
            <a:r>
              <a:t>    extended_data['load_fraction'] = extended_data['load_pct'] / 100</a:t>
            </a:r>
          </a:p>
          <a:p xmlns:a="http://schemas.openxmlformats.org/drawingml/2006/main">
            <a:r>
              <a:t>    extended_data['load_ambient'] = extended_data['load_pct'] * extended_data['ambient_c']</a:t>
            </a:r>
          </a:p>
          <a:p xmlns:a="http://schemas.openxmlformats.org/drawingml/2006/main">
            <a:r>
              <a:t>    return extended_data</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training_features = add_features(training_data)</a:t>
            </a:r>
          </a:p>
          <a:p xmlns:a="http://schemas.openxmlformats.org/drawingml/2006/main">
            <a:r>
              <a:t>training_features stores training table containing the engineered feature columns.</a:t>
            </a:r>
          </a:p>
          <a:p xmlns:a="http://schemas.openxmlformats.org/drawingml/2006/main">
            <a:r>
              <a:t/>
            </a:r>
          </a:p>
          <a:p xmlns:a="http://schemas.openxmlformats.org/drawingml/2006/main">
            <a:r>
              <a:t>validation_features = add_features(validation_data)</a:t>
            </a:r>
          </a:p>
          <a:p xmlns:a="http://schemas.openxmlformats.org/drawingml/2006/main">
            <a:r>
              <a:t>validation_features stores validation table with the same feature calculations applied.</a:t>
            </a:r>
          </a:p>
          <a:p xmlns:a="http://schemas.openxmlformats.org/drawingml/2006/main">
            <a:r>
              <a:t/>
            </a:r>
          </a:p>
          <a:p xmlns:a="http://schemas.openxmlformats.org/drawingml/2006/main">
            <a:r>
              <a:t>print(training_features[['load_pct', 'load_fraction', 'load_ambient']].head())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load_pct  load_fraction  load_ambient</a:t>
            </a:r>
          </a:p>
          <a:p xmlns:a="http://schemas.openxmlformats.org/drawingml/2006/main">
            <a:r>
              <a:t>0     59.15         0.5915     1875.6465</a:t>
            </a:r>
          </a:p>
          <a:p xmlns:a="http://schemas.openxmlformats.org/drawingml/2006/main">
            <a:r>
              <a:t>1     77.46         0.7746     2321.4762</a:t>
            </a:r>
          </a:p>
          <a:p xmlns:a="http://schemas.openxmlformats.org/drawingml/2006/main">
            <a:r>
              <a:t>2     69.60         0.6960     1382.9520</a:t>
            </a:r>
          </a:p>
          <a:p xmlns:a="http://schemas.openxmlformats.org/drawingml/2006/main">
            <a:r>
              <a:t>6     24.66         0.2466      784.4346</a:t>
            </a:r>
          </a:p>
          <a:p xmlns:a="http://schemas.openxmlformats.org/drawingml/2006/main">
            <a:r>
              <a:t>7     72.92         0.7292     2005.3000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positive improvement means lower error for the extended linear_model. The four-column make_features output also includes load_fraction, but the ablation comparison uses the three specified extended columns.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mean_absolute_error(actual, predicted) averages the absolute differences of paired values. Lower is better. Both lists must have the same length and row order; the answer has the target’s unit.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
            </a:r>
          </a:p>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inputs are load and ambient temperature. The extended inputs also include their product. Train separate pipelines on the same rows and compare on the same validation rows. This isolates the effect of adding the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inputs are load and ambient temperature. The extended inputs also include their product. Train separate pipelines on the same rows and compare on the same validation rows. This isolates the effect of adding the feature.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sklearn.metrics import mean_absolute_error</a:t>
            </a:r>
          </a:p>
          <a:p xmlns:a="http://schemas.openxmlformats.org/drawingml/2006/main">
            <a:r>
              <a:t>Load the named tools. Importing a model class does not train a model.</a:t>
            </a:r>
          </a:p>
          <a:p xmlns:a="http://schemas.openxmlformats.org/drawingml/2006/main">
            <a:r>
              <a:t/>
            </a:r>
          </a:p>
          <a:p xmlns:a="http://schemas.openxmlformats.org/drawingml/2006/main">
            <a:r>
              <a:t>base_feature_columns = ['load_pct', 'ambient_c']</a:t>
            </a:r>
          </a:p>
          <a:p xmlns:a="http://schemas.openxmlformats.org/drawingml/2006/main">
            <a:r>
              <a:t>base_feature_columns stores input columns for the simpler comparison pipeline.</a:t>
            </a:r>
          </a:p>
          <a:p xmlns:a="http://schemas.openxmlformats.org/drawingml/2006/main">
            <a:r>
              <a:t/>
            </a:r>
          </a:p>
          <a:p xmlns:a="http://schemas.openxmlformats.org/drawingml/2006/main">
            <a:r>
              <a:t>extended_feature_columns = base_feature_columns + ['load_ambient']</a:t>
            </a:r>
          </a:p>
          <a:p xmlns:a="http://schemas.openxmlformats.org/drawingml/2006/main">
            <a:r>
              <a:t>extended_feature_columns stores base columns plus the interaction feature being tested.</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its own training medians and regression settings. The base model sees only base columns; the extended model sees the additional feature. Neither uses validation targets while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its own training medians and regression settings. The base model sees only base columns; the extended model sees the additional feature. Neither uses validation targets while learning.</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base_pipeline = make_pipeline(SimpleImputer(strategy='median'), LinearRegression())</a:t>
            </a:r>
          </a:p>
          <a:p xmlns:a="http://schemas.openxmlformats.org/drawingml/2006/main">
            <a:r>
              <a:t>base_pipeline stores imputer and regression model using only the base columns.</a:t>
            </a:r>
          </a:p>
          <a:p xmlns:a="http://schemas.openxmlformats.org/drawingml/2006/main">
            <a:r>
              <a:t/>
            </a:r>
          </a:p>
          <a:p xmlns:a="http://schemas.openxmlformats.org/drawingml/2006/main">
            <a:r>
              <a:t>extended_pipeline = make_pipeline(SimpleImputer(strategy='median'), LinearRegression())</a:t>
            </a:r>
          </a:p>
          <a:p xmlns:a="http://schemas.openxmlformats.org/drawingml/2006/main">
            <a:r>
              <a:t>extended_pipeline stores a separate imputer and regression model using the extended columns.</a:t>
            </a:r>
          </a:p>
          <a:p xmlns:a="http://schemas.openxmlformats.org/drawingml/2006/main">
            <a:r>
              <a:t/>
            </a:r>
          </a:p>
          <a:p xmlns:a="http://schemas.openxmlformats.org/drawingml/2006/main">
            <a:r>
              <a:t>base_pipeline.fit(training_features[base_feature_columns],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extended_pipeline.fit(training_features[extended_feature_columns],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pipeline learns its own training medians and regression settings. The base model sees only base columns; the extended model sees the additional feature. Neither uses validation targets while learning.</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base_pipeline = make_pipeline(SimpleImputer(strategy='median'), LinearRegression())</a:t>
            </a:r>
          </a:p>
          <a:p xmlns:a="http://schemas.openxmlformats.org/drawingml/2006/main">
            <a:r>
              <a:t>base_pipeline stores imputer and regression model using only the base columns.</a:t>
            </a:r>
          </a:p>
          <a:p xmlns:a="http://schemas.openxmlformats.org/drawingml/2006/main">
            <a:r>
              <a:t/>
            </a:r>
          </a:p>
          <a:p xmlns:a="http://schemas.openxmlformats.org/drawingml/2006/main">
            <a:r>
              <a:t>extended_pipeline = make_pipeline(SimpleImputer(strategy='median'), LinearRegression())</a:t>
            </a:r>
          </a:p>
          <a:p xmlns:a="http://schemas.openxmlformats.org/drawingml/2006/main">
            <a:r>
              <a:t>extended_pipeline stores a separate imputer and regression model using the extended columns.</a:t>
            </a:r>
          </a:p>
          <a:p xmlns:a="http://schemas.openxmlformats.org/drawingml/2006/main">
            <a:r>
              <a:t/>
            </a:r>
          </a:p>
          <a:p xmlns:a="http://schemas.openxmlformats.org/drawingml/2006/main">
            <a:r>
              <a:t>base_pipeline.fit(training_features[base_feature_columns],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extended_pipeline.fit(training_features[extended_feature_columns], training_data['target'])</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both alternatives on matching validation rows. mean_absolute_error compares each prediction with its observed target. Base MAE minus extended MAE is positive when the extra feature helped on this validation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both alternatives on matching validation rows. mean_absolute_error compares each prediction with its observed target. Base MAE minus extended MAE is positive when the extra feature helped on this validation set.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base_predictions = base_pipeline.predict(validation_features[base_feature_columns])</a:t>
            </a:r>
          </a:p>
          <a:p xmlns:a="http://schemas.openxmlformats.org/drawingml/2006/main">
            <a:r>
              <a:t>base_predictions stores validation predictions from the base pipeline.</a:t>
            </a:r>
          </a:p>
          <a:p xmlns:a="http://schemas.openxmlformats.org/drawingml/2006/main">
            <a:r>
              <a:t/>
            </a:r>
          </a:p>
          <a:p xmlns:a="http://schemas.openxmlformats.org/drawingml/2006/main">
            <a:r>
              <a:t>base_absolute_error = mean_absolute_error(validation_data['target'], base_predictions)</a:t>
            </a:r>
          </a:p>
          <a:p xmlns:a="http://schemas.openxmlformats.org/drawingml/2006/main">
            <a:r>
              <a:t>base_absolute_error stores validation mean absolute error for the base pipeline.</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extended_predictions: validation predictions from the extended pipeline.</a:t>
            </a:r>
          </a:p>
          <a:p xmlns:a="http://schemas.openxmlformats.org/drawingml/2006/main">
            <a:r>
              <a:t/>
            </a:r>
          </a:p>
          <a:p xmlns:a="http://schemas.openxmlformats.org/drawingml/2006/main">
            <a:r>
              <a:t>extended_absolute_error: validation mean absolute error for the extended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extended_predictions: validation predictions from the extended pipeline.</a:t>
            </a:r>
          </a:p>
          <a:p xmlns:a="http://schemas.openxmlformats.org/drawingml/2006/main">
            <a:r>
              <a:t/>
            </a:r>
          </a:p>
          <a:p xmlns:a="http://schemas.openxmlformats.org/drawingml/2006/main">
            <a:r>
              <a:t>extended_absolute_error: validation mean absolute error for the extended pipeline.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extended_predictions = extended_pipeline.predict(validation_features[extended_feature_columns])</a:t>
            </a:r>
          </a:p>
          <a:p xmlns:a="http://schemas.openxmlformats.org/drawingml/2006/main">
            <a:r>
              <a:t>extended_predictions stores validation predictions from the extended pipeline.</a:t>
            </a:r>
          </a:p>
          <a:p xmlns:a="http://schemas.openxmlformats.org/drawingml/2006/main">
            <a:r>
              <a:t/>
            </a:r>
          </a:p>
          <a:p xmlns:a="http://schemas.openxmlformats.org/drawingml/2006/main">
            <a:r>
              <a:t>extended_absolute_error = mean_absolute_error(validation_data['target'], extended_predictions)</a:t>
            </a:r>
          </a:p>
          <a:p xmlns:a="http://schemas.openxmlformats.org/drawingml/2006/main">
            <a:r>
              <a:t>extended_absolute_error stores validation mean absolute error for the extended pipeline.</a:t>
            </a:r>
          </a:p>
          <a:p xmlns:a="http://schemas.openxmlformats.org/drawingml/2006/main">
            <a:r>
              <a:t/>
            </a:r>
          </a:p>
          <a:p xmlns:a="http://schemas.openxmlformats.org/drawingml/2006/main">
            <a:r>
              <a:t>print(round(base_absolute_error, 4), round(extended_absolute_error,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print(round(base_absolute_error - 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0.7427 0.7476</a:t>
            </a:r>
          </a:p>
          <a:p xmlns:a="http://schemas.openxmlformats.org/drawingml/2006/main">
            <a:r>
              <a:t>-0.005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extended_predictions: validation predictions from the extended pipeline.</a:t>
            </a:r>
          </a:p>
          <a:p xmlns:a="http://schemas.openxmlformats.org/drawingml/2006/main">
            <a:r>
              <a:t/>
            </a:r>
          </a:p>
          <a:p xmlns:a="http://schemas.openxmlformats.org/drawingml/2006/main">
            <a:r>
              <a:t>extended_absolute_error: validation mean absolute error for the extended pipeline.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extended_predictions = extended_pipeline.predict(validation_features[extended_feature_columns])</a:t>
            </a:r>
          </a:p>
          <a:p xmlns:a="http://schemas.openxmlformats.org/drawingml/2006/main">
            <a:r>
              <a:t>extended_predictions stores validation predictions from the extended pipeline.</a:t>
            </a:r>
          </a:p>
          <a:p xmlns:a="http://schemas.openxmlformats.org/drawingml/2006/main">
            <a:r>
              <a:t/>
            </a:r>
          </a:p>
          <a:p xmlns:a="http://schemas.openxmlformats.org/drawingml/2006/main">
            <a:r>
              <a:t>extended_absolute_error = mean_absolute_error(validation_data['target'], extended_predictions)</a:t>
            </a:r>
          </a:p>
          <a:p xmlns:a="http://schemas.openxmlformats.org/drawingml/2006/main">
            <a:r>
              <a:t>extended_absolute_error stores validation mean absolute error for the extended pipeline.</a:t>
            </a:r>
          </a:p>
          <a:p xmlns:a="http://schemas.openxmlformats.org/drawingml/2006/main">
            <a:r>
              <a:t/>
            </a:r>
          </a:p>
          <a:p xmlns:a="http://schemas.openxmlformats.org/drawingml/2006/main">
            <a:r>
              <a:t>print(round(base_absolute_error, 4), round(extended_absolute_error,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print(round(base_absolute_error - extended_absolute_error,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0.7427 0.7476</a:t>
            </a:r>
          </a:p>
          <a:p xmlns:a="http://schemas.openxmlformats.org/drawingml/2006/main">
            <a:r>
              <a:t>-0.005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original function names and return types. Do not read a fixed CSV inside the assessed function: hidden tests supply different equipment_records. The separate calling cell reads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a:t>
            </a:r>
          </a:p>
          <a:p xmlns:a="http://schemas.openxmlformats.org/drawingml/2006/main">
            <a:r>
              <a:t>series.to_dict() maps Series labels to values. equipment_data.to_dict("records") instead returns a list of row dictionaries. Choose the form required by the assignment.</a:t>
            </a:r>
          </a:p>
          <a:p xmlns:a="http://schemas.openxmlformats.org/drawingml/2006/main">
            <a:r>
              <a:t/>
            </a:r>
          </a:p>
          <a:p xmlns:a="http://schemas.openxmlformats.org/drawingml/2006/main">
            <a:r>
              <a:t>A table from Python values</a:t>
            </a:r>
          </a:p>
          <a:p xmlns:a="http://schemas.openxmlformats.org/drawingml/2006/main">
            <a:r>
              <a:t>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Grouping rows</a:t>
            </a:r>
          </a:p>
          <a:p xmlns:a="http://schemas.openxmlformats.org/drawingml/2006/main">
            <a:r>
              <a:t>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Grouping rows: 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mean_load_by_equipment(equipment_records):</a:t>
            </a:r>
          </a:p>
          <a:p xmlns:a="http://schemas.openxmlformats.org/drawingml/2006/main">
            <a:r>
              <a:t>    equipment_data = pd.DataFrame(equipment_records)</a:t>
            </a:r>
          </a:p>
          <a:p xmlns:a="http://schemas.openxmlformats.org/drawingml/2006/main">
            <a:r>
              <a:t>    mean_load_by_equipment_group = equipment_data.groupby('equipment_id')['load_pct'].mean()</a:t>
            </a:r>
          </a:p>
          <a:p xmlns:a="http://schemas.openxmlformats.org/drawingml/2006/main">
            <a:r>
              <a:t>    return mean_load_by_equipment_group.to_dict()</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equipment_records = raw_data.to_dict('records')</a:t>
            </a:r>
          </a:p>
          <a:p xmlns:a="http://schemas.openxmlformats.org/drawingml/2006/main">
            <a:r>
              <a:t>equipment_records stores the input list of row dictionaries supplied to the function.</a:t>
            </a:r>
          </a:p>
          <a:p xmlns:a="http://schemas.openxmlformats.org/drawingml/2006/main">
            <a:r>
              <a:t/>
            </a:r>
          </a:p>
          <a:p xmlns:a="http://schemas.openxmlformats.org/drawingml/2006/main">
            <a:r>
              <a:t>print(mean_load_by_equipment(equipment_records))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{'E1': 54.9475, 'E2': 61.326, 'E3': 53.46933333333333, 'E4': 66.854, 'E5': 48.10133333333333, 'E6': 51.54}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Name this cohort’s target and its unit exactly as displayed. Each row is one operating observation, while equipment_id can repeat across several observations.</a:t>
            </a:r>
          </a:p>
          <a:p xmlns:a="http://schemas.openxmlformats.org/drawingml/2006/main">
            <a:r>
              <a:t/>
            </a:r>
          </a:p>
          <a:p xmlns:a="http://schemas.openxmlformats.org/drawingml/2006/main">
            <a:r>
              <a:t>Worked illustration / lecturer answer</a:t>
            </a:r>
          </a:p>
          <a:p xmlns:a="http://schemas.openxmlformats.org/drawingml/2006/main">
            <a:r>
              <a:t>Explain record_id as the identifier of an observation, load_pct as load expressed in percent and ambient_c as temperature in degrees Celsius. The target records the known answer in training data.</a:t>
            </a:r>
          </a:p>
          <a:p xmlns:a="http://schemas.openxmlformats.org/drawingml/2006/main">
            <a:r>
              <a:t/>
            </a:r>
          </a:p>
          <a:p xmlns:a="http://schemas.openxmlformats.org/drawingml/2006/main">
            <a:r>
              <a:t>Misconception to address</a:t>
            </a:r>
          </a:p>
          <a:p xmlns:a="http://schemas.openxmlformats.org/drawingml/2006/main">
            <a:r>
              <a:t>These are synthetic examples for learning. They do not establish a calibrated physical relationship or justify operation of real equipment.</a:t>
            </a:r>
          </a:p>
          <a:p xmlns:a="http://schemas.openxmlformats.org/drawingml/2006/main">
            <a:r>
              <a:t/>
            </a:r>
          </a:p>
          <a:p xmlns:a="http://schemas.openxmlformats.org/drawingml/2006/main">
            <a:r>
              <a:t>On this slide</a:t>
            </a:r>
          </a:p>
          <a:p xmlns:a="http://schemas.openxmlformats.org/drawingml/2006/main">
            <a:r>
              <a:t>Investigate building cooling load.</a:t>
            </a:r>
          </a:p>
          <a:p xmlns:a="http://schemas.openxmlformats.org/drawingml/2006/main">
            <a:r>
              <a:t/>
            </a:r>
          </a:p>
          <a:p xmlns:a="http://schemas.openxmlformats.org/drawingml/2006/main">
            <a:r>
              <a:t>Target units: kW.</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make_features(feature_records)</a:t>
            </a:r>
          </a:p>
          <a:p xmlns:a="http://schemas.openxmlformats.org/drawingml/2006/main">
            <a:r>
              <a:t/>
            </a:r>
          </a:p>
          <a:p xmlns:a="http://schemas.openxmlformats.org/drawingml/2006/main">
            <a:r>
              <a:t>Return one feature row per input, in order: [load_pct, ambient_c, load_pct/100, load_pct*ambient_c].</a:t>
            </a:r>
          </a:p>
          <a:p xmlns:a="http://schemas.openxmlformats.org/drawingml/2006/main">
            <a:r>
              <a:t/>
            </a:r>
          </a:p>
          <a:p xmlns:a="http://schemas.openxmlformats.org/drawingml/2006/main">
            <a:r>
              <a:t>Use inputs available at prediction time only.</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ablation_metrics(training_records, validation_records)</a:t>
            </a:r>
          </a:p>
          <a:p xmlns:a="http://schemas.openxmlformats.org/drawingml/2006/main">
            <a:r>
              <a:t/>
            </a:r>
          </a:p>
          <a:p xmlns:a="http://schemas.openxmlformats.org/drawingml/2006/main">
            <a: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r>
              <a:t>Evaluate both on the same validation records.</a:t>
            </a:r>
          </a:p>
          <a:p xmlns:a="http://schemas.openxmlformats.org/drawingml/2006/main">
            <a:r>
              <a:t/>
            </a:r>
          </a:p>
          <a:p xmlns:a="http://schemas.openxmlformats.org/drawingml/2006/main">
            <a:r>
              <a:t>Return base_mae, extended_mae and improvement=base_mae-extended_mae, without rounding.</a:t>
            </a:r>
          </a:p>
          <a:p xmlns:a="http://schemas.openxmlformats.org/drawingml/2006/main">
            <a:r>
              <a:t/>
            </a:r>
          </a:p>
          <a:p xmlns:a="http://schemas.openxmlformats.org/drawingml/2006/main">
            <a:r>
              <a:t>Inputs are complete; never fit on validation targets.</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and ablation submission</a:t>
            </a:r>
          </a:p>
          <a:p xmlns:a="http://schemas.openxmlformats.org/drawingml/2006/main">
            <a:r>
              <a:t>Explanation to give</a:t>
            </a:r>
          </a:p>
          <a:p xmlns:a="http://schemas.openxmlformats.org/drawingml/2006/main">
            <a:r>
              <a:t>This slide hands over CML3112 W11.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2026-11-24T11:00:00+03:00.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17 Nov 2026, 11:00 Kampala</a:t>
            </a:r>
          </a:p>
          <a:p xmlns:a="http://schemas.openxmlformats.org/drawingml/2006/main">
            <a:r>
              <a:t/>
            </a:r>
          </a:p>
          <a:p xmlns:a="http://schemas.openxmlformats.org/drawingml/2006/main">
            <a:r>
              <a:t>Deadline: 24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15 Dec 2026, 11:00 Kampala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11 quiz</a:t>
            </a:r>
          </a:p>
          <a:p xmlns:a="http://schemas.openxmlformats.org/drawingml/2006/main">
            <a:r>
              <a:t>Explanation to give</a:t>
            </a:r>
          </a:p>
          <a:p xmlns:a="http://schemas.openxmlformats.org/drawingml/2006/main">
            <a:r>
              <a:t>This is the CML3112 Week 1 quiz. The student link opens the response form; it does not activate its window. In Quiz Controls use open_W1_CML3112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Explain why a calculated input may help and test the idea under an unchanged validation protocol.</a:t>
            </a:r>
          </a:p>
          <a:p xmlns:a="http://schemas.openxmlformats.org/drawingml/2006/main">
            <a:r>
              <a:t/>
            </a:r>
          </a:p>
          <a:p xmlns:a="http://schemas.openxmlformats.org/drawingml/2006/main">
            <a:r>
              <a:t>Worked illustration / lecturer answer</a:t>
            </a:r>
          </a:p>
          <a:p xmlns:a="http://schemas.openxmlformats.org/drawingml/2006/main">
            <a:r>
              <a:t>If validation MAE falls from 5 to 4 after adding one feature, the reduction is 1 target unit, or 20%. A comparison on a different split cannot isolate that change.</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state the new feature’s meaning and calculate an improvement correctly.</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93a614ffe24c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4f238a3b1643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bb5807cd6f40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2163c4431742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408981ccb948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83e01d6d3542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621F16-D464-4EF1-945F-B04CB056119B}"/>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059148-7892-4958-993F-88A6DAE2BB9B}"/>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4F2CE7-4E2A-4779-AFF6-2E9C9AE1C426}"/>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9C1605-1A40-4AB1-9D59-E4654F45DFF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0B07FB-5206-4C94-A70F-220F85BD0D9C}"/>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DB1D67-AC48-45B9-9863-AB795ECCDB5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E24197-890A-42CC-98C7-8C6A204A7592}"/>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D469CF-E920-414C-881A-A8451940D73F}"/>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FFCB7D-3E8E-408C-9E64-A8AF16B9D23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48E28E-3A38-48B6-A531-6F96B9A64E5F}"/>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beb98004da45d0" /><Relationship Type="http://schemas.openxmlformats.org/officeDocument/2006/relationships/slideLayout" Target="/ppt/slideLayouts/slideLayout1.xml" Id="R3ed6b6a147e24308" /><Relationship Type="http://schemas.openxmlformats.org/officeDocument/2006/relationships/slideLayout" Target="/ppt/slideLayouts/slideLayout2.xml" Id="R7276b3a41bd9478e" /><Relationship Type="http://schemas.openxmlformats.org/officeDocument/2006/relationships/slideLayout" Target="/ppt/slideLayouts/slideLayout3.xml" Id="R7897849d1b0144db" /><Relationship Type="http://schemas.openxmlformats.org/officeDocument/2006/relationships/slideLayout" Target="/ppt/slideLayouts/slideLayout4.xml" Id="R5eab85d28edd4d2a" /><Relationship Type="http://schemas.openxmlformats.org/officeDocument/2006/relationships/slideLayout" Target="/ppt/slideLayouts/slideLayout5.xml" Id="Ra3f5c1ccb9fb4f3b" /><Relationship Type="http://schemas.openxmlformats.org/officeDocument/2006/relationships/slideLayout" Target="/ppt/slideLayouts/slideLayout6.xml" Id="R43a85b619efa49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d6b6a147e24308"/>
    <p:sldLayoutId xmlns:r="http://schemas.openxmlformats.org/officeDocument/2006/relationships" id="2147483650" r:id="R7276b3a41bd9478e"/>
    <p:sldLayoutId xmlns:r="http://schemas.openxmlformats.org/officeDocument/2006/relationships" id="2147483651" r:id="R7897849d1b0144db"/>
    <p:sldLayoutId xmlns:r="http://schemas.openxmlformats.org/officeDocument/2006/relationships" id="2147483652" r:id="R5eab85d28edd4d2a"/>
    <p:sldLayoutId xmlns:r="http://schemas.openxmlformats.org/officeDocument/2006/relationships" id="2147483653" r:id="Ra3f5c1ccb9fb4f3b"/>
    <p:sldLayoutId xmlns:r="http://schemas.openxmlformats.org/officeDocument/2006/relationships" id="2147483654" r:id="R43a85b619efa49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861006c8c44d18" /><Relationship Type="http://schemas.openxmlformats.org/officeDocument/2006/relationships/image" Target="/ppt/media/image.png" Id="R5e8f45e8b1024654" /><Relationship Type="http://schemas.openxmlformats.org/officeDocument/2006/relationships/notesSlide" Target="/ppt/notesSlides/notesSlide1.xml" Id="R690ffdced1c64d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290055fd8a4554" /><Relationship Type="http://schemas.openxmlformats.org/officeDocument/2006/relationships/notesSlide" Target="/ppt/notesSlides/notesSlide2.xml" Id="R9a3c0c4bc6a64d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d45235d8a64551" /><Relationship Type="http://schemas.openxmlformats.org/officeDocument/2006/relationships/notesSlide" Target="/ppt/notesSlides/notesSlide3.xml" Id="R95bc26d4259f4d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a96c5294db4abf" /><Relationship Type="http://schemas.openxmlformats.org/officeDocument/2006/relationships/notesSlide" Target="/ppt/notesSlides/notesSlide4.xml" Id="R4ae24be8acc747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b294c377e149e6" /><Relationship Type="http://schemas.openxmlformats.org/officeDocument/2006/relationships/notesSlide" Target="/ppt/notesSlides/notesSlide5.xml" Id="Rdc45b919fd744c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b01790b8044f9c" /><Relationship Type="http://schemas.openxmlformats.org/officeDocument/2006/relationships/notesSlide" Target="/ppt/notesSlides/notesSlide6.xml" Id="R64a7e06a4a8349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f7b4489dd94241" /><Relationship Type="http://schemas.openxmlformats.org/officeDocument/2006/relationships/notesSlide" Target="/ppt/notesSlides/notesSlide7.xml" Id="R536e010c2a0a4c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a53fcd1db0485e" /><Relationship Type="http://schemas.openxmlformats.org/officeDocument/2006/relationships/notesSlide" Target="/ppt/notesSlides/notesSlide8.xml" Id="R8a5548c363b748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1457885b7945d5" /><Relationship Type="http://schemas.openxmlformats.org/officeDocument/2006/relationships/notesSlide" Target="/ppt/notesSlides/notesSlide9.xml" Id="R2b134e31e8ec41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91fba6f6ff64b38" /><Relationship Type="http://schemas.openxmlformats.org/officeDocument/2006/relationships/notesSlide" Target="/ppt/notesSlides/notesSlide10.xml" Id="R681bf2e7959743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afe30eab7e4ccf" /><Relationship Type="http://schemas.openxmlformats.org/officeDocument/2006/relationships/notesSlide" Target="/ppt/notesSlides/notesSlide11.xml" Id="R90ff3569c36f49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c1e0fb5d3ab483c" /><Relationship Type="http://schemas.openxmlformats.org/officeDocument/2006/relationships/notesSlide" Target="/ppt/notesSlides/notesSlide12.xml" Id="R3028b8cda9d640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d8ec6867ec4051" /><Relationship Type="http://schemas.openxmlformats.org/officeDocument/2006/relationships/notesSlide" Target="/ppt/notesSlides/notesSlide13.xml" Id="R035dd1f13d9340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930f296c454492" /><Relationship Type="http://schemas.openxmlformats.org/officeDocument/2006/relationships/notesSlide" Target="/ppt/notesSlides/notesSlide14.xml" Id="R48f719638a5945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6957268db5343f2" /><Relationship Type="http://schemas.openxmlformats.org/officeDocument/2006/relationships/notesSlide" Target="/ppt/notesSlides/notesSlide15.xml" Id="R28915be33e9242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0106bffa954e74" /><Relationship Type="http://schemas.openxmlformats.org/officeDocument/2006/relationships/notesSlide" Target="/ppt/notesSlides/notesSlide16.xml" Id="R11f146441d8d45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b80b9a653c44109" /><Relationship Type="http://schemas.openxmlformats.org/officeDocument/2006/relationships/notesSlide" Target="/ppt/notesSlides/notesSlide17.xml" Id="Ra4467816b33c4d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42bd58de8774389" /><Relationship Type="http://schemas.openxmlformats.org/officeDocument/2006/relationships/image" Target="/ppt/media/image2.png" Id="R695664f5cf274ad6" /><Relationship Type="http://schemas.openxmlformats.org/officeDocument/2006/relationships/notesSlide" Target="/ppt/notesSlides/notesSlide18.xml" Id="R18c79f28a8ff4a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e0fe8e79a5645e6" /><Relationship Type="http://schemas.openxmlformats.org/officeDocument/2006/relationships/notesSlide" Target="/ppt/notesSlides/notesSlide19.xml" Id="R2b4c0842b1ba40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8a5469a906d4721" /><Relationship Type="http://schemas.openxmlformats.org/officeDocument/2006/relationships/notesSlide" Target="/ppt/notesSlides/notesSlide20.xml" Id="Rece622d1fcad45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13e281743e414f" /><Relationship Type="http://schemas.openxmlformats.org/officeDocument/2006/relationships/notesSlide" Target="/ppt/notesSlides/notesSlide21.xml" Id="R5140c092c6c94d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31472b09d4b4b92" /><Relationship Type="http://schemas.openxmlformats.org/officeDocument/2006/relationships/notesSlide" Target="/ppt/notesSlides/notesSlide22.xml" Id="R92cd6f64d42c451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b2eb075019e4ba3" /><Relationship Type="http://schemas.openxmlformats.org/officeDocument/2006/relationships/notesSlide" Target="/ppt/notesSlides/notesSlide23.xml" Id="R1ee67898aa0345a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cca75e19ded4699" /><Relationship Type="http://schemas.openxmlformats.org/officeDocument/2006/relationships/notesSlide" Target="/ppt/notesSlides/notesSlide24.xml" Id="Rb1bf10d4c231416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8c6cf59475d41d7" /><Relationship Type="http://schemas.openxmlformats.org/officeDocument/2006/relationships/notesSlide" Target="/ppt/notesSlides/notesSlide25.xml" Id="R2228c35dbae249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ec1eb664a6845bc" /><Relationship Type="http://schemas.openxmlformats.org/officeDocument/2006/relationships/notesSlide" Target="/ppt/notesSlides/notesSlide26.xml" Id="R5a17fdca9b2e423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e11f355e0da48d6" /><Relationship Type="http://schemas.openxmlformats.org/officeDocument/2006/relationships/notesSlide" Target="/ppt/notesSlides/notesSlide27.xml" Id="Rbc3f8ad802cd4f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8f6481470f749c8" /><Relationship Type="http://schemas.openxmlformats.org/officeDocument/2006/relationships/notesSlide" Target="/ppt/notesSlides/notesSlide28.xml" Id="Rd28fae60d8914a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7bfbeec9d8b4e2b" /><Relationship Type="http://schemas.openxmlformats.org/officeDocument/2006/relationships/notesSlide" Target="/ppt/notesSlides/notesSlide29.xml" Id="R38f284e37e524d6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f548a1c677346bf" /><Relationship Type="http://schemas.openxmlformats.org/officeDocument/2006/relationships/notesSlide" Target="/ppt/notesSlides/notesSlide30.xml" Id="R7512353df23a4bb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f05b0fe9e864565" /><Relationship Type="http://schemas.openxmlformats.org/officeDocument/2006/relationships/notesSlide" Target="/ppt/notesSlides/notesSlide31.xml" Id="Ra7fa28a8b6f7427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f7f267c007c04ca1" /><Relationship Type="http://schemas.openxmlformats.org/officeDocument/2006/relationships/notesSlide" Target="/ppt/notesSlides/notesSlide32.xml" Id="R4b08dfb160d84f6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c904fb380764a77" /><Relationship Type="http://schemas.openxmlformats.org/officeDocument/2006/relationships/notesSlide" Target="/ppt/notesSlides/notesSlide33.xml" Id="Rc4c1349505e5434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898e6f8a39f4226" /><Relationship Type="http://schemas.openxmlformats.org/officeDocument/2006/relationships/notesSlide" Target="/ppt/notesSlides/notesSlide34.xml" Id="Rf377e7262ed6483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ee83dc5ca594048" /><Relationship Type="http://schemas.openxmlformats.org/officeDocument/2006/relationships/notesSlide" Target="/ppt/notesSlides/notesSlide35.xml" Id="Rc48187946eb34bd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aa1dbcbcb6846b7" /><Relationship Type="http://schemas.openxmlformats.org/officeDocument/2006/relationships/notesSlide" Target="/ppt/notesSlides/notesSlide36.xml" Id="Rdde05857c38543c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531d86bb6e24e5d" /><Relationship Type="http://schemas.openxmlformats.org/officeDocument/2006/relationships/notesSlide" Target="/ppt/notesSlides/notesSlide37.xml" Id="R15c5ab119abc4cd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8dc384ca00c42ec" /><Relationship Type="http://schemas.openxmlformats.org/officeDocument/2006/relationships/notesSlide" Target="/ppt/notesSlides/notesSlide38.xml" Id="R0981218abd1f444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0db88fccada40e2" /><Relationship Type="http://schemas.openxmlformats.org/officeDocument/2006/relationships/notesSlide" Target="/ppt/notesSlides/notesSlide39.xml" Id="Rfa8cc2e357644f2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0ba3f0e0f284357" /><Relationship Type="http://schemas.openxmlformats.org/officeDocument/2006/relationships/notesSlide" Target="/ppt/notesSlides/notesSlide40.xml" Id="R1bda141ad97a41f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bb67b95a6e34a8f" /><Relationship Type="http://schemas.openxmlformats.org/officeDocument/2006/relationships/notesSlide" Target="/ppt/notesSlides/notesSlide41.xml" Id="R780a9f023620468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cd98677933f443e" /><Relationship Type="http://schemas.openxmlformats.org/officeDocument/2006/relationships/notesSlide" Target="/ppt/notesSlides/notesSlide42.xml" Id="R5e63d754a15a476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6afaa0b28284c60" /><Relationship Type="http://schemas.openxmlformats.org/officeDocument/2006/relationships/notesSlide" Target="/ppt/notesSlides/notesSlide43.xml" Id="R15768bccb9824b3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6abe0e7af0e4d5d" /><Relationship Type="http://schemas.openxmlformats.org/officeDocument/2006/relationships/notesSlide" Target="/ppt/notesSlides/notesSlide44.xml" Id="R6a02752a2122450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0895257377d47ef" /><Relationship Type="http://schemas.openxmlformats.org/officeDocument/2006/relationships/notesSlide" Target="/ppt/notesSlides/notesSlide45.xml" Id="R0efc42fc1f794f2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f4f6754dc4b4d3f" /><Relationship Type="http://schemas.openxmlformats.org/officeDocument/2006/relationships/notesSlide" Target="/ppt/notesSlides/notesSlide46.xml" Id="R0d296638a03e4dd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921c1c25b1845c9" /><Relationship Type="http://schemas.openxmlformats.org/officeDocument/2006/relationships/hyperlink" Target="https://docs.google.com/forms/d/e/1FAIpQLSfSqUcR9TgY7f1c7HXO9KGM3C2yXm1r7V2rQl2WEubwZir8iw/viewform" TargetMode="External" Id="R05a6dcf5b7bb4421" /><Relationship Type="http://schemas.openxmlformats.org/officeDocument/2006/relationships/notesSlide" Target="/ppt/notesSlides/notesSlide47.xml" Id="Reabd4b26201f4e8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4feb19e83ad4f6f" /><Relationship Type="http://schemas.openxmlformats.org/officeDocument/2006/relationships/notesSlide" Target="/ppt/notesSlides/notesSlide48.xml" Id="Rf9208b8552f54ea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37517914cbb4727" /><Relationship Type="http://schemas.openxmlformats.org/officeDocument/2006/relationships/image" Target="/ppt/media/image3.png" Id="R51defde98e224990" /><Relationship Type="http://schemas.openxmlformats.org/officeDocument/2006/relationships/hyperlink" Target="https://forms.gle/FTSCoDUMmcwSYPc78" TargetMode="External" Id="Rcf0108966dd64e10" /><Relationship Type="http://schemas.openxmlformats.org/officeDocument/2006/relationships/notesSlide" Target="/ppt/notesSlides/notesSlide49.xml" Id="R0e88bfd06bf14ed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7ff6ec3fdf94637" /><Relationship Type="http://schemas.openxmlformats.org/officeDocument/2006/relationships/notesSlide" Target="/ppt/notesSlides/notesSlide50.xml" Id="R083e35792c8d42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BDE73F5-717A-496D-B600-CC8BFCBEF333}"/>
              </a:ext>
            </a:extLst>
          </p:cNvPr>
          <p:cNvPicPr>
            <a:picLocks xmlns:a="http://schemas.openxmlformats.org/drawingml/2006/main" noChangeAspect="1"/>
          </p:cNvPicPr>
          <p:nvPr/>
        </p:nvPicPr>
        <p:blipFill>
          <a:blip xmlns:r="http://schemas.openxmlformats.org/officeDocument/2006/relationships" xmlns:a="http://schemas.openxmlformats.org/drawingml/2006/main" r:embed="R5e8f45e8b1024654"/>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B67B3F-92A6-47B8-86A5-F9D5DEB3F7AA}"/>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F817FB-403C-4574-9001-F5BED83C7916}"/>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11</a:t>
            </a:r>
          </a:p>
        </p:txBody>
      </p:sp>
      <p:sp>
        <p:nvSpPr>
          <p:cNvPr id="4" name="">
            <a:extLst xmlns:a="http://schemas.openxmlformats.org/drawingml/2006/main">
              <a:ext uri="{FF2B5EF4-FFF2-40B4-BE49-F238E27FC236}">
                <a16:creationId xmlns:a16="http://schemas.microsoft.com/office/drawing/2014/main" id="{A1A0ECBF-D712-4DF3-B599-559CF5FF34DD}"/>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Creating and testing a useful feature</a:t>
            </a:r>
          </a:p>
        </p:txBody>
      </p:sp>
      <p:sp>
        <p:nvSpPr>
          <p:cNvPr id="5" name="">
            <a:extLst xmlns:a="http://schemas.openxmlformats.org/drawingml/2006/main">
              <a:ext uri="{FF2B5EF4-FFF2-40B4-BE49-F238E27FC236}">
                <a16:creationId xmlns:a16="http://schemas.microsoft.com/office/drawing/2014/main" id="{F00F5D82-B741-4A10-B08A-D2374F86BD96}"/>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D8D0DFD7-656D-4CF8-BE94-8DF849AA4861}"/>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17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9756534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609AA5-679E-4C69-8848-817239EA91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2A9DBB-BEF2-49F2-90FE-22C2511CA3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0448DD7-EBFB-4643-8021-2CF0D992B3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F0CAD18C-D7BD-4989-84E0-DD11E0F800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9FED0A-B36B-4D58-A9E3-BCA6875F252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03FFED-ACB9-4924-9FD3-5BFCB1C03BC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tables for this week’s data work. Explain the decisions and check the outputs.</a:t>
            </a:r>
          </a:p>
        </p:txBody>
      </p:sp>
      <p:sp>
        <p:nvSpPr>
          <p:cNvPr id="7" name="">
            <a:extLst xmlns:a="http://schemas.openxmlformats.org/drawingml/2006/main">
              <a:ext uri="{FF2B5EF4-FFF2-40B4-BE49-F238E27FC236}">
                <a16:creationId xmlns:a16="http://schemas.microsoft.com/office/drawing/2014/main" id="{A1E2DACD-0300-4208-AC93-2951D711B6A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Complete the issued function interfaces and written evidence using the demonstrated workflow.</a:t>
            </a:r>
          </a:p>
        </p:txBody>
      </p:sp>
      <p:sp>
        <p:nvSpPr>
          <p:cNvPr id="8" name="">
            <a:extLst xmlns:a="http://schemas.openxmlformats.org/drawingml/2006/main">
              <a:ext uri="{FF2B5EF4-FFF2-40B4-BE49-F238E27FC236}">
                <a16:creationId xmlns:a16="http://schemas.microsoft.com/office/drawing/2014/main" id="{526D534F-567A-4B63-9627-577E6F954B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a:t>
            </a:r>
          </a:p>
        </p:txBody>
      </p:sp>
    </p:spTree>
    <p:extLst>
      <p:ext uri="{BB962C8B-B14F-4D97-AF65-F5344CB8AC3E}">
        <p14:creationId xmlns:p14="http://schemas.microsoft.com/office/powerpoint/2010/main" val="18176911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B8B2E6-DAE3-4CC8-8D42-C22ADD4607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B8FDF5-8FE6-4A3E-B103-741CC06792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8A2FD85-DBB8-43D8-91B1-27B52551AD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93861DEF-9272-419E-A26E-EAEA98E87F3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8DF0CE-FA06-4F92-B518-F2AC6246683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0125C6-04E9-467A-8892-12CC732B0A0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6C29A78E-3F8C-4E6B-A067-29E23FB5036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704C6656-FF7C-4DB9-8B85-22D20959B1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a:t>
            </a:r>
          </a:p>
        </p:txBody>
      </p:sp>
    </p:spTree>
    <p:extLst>
      <p:ext uri="{BB962C8B-B14F-4D97-AF65-F5344CB8AC3E}">
        <p14:creationId xmlns:p14="http://schemas.microsoft.com/office/powerpoint/2010/main" val="5713887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648A43-E8D3-4F6F-AD99-44659AAD31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9ECA85-4928-4617-A975-A31DB36329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FF10528-5D36-4675-ACC2-131BA7B812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FC5EE89A-0671-44D8-92DB-851923DABBC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EFA4004-A743-417A-A82D-A99E1380FEB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51C5352A-BAB5-4BEF-B270-50B59741A8E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3F1867E-030A-4749-B487-14E34223B7B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D07B7B70-5E50-4913-94B9-594FF5A4E07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F6840E7-49FE-4EAB-B57D-E7BF31D158D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8BA8F2AB-BD5D-4A64-B4A9-F9945EC848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a:t>
            </a:r>
          </a:p>
        </p:txBody>
      </p:sp>
    </p:spTree>
    <p:extLst>
      <p:ext uri="{BB962C8B-B14F-4D97-AF65-F5344CB8AC3E}">
        <p14:creationId xmlns:p14="http://schemas.microsoft.com/office/powerpoint/2010/main" val="9512140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E57B65-D7F0-4C42-9E8E-2B290D7C9B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F3458D-CAE9-4BC3-84AC-E7A130B0586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F02D50E-3263-462A-B934-53BA1759686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C476E09-E623-4A45-80D9-AD8562F639D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7E9572-8612-4BDE-8948-A99BCE217E8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4557EA-D217-4C5C-9256-112F8209884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2C34FA4B-6158-4555-B8AE-7FD05329B2C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E6458413-96B9-47C8-8DEF-C733805ABE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5</a:t>
            </a:r>
          </a:p>
        </p:txBody>
      </p:sp>
    </p:spTree>
    <p:extLst>
      <p:ext uri="{BB962C8B-B14F-4D97-AF65-F5344CB8AC3E}">
        <p14:creationId xmlns:p14="http://schemas.microsoft.com/office/powerpoint/2010/main" val="21181872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C4E83E-EC1E-4DC1-8D72-44213BB3AC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4D1B3D-E7C6-45E9-8381-F7549B894F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7FDDA46-E51D-4E78-A564-4702B66D492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57CE25DC-AAD8-4B7C-9D04-E615423F26C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53C504-E038-4FC2-907F-084816FE79C0}"/>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61B9716B-6FC5-4320-A5FB-CADFCAC7AD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6</a:t>
            </a:r>
          </a:p>
        </p:txBody>
      </p:sp>
    </p:spTree>
    <p:extLst>
      <p:ext uri="{BB962C8B-B14F-4D97-AF65-F5344CB8AC3E}">
        <p14:creationId xmlns:p14="http://schemas.microsoft.com/office/powerpoint/2010/main" val="20107093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7309CFE-4CB7-43DC-BF4C-682B6F74F0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D2BD7F-75AD-49C7-9661-2DF6630A3E0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AFBECD0-D617-4728-A0DF-FFBE5113FD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4418BB1F-4F80-4746-B7A0-4884E274471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1B8A94-BB4F-48FD-87D4-FD1B28E8181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C50AA35B-F2CB-4299-8F38-C0752AF6D75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1A0C251F-E445-445B-B8D2-1E831406364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1B37CD6-D7D9-424F-B5D0-A950C71691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7</a:t>
            </a:r>
          </a:p>
        </p:txBody>
      </p:sp>
    </p:spTree>
    <p:extLst>
      <p:ext uri="{BB962C8B-B14F-4D97-AF65-F5344CB8AC3E}">
        <p14:creationId xmlns:p14="http://schemas.microsoft.com/office/powerpoint/2010/main" val="9425388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20D649-0CC9-4F79-BF2B-22999390B4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6C3DD0-2081-4C8B-BD79-33FBA0BB98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C3409AB-F197-4387-90B6-F70EC36ECF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602C2B14-3F70-4D14-925B-53BA1364258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F54E77-8448-4121-9820-D505279F0F7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4A98859-BE2C-454E-9F89-82CF63FEA51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09DF72F3-CAA2-4490-9C5F-0FDB1ACD790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8615449D-F025-4212-88DD-54245EE780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8</a:t>
            </a:r>
          </a:p>
        </p:txBody>
      </p:sp>
    </p:spTree>
    <p:extLst>
      <p:ext uri="{BB962C8B-B14F-4D97-AF65-F5344CB8AC3E}">
        <p14:creationId xmlns:p14="http://schemas.microsoft.com/office/powerpoint/2010/main" val="618733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001E89-20E2-4FD3-B94F-38ED9F737FB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712D85-154E-4C31-BC8D-CBFE2728A5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84FE8AF-2D75-47C7-81F1-E70FD91BC09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6A77989E-01BD-4592-951B-397E1B3093B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2D8C8E8-6E73-4B3E-AFD4-A11E35AB80D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45229BF8-04E4-40C8-9247-E42878B15FA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DF24CAF-18E7-4C0D-A1AD-9BEA737B052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A4FE3354-748A-4E46-8C1A-F0ABC36352A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65B8921-96DC-4A4A-9381-A40BE1B31EA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E11D14BB-1985-450F-8945-71C7CA2775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9</a:t>
            </a:r>
          </a:p>
        </p:txBody>
      </p:sp>
    </p:spTree>
    <p:extLst>
      <p:ext uri="{BB962C8B-B14F-4D97-AF65-F5344CB8AC3E}">
        <p14:creationId xmlns:p14="http://schemas.microsoft.com/office/powerpoint/2010/main" val="18719541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926FA3-DAEF-448D-840B-8F070DF58C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2085A0-D745-47A4-A8CE-7FB910C9E2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7862B17-E2D6-46D0-B1FB-C6B649B2D3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EAE9F45-53B8-477E-8A05-58B618487F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251EF83-4D0B-4D0A-B6BB-81EF750EC43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9CAEEECF-D191-4A63-9FD9-337502FEBE5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6DACB83-31B7-471A-A48F-4614BBC004E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A797A9E6-D90B-4C5D-A3B6-08B154F9AAB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A55C006-3C23-48C8-949C-3E167E2D7CB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41670541-8034-48B1-9B76-224D8B6CBB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10</a:t>
            </a:r>
          </a:p>
        </p:txBody>
      </p:sp>
    </p:spTree>
    <p:extLst>
      <p:ext uri="{BB962C8B-B14F-4D97-AF65-F5344CB8AC3E}">
        <p14:creationId xmlns:p14="http://schemas.microsoft.com/office/powerpoint/2010/main" val="11147064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05D3EE-BE02-4D7B-9B12-78A467D85D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690C5C-6C4E-4694-9BF1-49D3EA6C3D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C02E567-43DC-4539-8B7E-D4DC702759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33D4B13-3B9A-4FBA-BE8B-3ACDB47DAF1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D2813-D70F-4215-87D2-C53A9B7D908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68F4279-B28D-42BB-8107-EA35D4802F4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A2B62DB9-485E-43EE-830E-83789DF2E11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0DE56858-748C-426B-B77F-F47D220DAB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11</a:t>
            </a:r>
          </a:p>
        </p:txBody>
      </p:sp>
    </p:spTree>
    <p:extLst>
      <p:ext uri="{BB962C8B-B14F-4D97-AF65-F5344CB8AC3E}">
        <p14:creationId xmlns:p14="http://schemas.microsoft.com/office/powerpoint/2010/main" val="18919246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A0038B-E798-48C0-85AC-D1BF266EA1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F4114F-626E-49A0-B2B5-8B55AD6BF74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9F706E0-4C80-400F-A97F-CD679E74E7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A6E0C3B7-26F0-4D56-AC31-589A4EB927B6}"/>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DC6DE7-7E9F-4681-9D8E-982AA97A83A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0B5BAE6E-0495-4604-A404-96B25C7CF85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F464B9CC-22E8-4472-9A69-9FF0B00A9DA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12</a:t>
            </a:r>
          </a:p>
        </p:txBody>
      </p:sp>
    </p:spTree>
    <p:extLst>
      <p:ext uri="{BB962C8B-B14F-4D97-AF65-F5344CB8AC3E}">
        <p14:creationId xmlns:p14="http://schemas.microsoft.com/office/powerpoint/2010/main" val="5637537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FC270C-930C-42D0-B04E-1AE87E10CD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69E570-0264-4CB4-8DE7-48AEDB9AE5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FF177B6-6FE0-46D1-8F86-836F670B46F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1</a:t>
            </a:r>
          </a:p>
        </p:txBody>
      </p:sp>
      <p:sp>
        <p:nvSpPr>
          <p:cNvPr id="4" name="">
            <a:extLst xmlns:a="http://schemas.openxmlformats.org/drawingml/2006/main">
              <a:ext uri="{FF2B5EF4-FFF2-40B4-BE49-F238E27FC236}">
                <a16:creationId xmlns:a16="http://schemas.microsoft.com/office/drawing/2014/main" id="{C9E63448-B1C4-4018-BF23-A36246EB4E4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A7931E-902B-4038-B608-1C283E9F14F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22D68FFC-FC45-4962-853F-77F694DDE38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40585E67-1909-45B9-90D1-6C646136598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FA5DE95-F26A-4E16-9402-187E0E71C6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13</a:t>
            </a:r>
          </a:p>
        </p:txBody>
      </p:sp>
    </p:spTree>
    <p:extLst>
      <p:ext uri="{BB962C8B-B14F-4D97-AF65-F5344CB8AC3E}">
        <p14:creationId xmlns:p14="http://schemas.microsoft.com/office/powerpoint/2010/main" val="6362290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B4F106-40D5-47EF-A1AD-6306141401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FFD26C-C027-4011-865F-AAF157DE0D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986A379-03AA-4B1F-899E-EA59172840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17FFFD1B-34E5-4534-A544-CE9044FA5AB1}"/>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14E1FC-3BCE-4977-BC45-51761D09F134}"/>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5B55CED5-31D8-4A25-956E-94AD7D3A174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8C81229F-761E-4BEB-817D-60FAA02F9B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14</a:t>
            </a:r>
          </a:p>
        </p:txBody>
      </p:sp>
    </p:spTree>
    <p:extLst>
      <p:ext uri="{BB962C8B-B14F-4D97-AF65-F5344CB8AC3E}">
        <p14:creationId xmlns:p14="http://schemas.microsoft.com/office/powerpoint/2010/main" val="580277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7E8665-DB1A-48B8-94D7-49ED9794BF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178DD9-30F7-4883-8670-257E541640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DA65274-D725-4DE3-B7EC-E3767A8944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2</a:t>
            </a:r>
          </a:p>
        </p:txBody>
      </p:sp>
      <p:sp>
        <p:nvSpPr>
          <p:cNvPr id="4" name="">
            <a:extLst xmlns:a="http://schemas.openxmlformats.org/drawingml/2006/main">
              <a:ext uri="{FF2B5EF4-FFF2-40B4-BE49-F238E27FC236}">
                <a16:creationId xmlns:a16="http://schemas.microsoft.com/office/drawing/2014/main" id="{43B55F57-0168-4777-9DB1-2ED070BC7B9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B07180-9193-4E6F-A724-4F0052E5B1F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03B16898-BA86-4AA8-963C-44924D8F5B3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D541E421-E029-4FCB-BB69-0DC215CBA41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E2BA5A2-BB07-43F6-A6B2-15B6E5C303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15</a:t>
            </a:r>
          </a:p>
        </p:txBody>
      </p:sp>
    </p:spTree>
    <p:extLst>
      <p:ext uri="{BB962C8B-B14F-4D97-AF65-F5344CB8AC3E}">
        <p14:creationId xmlns:p14="http://schemas.microsoft.com/office/powerpoint/2010/main" val="19163181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0B282F-9637-49CA-9859-97BA210C89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291F85-5223-47AC-8308-2445F47167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CC378D9-ADF5-4CFD-A883-84D5EE75CB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C7DD6ACE-A852-4004-9ED1-13057435A53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D6FF47-2CA3-48A1-8993-8B0157F6328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FA1F32-A919-46A5-8708-B81C091BD46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43DC64B1-2099-4741-8DE6-6751CB394F5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DAD47EC3-BF68-4F72-8273-75EB28BA1CA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16</a:t>
            </a:r>
          </a:p>
        </p:txBody>
      </p:sp>
    </p:spTree>
    <p:extLst>
      <p:ext uri="{BB962C8B-B14F-4D97-AF65-F5344CB8AC3E}">
        <p14:creationId xmlns:p14="http://schemas.microsoft.com/office/powerpoint/2010/main" val="9864162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5F5C57-7648-498E-B305-E1CAFECB67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CDE09F-9591-447A-B3F8-ABF6B629DD5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5D06D99-EF59-4E38-9053-B3FC48FBFB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E1AAEAF4-F012-4F37-9E01-B030FB08690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6F41E8-EE4F-4493-BF15-28952AE5C64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54ADA5A7-0FE1-4CE0-9D16-7FE3A37C6A9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8DA7B781-83E0-4A97-B96A-7FF51F20EF9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EBFD009-7873-44E1-A958-9E31D19E76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17</a:t>
            </a:r>
          </a:p>
        </p:txBody>
      </p:sp>
    </p:spTree>
    <p:extLst>
      <p:ext uri="{BB962C8B-B14F-4D97-AF65-F5344CB8AC3E}">
        <p14:creationId xmlns:p14="http://schemas.microsoft.com/office/powerpoint/2010/main" val="13359536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11C330-FFE5-43BE-B6C9-BDFBB3DDA09C}"/>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028CFF-8CD3-4E23-8246-E52A1C4DFB7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physical relationship can form a feature</a:t>
            </a:r>
          </a:p>
        </p:txBody>
      </p:sp>
      <p:pic>
        <p:nvPicPr>
          <p:cNvPr id="3" name="">
            <a:extLst xmlns:a="http://schemas.openxmlformats.org/drawingml/2006/main">
              <a:ext uri="{FF2B5EF4-FFF2-40B4-BE49-F238E27FC236}">
                <a16:creationId xmlns:a16="http://schemas.microsoft.com/office/drawing/2014/main" id="{3335B82B-A7DC-473B-9F09-1B79BBFB2AFB}"/>
              </a:ext>
            </a:extLst>
          </p:cNvPr>
          <p:cNvPicPr>
            <a:picLocks xmlns:a="http://schemas.openxmlformats.org/drawingml/2006/main" noChangeAspect="1"/>
          </p:cNvPicPr>
          <p:nvPr/>
        </p:nvPicPr>
        <p:blipFill>
          <a:blip xmlns:r="http://schemas.openxmlformats.org/officeDocument/2006/relationships" xmlns:a="http://schemas.openxmlformats.org/drawingml/2006/main" r:embed="R695664f5cf274ad6"/>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1A6CD2-1B87-475A-9F28-9588584B6177}"/>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740851-011E-474F-8BB2-302AB7A11581}"/>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Explain each quantity and the unit of the mean_load_by_equipment_group.</a:t>
            </a:r>
          </a:p>
        </p:txBody>
      </p:sp>
      <p:sp>
        <p:nvSpPr>
          <p:cNvPr id="6" name="">
            <a:extLst xmlns:a="http://schemas.openxmlformats.org/drawingml/2006/main">
              <a:ext uri="{FF2B5EF4-FFF2-40B4-BE49-F238E27FC236}">
                <a16:creationId xmlns:a16="http://schemas.microsoft.com/office/drawing/2014/main" id="{EADC5905-2E43-4401-B2E6-17C6CAE5B6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18</a:t>
            </a:r>
          </a:p>
        </p:txBody>
      </p:sp>
    </p:spTree>
    <p:extLst>
      <p:ext uri="{BB962C8B-B14F-4D97-AF65-F5344CB8AC3E}">
        <p14:creationId xmlns:p14="http://schemas.microsoft.com/office/powerpoint/2010/main" val="21408325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AC07F5-4F21-44D5-ABA9-5FF5543CEA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054075-9D88-4805-BFA8-B44C92BA42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B963B3-E088-432A-A25E-201F70EBB8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Derived features from existing inputs</a:t>
            </a:r>
          </a:p>
        </p:txBody>
      </p:sp>
      <p:sp>
        <p:nvSpPr>
          <p:cNvPr id="4" name="">
            <a:extLst xmlns:a="http://schemas.openxmlformats.org/drawingml/2006/main">
              <a:ext uri="{FF2B5EF4-FFF2-40B4-BE49-F238E27FC236}">
                <a16:creationId xmlns:a16="http://schemas.microsoft.com/office/drawing/2014/main" id="{9B706D20-4EC4-4B84-B53F-5FC0291E26D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8FBA2C-3E4C-4EB5-B8A7-736AD861E57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1D2947-C17D-45FF-A4BD-E6CEE32F47E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load_pct / 100 gives load_fraction. Multiplying load_pct by ambient_c gives the load_ambient interaction.</a:t>
            </a:r>
          </a:p>
        </p:txBody>
      </p:sp>
      <p:sp>
        <p:nvSpPr>
          <p:cNvPr id="7" name="">
            <a:extLst xmlns:a="http://schemas.openxmlformats.org/drawingml/2006/main">
              <a:ext uri="{FF2B5EF4-FFF2-40B4-BE49-F238E27FC236}">
                <a16:creationId xmlns:a16="http://schemas.microsoft.com/office/drawing/2014/main" id="{979E6C46-46BB-4D84-94B5-0F9AD7FF7AE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equipment_data["new_name"] = expression adds a column. Apply the same formulas to training and validation rows, without changing raw data.</a:t>
            </a:r>
          </a:p>
        </p:txBody>
      </p:sp>
      <p:sp>
        <p:nvSpPr>
          <p:cNvPr id="8" name="">
            <a:extLst xmlns:a="http://schemas.openxmlformats.org/drawingml/2006/main">
              <a:ext uri="{FF2B5EF4-FFF2-40B4-BE49-F238E27FC236}">
                <a16:creationId xmlns:a16="http://schemas.microsoft.com/office/drawing/2014/main" id="{7CB21E2A-FE44-4822-B5F3-FC92C7A32E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19</a:t>
            </a:r>
          </a:p>
        </p:txBody>
      </p:sp>
    </p:spTree>
    <p:extLst>
      <p:ext uri="{BB962C8B-B14F-4D97-AF65-F5344CB8AC3E}">
        <p14:creationId xmlns:p14="http://schemas.microsoft.com/office/powerpoint/2010/main" val="37301665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4D1F48-FD80-41AB-BCE5-DA426F680A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84B13C-FAEB-4D68-9337-A3F3C8C023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1D7E0FF-7348-4168-9A61-30C4350F69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0663330-58CE-4697-9BA2-DC87887282E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D9ED7A-3F20-47EB-AEB6-D67D3A62497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C773689-C300-401C-8EF7-851E5353A7A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7" name="">
            <a:extLst xmlns:a="http://schemas.openxmlformats.org/drawingml/2006/main">
              <a:ext uri="{FF2B5EF4-FFF2-40B4-BE49-F238E27FC236}">
                <a16:creationId xmlns:a16="http://schemas.microsoft.com/office/drawing/2014/main" id="{0AEC6251-F3D5-48DD-A3CD-C49C47A4A45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50821A66-0BB8-45E3-B521-2FFB64AA5F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20</a:t>
            </a:r>
          </a:p>
        </p:txBody>
      </p:sp>
    </p:spTree>
    <p:extLst>
      <p:ext uri="{BB962C8B-B14F-4D97-AF65-F5344CB8AC3E}">
        <p14:creationId xmlns:p14="http://schemas.microsoft.com/office/powerpoint/2010/main" val="2514318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24D336-7274-4644-8BFC-5C0A5E6364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403A30-5D18-47EE-8738-8F8D1B341D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CDA2A05-98F8-4FA5-B89E-B8E43F905D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3100D4B6-9971-4997-A260-FCAE0E06047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EC4D881-F1D7-452E-A195-CA85B282B314}"/>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8382BBBE-9F04-4FE4-8AA9-FEA06DB8F8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21</a:t>
            </a:r>
          </a:p>
        </p:txBody>
      </p:sp>
    </p:spTree>
    <p:extLst>
      <p:ext uri="{BB962C8B-B14F-4D97-AF65-F5344CB8AC3E}">
        <p14:creationId xmlns:p14="http://schemas.microsoft.com/office/powerpoint/2010/main" val="17697386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FE388D-5639-4797-ACF8-A8D3D5EC49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B8300B-0734-4108-8EBE-50FAC995EDC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C3D6A4C-678A-477A-9D54-A7DAC920EA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Features from the supplied load and ambient columns (1/2)</a:t>
            </a:r>
          </a:p>
        </p:txBody>
      </p:sp>
      <p:sp>
        <p:nvSpPr>
          <p:cNvPr id="4" name="">
            <a:extLst xmlns:a="http://schemas.openxmlformats.org/drawingml/2006/main">
              <a:ext uri="{FF2B5EF4-FFF2-40B4-BE49-F238E27FC236}">
                <a16:creationId xmlns:a16="http://schemas.microsoft.com/office/drawing/2014/main" id="{D5A03731-5FD8-40D4-AFE8-C103270F3F3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9507FE-30CF-4082-9430-E097CCF62CE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add_features(equipment_data):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 = equipment_data.copy()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extended_data["load_fraction"]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extended_data["load_pct"] /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extended_data["load_ambient"]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extended_data["load_pct"] * extended_data["ambient_c"]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F9426D01-0E47-4F65-B9F0-DE4F5B0CF80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the inputs and operations defined in the preceding slides.</a:t>
            </a:r>
          </a:p>
        </p:txBody>
      </p:sp>
      <p:sp>
        <p:nvSpPr>
          <p:cNvPr id="7" name="">
            <a:extLst xmlns:a="http://schemas.openxmlformats.org/drawingml/2006/main">
              <a:ext uri="{FF2B5EF4-FFF2-40B4-BE49-F238E27FC236}">
                <a16:creationId xmlns:a16="http://schemas.microsoft.com/office/drawing/2014/main" id="{B34DBE95-112F-4BAF-ADED-E71820E862B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3E483FB0-B1D8-49A7-B288-149AEB403B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22</a:t>
            </a:r>
          </a:p>
        </p:txBody>
      </p:sp>
    </p:spTree>
    <p:extLst>
      <p:ext uri="{BB962C8B-B14F-4D97-AF65-F5344CB8AC3E}">
        <p14:creationId xmlns:p14="http://schemas.microsoft.com/office/powerpoint/2010/main" val="8663806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C54A99-4036-4B0C-9D4F-9A58D65A5F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5C906D-C8E6-481F-92CF-0B3D048F34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2D0DF1F-F76F-46F4-8F21-6DFAC3E05E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Features from the supplied load and ambient columns (2/2)</a:t>
            </a:r>
          </a:p>
        </p:txBody>
      </p:sp>
      <p:sp>
        <p:nvSpPr>
          <p:cNvPr id="4" name="">
            <a:extLst xmlns:a="http://schemas.openxmlformats.org/drawingml/2006/main">
              <a:ext uri="{FF2B5EF4-FFF2-40B4-BE49-F238E27FC236}">
                <a16:creationId xmlns:a16="http://schemas.microsoft.com/office/drawing/2014/main" id="{1DA3777A-FCAA-4893-B0F7-684F03C4544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89659A-221E-4704-BA9F-6042CD6FF8C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extended_data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training_features = add_features(training_data)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validation_features = add_features(validation_data)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 "load_fraction", "load_ambient"]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EC2C37F6-1C12-47C9-9F37-9BC4D3ACDDA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Use the inputs and operations defined in the preceding slides.</a:t>
            </a:r>
          </a:p>
        </p:txBody>
      </p:sp>
      <p:sp>
        <p:nvSpPr>
          <p:cNvPr id="7" name="">
            <a:extLst xmlns:a="http://schemas.openxmlformats.org/drawingml/2006/main">
              <a:ext uri="{FF2B5EF4-FFF2-40B4-BE49-F238E27FC236}">
                <a16:creationId xmlns:a16="http://schemas.microsoft.com/office/drawing/2014/main" id="{42DB6C1B-945E-443B-ACDD-2F34931C2F1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B588FAB-42DC-4B0C-8EB7-D46454A854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23</a:t>
            </a:r>
          </a:p>
        </p:txBody>
      </p:sp>
    </p:spTree>
    <p:extLst>
      <p:ext uri="{BB962C8B-B14F-4D97-AF65-F5344CB8AC3E}">
        <p14:creationId xmlns:p14="http://schemas.microsoft.com/office/powerpoint/2010/main" val="15016662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2D9C01-E1E3-4F72-ADEF-7CEC661FEB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66EBD6-FFDF-4B23-BA97-54DBBF25A6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8AE657-2A0F-47E9-8AAA-1D21501C63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Ablation compares the same observations</a:t>
            </a:r>
          </a:p>
        </p:txBody>
      </p:sp>
      <p:sp>
        <p:nvSpPr>
          <p:cNvPr id="4" name="">
            <a:extLst xmlns:a="http://schemas.openxmlformats.org/drawingml/2006/main">
              <a:ext uri="{FF2B5EF4-FFF2-40B4-BE49-F238E27FC236}">
                <a16:creationId xmlns:a16="http://schemas.microsoft.com/office/drawing/2014/main" id="{C86488CA-C473-4DC5-88F1-6AB7A8FBB2C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DA1994-33E2-415F-84CE-F135EBA0B38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5A4783-2374-4515-96BE-D6CA7069A0C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Fit one linear model using load_pct and ambient_c. Fit a second using those columns plus load_ambient.</a:t>
            </a:r>
          </a:p>
        </p:txBody>
      </p:sp>
      <p:sp>
        <p:nvSpPr>
          <p:cNvPr id="7" name="">
            <a:extLst xmlns:a="http://schemas.openxmlformats.org/drawingml/2006/main">
              <a:ext uri="{FF2B5EF4-FFF2-40B4-BE49-F238E27FC236}">
                <a16:creationId xmlns:a16="http://schemas.microsoft.com/office/drawing/2014/main" id="{F089C16E-7773-4B88-A3EA-603AC9A2BDD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Compare both on the same validation targets. Improvement equals baseline MAE minus extended MAE.</a:t>
            </a:r>
          </a:p>
        </p:txBody>
      </p:sp>
      <p:sp>
        <p:nvSpPr>
          <p:cNvPr id="8" name="">
            <a:extLst xmlns:a="http://schemas.openxmlformats.org/drawingml/2006/main">
              <a:ext uri="{FF2B5EF4-FFF2-40B4-BE49-F238E27FC236}">
                <a16:creationId xmlns:a16="http://schemas.microsoft.com/office/drawing/2014/main" id="{44928DDA-E7E8-4D10-8BC7-022D19D3FF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24</a:t>
            </a:r>
          </a:p>
        </p:txBody>
      </p:sp>
    </p:spTree>
    <p:extLst>
      <p:ext uri="{BB962C8B-B14F-4D97-AF65-F5344CB8AC3E}">
        <p14:creationId xmlns:p14="http://schemas.microsoft.com/office/powerpoint/2010/main" val="166040014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CCFA3E-8832-44D9-BBAD-63A3A33D79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9822ED-426E-48DE-943C-52AF284BA6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2740DD8-A423-4047-AEAF-197DF880CB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ECC1C8A-ECE6-4433-9CE9-60516FB9F79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C801EA-C0EA-4013-B1E3-8CA39F8E886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6" name="">
            <a:extLst xmlns:a="http://schemas.openxmlformats.org/drawingml/2006/main">
              <a:ext uri="{FF2B5EF4-FFF2-40B4-BE49-F238E27FC236}">
                <a16:creationId xmlns:a16="http://schemas.microsoft.com/office/drawing/2014/main" id="{ADE899F2-27E2-4781-9862-69A126DEF1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25</a:t>
            </a:r>
          </a:p>
        </p:txBody>
      </p:sp>
    </p:spTree>
    <p:extLst>
      <p:ext uri="{BB962C8B-B14F-4D97-AF65-F5344CB8AC3E}">
        <p14:creationId xmlns:p14="http://schemas.microsoft.com/office/powerpoint/2010/main" val="49380077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AE94B9-305D-4F39-A399-B00D2526DF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F70A8C-A759-4E61-9658-6A64AAFBC4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B282855-3096-424D-B799-F426701C5D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sequence of model steps / Comparing two prediction sets</a:t>
            </a:r>
          </a:p>
        </p:txBody>
      </p:sp>
      <p:sp>
        <p:nvSpPr>
          <p:cNvPr id="4" name="">
            <a:extLst xmlns:a="http://schemas.openxmlformats.org/drawingml/2006/main">
              <a:ext uri="{FF2B5EF4-FFF2-40B4-BE49-F238E27FC236}">
                <a16:creationId xmlns:a16="http://schemas.microsoft.com/office/drawing/2014/main" id="{51D9B6BF-B623-43F4-95CA-51E4044A101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4A6A97-2B8F-4D83-B3B5-CA243A6D27E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3303D0-2C9F-466A-A7DD-3FD01A9D14F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DFFE4FD7-012B-4621-94DB-4FD238DCD4C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mean_absolute_error(actual, predicted) averages the absolute differences of paired values. Lower is better. Both lists must have the same length and row order; the answer has the target’s unit.</a:t>
            </a:r>
          </a:p>
        </p:txBody>
      </p:sp>
      <p:sp>
        <p:nvSpPr>
          <p:cNvPr id="8" name="">
            <a:extLst xmlns:a="http://schemas.openxmlformats.org/drawingml/2006/main">
              <a:ext uri="{FF2B5EF4-FFF2-40B4-BE49-F238E27FC236}">
                <a16:creationId xmlns:a16="http://schemas.microsoft.com/office/drawing/2014/main" id="{0501DB9E-E6E0-443B-86FA-4C7DBB4F89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26</a:t>
            </a:r>
          </a:p>
        </p:txBody>
      </p:sp>
    </p:spTree>
    <p:extLst>
      <p:ext uri="{BB962C8B-B14F-4D97-AF65-F5344CB8AC3E}">
        <p14:creationId xmlns:p14="http://schemas.microsoft.com/office/powerpoint/2010/main" val="187795510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C02DD1-5BF6-4D04-B85F-16EA153A76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1E66BD-4595-4593-82A6-5D89E13E71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E5EA9E4-1C54-4799-909B-C86C95CC40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Filling model inputs / Creating linear regression</a:t>
            </a:r>
          </a:p>
        </p:txBody>
      </p:sp>
      <p:sp>
        <p:nvSpPr>
          <p:cNvPr id="4" name="">
            <a:extLst xmlns:a="http://schemas.openxmlformats.org/drawingml/2006/main">
              <a:ext uri="{FF2B5EF4-FFF2-40B4-BE49-F238E27FC236}">
                <a16:creationId xmlns:a16="http://schemas.microsoft.com/office/drawing/2014/main" id="{E9B69985-C41D-4DE9-948F-D842EEA5AFF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7E081A-5F69-4695-9F63-EA804B9D662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14A101-5684-439D-AB26-136DD00DEEA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7" name="">
            <a:extLst xmlns:a="http://schemas.openxmlformats.org/drawingml/2006/main">
              <a:ext uri="{FF2B5EF4-FFF2-40B4-BE49-F238E27FC236}">
                <a16:creationId xmlns:a16="http://schemas.microsoft.com/office/drawing/2014/main" id="{CE7D3B45-08CF-402C-9BA6-37111C69F18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8" name="">
            <a:extLst xmlns:a="http://schemas.openxmlformats.org/drawingml/2006/main">
              <a:ext uri="{FF2B5EF4-FFF2-40B4-BE49-F238E27FC236}">
                <a16:creationId xmlns:a16="http://schemas.microsoft.com/office/drawing/2014/main" id="{F7003382-251F-402A-B790-99474E2765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27</a:t>
            </a:r>
          </a:p>
        </p:txBody>
      </p:sp>
    </p:spTree>
    <p:extLst>
      <p:ext uri="{BB962C8B-B14F-4D97-AF65-F5344CB8AC3E}">
        <p14:creationId xmlns:p14="http://schemas.microsoft.com/office/powerpoint/2010/main" val="18979824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41C648-4D57-4421-9077-43AFCD3B63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A36E23-E973-4A9B-B19A-4EEAAC2FDB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2598C4-A65C-4E84-914F-5A885D3DDF2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Learning from training examples / Predicting new targets</a:t>
            </a:r>
          </a:p>
        </p:txBody>
      </p:sp>
      <p:sp>
        <p:nvSpPr>
          <p:cNvPr id="4" name="">
            <a:extLst xmlns:a="http://schemas.openxmlformats.org/drawingml/2006/main">
              <a:ext uri="{FF2B5EF4-FFF2-40B4-BE49-F238E27FC236}">
                <a16:creationId xmlns:a16="http://schemas.microsoft.com/office/drawing/2014/main" id="{D3427D1F-DB67-4936-A653-05028EE844A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847C17-E65B-4DD6-90FC-59FC80C86E7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943742-A628-4BD7-812E-14599160691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7" name="">
            <a:extLst xmlns:a="http://schemas.openxmlformats.org/drawingml/2006/main">
              <a:ext uri="{FF2B5EF4-FFF2-40B4-BE49-F238E27FC236}">
                <a16:creationId xmlns:a16="http://schemas.microsoft.com/office/drawing/2014/main" id="{F1094C81-E416-4215-906D-5F650048D3B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8" name="">
            <a:extLst xmlns:a="http://schemas.openxmlformats.org/drawingml/2006/main">
              <a:ext uri="{FF2B5EF4-FFF2-40B4-BE49-F238E27FC236}">
                <a16:creationId xmlns:a16="http://schemas.microsoft.com/office/drawing/2014/main" id="{9FD011C6-79C0-4231-92DF-46E8D026FE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28</a:t>
            </a:r>
          </a:p>
        </p:txBody>
      </p:sp>
    </p:spTree>
    <p:extLst>
      <p:ext uri="{BB962C8B-B14F-4D97-AF65-F5344CB8AC3E}">
        <p14:creationId xmlns:p14="http://schemas.microsoft.com/office/powerpoint/2010/main" val="14111876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438B4F-1190-4D78-A07D-5946A454BD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BA9C8F7-B802-47F6-8D39-63AD15C664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A61139C-AA20-4CC6-B165-A174094638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Change one feature set at a time</a:t>
            </a:r>
          </a:p>
        </p:txBody>
      </p:sp>
      <p:sp>
        <p:nvSpPr>
          <p:cNvPr id="4" name="">
            <a:extLst xmlns:a="http://schemas.openxmlformats.org/drawingml/2006/main">
              <a:ext uri="{FF2B5EF4-FFF2-40B4-BE49-F238E27FC236}">
                <a16:creationId xmlns:a16="http://schemas.microsoft.com/office/drawing/2014/main" id="{F656A451-E976-4BA4-9E87-6CDBEB51697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6990CDC-B043-4530-A744-F78D3F780CD4}"/>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base inputs are load and ambient temperature.</a:t>
            </a:r>
          </a:p>
        </p:txBody>
      </p:sp>
      <p:sp>
        <p:nvSpPr>
          <p:cNvPr id="6" name="">
            <a:extLst xmlns:a="http://schemas.openxmlformats.org/drawingml/2006/main">
              <a:ext uri="{FF2B5EF4-FFF2-40B4-BE49-F238E27FC236}">
                <a16:creationId xmlns:a16="http://schemas.microsoft.com/office/drawing/2014/main" id="{B220CA41-EEB7-4B95-8A3E-A1278735BD00}"/>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extended inputs also include their product.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 separate pipelines on the same rows and compare on the same validation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isolates the effect of adding the feature.</a:t>
            </a:r>
          </a:p>
        </p:txBody>
      </p:sp>
      <p:sp>
        <p:nvSpPr>
          <p:cNvPr id="7" name="">
            <a:extLst xmlns:a="http://schemas.openxmlformats.org/drawingml/2006/main">
              <a:ext uri="{FF2B5EF4-FFF2-40B4-BE49-F238E27FC236}">
                <a16:creationId xmlns:a16="http://schemas.microsoft.com/office/drawing/2014/main" id="{830161EE-D42E-4C01-B9B9-C08962E9F0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29</a:t>
            </a:r>
          </a:p>
        </p:txBody>
      </p:sp>
    </p:spTree>
    <p:extLst>
      <p:ext uri="{BB962C8B-B14F-4D97-AF65-F5344CB8AC3E}">
        <p14:creationId xmlns:p14="http://schemas.microsoft.com/office/powerpoint/2010/main" val="133964744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06C388-01B6-484F-AF1F-6ED6B6B402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A5EB7C-E74E-438F-BD0C-56A2188708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46ABFB2-301F-4C83-A4DA-D1FACA6DE5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 step 1</a:t>
            </a:r>
          </a:p>
        </p:txBody>
      </p:sp>
      <p:sp>
        <p:nvSpPr>
          <p:cNvPr id="4" name="">
            <a:extLst xmlns:a="http://schemas.openxmlformats.org/drawingml/2006/main">
              <a:ext uri="{FF2B5EF4-FFF2-40B4-BE49-F238E27FC236}">
                <a16:creationId xmlns:a16="http://schemas.microsoft.com/office/drawing/2014/main" id="{7A61C3F2-3775-4C29-8A0E-C86C16514F6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5DD0EA-37B8-489A-8CFA-A5BDB9C9856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sklearn.metrics import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extended_feature_columns = base_feature_columns + ["load_ambient"]</a:t>
            </a:r>
          </a:p>
        </p:txBody>
      </p:sp>
      <p:sp>
        <p:nvSpPr>
          <p:cNvPr id="6" name="">
            <a:extLst xmlns:a="http://schemas.openxmlformats.org/drawingml/2006/main">
              <a:ext uri="{FF2B5EF4-FFF2-40B4-BE49-F238E27FC236}">
                <a16:creationId xmlns:a16="http://schemas.microsoft.com/office/drawing/2014/main" id="{D21811A7-A12C-4880-AB18-5F915A74704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E6FDA533-37AB-43BE-993C-7AE67E594F5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9F15891-45BC-4995-873A-85A746BD88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30</a:t>
            </a:r>
          </a:p>
        </p:txBody>
      </p:sp>
    </p:spTree>
    <p:extLst>
      <p:ext uri="{BB962C8B-B14F-4D97-AF65-F5344CB8AC3E}">
        <p14:creationId xmlns:p14="http://schemas.microsoft.com/office/powerpoint/2010/main" val="68914416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9CE6A9-AE22-4BBB-A082-5D9371A796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2B01AE-74C3-40D8-83FA-440443E0FD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B2E3ED-99D6-4AB5-BBEA-32E083B655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 both alternatives fairly</a:t>
            </a:r>
          </a:p>
        </p:txBody>
      </p:sp>
      <p:sp>
        <p:nvSpPr>
          <p:cNvPr id="4" name="">
            <a:extLst xmlns:a="http://schemas.openxmlformats.org/drawingml/2006/main">
              <a:ext uri="{FF2B5EF4-FFF2-40B4-BE49-F238E27FC236}">
                <a16:creationId xmlns:a16="http://schemas.microsoft.com/office/drawing/2014/main" id="{DA279E0C-D4EC-4349-AA19-39EE4D5D815A}"/>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B35F5D-2D94-405E-AA31-C2051A600A3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Each pipeline learns its own training medians and regression settings.</a:t>
            </a:r>
          </a:p>
        </p:txBody>
      </p:sp>
      <p:sp>
        <p:nvSpPr>
          <p:cNvPr id="6" name="">
            <a:extLst xmlns:a="http://schemas.openxmlformats.org/drawingml/2006/main">
              <a:ext uri="{FF2B5EF4-FFF2-40B4-BE49-F238E27FC236}">
                <a16:creationId xmlns:a16="http://schemas.microsoft.com/office/drawing/2014/main" id="{5F06DFF5-1760-42E1-BCB4-BF93565C597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base model sees only base columns; the extended model sees the additional feature.</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Neither uses validation targets while learning.</a:t>
            </a:r>
          </a:p>
        </p:txBody>
      </p:sp>
      <p:sp>
        <p:nvSpPr>
          <p:cNvPr id="7" name="">
            <a:extLst xmlns:a="http://schemas.openxmlformats.org/drawingml/2006/main">
              <a:ext uri="{FF2B5EF4-FFF2-40B4-BE49-F238E27FC236}">
                <a16:creationId xmlns:a16="http://schemas.microsoft.com/office/drawing/2014/main" id="{0B262603-DA46-4F72-830B-22B76B0EB4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31</a:t>
            </a:r>
          </a:p>
        </p:txBody>
      </p:sp>
    </p:spTree>
    <p:extLst>
      <p:ext uri="{BB962C8B-B14F-4D97-AF65-F5344CB8AC3E}">
        <p14:creationId xmlns:p14="http://schemas.microsoft.com/office/powerpoint/2010/main" val="20532521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14030D-3A21-4A50-89B9-3D4DED5A8D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9B7CAC-1A78-431A-82AB-7CB755CCA2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02DD2B0-7E46-4F6D-A807-3FDF466FF84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2 (1/2)</a:t>
            </a:r>
          </a:p>
        </p:txBody>
      </p:sp>
      <p:sp>
        <p:nvSpPr>
          <p:cNvPr id="4" name="">
            <a:extLst xmlns:a="http://schemas.openxmlformats.org/drawingml/2006/main">
              <a:ext uri="{FF2B5EF4-FFF2-40B4-BE49-F238E27FC236}">
                <a16:creationId xmlns:a16="http://schemas.microsoft.com/office/drawing/2014/main" id="{D1247BDD-25D6-4AF8-A434-7335566E579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A1651B-F947-4BF7-81F8-02142739435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0CAF635D-4E4D-4B51-867D-3C8B3535B08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1CB5155A-11EB-441C-80BF-DD4961B94F5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2C5FDADF-48BF-4BF3-BD41-0BA2660FF2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32</a:t>
            </a:r>
          </a:p>
        </p:txBody>
      </p:sp>
    </p:spTree>
    <p:extLst>
      <p:ext uri="{BB962C8B-B14F-4D97-AF65-F5344CB8AC3E}">
        <p14:creationId xmlns:p14="http://schemas.microsoft.com/office/powerpoint/2010/main" val="54736893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DBAE6B-6829-45D8-9EAF-7D96D512D0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89C565-30D6-4B87-A895-2ACF550D08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34B9852-583F-4E75-912D-69478F8F55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2 (2/2)</a:t>
            </a:r>
          </a:p>
        </p:txBody>
      </p:sp>
      <p:sp>
        <p:nvSpPr>
          <p:cNvPr id="4" name="">
            <a:extLst xmlns:a="http://schemas.openxmlformats.org/drawingml/2006/main">
              <a:ext uri="{FF2B5EF4-FFF2-40B4-BE49-F238E27FC236}">
                <a16:creationId xmlns:a16="http://schemas.microsoft.com/office/drawing/2014/main" id="{19497FE8-5271-449E-A816-CA128812030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876DC8-39E2-40FF-B7C7-7F6FA2B9AA3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base_pipeline.fit(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training_features[base_feature_columns],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extended_pipeline.fit(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training_features[extended_feature_columns],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E4740267-A3D3-445E-9B8F-3B03A0C6E67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FBB521A6-3A91-4FCB-A6D7-BD0243421CD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1366379-995D-43DF-9F46-C8B0C125FD4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33</a:t>
            </a:r>
          </a:p>
        </p:txBody>
      </p:sp>
    </p:spTree>
    <p:extLst>
      <p:ext uri="{BB962C8B-B14F-4D97-AF65-F5344CB8AC3E}">
        <p14:creationId xmlns:p14="http://schemas.microsoft.com/office/powerpoint/2010/main" val="207926841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9DD238-2BF6-4310-9F37-5D6438CBD8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17859E-62CF-4915-837A-63F93BDD9B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189F5BB-2363-4355-9E59-D47E11D6F62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errors on the same rows</a:t>
            </a:r>
          </a:p>
        </p:txBody>
      </p:sp>
      <p:sp>
        <p:nvSpPr>
          <p:cNvPr id="4" name="">
            <a:extLst xmlns:a="http://schemas.openxmlformats.org/drawingml/2006/main">
              <a:ext uri="{FF2B5EF4-FFF2-40B4-BE49-F238E27FC236}">
                <a16:creationId xmlns:a16="http://schemas.microsoft.com/office/drawing/2014/main" id="{EFE1F05C-8D2E-43E0-BA09-6E0EA8D7631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4A61E8-1B84-4B80-A295-86C75FAA39B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 both alternatives on matching validation rows. mean_absolute_error compares each prediction with its observed target.</a:t>
            </a:r>
          </a:p>
        </p:txBody>
      </p:sp>
      <p:sp>
        <p:nvSpPr>
          <p:cNvPr id="6" name="">
            <a:extLst xmlns:a="http://schemas.openxmlformats.org/drawingml/2006/main">
              <a:ext uri="{FF2B5EF4-FFF2-40B4-BE49-F238E27FC236}">
                <a16:creationId xmlns:a16="http://schemas.microsoft.com/office/drawing/2014/main" id="{07E0ECA0-C246-4145-97B9-3F2C7393611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 MAE minus extended MAE is positive when the extra feature helped on this validation set.</a:t>
            </a:r>
          </a:p>
        </p:txBody>
      </p:sp>
      <p:sp>
        <p:nvSpPr>
          <p:cNvPr id="7" name="">
            <a:extLst xmlns:a="http://schemas.openxmlformats.org/drawingml/2006/main">
              <a:ext uri="{FF2B5EF4-FFF2-40B4-BE49-F238E27FC236}">
                <a16:creationId xmlns:a16="http://schemas.microsoft.com/office/drawing/2014/main" id="{593C8001-D290-4DAF-8B7A-7E2342A2E9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34</a:t>
            </a:r>
          </a:p>
        </p:txBody>
      </p:sp>
    </p:spTree>
    <p:extLst>
      <p:ext uri="{BB962C8B-B14F-4D97-AF65-F5344CB8AC3E}">
        <p14:creationId xmlns:p14="http://schemas.microsoft.com/office/powerpoint/2010/main" val="142573647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E0F8AC-B53B-4BA6-9C66-67A27BAF5D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FDDEC9-D1A4-4122-8691-F6BA945BED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48A5227-1EC3-4B91-8F67-00D813C904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 step 3</a:t>
            </a:r>
          </a:p>
        </p:txBody>
      </p:sp>
      <p:sp>
        <p:nvSpPr>
          <p:cNvPr id="4" name="">
            <a:extLst xmlns:a="http://schemas.openxmlformats.org/drawingml/2006/main">
              <a:ext uri="{FF2B5EF4-FFF2-40B4-BE49-F238E27FC236}">
                <a16:creationId xmlns:a16="http://schemas.microsoft.com/office/drawing/2014/main" id="{0912E73B-2639-4069-810F-C07219528C0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6B7A65-5B3F-4996-A70E-E89F1A7AF15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base_predictions = base_pipeline.predict(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validation_features[base_feature_columns]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base_absolute_error =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validation_data["target"], base_predictions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54C8450A-FD82-4C2F-935C-7A441F2BBE7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5288E99F-5A2F-4F5B-B99C-8B448D07522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B12B01F-FEC4-4398-A737-F79C21629E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35</a:t>
            </a:r>
          </a:p>
        </p:txBody>
      </p:sp>
    </p:spTree>
    <p:extLst>
      <p:ext uri="{BB962C8B-B14F-4D97-AF65-F5344CB8AC3E}">
        <p14:creationId xmlns:p14="http://schemas.microsoft.com/office/powerpoint/2010/main" val="117231560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0134AE-F2F1-4376-9CE8-EA0CBC2215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05490A-32D9-4A34-BCC9-FD0FE334C3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A087671-FAC5-4C12-9E93-221C1B8FDE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Paired ablation using the supplied CSV — step 4</a:t>
            </a:r>
          </a:p>
        </p:txBody>
      </p:sp>
      <p:sp>
        <p:nvSpPr>
          <p:cNvPr id="4" name="">
            <a:extLst xmlns:a="http://schemas.openxmlformats.org/drawingml/2006/main">
              <a:ext uri="{FF2B5EF4-FFF2-40B4-BE49-F238E27FC236}">
                <a16:creationId xmlns:a16="http://schemas.microsoft.com/office/drawing/2014/main" id="{8EA90803-7131-44F3-BB83-0B73A2CB3CF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C3A94A-F92E-4416-9170-E36FD7335A2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904F6E-B7B7-4D6E-9F4A-6D58A65BFFA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extended_predictions: validation predictions from the extended pipeline.</a:t>
            </a:r>
          </a:p>
        </p:txBody>
      </p:sp>
      <p:sp>
        <p:nvSpPr>
          <p:cNvPr id="7" name="">
            <a:extLst xmlns:a="http://schemas.openxmlformats.org/drawingml/2006/main">
              <a:ext uri="{FF2B5EF4-FFF2-40B4-BE49-F238E27FC236}">
                <a16:creationId xmlns:a16="http://schemas.microsoft.com/office/drawing/2014/main" id="{4F4F498E-E049-491C-B2AD-197F6AA7FFF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extended_absolute_error: validation mean absolute error for the extended pipeline.</a:t>
            </a:r>
          </a:p>
        </p:txBody>
      </p:sp>
      <p:sp>
        <p:nvSpPr>
          <p:cNvPr id="8" name="">
            <a:extLst xmlns:a="http://schemas.openxmlformats.org/drawingml/2006/main">
              <a:ext uri="{FF2B5EF4-FFF2-40B4-BE49-F238E27FC236}">
                <a16:creationId xmlns:a16="http://schemas.microsoft.com/office/drawing/2014/main" id="{438931FA-E69C-4581-875D-6603623761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36</a:t>
            </a:r>
          </a:p>
        </p:txBody>
      </p:sp>
    </p:spTree>
    <p:extLst>
      <p:ext uri="{BB962C8B-B14F-4D97-AF65-F5344CB8AC3E}">
        <p14:creationId xmlns:p14="http://schemas.microsoft.com/office/powerpoint/2010/main" val="58884310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9CC88E-C4A0-481B-838A-FC5D0907E6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B7BA86-84D6-41B0-9483-0241928401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1633148-C1DE-46C9-A322-EAA3AA6E1B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4 (1/2)</a:t>
            </a:r>
          </a:p>
        </p:txBody>
      </p:sp>
      <p:sp>
        <p:nvSpPr>
          <p:cNvPr id="4" name="">
            <a:extLst xmlns:a="http://schemas.openxmlformats.org/drawingml/2006/main">
              <a:ext uri="{FF2B5EF4-FFF2-40B4-BE49-F238E27FC236}">
                <a16:creationId xmlns:a16="http://schemas.microsoft.com/office/drawing/2014/main" id="{9680CC2E-9A24-40B6-B1DC-1ED8B484C7E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4B4CBE-3035-49C2-ABD8-B5E3C2F1500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extended_predictions = extended_pipeline.predict(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validation_features[extended_feature_columns]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extended_absolute_error = 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validation_data["target"], extended_predictions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765FDC6B-228E-4426-89BC-F85960FF16B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DDCF0A44-9890-4303-961C-BFBFBA64E88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AAD37709-6FF4-4978-ABD6-C273ED200D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37</a:t>
            </a:r>
          </a:p>
        </p:txBody>
      </p:sp>
    </p:spTree>
    <p:extLst>
      <p:ext uri="{BB962C8B-B14F-4D97-AF65-F5344CB8AC3E}">
        <p14:creationId xmlns:p14="http://schemas.microsoft.com/office/powerpoint/2010/main" val="66328153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78A0D-E5C4-49D0-B3B3-8CD909E75D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B202CF-5014-4C34-8A19-A9839C8363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1A4C932-46BA-4DE2-9CEC-92ABB8A54D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Paired ablation using the supplied CSV — step 4 (2/2)</a:t>
            </a:r>
          </a:p>
        </p:txBody>
      </p:sp>
      <p:sp>
        <p:nvSpPr>
          <p:cNvPr id="4" name="">
            <a:extLst xmlns:a="http://schemas.openxmlformats.org/drawingml/2006/main">
              <a:ext uri="{FF2B5EF4-FFF2-40B4-BE49-F238E27FC236}">
                <a16:creationId xmlns:a16="http://schemas.microsoft.com/office/drawing/2014/main" id="{E50746D4-E1E9-40A1-9539-46443FF2E33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36630C-F0BC-4AB6-A96E-E97B52E5F06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round(base_absolute_error,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round(extended_absolute_error,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print(round(base_absolute_error - extended_absolute_error, 4))</a:t>
            </a:r>
          </a:p>
        </p:txBody>
      </p:sp>
      <p:sp>
        <p:nvSpPr>
          <p:cNvPr id="6" name="">
            <a:extLst xmlns:a="http://schemas.openxmlformats.org/drawingml/2006/main">
              <a:ext uri="{FF2B5EF4-FFF2-40B4-BE49-F238E27FC236}">
                <a16:creationId xmlns:a16="http://schemas.microsoft.com/office/drawing/2014/main" id="{3FF7E451-BF9A-496F-946E-F90D07B5F74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base_feature_columns: input columns for the simpler comparison pipeline.</a:t>
            </a:r>
          </a:p>
        </p:txBody>
      </p:sp>
      <p:sp>
        <p:nvSpPr>
          <p:cNvPr id="7" name="">
            <a:extLst xmlns:a="http://schemas.openxmlformats.org/drawingml/2006/main">
              <a:ext uri="{FF2B5EF4-FFF2-40B4-BE49-F238E27FC236}">
                <a16:creationId xmlns:a16="http://schemas.microsoft.com/office/drawing/2014/main" id="{8D6831A4-397C-475C-B8C4-3EDC23BF1C0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66E0D5F4-DFA6-4755-82C6-08939B493E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38</a:t>
            </a:r>
          </a:p>
        </p:txBody>
      </p:sp>
    </p:spTree>
    <p:extLst>
      <p:ext uri="{BB962C8B-B14F-4D97-AF65-F5344CB8AC3E}">
        <p14:creationId xmlns:p14="http://schemas.microsoft.com/office/powerpoint/2010/main" val="174874645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BA19E9-692D-4BA5-A59C-3F710AB562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E86E1C-29A2-4A7B-8E02-9D77208F20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4A7A077-5EF5-4988-AB17-43583C2FC8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D5DA13C1-583D-4A0D-82A1-374A2885503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072507-CB5B-49E6-8D9E-D2846879EAB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6C91319-3956-49F9-9AFA-EBC6EA397C4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AF1C325A-8DBE-40A7-B732-EDB89D911DA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91BC47C6-C122-453C-9B40-E777FDBFF7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39</a:t>
            </a:r>
          </a:p>
        </p:txBody>
      </p:sp>
    </p:spTree>
    <p:extLst>
      <p:ext uri="{BB962C8B-B14F-4D97-AF65-F5344CB8AC3E}">
        <p14:creationId xmlns:p14="http://schemas.microsoft.com/office/powerpoint/2010/main" val="37595819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6A3172-F36B-4E73-8937-B6DC3D94D4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16CD5F-151E-48CA-996F-6E74741849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D4934E4-02C9-4998-B1D2-8414C5EC6A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2C67164-875E-4835-873F-EABBA7ABA9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02D114-AA65-4553-B732-284A288BE9E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857F3E7D-A8AF-4F82-9400-63844EED30B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8505D61-5D6E-4218-AC5E-AE2EB60B190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E3F31ACC-FAF0-4300-BEAF-337E4B56C2E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1B487EA-96D7-41E6-87B9-B99342913CB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10" name="">
            <a:extLst xmlns:a="http://schemas.openxmlformats.org/drawingml/2006/main">
              <a:ext uri="{FF2B5EF4-FFF2-40B4-BE49-F238E27FC236}">
                <a16:creationId xmlns:a16="http://schemas.microsoft.com/office/drawing/2014/main" id="{90137B32-42EC-4201-8A8F-F6B5D3E974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40</a:t>
            </a:r>
          </a:p>
        </p:txBody>
      </p:sp>
    </p:spTree>
    <p:extLst>
      <p:ext uri="{BB962C8B-B14F-4D97-AF65-F5344CB8AC3E}">
        <p14:creationId xmlns:p14="http://schemas.microsoft.com/office/powerpoint/2010/main" val="11571787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350BB9-59BB-4850-B68A-F7A9F2583C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D51E60-4CA0-45BE-8ACE-D401143EA0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DDD848C-A78D-4735-848A-96731B1F11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DA3C35A-7417-4A9B-AF0B-8FE77E17FBF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97E920-4878-442B-B592-36434160213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6" name="">
            <a:extLst xmlns:a="http://schemas.openxmlformats.org/drawingml/2006/main">
              <a:ext uri="{FF2B5EF4-FFF2-40B4-BE49-F238E27FC236}">
                <a16:creationId xmlns:a16="http://schemas.microsoft.com/office/drawing/2014/main" id="{CAD855B5-26ED-41A9-A0FD-4D7883EFA0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41</a:t>
            </a:r>
          </a:p>
        </p:txBody>
      </p:sp>
    </p:spTree>
    <p:extLst>
      <p:ext uri="{BB962C8B-B14F-4D97-AF65-F5344CB8AC3E}">
        <p14:creationId xmlns:p14="http://schemas.microsoft.com/office/powerpoint/2010/main" val="23963705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F40665-9CFD-477E-8F1A-70F46918AC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1FEF31-F157-46AF-895B-BC7D43EC5D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12DB0F3-9DBD-459B-ABEF-F13A45DFC2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98C08758-55EA-4A1D-9660-630F0F2D439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200FAD-24CE-4391-81FB-D7B225AE531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36A1D170-555D-42D2-B01B-D8FE0AF464D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79213682-1A74-4520-91CE-17FBEA6554A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9129A41B-9D9C-4559-831B-BDCDF9E360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42</a:t>
            </a:r>
          </a:p>
        </p:txBody>
      </p:sp>
    </p:spTree>
    <p:extLst>
      <p:ext uri="{BB962C8B-B14F-4D97-AF65-F5344CB8AC3E}">
        <p14:creationId xmlns:p14="http://schemas.microsoft.com/office/powerpoint/2010/main" val="48639620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5C8925-318D-4302-B8BA-7DD105C71B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530A68-7898-4EC8-9554-8AD9AEC8CA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0F5F26C-95AB-4D9B-89B6-EA3510523D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3E0D3F69-7F0E-484B-B319-347EA7E2D40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506EF60-DB99-428E-93D9-DCC64352F1E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94559899-C1D8-46D6-9E0B-F552700B436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65DA62E-C3F7-411B-82A0-8C58DC408BA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DFE013BB-5B9D-4F2D-889F-F3E0DCF26D4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91E1BA-CB65-4CBA-A00C-614F11C37B3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2FD44041-75C4-439D-933D-AD36121274D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5D010BB-5E5C-4B06-BDBC-516BC417707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AA9CB345-DCC0-4724-B848-CF6D91F3F3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43</a:t>
            </a:r>
          </a:p>
        </p:txBody>
      </p:sp>
    </p:spTree>
    <p:extLst>
      <p:ext uri="{BB962C8B-B14F-4D97-AF65-F5344CB8AC3E}">
        <p14:creationId xmlns:p14="http://schemas.microsoft.com/office/powerpoint/2010/main" val="199459373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54C5E5-52D2-4D9B-8569-7E6A5500C4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FEBF44-88FE-40C5-BCFE-782140739D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2A4A10D-68EE-4582-AC3A-7BB437BFF6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make_features(feature_records)</a:t>
            </a:r>
          </a:p>
        </p:txBody>
      </p:sp>
      <p:sp>
        <p:nvSpPr>
          <p:cNvPr id="4" name="">
            <a:extLst xmlns:a="http://schemas.openxmlformats.org/drawingml/2006/main">
              <a:ext uri="{FF2B5EF4-FFF2-40B4-BE49-F238E27FC236}">
                <a16:creationId xmlns:a16="http://schemas.microsoft.com/office/drawing/2014/main" id="{F5EF1779-6609-4A30-AC80-E7EFE011198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2354193-C698-4A8C-BAB1-F05E6FE5C6B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one feature row per input, in order: [load_pct, ambient_c, load_pct/100, load_pct*ambient_c].</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Use inputs available at prediction time only.</a:t>
            </a:r>
          </a:p>
        </p:txBody>
      </p:sp>
      <p:sp>
        <p:nvSpPr>
          <p:cNvPr id="6" name="">
            <a:extLst xmlns:a="http://schemas.openxmlformats.org/drawingml/2006/main">
              <a:ext uri="{FF2B5EF4-FFF2-40B4-BE49-F238E27FC236}">
                <a16:creationId xmlns:a16="http://schemas.microsoft.com/office/drawing/2014/main" id="{AF857E0F-63F2-4CE3-9EB8-3AF34579A54B}"/>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E273AC-282C-442A-80FE-9910678E7EE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D14531A-5457-4700-9D19-A1E35F05AD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44</a:t>
            </a:r>
          </a:p>
        </p:txBody>
      </p:sp>
    </p:spTree>
    <p:extLst>
      <p:ext uri="{BB962C8B-B14F-4D97-AF65-F5344CB8AC3E}">
        <p14:creationId xmlns:p14="http://schemas.microsoft.com/office/powerpoint/2010/main" val="25074938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7EADAD-5B26-4ECE-81B0-2041B29CE7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8961D5-4325-428E-9FA8-EF85EA3C3B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381241E0-6F7A-4719-AAFF-8C77FE8987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ablation_metrics(training_records, validation_records)</a:t>
            </a:r>
          </a:p>
        </p:txBody>
      </p:sp>
      <p:sp>
        <p:nvSpPr>
          <p:cNvPr id="4" name="">
            <a:extLst xmlns:a="http://schemas.openxmlformats.org/drawingml/2006/main">
              <a:ext uri="{FF2B5EF4-FFF2-40B4-BE49-F238E27FC236}">
                <a16:creationId xmlns:a16="http://schemas.microsoft.com/office/drawing/2014/main" id="{7A458BDB-6B34-4FC5-865C-81EC651101B0}"/>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E7A5B3-4052-4456-8BC8-A6689D05AAD0}"/>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Evaluate both on the same validation records.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base_mae, extended_mae and improvement=base_mae-extended_mae, without rounding.</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Inputs are complete; never fit on validation targets.</a:t>
            </a:r>
          </a:p>
        </p:txBody>
      </p:sp>
      <p:sp>
        <p:nvSpPr>
          <p:cNvPr id="6" name="">
            <a:extLst xmlns:a="http://schemas.openxmlformats.org/drawingml/2006/main">
              <a:ext uri="{FF2B5EF4-FFF2-40B4-BE49-F238E27FC236}">
                <a16:creationId xmlns:a16="http://schemas.microsoft.com/office/drawing/2014/main" id="{0FB4797C-A71C-4D68-8268-8D0F3A0FF908}"/>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B19DFF-6895-4F20-B292-4F2B4E77B76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840265A-39D8-4461-9F19-6CCE4ACCC5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45</a:t>
            </a:r>
          </a:p>
        </p:txBody>
      </p:sp>
    </p:spTree>
    <p:extLst>
      <p:ext uri="{BB962C8B-B14F-4D97-AF65-F5344CB8AC3E}">
        <p14:creationId xmlns:p14="http://schemas.microsoft.com/office/powerpoint/2010/main" val="197318274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9FF71F-E417-4A68-8E97-537E10A7FD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AC144B-4943-4E9A-9D9C-7AAB35E250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D462F28-0786-4608-ABBA-BE954F8E65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55CF2190-A13F-48FB-AEC8-6D15A814E06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ED47610-A590-45C9-8D91-6B9B7BADC40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F4A00740-C469-437E-B9EF-672F5BCDE98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30E9640-50AB-44ED-AF9B-780B22BC5427}"/>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B9F713F3-A8DB-4AA3-B8A8-DF501547B30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E68FAA1-2EBC-4EBA-824E-07E70650AAA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1FEB890C-91F0-4BD2-9AE3-832784829EF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05CA0A5-D193-41C1-A79F-7F3FD8A3697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9E08CBDA-EAB1-4AA9-A075-77D8CBDEF8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46</a:t>
            </a:r>
          </a:p>
        </p:txBody>
      </p:sp>
    </p:spTree>
    <p:extLst>
      <p:ext uri="{BB962C8B-B14F-4D97-AF65-F5344CB8AC3E}">
        <p14:creationId xmlns:p14="http://schemas.microsoft.com/office/powerpoint/2010/main" val="135749384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A36F6D9-DBD7-494C-B7BD-9DACE83FF2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8B18B1-3DF6-475B-9F88-13D775B45D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D7C9DF0E-2693-4EC2-8B1B-AC58A98D80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and ablation submission</a:t>
            </a:r>
          </a:p>
        </p:txBody>
      </p:sp>
      <p:sp>
        <p:nvSpPr>
          <p:cNvPr id="4" name="">
            <a:extLst xmlns:a="http://schemas.openxmlformats.org/drawingml/2006/main">
              <a:ext uri="{FF2B5EF4-FFF2-40B4-BE49-F238E27FC236}">
                <a16:creationId xmlns:a16="http://schemas.microsoft.com/office/drawing/2014/main" id="{EE6DE726-203E-4099-BC4F-8AB819913051}"/>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6BDF1AE-96DC-473B-B94E-CFCBAB6CB703}"/>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17 Nov 2026, 11:00 Kampala</a:t>
            </a:r>
          </a:p>
        </p:txBody>
      </p:sp>
      <p:sp>
        <p:nvSpPr>
          <p:cNvPr id="6" name="">
            <a:extLst xmlns:a="http://schemas.openxmlformats.org/drawingml/2006/main">
              <a:ext uri="{FF2B5EF4-FFF2-40B4-BE49-F238E27FC236}">
                <a16:creationId xmlns:a16="http://schemas.microsoft.com/office/drawing/2014/main" id="{58FDAD92-15D2-4307-B194-4E6A552A123B}"/>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A3C1D49-DCED-45EB-B218-F4DBBFE345AA}"/>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24 Nov 2026, 11:00 Kampala</a:t>
            </a:r>
          </a:p>
        </p:txBody>
      </p:sp>
      <p:sp>
        <p:nvSpPr>
          <p:cNvPr id="8" name="">
            <a:extLst xmlns:a="http://schemas.openxmlformats.org/drawingml/2006/main">
              <a:ext uri="{FF2B5EF4-FFF2-40B4-BE49-F238E27FC236}">
                <a16:creationId xmlns:a16="http://schemas.microsoft.com/office/drawing/2014/main" id="{8B9FE39D-E1C2-4DA6-8ECB-430B6A1134B3}"/>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7631513-64A5-4B28-BF60-92298B45EFE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4E3CE732-2B39-495D-8F17-CAE903EDB30A}"/>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1AEDB67-6EDE-48D7-B89A-05EEB1766FD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51FC6623-5D13-4FD3-A7EE-1255AF592A80}"/>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4D80E09-6492-4241-A705-5A032897408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5a6dcf5b7bb4421"/>
              </a:rPr>
              <a:t>Open W11 assignment form</a:t>
            </a:r>
          </a:p>
        </p:txBody>
      </p:sp>
      <p:sp>
        <p:nvSpPr>
          <p:cNvPr id="14" name="">
            <a:extLst xmlns:a="http://schemas.openxmlformats.org/drawingml/2006/main">
              <a:ext uri="{FF2B5EF4-FFF2-40B4-BE49-F238E27FC236}">
                <a16:creationId xmlns:a16="http://schemas.microsoft.com/office/drawing/2014/main" id="{256C6E92-A876-40FF-A4CB-9484EAD40DDB}"/>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https://docs.google.com/forms/d/e/1FAIpQLSfSqUcR9TgY7f1c7HXO9KGM3C2yXm1r7V2rQl2WEubwZir8iw/viewform</a:t>
            </a:r>
          </a:p>
        </p:txBody>
      </p:sp>
      <p:sp>
        <p:nvSpPr>
          <p:cNvPr id="15" name="">
            <a:extLst xmlns:a="http://schemas.openxmlformats.org/drawingml/2006/main">
              <a:ext uri="{FF2B5EF4-FFF2-40B4-BE49-F238E27FC236}">
                <a16:creationId xmlns:a16="http://schemas.microsoft.com/office/drawing/2014/main" id="{2E38AE37-C93D-4EF7-8DA4-AFF9ECE8DC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47</a:t>
            </a:r>
          </a:p>
        </p:txBody>
      </p:sp>
    </p:spTree>
    <p:extLst>
      <p:ext uri="{BB962C8B-B14F-4D97-AF65-F5344CB8AC3E}">
        <p14:creationId xmlns:p14="http://schemas.microsoft.com/office/powerpoint/2010/main" val="200866448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900883-85D5-4ADA-9551-311A3C3AC59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C1F0A7-4A44-420E-A41E-8DB63D3CE1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463ED98-2BA5-4092-835B-C8D16BDCF8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18E5D0FB-7BA2-42A6-8DDB-5A0B1D9EE62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95C635B-8086-46AF-84AD-838EA4D8AA5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57445C45-BE7D-446F-95AB-CDF4DF47251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35399A0-CB6B-41DA-A75A-A167EBB50E6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80BFC13A-0356-49D2-ACD2-2B4B303F210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0A9F7C-E412-4A9E-BBF0-1AA49E06FEB4}"/>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F88BC235-438E-4CC8-963F-FCC321E34B6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A314035-E17C-459F-9C87-827518DACD8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15 Dec 2026, 11:00 Kampala</a:t>
            </a:r>
          </a:p>
        </p:txBody>
      </p:sp>
      <p:sp>
        <p:nvSpPr>
          <p:cNvPr id="12" name="">
            <a:extLst xmlns:a="http://schemas.openxmlformats.org/drawingml/2006/main">
              <a:ext uri="{FF2B5EF4-FFF2-40B4-BE49-F238E27FC236}">
                <a16:creationId xmlns:a16="http://schemas.microsoft.com/office/drawing/2014/main" id="{7E3BD870-809F-4FCD-B141-20A12F3A40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48</a:t>
            </a:r>
          </a:p>
        </p:txBody>
      </p:sp>
    </p:spTree>
    <p:extLst>
      <p:ext uri="{BB962C8B-B14F-4D97-AF65-F5344CB8AC3E}">
        <p14:creationId xmlns:p14="http://schemas.microsoft.com/office/powerpoint/2010/main" val="112758880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E3D26C-D8E9-44DC-BE68-03EA84D961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5A9343-9171-4500-9AED-F5AB057B2CC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F895C3BB-2B94-46CA-8CED-EFE80F9845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11 quiz</a:t>
            </a:r>
          </a:p>
        </p:txBody>
      </p:sp>
      <p:sp>
        <p:nvSpPr>
          <p:cNvPr id="4" name="">
            <a:extLst xmlns:a="http://schemas.openxmlformats.org/drawingml/2006/main">
              <a:ext uri="{FF2B5EF4-FFF2-40B4-BE49-F238E27FC236}">
                <a16:creationId xmlns:a16="http://schemas.microsoft.com/office/drawing/2014/main" id="{F2134FEB-414B-4A7A-9F3D-6BA7404CED3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2052342-D44F-49AA-B319-E0AD78B2D5B4}"/>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056330EA-C592-4683-9A26-CDC4E27415B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89A64A-1DBB-4BA7-A609-077952F9AC06}"/>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F3427DB0-FAFA-4E48-922B-9149F323901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C537BA-2464-4387-BA51-766890ED9621}"/>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C0DCA33B-CA65-4FA5-BE93-0C187E276DD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BD824DA-2F7B-4C28-9E49-BEDC676CD775}"/>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A0C6F7AD-1A96-4F1E-8321-BDDF930F5EBC}"/>
              </a:ext>
            </a:extLst>
          </p:cNvPr>
          <p:cNvPicPr>
            <a:picLocks xmlns:a="http://schemas.openxmlformats.org/drawingml/2006/main" noChangeAspect="1"/>
          </p:cNvPicPr>
          <p:nvPr/>
        </p:nvPicPr>
        <p:blipFill>
          <a:blip xmlns:r="http://schemas.openxmlformats.org/officeDocument/2006/relationships" xmlns:a="http://schemas.openxmlformats.org/drawingml/2006/main" r:embed="R51defde98e224990"/>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57301A4-058F-4B52-8038-71F67A28141B}"/>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9DEDE478-FD7E-4122-9F87-C303011E19A7}"/>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61A7EBA-87AD-49F1-9D09-5A8F3CCA0F9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f0108966dd64e10"/>
              </a:rPr>
              <a:t>Open this week’s quiz</a:t>
            </a:r>
          </a:p>
        </p:txBody>
      </p:sp>
      <p:sp>
        <p:nvSpPr>
          <p:cNvPr id="16" name="">
            <a:extLst xmlns:a="http://schemas.openxmlformats.org/drawingml/2006/main">
              <a:ext uri="{FF2B5EF4-FFF2-40B4-BE49-F238E27FC236}">
                <a16:creationId xmlns:a16="http://schemas.microsoft.com/office/drawing/2014/main" id="{8E5465B5-2C2D-4DB6-BF50-EE2FEF9FF2CC}"/>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https://forms.gle/FTSCoDUMmcwSYPc78</a:t>
            </a:r>
          </a:p>
        </p:txBody>
      </p:sp>
      <p:sp>
        <p:nvSpPr>
          <p:cNvPr id="17" name="">
            <a:extLst xmlns:a="http://schemas.openxmlformats.org/drawingml/2006/main">
              <a:ext uri="{FF2B5EF4-FFF2-40B4-BE49-F238E27FC236}">
                <a16:creationId xmlns:a16="http://schemas.microsoft.com/office/drawing/2014/main" id="{5BEA8FFD-0647-47E8-B453-8E474BB838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49</a:t>
            </a:r>
          </a:p>
        </p:txBody>
      </p:sp>
    </p:spTree>
    <p:extLst>
      <p:ext uri="{BB962C8B-B14F-4D97-AF65-F5344CB8AC3E}">
        <p14:creationId xmlns:p14="http://schemas.microsoft.com/office/powerpoint/2010/main" val="90515811"/>
      </p:ext>
    </p:extLst>
  </p:cSld>
</p:sld>
</file>

<file path=ppt/slides/slide5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2E13F9-8407-4622-A2D0-8B4188F737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0B55E74-6BF2-4F9F-99C5-9EDEBBF96C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AE1DEFDE-0572-4AD5-BB38-E7D891D3C8D6}"/>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E2B5A2EC-2BEB-4202-A2D8-D436B87EC35F}"/>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9B66B60C-1084-4052-84ED-071CFDFF381A}"/>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4204786B-64ED-428F-B3ED-E5973128BF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11   50</a:t>
            </a:r>
          </a:p>
        </p:txBody>
      </p:sp>
    </p:spTree>
    <p:extLst>
      <p:ext uri="{BB962C8B-B14F-4D97-AF65-F5344CB8AC3E}">
        <p14:creationId xmlns:p14="http://schemas.microsoft.com/office/powerpoint/2010/main" val="9402519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2026-10-20T18:00:08.1020000Z</dcterms:created>
  <dcterms:modified xsi:type="dcterms:W3CDTF">2026-10-20T18:00:08.1020000Z</dcterms:modified>
</coreProperties>
</file>