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982214c54e41fe" /><Relationship Type="http://schemas.openxmlformats.org/officeDocument/2006/relationships/extended-properties" Target="/docProps/app.xml" Id="R6cfa39937f3e43d7" /><Relationship Type="http://schemas.openxmlformats.org/officeDocument/2006/relationships/officeDocument" Target="/ppt/presentation.xml" Id="R91c412e8145541b4" /></Relationships>
</file>

<file path=ppt/presentation.xml><?xml version="1.0" encoding="utf-8"?>
<p:presentation xmlns:p="http://schemas.openxmlformats.org/presentationml/2006/main">
  <p:sldMasterIdLst>
    <p:sldMasterId xmlns:r="http://schemas.openxmlformats.org/officeDocument/2006/relationships" id="2147483648" r:id="Rf598aa26436f43d4"/>
  </p:sldMasterIdLst>
  <p:notesMasterIdLst>
    <p:notesMasterId xmlns:r="http://schemas.openxmlformats.org/officeDocument/2006/relationships" r:id="R76c589e793df4a88"/>
  </p:notesMasterIdLst>
  <p:sldIdLst>
    <p:sldId xmlns:r="http://schemas.openxmlformats.org/officeDocument/2006/relationships" id="256" r:id="R92bd3ec3c755490a"/>
    <p:sldId xmlns:r="http://schemas.openxmlformats.org/officeDocument/2006/relationships" id="257" r:id="Rcb18e15da75f44b9"/>
    <p:sldId xmlns:r="http://schemas.openxmlformats.org/officeDocument/2006/relationships" id="258" r:id="R73d88737158f4881"/>
    <p:sldId xmlns:r="http://schemas.openxmlformats.org/officeDocument/2006/relationships" id="259" r:id="Rc7f2693f7b5541a6"/>
    <p:sldId xmlns:r="http://schemas.openxmlformats.org/officeDocument/2006/relationships" id="260" r:id="Rd43e2ea1f8754c52"/>
    <p:sldId xmlns:r="http://schemas.openxmlformats.org/officeDocument/2006/relationships" id="261" r:id="Re59581c02e8c4136"/>
    <p:sldId xmlns:r="http://schemas.openxmlformats.org/officeDocument/2006/relationships" id="262" r:id="R33da30874d2b433a"/>
    <p:sldId xmlns:r="http://schemas.openxmlformats.org/officeDocument/2006/relationships" id="263" r:id="R9d359efb3d0544f8"/>
    <p:sldId xmlns:r="http://schemas.openxmlformats.org/officeDocument/2006/relationships" id="264" r:id="Rf6e52d57671f40f3"/>
    <p:sldId xmlns:r="http://schemas.openxmlformats.org/officeDocument/2006/relationships" id="265" r:id="Rd9c10fa5a7cb4eb4"/>
    <p:sldId xmlns:r="http://schemas.openxmlformats.org/officeDocument/2006/relationships" id="266" r:id="Rc20b4dd764b344a7"/>
    <p:sldId xmlns:r="http://schemas.openxmlformats.org/officeDocument/2006/relationships" id="267" r:id="R3028866a68724599"/>
    <p:sldId xmlns:r="http://schemas.openxmlformats.org/officeDocument/2006/relationships" id="268" r:id="R7a380cdf878046ed"/>
    <p:sldId xmlns:r="http://schemas.openxmlformats.org/officeDocument/2006/relationships" id="269" r:id="Re23d47fe6fdb45aa"/>
    <p:sldId xmlns:r="http://schemas.openxmlformats.org/officeDocument/2006/relationships" id="270" r:id="R4772d99af03e4e5a"/>
    <p:sldId xmlns:r="http://schemas.openxmlformats.org/officeDocument/2006/relationships" id="271" r:id="Rd4c39e68bd284ea1"/>
    <p:sldId xmlns:r="http://schemas.openxmlformats.org/officeDocument/2006/relationships" id="272" r:id="R76befd062b914353"/>
    <p:sldId xmlns:r="http://schemas.openxmlformats.org/officeDocument/2006/relationships" id="273" r:id="R55969e8e90a94f8d"/>
    <p:sldId xmlns:r="http://schemas.openxmlformats.org/officeDocument/2006/relationships" id="274" r:id="Reaf2a440f479412b"/>
    <p:sldId xmlns:r="http://schemas.openxmlformats.org/officeDocument/2006/relationships" id="275" r:id="Rb4d122f81d044a6a"/>
    <p:sldId xmlns:r="http://schemas.openxmlformats.org/officeDocument/2006/relationships" id="276" r:id="Rf1c3b3642a454b08"/>
    <p:sldId xmlns:r="http://schemas.openxmlformats.org/officeDocument/2006/relationships" id="277" r:id="Rc8a012566ac14aa9"/>
    <p:sldId xmlns:r="http://schemas.openxmlformats.org/officeDocument/2006/relationships" id="278" r:id="R9a35723991834298"/>
    <p:sldId xmlns:r="http://schemas.openxmlformats.org/officeDocument/2006/relationships" id="279" r:id="Rf6a45e74d7364b50"/>
    <p:sldId xmlns:r="http://schemas.openxmlformats.org/officeDocument/2006/relationships" id="280" r:id="Rf33bbc80a6d34992"/>
    <p:sldId xmlns:r="http://schemas.openxmlformats.org/officeDocument/2006/relationships" id="281" r:id="R832a72328aec4063"/>
    <p:sldId xmlns:r="http://schemas.openxmlformats.org/officeDocument/2006/relationships" id="282" r:id="R3a25ba72d6024386"/>
    <p:sldId xmlns:r="http://schemas.openxmlformats.org/officeDocument/2006/relationships" id="283" r:id="R8e97e1799e5f446e"/>
    <p:sldId xmlns:r="http://schemas.openxmlformats.org/officeDocument/2006/relationships" id="284" r:id="Rf5615df9700d4133"/>
    <p:sldId xmlns:r="http://schemas.openxmlformats.org/officeDocument/2006/relationships" id="285" r:id="R467965a2b3324fbf"/>
    <p:sldId xmlns:r="http://schemas.openxmlformats.org/officeDocument/2006/relationships" id="286" r:id="R67f3062264124de9"/>
    <p:sldId xmlns:r="http://schemas.openxmlformats.org/officeDocument/2006/relationships" id="287" r:id="Rcb89a57845d54105"/>
    <p:sldId xmlns:r="http://schemas.openxmlformats.org/officeDocument/2006/relationships" id="288" r:id="R07416d1acff34977"/>
    <p:sldId xmlns:r="http://schemas.openxmlformats.org/officeDocument/2006/relationships" id="289" r:id="Rbab0a03761134895"/>
    <p:sldId xmlns:r="http://schemas.openxmlformats.org/officeDocument/2006/relationships" id="290" r:id="R1a72bbff871e4e50"/>
    <p:sldId xmlns:r="http://schemas.openxmlformats.org/officeDocument/2006/relationships" id="291" r:id="R43f23ea36da24c96"/>
    <p:sldId xmlns:r="http://schemas.openxmlformats.org/officeDocument/2006/relationships" id="292" r:id="R500496aa9acf4078"/>
    <p:sldId xmlns:r="http://schemas.openxmlformats.org/officeDocument/2006/relationships" id="293" r:id="R101295df0a3d41da"/>
    <p:sldId xmlns:r="http://schemas.openxmlformats.org/officeDocument/2006/relationships" id="294" r:id="R6329e09001fa4f39"/>
    <p:sldId xmlns:r="http://schemas.openxmlformats.org/officeDocument/2006/relationships" id="295" r:id="Reb18c1ea2c974e15"/>
    <p:sldId xmlns:r="http://schemas.openxmlformats.org/officeDocument/2006/relationships" id="296" r:id="R70994257fe2e422e"/>
    <p:sldId xmlns:r="http://schemas.openxmlformats.org/officeDocument/2006/relationships" id="297" r:id="Rabf13baea85940e3"/>
    <p:sldId xmlns:r="http://schemas.openxmlformats.org/officeDocument/2006/relationships" id="298" r:id="Rb92ef7ae0dc74050"/>
    <p:sldId xmlns:r="http://schemas.openxmlformats.org/officeDocument/2006/relationships" id="299" r:id="Re84b87fbf83d467b"/>
    <p:sldId xmlns:r="http://schemas.openxmlformats.org/officeDocument/2006/relationships" id="300" r:id="R698bf0f510c44f1e"/>
    <p:sldId xmlns:r="http://schemas.openxmlformats.org/officeDocument/2006/relationships" id="301" r:id="R0ea4173872e24455"/>
    <p:sldId xmlns:r="http://schemas.openxmlformats.org/officeDocument/2006/relationships" id="302" r:id="R8e94278966004206"/>
    <p:sldId xmlns:r="http://schemas.openxmlformats.org/officeDocument/2006/relationships" id="303" r:id="R8da78fff8cde4709"/>
    <p:sldId xmlns:r="http://schemas.openxmlformats.org/officeDocument/2006/relationships" id="304" r:id="R85e9887b5d504d3e"/>
    <p:sldId xmlns:r="http://schemas.openxmlformats.org/officeDocument/2006/relationships" id="305" r:id="Rb72bbba4b1474071"/>
    <p:sldId xmlns:r="http://schemas.openxmlformats.org/officeDocument/2006/relationships" id="306" r:id="R1ef5295894584c9d"/>
    <p:sldId xmlns:r="http://schemas.openxmlformats.org/officeDocument/2006/relationships" id="307" r:id="R2d08698e54774123"/>
    <p:sldId xmlns:r="http://schemas.openxmlformats.org/officeDocument/2006/relationships" id="308" r:id="Rf36374eabcca4316"/>
    <p:sldId xmlns:r="http://schemas.openxmlformats.org/officeDocument/2006/relationships" id="309" r:id="R214d6bc03f024973"/>
    <p:sldId xmlns:r="http://schemas.openxmlformats.org/officeDocument/2006/relationships" id="310" r:id="R1316b6f709894ca0"/>
    <p:sldId xmlns:r="http://schemas.openxmlformats.org/officeDocument/2006/relationships" id="311" r:id="R624e8077c431478f"/>
    <p:sldId xmlns:r="http://schemas.openxmlformats.org/officeDocument/2006/relationships" id="312" r:id="R93ec323f2a274a4f"/>
    <p:sldId xmlns:r="http://schemas.openxmlformats.org/officeDocument/2006/relationships" id="313" r:id="R78c362d805c843bc"/>
    <p:sldId xmlns:r="http://schemas.openxmlformats.org/officeDocument/2006/relationships" id="314" r:id="Rc38986b049574f83"/>
    <p:sldId xmlns:r="http://schemas.openxmlformats.org/officeDocument/2006/relationships" id="315" r:id="R891ebdfda80f4659"/>
    <p:sldId xmlns:r="http://schemas.openxmlformats.org/officeDocument/2006/relationships" id="316" r:id="R35f1397c388e42c7"/>
    <p:sldId xmlns:r="http://schemas.openxmlformats.org/officeDocument/2006/relationships" id="317" r:id="R91ee0a4cc4d84b57"/>
    <p:sldId xmlns:r="http://schemas.openxmlformats.org/officeDocument/2006/relationships" id="318" r:id="R2b7236813f1a40d3"/>
    <p:sldId xmlns:r="http://schemas.openxmlformats.org/officeDocument/2006/relationships" id="319" r:id="R99ce30cf67ef48d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d18e4098fc4e2a" /><Relationship Type="http://schemas.openxmlformats.org/officeDocument/2006/relationships/slideMaster" Target="/ppt/slideMasters/slideMaster1.xml" Id="Rf598aa26436f43d4" /><Relationship Type="http://schemas.openxmlformats.org/officeDocument/2006/relationships/notesMaster" Target="/ppt/notesMasters/notesMaster1.xml" Id="R76c589e793df4a88" /><Relationship Type="http://schemas.openxmlformats.org/officeDocument/2006/relationships/presProps" Target="/ppt/presProps.xml" Id="R421fcfe053454fbf" /><Relationship Type="http://schemas.openxmlformats.org/officeDocument/2006/relationships/tableStyles" Target="/ppt/tableStyles.xml" Id="R8d1fcff3198c4c12" /><Relationship Type="http://schemas.openxmlformats.org/officeDocument/2006/relationships/slide" Target="/ppt/slides/slide1.xml" Id="R92bd3ec3c755490a" /><Relationship Type="http://schemas.openxmlformats.org/officeDocument/2006/relationships/slide" Target="/ppt/slides/slide2.xml" Id="Rcb18e15da75f44b9" /><Relationship Type="http://schemas.openxmlformats.org/officeDocument/2006/relationships/slide" Target="/ppt/slides/slide3.xml" Id="R73d88737158f4881" /><Relationship Type="http://schemas.openxmlformats.org/officeDocument/2006/relationships/slide" Target="/ppt/slides/slide4.xml" Id="Rc7f2693f7b5541a6" /><Relationship Type="http://schemas.openxmlformats.org/officeDocument/2006/relationships/slide" Target="/ppt/slides/slide5.xml" Id="Rd43e2ea1f8754c52" /><Relationship Type="http://schemas.openxmlformats.org/officeDocument/2006/relationships/slide" Target="/ppt/slides/slide6.xml" Id="Re59581c02e8c4136" /><Relationship Type="http://schemas.openxmlformats.org/officeDocument/2006/relationships/slide" Target="/ppt/slides/slide7.xml" Id="R33da30874d2b433a" /><Relationship Type="http://schemas.openxmlformats.org/officeDocument/2006/relationships/slide" Target="/ppt/slides/slide8.xml" Id="R9d359efb3d0544f8" /><Relationship Type="http://schemas.openxmlformats.org/officeDocument/2006/relationships/slide" Target="/ppt/slides/slide9.xml" Id="Rf6e52d57671f40f3" /><Relationship Type="http://schemas.openxmlformats.org/officeDocument/2006/relationships/slide" Target="/ppt/slides/slide10.xml" Id="Rd9c10fa5a7cb4eb4" /><Relationship Type="http://schemas.openxmlformats.org/officeDocument/2006/relationships/slide" Target="/ppt/slides/slide11.xml" Id="Rc20b4dd764b344a7" /><Relationship Type="http://schemas.openxmlformats.org/officeDocument/2006/relationships/slide" Target="/ppt/slides/slide12.xml" Id="R3028866a68724599" /><Relationship Type="http://schemas.openxmlformats.org/officeDocument/2006/relationships/slide" Target="/ppt/slides/slide13.xml" Id="R7a380cdf878046ed" /><Relationship Type="http://schemas.openxmlformats.org/officeDocument/2006/relationships/slide" Target="/ppt/slides/slide14.xml" Id="Re23d47fe6fdb45aa" /><Relationship Type="http://schemas.openxmlformats.org/officeDocument/2006/relationships/slide" Target="/ppt/slides/slide15.xml" Id="R4772d99af03e4e5a" /><Relationship Type="http://schemas.openxmlformats.org/officeDocument/2006/relationships/slide" Target="/ppt/slides/slide16.xml" Id="Rd4c39e68bd284ea1" /><Relationship Type="http://schemas.openxmlformats.org/officeDocument/2006/relationships/slide" Target="/ppt/slides/slide17.xml" Id="R76befd062b914353" /><Relationship Type="http://schemas.openxmlformats.org/officeDocument/2006/relationships/slide" Target="/ppt/slides/slide18.xml" Id="R55969e8e90a94f8d" /><Relationship Type="http://schemas.openxmlformats.org/officeDocument/2006/relationships/slide" Target="/ppt/slides/slide19.xml" Id="Reaf2a440f479412b" /><Relationship Type="http://schemas.openxmlformats.org/officeDocument/2006/relationships/slide" Target="/ppt/slides/slide20.xml" Id="Rb4d122f81d044a6a" /><Relationship Type="http://schemas.openxmlformats.org/officeDocument/2006/relationships/slide" Target="/ppt/slides/slide21.xml" Id="Rf1c3b3642a454b08" /><Relationship Type="http://schemas.openxmlformats.org/officeDocument/2006/relationships/slide" Target="/ppt/slides/slide22.xml" Id="Rc8a012566ac14aa9" /><Relationship Type="http://schemas.openxmlformats.org/officeDocument/2006/relationships/slide" Target="/ppt/slides/slide23.xml" Id="R9a35723991834298" /><Relationship Type="http://schemas.openxmlformats.org/officeDocument/2006/relationships/slide" Target="/ppt/slides/slide24.xml" Id="Rf6a45e74d7364b50" /><Relationship Type="http://schemas.openxmlformats.org/officeDocument/2006/relationships/slide" Target="/ppt/slides/slide25.xml" Id="Rf33bbc80a6d34992" /><Relationship Type="http://schemas.openxmlformats.org/officeDocument/2006/relationships/slide" Target="/ppt/slides/slide26.xml" Id="R832a72328aec4063" /><Relationship Type="http://schemas.openxmlformats.org/officeDocument/2006/relationships/slide" Target="/ppt/slides/slide27.xml" Id="R3a25ba72d6024386" /><Relationship Type="http://schemas.openxmlformats.org/officeDocument/2006/relationships/slide" Target="/ppt/slides/slide28.xml" Id="R8e97e1799e5f446e" /><Relationship Type="http://schemas.openxmlformats.org/officeDocument/2006/relationships/slide" Target="/ppt/slides/slide29.xml" Id="Rf5615df9700d4133" /><Relationship Type="http://schemas.openxmlformats.org/officeDocument/2006/relationships/slide" Target="/ppt/slides/slide30.xml" Id="R467965a2b3324fbf" /><Relationship Type="http://schemas.openxmlformats.org/officeDocument/2006/relationships/slide" Target="/ppt/slides/slide31.xml" Id="R67f3062264124de9" /><Relationship Type="http://schemas.openxmlformats.org/officeDocument/2006/relationships/slide" Target="/ppt/slides/slide32.xml" Id="Rcb89a57845d54105" /><Relationship Type="http://schemas.openxmlformats.org/officeDocument/2006/relationships/slide" Target="/ppt/slides/slide33.xml" Id="R07416d1acff34977" /><Relationship Type="http://schemas.openxmlformats.org/officeDocument/2006/relationships/slide" Target="/ppt/slides/slide34.xml" Id="Rbab0a03761134895" /><Relationship Type="http://schemas.openxmlformats.org/officeDocument/2006/relationships/slide" Target="/ppt/slides/slide35.xml" Id="R1a72bbff871e4e50" /><Relationship Type="http://schemas.openxmlformats.org/officeDocument/2006/relationships/slide" Target="/ppt/slides/slide36.xml" Id="R43f23ea36da24c96" /><Relationship Type="http://schemas.openxmlformats.org/officeDocument/2006/relationships/slide" Target="/ppt/slides/slide37.xml" Id="R500496aa9acf4078" /><Relationship Type="http://schemas.openxmlformats.org/officeDocument/2006/relationships/slide" Target="/ppt/slides/slide38.xml" Id="R101295df0a3d41da" /><Relationship Type="http://schemas.openxmlformats.org/officeDocument/2006/relationships/slide" Target="/ppt/slides/slide39.xml" Id="R6329e09001fa4f39" /><Relationship Type="http://schemas.openxmlformats.org/officeDocument/2006/relationships/slide" Target="/ppt/slides/slide40.xml" Id="Reb18c1ea2c974e15" /><Relationship Type="http://schemas.openxmlformats.org/officeDocument/2006/relationships/slide" Target="/ppt/slides/slide41.xml" Id="R70994257fe2e422e" /><Relationship Type="http://schemas.openxmlformats.org/officeDocument/2006/relationships/slide" Target="/ppt/slides/slide42.xml" Id="Rabf13baea85940e3" /><Relationship Type="http://schemas.openxmlformats.org/officeDocument/2006/relationships/slide" Target="/ppt/slides/slide43.xml" Id="Rb92ef7ae0dc74050" /><Relationship Type="http://schemas.openxmlformats.org/officeDocument/2006/relationships/slide" Target="/ppt/slides/slide44.xml" Id="Re84b87fbf83d467b" /><Relationship Type="http://schemas.openxmlformats.org/officeDocument/2006/relationships/slide" Target="/ppt/slides/slide45.xml" Id="R698bf0f510c44f1e" /><Relationship Type="http://schemas.openxmlformats.org/officeDocument/2006/relationships/slide" Target="/ppt/slides/slide46.xml" Id="R0ea4173872e24455" /><Relationship Type="http://schemas.openxmlformats.org/officeDocument/2006/relationships/slide" Target="/ppt/slides/slide47.xml" Id="R8e94278966004206" /><Relationship Type="http://schemas.openxmlformats.org/officeDocument/2006/relationships/slide" Target="/ppt/slides/slide48.xml" Id="R8da78fff8cde4709" /><Relationship Type="http://schemas.openxmlformats.org/officeDocument/2006/relationships/slide" Target="/ppt/slides/slide49.xml" Id="R85e9887b5d504d3e" /><Relationship Type="http://schemas.openxmlformats.org/officeDocument/2006/relationships/slide" Target="/ppt/slides/slide50.xml" Id="Rb72bbba4b1474071" /><Relationship Type="http://schemas.openxmlformats.org/officeDocument/2006/relationships/slide" Target="/ppt/slides/slide51.xml" Id="R1ef5295894584c9d" /><Relationship Type="http://schemas.openxmlformats.org/officeDocument/2006/relationships/slide" Target="/ppt/slides/slide52.xml" Id="R2d08698e54774123" /><Relationship Type="http://schemas.openxmlformats.org/officeDocument/2006/relationships/slide" Target="/ppt/slides/slide53.xml" Id="Rf36374eabcca4316" /><Relationship Type="http://schemas.openxmlformats.org/officeDocument/2006/relationships/slide" Target="/ppt/slides/slide54.xml" Id="R214d6bc03f024973" /><Relationship Type="http://schemas.openxmlformats.org/officeDocument/2006/relationships/slide" Target="/ppt/slides/slide55.xml" Id="R1316b6f709894ca0" /><Relationship Type="http://schemas.openxmlformats.org/officeDocument/2006/relationships/slide" Target="/ppt/slides/slide56.xml" Id="R624e8077c431478f" /><Relationship Type="http://schemas.openxmlformats.org/officeDocument/2006/relationships/slide" Target="/ppt/slides/slide57.xml" Id="R93ec323f2a274a4f" /><Relationship Type="http://schemas.openxmlformats.org/officeDocument/2006/relationships/slide" Target="/ppt/slides/slide58.xml" Id="R78c362d805c843bc" /><Relationship Type="http://schemas.openxmlformats.org/officeDocument/2006/relationships/slide" Target="/ppt/slides/slide59.xml" Id="Rc38986b049574f83" /><Relationship Type="http://schemas.openxmlformats.org/officeDocument/2006/relationships/slide" Target="/ppt/slides/slide60.xml" Id="R891ebdfda80f4659" /><Relationship Type="http://schemas.openxmlformats.org/officeDocument/2006/relationships/slide" Target="/ppt/slides/slide61.xml" Id="R35f1397c388e42c7" /><Relationship Type="http://schemas.openxmlformats.org/officeDocument/2006/relationships/slide" Target="/ppt/slides/slide62.xml" Id="R91ee0a4cc4d84b57" /><Relationship Type="http://schemas.openxmlformats.org/officeDocument/2006/relationships/slide" Target="/ppt/slides/slide63.xml" Id="R2b7236813f1a40d3" /><Relationship Type="http://schemas.openxmlformats.org/officeDocument/2006/relationships/slide" Target="/ppt/slides/slide64.xml" Id="R99ce30cf67ef48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d7c2cf2da548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bf9f6a72474844" /><Relationship Type="http://schemas.openxmlformats.org/officeDocument/2006/relationships/notesMaster" Target="/ppt/notesMasters/notesMaster1.xml" Id="R1e6ba09503c045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d0f0d6c3324224" /><Relationship Type="http://schemas.openxmlformats.org/officeDocument/2006/relationships/notesMaster" Target="/ppt/notesMasters/notesMaster1.xml" Id="R2aaeb7e825a1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c2e167c92747d3" /><Relationship Type="http://schemas.openxmlformats.org/officeDocument/2006/relationships/notesMaster" Target="/ppt/notesMasters/notesMaster1.xml" Id="R773c6109e2e945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8a772e29154063" /><Relationship Type="http://schemas.openxmlformats.org/officeDocument/2006/relationships/notesMaster" Target="/ppt/notesMasters/notesMaster1.xml" Id="R94c393ec6fb447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e629b6b7df40d5" /><Relationship Type="http://schemas.openxmlformats.org/officeDocument/2006/relationships/notesMaster" Target="/ppt/notesMasters/notesMaster1.xml" Id="R6f08c815f15a46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29ea56138d46f9" /><Relationship Type="http://schemas.openxmlformats.org/officeDocument/2006/relationships/notesMaster" Target="/ppt/notesMasters/notesMaster1.xml" Id="R795ec0e6410340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d86531d27d43e0" /><Relationship Type="http://schemas.openxmlformats.org/officeDocument/2006/relationships/notesMaster" Target="/ppt/notesMasters/notesMaster1.xml" Id="R6ed4834ffd89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df040ea5ad41ac" /><Relationship Type="http://schemas.openxmlformats.org/officeDocument/2006/relationships/notesMaster" Target="/ppt/notesMasters/notesMaster1.xml" Id="R3b43038491ad45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8e2749df8e455c" /><Relationship Type="http://schemas.openxmlformats.org/officeDocument/2006/relationships/notesMaster" Target="/ppt/notesMasters/notesMaster1.xml" Id="Rea092e96f50241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852cb2da72411a" /><Relationship Type="http://schemas.openxmlformats.org/officeDocument/2006/relationships/notesMaster" Target="/ppt/notesMasters/notesMaster1.xml" Id="Rbd04a2794ba24a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3976e22f75474b" /><Relationship Type="http://schemas.openxmlformats.org/officeDocument/2006/relationships/notesMaster" Target="/ppt/notesMasters/notesMaster1.xml" Id="R04487293a1e747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94f283b8b940e0" /><Relationship Type="http://schemas.openxmlformats.org/officeDocument/2006/relationships/notesMaster" Target="/ppt/notesMasters/notesMaster1.xml" Id="R225f7fc9e8a745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c60d75be254140" /><Relationship Type="http://schemas.openxmlformats.org/officeDocument/2006/relationships/notesMaster" Target="/ppt/notesMasters/notesMaster1.xml" Id="R730b96fd39474f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d247feb2a245bc" /><Relationship Type="http://schemas.openxmlformats.org/officeDocument/2006/relationships/notesMaster" Target="/ppt/notesMasters/notesMaster1.xml" Id="R6c039b11431448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03fd44295c4586" /><Relationship Type="http://schemas.openxmlformats.org/officeDocument/2006/relationships/notesMaster" Target="/ppt/notesMasters/notesMaster1.xml" Id="R178e825d71f44f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a0e2f7ece7469f" /><Relationship Type="http://schemas.openxmlformats.org/officeDocument/2006/relationships/notesMaster" Target="/ppt/notesMasters/notesMaster1.xml" Id="R1dc81949225c4a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44cc6e7a1a400c" /><Relationship Type="http://schemas.openxmlformats.org/officeDocument/2006/relationships/notesMaster" Target="/ppt/notesMasters/notesMaster1.xml" Id="R1b00abe0672e4d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b058a5b9f2406c" /><Relationship Type="http://schemas.openxmlformats.org/officeDocument/2006/relationships/notesMaster" Target="/ppt/notesMasters/notesMaster1.xml" Id="R3a38a1c39e234d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61bba8cd9f4412" /><Relationship Type="http://schemas.openxmlformats.org/officeDocument/2006/relationships/notesMaster" Target="/ppt/notesMasters/notesMaster1.xml" Id="Radc0ee797f7543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6eabf246324a28" /><Relationship Type="http://schemas.openxmlformats.org/officeDocument/2006/relationships/notesMaster" Target="/ppt/notesMasters/notesMaster1.xml" Id="R32a121e616c74ad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6a647123584df9" /><Relationship Type="http://schemas.openxmlformats.org/officeDocument/2006/relationships/notesMaster" Target="/ppt/notesMasters/notesMaster1.xml" Id="R372b2c01a38148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c24352841c4b32" /><Relationship Type="http://schemas.openxmlformats.org/officeDocument/2006/relationships/notesMaster" Target="/ppt/notesMasters/notesMaster1.xml" Id="Rf1f6c2d21c324e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c0dc495d5543de" /><Relationship Type="http://schemas.openxmlformats.org/officeDocument/2006/relationships/notesMaster" Target="/ppt/notesMasters/notesMaster1.xml" Id="Rac8284d0d7424f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291bf24c9c4274" /><Relationship Type="http://schemas.openxmlformats.org/officeDocument/2006/relationships/notesMaster" Target="/ppt/notesMasters/notesMaster1.xml" Id="Re2234beb6f1946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4ae4983d8f43cd" /><Relationship Type="http://schemas.openxmlformats.org/officeDocument/2006/relationships/notesMaster" Target="/ppt/notesMasters/notesMaster1.xml" Id="Ra83e2887099e4e9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593ff403def49ae" /><Relationship Type="http://schemas.openxmlformats.org/officeDocument/2006/relationships/notesMaster" Target="/ppt/notesMasters/notesMaster1.xml" Id="R781d475a894d4f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40b95d23e046c0" /><Relationship Type="http://schemas.openxmlformats.org/officeDocument/2006/relationships/notesMaster" Target="/ppt/notesMasters/notesMaster1.xml" Id="R92fcc448609a40a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1e5f8954f4941d2" /><Relationship Type="http://schemas.openxmlformats.org/officeDocument/2006/relationships/notesMaster" Target="/ppt/notesMasters/notesMaster1.xml" Id="R530197d7dffb43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f9604248934dea" /><Relationship Type="http://schemas.openxmlformats.org/officeDocument/2006/relationships/notesMaster" Target="/ppt/notesMasters/notesMaster1.xml" Id="Rca40ceea98a94b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c73d3c89384e81" /><Relationship Type="http://schemas.openxmlformats.org/officeDocument/2006/relationships/notesMaster" Target="/ppt/notesMasters/notesMaster1.xml" Id="Rf2d0f060aad64c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c7b05babbe49d7" /><Relationship Type="http://schemas.openxmlformats.org/officeDocument/2006/relationships/notesMaster" Target="/ppt/notesMasters/notesMaster1.xml" Id="Rd0c75d191e7441a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b622574c2a49a5" /><Relationship Type="http://schemas.openxmlformats.org/officeDocument/2006/relationships/notesMaster" Target="/ppt/notesMasters/notesMaster1.xml" Id="R9272ddd68c6746f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b6f0a14ee1a40ef" /><Relationship Type="http://schemas.openxmlformats.org/officeDocument/2006/relationships/notesMaster" Target="/ppt/notesMasters/notesMaster1.xml" Id="R959f596e486944b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7c6d4a58cb4b35" /><Relationship Type="http://schemas.openxmlformats.org/officeDocument/2006/relationships/notesMaster" Target="/ppt/notesMasters/notesMaster1.xml" Id="R98b94033fbdb444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da38302ac8a4696" /><Relationship Type="http://schemas.openxmlformats.org/officeDocument/2006/relationships/notesMaster" Target="/ppt/notesMasters/notesMaster1.xml" Id="R1bc97ba3a0e243d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f9d282201214d80" /><Relationship Type="http://schemas.openxmlformats.org/officeDocument/2006/relationships/notesMaster" Target="/ppt/notesMasters/notesMaster1.xml" Id="R47a6a568ee5f498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877e8541cb410b" /><Relationship Type="http://schemas.openxmlformats.org/officeDocument/2006/relationships/notesMaster" Target="/ppt/notesMasters/notesMaster1.xml" Id="Ra9292933bb994e0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01b0cafff3242b2" /><Relationship Type="http://schemas.openxmlformats.org/officeDocument/2006/relationships/notesMaster" Target="/ppt/notesMasters/notesMaster1.xml" Id="Re55d598cec6f40f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fd5ed1e8e0449b8" /><Relationship Type="http://schemas.openxmlformats.org/officeDocument/2006/relationships/notesMaster" Target="/ppt/notesMasters/notesMaster1.xml" Id="R34a36d826ec541a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908113a70794548" /><Relationship Type="http://schemas.openxmlformats.org/officeDocument/2006/relationships/notesMaster" Target="/ppt/notesMasters/notesMaster1.xml" Id="R3395a6174fa6462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c0f21e5470c4ea4" /><Relationship Type="http://schemas.openxmlformats.org/officeDocument/2006/relationships/notesMaster" Target="/ppt/notesMasters/notesMaster1.xml" Id="R2f4d11e9a49a4fe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fcc8cbdb2b8426a" /><Relationship Type="http://schemas.openxmlformats.org/officeDocument/2006/relationships/notesMaster" Target="/ppt/notesMasters/notesMaster1.xml" Id="R104774a862c1429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2df169749264d53" /><Relationship Type="http://schemas.openxmlformats.org/officeDocument/2006/relationships/notesMaster" Target="/ppt/notesMasters/notesMaster1.xml" Id="R82672695fd8e4ce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b60bf98e254e66" /><Relationship Type="http://schemas.openxmlformats.org/officeDocument/2006/relationships/notesMaster" Target="/ppt/notesMasters/notesMaster1.xml" Id="Ra370f7cc0cf14a3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a9dfd13a0fb4680" /><Relationship Type="http://schemas.openxmlformats.org/officeDocument/2006/relationships/notesMaster" Target="/ppt/notesMasters/notesMaster1.xml" Id="R4af129d01732421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f0546566b9d4c1b" /><Relationship Type="http://schemas.openxmlformats.org/officeDocument/2006/relationships/notesMaster" Target="/ppt/notesMasters/notesMaster1.xml" Id="R6d013cd404b54e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25a4b63870f4c36" /><Relationship Type="http://schemas.openxmlformats.org/officeDocument/2006/relationships/notesMaster" Target="/ppt/notesMasters/notesMaster1.xml" Id="R09951d3f708243c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b135c60dde24ed0" /><Relationship Type="http://schemas.openxmlformats.org/officeDocument/2006/relationships/notesMaster" Target="/ppt/notesMasters/notesMaster1.xml" Id="Rc7293848e572430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2a43b6d3f774bdb" /><Relationship Type="http://schemas.openxmlformats.org/officeDocument/2006/relationships/notesMaster" Target="/ppt/notesMasters/notesMaster1.xml" Id="R59382a87a4594ef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e55296a3688411a" /><Relationship Type="http://schemas.openxmlformats.org/officeDocument/2006/relationships/notesMaster" Target="/ppt/notesMasters/notesMaster1.xml" Id="R7203da5f70a14d8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dbfa34ca1b74551" /><Relationship Type="http://schemas.openxmlformats.org/officeDocument/2006/relationships/notesMaster" Target="/ppt/notesMasters/notesMaster1.xml" Id="Rb29db5d44ee644c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e1862b5d5254073" /><Relationship Type="http://schemas.openxmlformats.org/officeDocument/2006/relationships/notesMaster" Target="/ppt/notesMasters/notesMaster1.xml" Id="R0ea25bbe2403402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9a7313bcdd7418c" /><Relationship Type="http://schemas.openxmlformats.org/officeDocument/2006/relationships/notesMaster" Target="/ppt/notesMasters/notesMaster1.xml" Id="Rbc0209dadd93411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97f8594d64f4112" /><Relationship Type="http://schemas.openxmlformats.org/officeDocument/2006/relationships/notesMaster" Target="/ppt/notesMasters/notesMaster1.xml" Id="Rca05090de7844a4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fc73df088c24595" /><Relationship Type="http://schemas.openxmlformats.org/officeDocument/2006/relationships/notesMaster" Target="/ppt/notesMasters/notesMaster1.xml" Id="R36b9e4b1e19a490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96fac4827894dd4" /><Relationship Type="http://schemas.openxmlformats.org/officeDocument/2006/relationships/notesMaster" Target="/ppt/notesMasters/notesMaster1.xml" Id="R90165cc16dd94f3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704860a31a94550" /><Relationship Type="http://schemas.openxmlformats.org/officeDocument/2006/relationships/notesMaster" Target="/ppt/notesMasters/notesMaster1.xml" Id="Raa75f81165ab490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9d91d9b7c6c4871" /><Relationship Type="http://schemas.openxmlformats.org/officeDocument/2006/relationships/notesMaster" Target="/ppt/notesMasters/notesMaster1.xml" Id="R6a9a5b1c92c7480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92bd96fc1b14cfe" /><Relationship Type="http://schemas.openxmlformats.org/officeDocument/2006/relationships/notesMaster" Target="/ppt/notesMasters/notesMaster1.xml" Id="Rec95318fb9324f8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53f263c8db041c1" /><Relationship Type="http://schemas.openxmlformats.org/officeDocument/2006/relationships/notesMaster" Target="/ppt/notesMasters/notesMaster1.xml" Id="R8e7b2b34dc88415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877f544d3c547b9" /><Relationship Type="http://schemas.openxmlformats.org/officeDocument/2006/relationships/notesMaster" Target="/ppt/notesMasters/notesMaster1.xml" Id="R1602327b1fb344d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4e6882ea4d54858" /><Relationship Type="http://schemas.openxmlformats.org/officeDocument/2006/relationships/notesMaster" Target="/ppt/notesMasters/notesMaster1.xml" Id="R0effc6496dee49d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4b835f2f4f441c3" /><Relationship Type="http://schemas.openxmlformats.org/officeDocument/2006/relationships/notesMaster" Target="/ppt/notesMasters/notesMaster1.xml" Id="R634d60854ea64a08"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073a35138f647f1" /><Relationship Type="http://schemas.openxmlformats.org/officeDocument/2006/relationships/notesMaster" Target="/ppt/notesMasters/notesMaster1.xml" Id="R35f26f12197643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and explaining a model</a:t>
            </a:r>
          </a:p>
          <a:p xmlns:a="http://schemas.openxmlformats.org/drawingml/2006/main">
            <a:r>
              <a:t>Explanation to give</a:t>
            </a:r>
          </a:p>
          <a:p xmlns:a="http://schemas.openxmlformats.org/drawingml/2006/main">
            <a:r>
              <a:t>A recommendation must satisfy the practical limits before it wins on a ranking metric. Explain eligibility and tie-breaking separately.</a:t>
            </a:r>
          </a:p>
          <a:p xmlns:a="http://schemas.openxmlformats.org/drawingml/2006/main">
            <a:r>
              <a:t/>
            </a:r>
          </a:p>
          <a:p xmlns:a="http://schemas.openxmlformats.org/drawingml/2006/main">
            <a:r>
              <a:t>Worked illustration / lecturer answer</a:t>
            </a:r>
          </a:p>
          <a:p xmlns:a="http://schemas.openxmlformats.org/drawingml/2006/main">
            <a:r>
              <a:t>A model at 4 error units and 12 ms fails a 10 ms limit even if its error is attractive. Test exact boundaries before ranking eligible candidate_models.</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76.847</a:t>
            </a:r>
          </a:p>
          <a:p xmlns:a="http://schemas.openxmlformats.org/drawingml/2006/main">
            <a:r>
              <a:t>1          2           E2     77.46      29.97  87.047</a:t>
            </a:r>
          </a:p>
          <a:p xmlns:a="http://schemas.openxmlformats.org/drawingml/2006/main">
            <a:r>
              <a:t>2          3           E3     69.60      19.87  71.256</a:t>
            </a:r>
          </a:p>
          <a:p xmlns:a="http://schemas.openxmlformats.org/drawingml/2006/main">
            <a:r>
              <a:t>3          4           E4     75.98      22.29     NaN</a:t>
            </a:r>
          </a:p>
          <a:p xmlns:a="http://schemas.openxmlformats.org/drawingml/2006/main">
            <a:r>
              <a:t>4          5           E5     57.62      23.40  67.034</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issued data rules. Filtering observed targets is different from estimating missing targets. Deduplicate before filtering, so an invalid first occurrence is not replaced by its later duplicate.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A separate working table</a:t>
            </a:r>
          </a:p>
          <a:p xmlns:a="http://schemas.openxmlformats.org/drawingml/2006/main">
            <a:r>
              <a:t>equipment_data.copy() creates a working copy. Assigning columns on this copy preserves the source table, so you can compare before and after.</a:t>
            </a:r>
          </a:p>
          <a:p xmlns:a="http://schemas.openxmlformats.org/drawingml/2006/main">
            <a:r>
              <a:t/>
            </a:r>
          </a:p>
          <a:p xmlns:a="http://schemas.openxmlformats.org/drawingml/2006/main">
            <a:r>
              <a:t>Finding recorded cells</a:t>
            </a:r>
          </a:p>
          <a:p xmlns:a="http://schemas.openxmlformats.org/drawingml/2006/main">
            <a:r>
              <a:t>notna() returns True where a value is present. Use it to retain observations with a recorded target before modelling.</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inclusive range</a:t>
            </a:r>
          </a:p>
          <a:p xmlns:a="http://schemas.openxmlformats.org/drawingml/2006/main">
            <a:r>
              <a:t>series.between(0, 100) is True for values from 0 through 100, including both limits. The resulting mask helps select valid rows.</a:t>
            </a:r>
          </a:p>
          <a:p xmlns:a="http://schemas.openxmlformats.org/drawingml/2006/main">
            <a:r>
              <a:t/>
            </a:r>
          </a:p>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Selecting rows with a mask</a:t>
            </a:r>
          </a:p>
          <a:p xmlns:a="http://schemas.openxmlformats.org/drawingml/2006/main">
            <a:r>
              <a:t>A column comparison produces one True or False per row. equipment_data[mask] keeps the True rows. &amp; combines masks: both conditions must hold. Parenthesise each comparison.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Keeping the first observation</a:t>
            </a:r>
          </a:p>
          <a:p xmlns:a="http://schemas.openxmlformats.org/drawingml/2006/main">
            <a:r>
              <a:t>equipment_data.drop_duplicates("record_id") returns rows with the first occurrence of each ID, preserving their order. It does not overwrite the source unless you assign the result.</a:t>
            </a:r>
          </a:p>
          <a:p xmlns:a="http://schemas.openxmlformats.org/drawingml/2006/main">
            <a:r>
              <a:t/>
            </a:r>
          </a:p>
          <a:p xmlns:a="http://schemas.openxmlformats.org/drawingml/2006/main">
            <a:r>
              <a:t>Membership in a group list</a:t>
            </a:r>
          </a:p>
          <a:p xmlns:a="http://schemas.openxmlformats.org/drawingml/2006/main">
            <a:r>
              <a:t>series.isin(["E1", "E2"]) returns True for entries matching either listed label. equipment_data[that_mask] keeps all observations belonging to those groups.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modelling_data = raw_data.drop_duplicates('record_id').copy()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target_is_recorded = modelling_data['target'].notna()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load_is_valid = modelling_data['load_pct'].between(0,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modelling_data = modelling_data[rows_to_keep].copy()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print(len(raw_data), len(modelling_data))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load_pct, dtype: bool</a:t>
            </a:r>
          </a:p>
          <a:p xmlns:a="http://schemas.openxmlformats.org/drawingml/2006/main">
            <a:r>
              <a:t>91 88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is_training_equipment = modelling_data['equipment_id'].isin(['E1', 'E2', 'E3', 'E4'])</a:t>
            </a:r>
          </a:p>
          <a:p xmlns:a="http://schemas.openxmlformats.org/drawingml/2006/main">
            <a:r>
              <a:t>is_training_equipment stores the result of the displayed expression.</a:t>
            </a:r>
          </a:p>
          <a:p xmlns:a="http://schemas.openxmlformats.org/drawingml/2006/main">
            <a:r>
              <a:t/>
            </a:r>
          </a:p>
          <a:p xmlns:a="http://schemas.openxmlformats.org/drawingml/2006/main">
            <a:r>
              <a:t>is_validation_equipment = modelling_data['equipment_id'].isin(['E5'])</a:t>
            </a:r>
          </a:p>
          <a:p xmlns:a="http://schemas.openxmlformats.org/drawingml/2006/main">
            <a:r>
              <a:t>is_validation_equipment stores the result of the displayed expression.</a:t>
            </a:r>
          </a:p>
          <a:p xmlns:a="http://schemas.openxmlformats.org/drawingml/2006/main">
            <a:r>
              <a:t/>
            </a:r>
          </a:p>
          <a:p xmlns:a="http://schemas.openxmlformats.org/drawingml/2006/main">
            <a:r>
              <a:t>is_test_equipment = modelling_data['equipment_id'].isin(['E6'])</a:t>
            </a:r>
          </a:p>
          <a:p xmlns:a="http://schemas.openxmlformats.org/drawingml/2006/main">
            <a:r>
              <a:t>is_test_equipment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modelling_data[is_training_equipment].copy()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modelling_data[is_validation_equipment].copy()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test_data = modelling_data[is_test_equipment].copy()</a:t>
            </a:r>
          </a:p>
          <a:p xmlns:a="http://schemas.openxmlformats.org/drawingml/2006/main">
            <a:r>
              <a:t>test_data stores held-out rows kept aside until the final evaluation.</a:t>
            </a:r>
          </a:p>
          <a:p xmlns:a="http://schemas.openxmlformats.org/drawingml/2006/main">
            <a:r>
              <a:t/>
            </a:r>
          </a:p>
          <a:p xmlns:a="http://schemas.openxmlformats.org/drawingml/2006/main">
            <a:r>
              <a:t>feature_columns = ['load_pct', 'ambient_c']</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print(len(training_data), len(validation_data), len(test_data))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58 15 15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object exists before training. X is two-dimensional and y is one-dimensional. Select inputs in the same order during prediction. A validation target must never enter fit.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plain values</a:t>
            </a:r>
          </a:p>
          <a:p xmlns:a="http://schemas.openxmlformats.org/drawingml/2006/main">
            <a:r>
              <a:t>series.tolist() or array.tolist() returns a Python list of values, without pandas row labels. Preserve their order when pairing actual values and validation_predictions.</a:t>
            </a:r>
          </a:p>
          <a:p xmlns:a="http://schemas.openxmlformats.org/drawingml/2006/main">
            <a:r>
              <a:t/>
            </a:r>
          </a:p>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
            </a:r>
          </a:p>
          <a:p xmlns:a="http://schemas.openxmlformats.org/drawingml/2006/main">
            <a:r>
              <a:t>values[:5] selects positions 0 through 4, or fewer if the sequence is shorter. The stop position is excluded. This preview does not change the full array stored in the variable.</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make_pipeline(SimpleImputer(strategy='median'),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print(validation_predictions[:5].round(3).tolist())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[66.368, 55.647, 80.715, 48.546, 58.453]</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RMSE reacts more strongly to large baseline_errors. Neither metric is a maximum guaranteed error. Pair by row order before calculation. R² is a separate regression measure and can be negative.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equipment_data["name"]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Magnitude of each error</a:t>
            </a:r>
          </a:p>
          <a:p xmlns:a="http://schemas.openxmlformats.org/drawingml/2006/main">
            <a:r>
              <a:t>series.abs() makes negative values positive while leaving nonnegative values unchanged. Averaging these magnitudes gives mean absolute error.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 ** 2 squares each error. After averaging, ** 0.5 takes the square root. This gives root mean squared error, which penalises large errors more strongly than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record IDs and observed targets from validation rows. Add predictions in that same order. Each row now pairs one observation with its own predicted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record IDs and observed targets from validation rows. Add predictions in that same order. Each row now pairs one observation with its own predicted value.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validation_results = validation_data[['record_id', 'target']].copy()</a:t>
            </a:r>
          </a:p>
          <a:p xmlns:a="http://schemas.openxmlformats.org/drawingml/2006/main">
            <a:r>
              <a:t>validation_results stores actual and predicted targets paired with each record ID.</a:t>
            </a:r>
          </a:p>
          <a:p xmlns:a="http://schemas.openxmlformats.org/drawingml/2006/main">
            <a:r>
              <a:t/>
            </a:r>
          </a:p>
          <a:p xmlns:a="http://schemas.openxmlformats.org/drawingml/2006/main">
            <a:r>
              <a:t>validation_results['predicted'] = validation_predictions</a:t>
            </a:r>
          </a:p>
          <a:p xmlns:a="http://schemas.openxmlformats.org/drawingml/2006/main">
            <a:r>
              <a:t>validation_results stores actual and predicted targets paired with each record ID.</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Subtract predicted from observed values. Positive errors mean underprediction; negative errors mean overprediction. abs removes signs for MAE. Squaring before averaging and taking a square root gives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Subtract predicted from observed values. Positive errors mean underprediction; negative errors mean overprediction. abs removes signs for MAE. Squaring before averaging and taking a square root gives RMSE.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prediction_errors = validation_results['target'] - validation_results['predicted']</a:t>
            </a:r>
          </a:p>
          <a:p xmlns:a="http://schemas.openxmlformats.org/drawingml/2006/main">
            <a:r>
              <a:t>prediction_errors stores actual targets minus predictions; signs indicate under- or over-prediction.</a:t>
            </a:r>
          </a:p>
          <a:p xmlns:a="http://schemas.openxmlformats.org/drawingml/2006/main">
            <a:r>
              <a:t/>
            </a:r>
          </a:p>
          <a:p xmlns:a="http://schemas.openxmlformats.org/drawingml/2006/main">
            <a:r>
              <a:t>mae = prediction_errors.abs().mean()</a:t>
            </a:r>
          </a:p>
          <a:p xmlns:a="http://schemas.openxmlformats.org/drawingml/2006/main">
            <a:r>
              <a:t>mae stores mean absolute error in the target unit.</a:t>
            </a:r>
          </a:p>
          <a:p xmlns:a="http://schemas.openxmlformats.org/drawingml/2006/main">
            <a:r>
              <a:t/>
            </a:r>
          </a:p>
          <a:p xmlns:a="http://schemas.openxmlformats.org/drawingml/2006/main">
            <a:r>
              <a:t>rmse = (prediction_errors ** 2).mean() ** 0.5</a:t>
            </a:r>
          </a:p>
          <a:p xmlns:a="http://schemas.openxmlformats.org/drawingml/2006/main">
            <a:r>
              <a:t>rmse stores root mean squared error in the target unit.</a:t>
            </a:r>
          </a:p>
          <a:p xmlns:a="http://schemas.openxmlformats.org/drawingml/2006/main">
            <a:r>
              <a:t/>
            </a:r>
          </a:p>
          <a:p xmlns:a="http://schemas.openxmlformats.org/drawingml/2006/main">
            <a:r>
              <a:t>print(validation_results.head())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print(round(float(mae), 4), round(float(rmse),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target  predicted</a:t>
            </a:r>
          </a:p>
          <a:p xmlns:a="http://schemas.openxmlformats.org/drawingml/2006/main">
            <a:r>
              <a:t>4           5  67.034  66.368243</a:t>
            </a:r>
          </a:p>
          <a:p xmlns:a="http://schemas.openxmlformats.org/drawingml/2006/main">
            <a:r>
              <a:t>10         11  53.363  55.647469</a:t>
            </a:r>
          </a:p>
          <a:p xmlns:a="http://schemas.openxmlformats.org/drawingml/2006/main">
            <a:r>
              <a:t>16         17  80.288  80.714709</a:t>
            </a:r>
          </a:p>
          <a:p xmlns:a="http://schemas.openxmlformats.org/drawingml/2006/main">
            <a:r>
              <a:t>22         23  47.948  48.546441</a:t>
            </a:r>
          </a:p>
          <a:p xmlns:a="http://schemas.openxmlformats.org/drawingml/2006/main">
            <a:r>
              <a:t>28         29  58.018  58.453431</a:t>
            </a:r>
          </a:p>
          <a:p xmlns:a="http://schemas.openxmlformats.org/drawingml/2006/main">
            <a:r>
              <a:t>0.7775 0.9211</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a high-resolution clock. Elapsed seconds times 1000 gives milliseconds. This classroom timing is a demonstration, not a production benchmark.</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a high-resolution clock in seconds. Subtract the earlier reading from the later one, then multiply by 1000 for milliseconds. One measured run is an illustration, not a reliable performance benchmark.</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seconds from a high-resolution clock. Read it immediately before and after predict. Convert elapsed seconds to milliseconds and divide by row count. One timing is illustrative: repeated measurements are needed for a reliable speed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seconds from a high-resolution clock. Read it immediately before and after predict. Convert elapsed seconds to milliseconds and divide by row count. One timing is illustrative: repeated measurements are needed for a reliable speed claim.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time import perf_counter</a:t>
            </a:r>
          </a:p>
          <a:p xmlns:a="http://schemas.openxmlformats.org/drawingml/2006/main">
            <a:r>
              <a:t>Load the named tools. Importing a model class does not train a model.</a:t>
            </a:r>
          </a:p>
          <a:p xmlns:a="http://schemas.openxmlformats.org/drawingml/2006/main">
            <a:r>
              <a:t/>
            </a:r>
          </a:p>
          <a:p xmlns:a="http://schemas.openxmlformats.org/drawingml/2006/main">
            <a:r>
              <a:t>prediction_start_time = perf_counter()</a:t>
            </a:r>
          </a:p>
          <a:p xmlns:a="http://schemas.openxmlformats.org/drawingml/2006/main">
            <a:r>
              <a:t>prediction_start_time stores timer reading immediately before predicting the batch.</a:t>
            </a:r>
          </a:p>
          <a:p xmlns:a="http://schemas.openxmlformats.org/drawingml/2006/main">
            <a:r>
              <a:t/>
            </a:r>
          </a:p>
          <a:p xmlns:a="http://schemas.openxmlformats.org/drawingml/2006/main">
            <a:r>
              <a:t>linear_model.predict(X_valid)</a:t>
            </a:r>
          </a:p>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
            </a:r>
          </a:p>
          <a:p xmlns:a="http://schemas.openxmlformats.org/drawingml/2006/main">
            <a:r>
              <a:t>prediction_time_ms = (perf_counter() - prediction_start_time) * 1000 / len(validation_data)</a:t>
            </a:r>
          </a:p>
          <a:p xmlns:a="http://schemas.openxmlformats.org/drawingml/2006/main">
            <a:r>
              <a:t>prediction_time_ms stores measured batch time in milliseconds divided by validation-row count.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candidate_models: table of model names, measured validation errors and prediction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candidate_models: table of model names, measured validation errors and prediction times.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candidate_models = pd.DataFrame({'name': ['linear'], 'validation_mae': [float(mae)], 'latency_ms': [prediction_time_ms]})</a:t>
            </a:r>
          </a:p>
          <a:p xmlns:a="http://schemas.openxmlformats.org/drawingml/2006/main">
            <a:r>
              <a:t>candidate_models stores table of model names, measured validation errors and prediction times.</a:t>
            </a:r>
          </a:p>
          <a:p xmlns:a="http://schemas.openxmlformats.org/drawingml/2006/main">
            <a:r>
              <a:t/>
            </a:r>
          </a:p>
          <a:p xmlns:a="http://schemas.openxmlformats.org/drawingml/2006/main">
            <a:r>
              <a:t>print(candidate_models)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name  validation_mae  latency_ms</a:t>
            </a:r>
          </a:p>
          <a:p xmlns:a="http://schemas.openxmlformats.org/drawingml/2006/main">
            <a:r>
              <a:t>0  linear        0.777454    0.022142</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limits illustrate a decision rule, not an engineering safety standard. The assessment passes its own candidates and limits, which the function must use.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Checking for no rows</a:t>
            </a:r>
          </a:p>
          <a:p xmlns:a="http://schemas.openxmlformats.org/drawingml/2006/main">
            <a:r>
              <a:t>equipment_data.empty is True when the filtered table has no entries. Check it before attempting to select a first row. empty is a property, without parentheses.</a:t>
            </a:r>
          </a:p>
          <a:p xmlns:a="http://schemas.openxmlformats.org/drawingml/2006/main">
            <a:r>
              <a:t/>
            </a:r>
          </a:p>
          <a:p xmlns:a="http://schemas.openxmlformats.org/drawingml/2006/main">
            <a:r>
              <a:t>Sorting by several columns</a:t>
            </a:r>
          </a:p>
          <a:p xmlns:a="http://schemas.openxmlformats.org/drawingml/2006/main">
            <a:r>
              <a:t>equipment_data.sort_values(["validation_mae", "latency_ms", "name"]) sorts ascending by error first. Equal errors use latency, then alphabetical name as tie-breaks.</a:t>
            </a:r>
          </a:p>
          <a:p xmlns:a="http://schemas.openxmlformats.org/drawingml/2006/main">
            <a:r>
              <a:t/>
            </a:r>
          </a:p>
          <a:p xmlns:a="http://schemas.openxmlformats.org/drawingml/2006/main">
            <a:r>
              <a:t>Selecting by row position</a:t>
            </a:r>
          </a:p>
          <a:p xmlns:a="http://schemas.openxmlformats.org/drawingml/2006/main">
            <a:r>
              <a:t>equipment_data.iloc[0] selects the first row by its position, not its label. ["name"] then selects that row’s name field. An empty table has no row at position zero.</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condition: runs its indented statements only when the condition is True. else: handles the other case. Check for a nonzero denominator before division, and for a nonempty table before selecting its first row.</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condition: runs its indented statements only when the condition is True. else: handles the other case. Check for a nonzero denominator before division, and for a nonempty table before selecting its first row.</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error_is_acceptable = candidate_models['validation_mae'] &lt;= 10</a:t>
            </a:r>
          </a:p>
          <a:p xmlns:a="http://schemas.openxmlformats.org/drawingml/2006/main">
            <a:r>
              <a:t>error_is_acceptable stores the result of the displayed expression.</a:t>
            </a:r>
          </a:p>
          <a:p xmlns:a="http://schemas.openxmlformats.org/drawingml/2006/main">
            <a:r>
              <a:t/>
            </a:r>
          </a:p>
          <a:p xmlns:a="http://schemas.openxmlformats.org/drawingml/2006/main">
            <a:r>
              <a:t>time_is_acceptable = candidate_models['latency_ms'] &lt;= 10</a:t>
            </a:r>
          </a:p>
          <a:p xmlns:a="http://schemas.openxmlformats.org/drawingml/2006/main">
            <a:r>
              <a:t>time_is_acceptable stores the result of the displayed expression.</a:t>
            </a:r>
          </a:p>
          <a:p xmlns:a="http://schemas.openxmlformats.org/drawingml/2006/main">
            <a:r>
              <a:t/>
            </a:r>
          </a:p>
          <a:p xmlns:a="http://schemas.openxmlformats.org/drawingml/2006/main">
            <a:r>
              <a:t>model_is_eligible = error_is_acceptable &amp; time_is_acceptable</a:t>
            </a:r>
          </a:p>
          <a:p xmlns:a="http://schemas.openxmlformats.org/drawingml/2006/main">
            <a:r>
              <a:t>model_is_eligible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must satisfy both the error limit and the time limit. Compare each column with its limit first, then combine the True/False answers with &amp;. Filtering can return no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must satisfy both the error limit and the time limit. Compare each column with its limit first, then combine the True/False answers with &amp;. Filtering can return no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eligible_models = candidate_models[model_is_eligible]</a:t>
            </a:r>
          </a:p>
          <a:p xmlns:a="http://schemas.openxmlformats.org/drawingml/2006/main">
            <a:r>
              <a:t>eligible_models stores candidates satisfying both stated limits.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sort_values orders by error, then time, then name. empty answers whether no rows remain. Check it before iloc[0], which requests the first row by position. Return None when no candidate qualifies.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sort_values orders by error, then time, then name. empty answers whether no rows remain. Check it before iloc[0], which requests the first row by position. Return None when no candidate qualifies.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ranked_models = eligible_models.sort_values(['validation_mae', 'latency_ms', 'name'])</a:t>
            </a:r>
          </a:p>
          <a:p xmlns:a="http://schemas.openxmlformats.org/drawingml/2006/main">
            <a:r>
              <a:t>ranked_models stores eligible candidates sorted by error, time and name, in that order.</a:t>
            </a:r>
          </a:p>
          <a:p xmlns:a="http://schemas.openxmlformats.org/drawingml/2006/main">
            <a:r>
              <a:t/>
            </a:r>
          </a:p>
          <a:p xmlns:a="http://schemas.openxmlformats.org/drawingml/2006/main">
            <a:r>
              <a:t>if ranked_models.empty:</a:t>
            </a:r>
          </a:p>
          <a:p xmlns:a="http://schemas.openxmlformats.org/drawingml/2006/main">
            <a:r>
              <a:t>    selected_model_name = None</a:t>
            </a:r>
          </a:p>
          <a:p xmlns:a="http://schemas.openxmlformats.org/drawingml/2006/main">
            <a:r>
              <a:t>else:</a:t>
            </a:r>
          </a:p>
          <a:p xmlns:a="http://schemas.openxmlformats.org/drawingml/2006/main">
            <a:r>
              <a:t>    selected_model_name = ranked_models.iloc[0]['name']</a:t>
            </a:r>
          </a:p>
          <a:p xmlns:a="http://schemas.openxmlformats.org/drawingml/2006/main">
            <a:r>
              <a:t>Check the condition first, then run only the matching branch. This avoids invalid division or selecting a row that does not exist.</a:t>
            </a:r>
          </a:p>
          <a:p xmlns:a="http://schemas.openxmlformats.org/drawingml/2006/main">
            <a:r>
              <a:t/>
            </a:r>
          </a:p>
          <a:p xmlns:a="http://schemas.openxmlformats.org/drawingml/2006/main">
            <a:r>
              <a:t>print(selected_model_name)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linear</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candidate demonstrates eligibility, not superiority over untested alternatives. A local explanation does not establish causation.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function names and return types. Do not read a fixed CSV inside the assessed function: hidden tests supply different equipment_records. The separate calling cell reads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equipment_data.to_dict("records") instead returns a list of row dictionaries. Choose the form required by the assignment.</a:t>
            </a:r>
          </a:p>
          <a:p xmlns:a="http://schemas.openxmlformats.org/drawingml/2006/main">
            <a:r>
              <a:t/>
            </a:r>
          </a:p>
          <a:p xmlns:a="http://schemas.openxmlformats.org/drawingml/2006/main">
            <a:r>
              <a:t>Grouping rows</a:t>
            </a:r>
          </a:p>
          <a:p xmlns:a="http://schemas.openxmlformats.org/drawingml/2006/main">
            <a:r>
              <a:t>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mean_load_by_equipment_group = equipment_data.groupby('equipment_id')['load_pct'].mean()</a:t>
            </a:r>
          </a:p>
          <a:p xmlns:a="http://schemas.openxmlformats.org/drawingml/2006/main">
            <a:r>
              <a:t>    return mean_load_by_equipment_group.to_dict()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equipment_records = raw_data.to_dict('records')</a:t>
            </a:r>
          </a:p>
          <a:p xmlns:a="http://schemas.openxmlformats.org/drawingml/2006/main">
            <a:r>
              <a:t>equipment_records stores the input list of row dictionaries supplied to the function.</a:t>
            </a:r>
          </a:p>
          <a:p xmlns:a="http://schemas.openxmlformats.org/drawingml/2006/main">
            <a:r>
              <a:t/>
            </a:r>
          </a:p>
          <a:p xmlns:a="http://schemas.openxmlformats.org/drawingml/2006/main">
            <a:r>
              <a:t>print(mean_load_by_equipment(equipment_records))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motor winding temperature.</a:t>
            </a:r>
          </a:p>
          <a:p xmlns:a="http://schemas.openxmlformats.org/drawingml/2006/main">
            <a:r>
              <a:t/>
            </a:r>
          </a:p>
          <a:p xmlns:a="http://schemas.openxmlformats.org/drawingml/2006/main">
            <a:r>
              <a:t>Target units: deg C.</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select_model(candidates, max_mae, max_ms)</a:t>
            </a:r>
          </a:p>
          <a:p xmlns:a="http://schemas.openxmlformats.org/drawingml/2006/main">
            <a:r>
              <a:t/>
            </a:r>
          </a:p>
          <a:p xmlns:a="http://schemas.openxmlformats.org/drawingml/2006/main">
            <a:r>
              <a:t>Candidates have name, validation_mae and latency_ms.</a:t>
            </a:r>
          </a:p>
          <a:p xmlns:a="http://schemas.openxmlformats.org/drawingml/2006/main">
            <a:r>
              <a:t/>
            </a:r>
          </a:p>
          <a:p xmlns:a="http://schemas.openxmlformats.org/drawingml/2006/main">
            <a:r>
              <a:t>Keep those meeting both inclusive constraints; select smallest validation_mae, then latency_ms, then name alphabetically.</a:t>
            </a:r>
          </a:p>
          <a:p xmlns:a="http://schemas.openxmlformats.org/drawingml/2006/main">
            <a:r>
              <a:t/>
            </a:r>
          </a:p>
          <a:p xmlns:a="http://schemas.openxmlformats.org/drawingml/2006/main">
            <a:r>
              <a:t>Return the selected name or None.</a:t>
            </a:r>
          </a:p>
          <a:p xmlns:a="http://schemas.openxmlformats.org/drawingml/2006/main">
            <a:r>
              <a:t/>
            </a:r>
          </a:p>
          <a:p xmlns:a="http://schemas.openxmlformats.org/drawingml/2006/main">
            <a:r>
              <a:t>Never use test scores for selection.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regression_errors(actual, predicted)</a:t>
            </a:r>
          </a:p>
          <a:p xmlns:a="http://schemas.openxmlformats.org/drawingml/2006/main">
            <a:r>
              <a:t/>
            </a:r>
          </a:p>
          <a:p xmlns:a="http://schemas.openxmlformats.org/drawingml/2006/main">
            <a:r>
              <a:t>Return mae and rmse, calculated over the same paired observations, with full precision.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recommendation submission</a:t>
            </a:r>
          </a:p>
          <a:p xmlns:a="http://schemas.openxmlformats.org/drawingml/2006/main">
            <a:r>
              <a:t>Explanation to give</a:t>
            </a:r>
          </a:p>
          <a:p xmlns:a="http://schemas.openxmlformats.org/drawingml/2006/main">
            <a:r>
              <a:t>This slide hands over CML3111 W12.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2026-11-27T14:00:00+03:00.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11:00 Kampala</a:t>
            </a:r>
          </a:p>
          <a:p xmlns:a="http://schemas.openxmlformats.org/drawingml/2006/main">
            <a:r>
              <a:t/>
            </a:r>
          </a:p>
          <a:p xmlns:a="http://schemas.openxmlformats.org/drawingml/2006/main">
            <a:r>
              <a:t>Deadline: 27 Nov 2026, 14:00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18 Dec 2026, 11:00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12 quiz</a:t>
            </a:r>
          </a:p>
          <a:p xmlns:a="http://schemas.openxmlformats.org/drawingml/2006/main">
            <a:r>
              <a:t>Explanation to give</a:t>
            </a:r>
          </a:p>
          <a:p xmlns:a="http://schemas.openxmlformats.org/drawingml/2006/main">
            <a:r>
              <a:t>This is the CML3111 Week 1 quiz. The student link opens the response form; it does not activate its window. In Quiz Controls use open_W1_CML3111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A recommendation must satisfy the practical limits before it wins on a ranking metric. Explain eligibility and tie-breaking separately.</a:t>
            </a:r>
          </a:p>
          <a:p xmlns:a="http://schemas.openxmlformats.org/drawingml/2006/main">
            <a:r>
              <a:t/>
            </a:r>
          </a:p>
          <a:p xmlns:a="http://schemas.openxmlformats.org/drawingml/2006/main">
            <a:r>
              <a:t>Worked illustration / lecturer answer</a:t>
            </a:r>
          </a:p>
          <a:p xmlns:a="http://schemas.openxmlformats.org/drawingml/2006/main">
            <a:r>
              <a:t>A model at 4 error units and 12 ms fails a 10 ms limit even if its error is attractive. Test exact boundaries before ranking eligible candidate_models.</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justify a valid candidate with evidence and a stated limitation.</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Why evaluate using observations not used to fit that particular model?</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Cross Validation</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Why evaluate using observations not used to fit that particular model?</a:t>
            </a:r>
          </a:p>
          <a:p xmlns:a="http://schemas.openxmlformats.org/drawingml/2006/main">
            <a:r>
              <a:t/>
            </a:r>
          </a:p>
          <a:p xmlns:a="http://schemas.openxmlformats.org/drawingml/2006/main">
            <a:r>
              <a:t>Reference / existing resource</a:t>
            </a:r>
          </a:p>
          <a:p xmlns:a="http://schemas.openxmlformats.org/drawingml/2006/main">
            <a:r>
              <a:t>https://www.youtube.com/watch?v=fSytzGwwBVw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42866d505643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a041d1fae149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2c026621994f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6bd0ec96f24e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e9908f701745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72ca26d04047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E7BB8A-CCBF-488C-8462-4A6F1A5026BB}"/>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8615FA-7CF0-46FE-853F-523EDC361092}"/>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BA020A-7BB5-4915-B4F1-F9F9FAF305B7}"/>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2569FD-A09C-417B-80CC-0B667AFD74E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D5A5E6-17C6-4251-B439-E0280FBAE1A4}"/>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D869D8-C3C2-4AC3-B581-5B74EA8A92A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681F37-B9F6-4B47-97FD-CDD3CB8327D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8E22EC-851C-4110-9E3C-B5F2A3E85DA9}"/>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952EB9-44A7-4564-9D4B-BA826C5FFF0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359B74-FFBD-4242-8513-8BEB6BC03590}"/>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967634b0964a77" /><Relationship Type="http://schemas.openxmlformats.org/officeDocument/2006/relationships/slideLayout" Target="/ppt/slideLayouts/slideLayout1.xml" Id="R9b6351c5360a4638" /><Relationship Type="http://schemas.openxmlformats.org/officeDocument/2006/relationships/slideLayout" Target="/ppt/slideLayouts/slideLayout2.xml" Id="Rfce13285df784485" /><Relationship Type="http://schemas.openxmlformats.org/officeDocument/2006/relationships/slideLayout" Target="/ppt/slideLayouts/slideLayout3.xml" Id="R7dff23db16fe4a9c" /><Relationship Type="http://schemas.openxmlformats.org/officeDocument/2006/relationships/slideLayout" Target="/ppt/slideLayouts/slideLayout4.xml" Id="R18fde386bc6247f4" /><Relationship Type="http://schemas.openxmlformats.org/officeDocument/2006/relationships/slideLayout" Target="/ppt/slideLayouts/slideLayout5.xml" Id="Ra881785a91894cf4" /><Relationship Type="http://schemas.openxmlformats.org/officeDocument/2006/relationships/slideLayout" Target="/ppt/slideLayouts/slideLayout6.xml" Id="R81181c1758a143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6351c5360a4638"/>
    <p:sldLayoutId xmlns:r="http://schemas.openxmlformats.org/officeDocument/2006/relationships" id="2147483650" r:id="Rfce13285df784485"/>
    <p:sldLayoutId xmlns:r="http://schemas.openxmlformats.org/officeDocument/2006/relationships" id="2147483651" r:id="R7dff23db16fe4a9c"/>
    <p:sldLayoutId xmlns:r="http://schemas.openxmlformats.org/officeDocument/2006/relationships" id="2147483652" r:id="R18fde386bc6247f4"/>
    <p:sldLayoutId xmlns:r="http://schemas.openxmlformats.org/officeDocument/2006/relationships" id="2147483653" r:id="Ra881785a91894cf4"/>
    <p:sldLayoutId xmlns:r="http://schemas.openxmlformats.org/officeDocument/2006/relationships" id="2147483654" r:id="R81181c1758a143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7913e941254664" /><Relationship Type="http://schemas.openxmlformats.org/officeDocument/2006/relationships/image" Target="/ppt/media/image.png" Id="Rc388fd9ac77a4940" /><Relationship Type="http://schemas.openxmlformats.org/officeDocument/2006/relationships/notesSlide" Target="/ppt/notesSlides/notesSlide1.xml" Id="Rde25a387108540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258ed0e39342a6" /><Relationship Type="http://schemas.openxmlformats.org/officeDocument/2006/relationships/notesSlide" Target="/ppt/notesSlides/notesSlide2.xml" Id="R6a784504dbd745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89d5e9e60c4104" /><Relationship Type="http://schemas.openxmlformats.org/officeDocument/2006/relationships/notesSlide" Target="/ppt/notesSlides/notesSlide3.xml" Id="R4df4f1af224c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663c6693704aaa" /><Relationship Type="http://schemas.openxmlformats.org/officeDocument/2006/relationships/notesSlide" Target="/ppt/notesSlides/notesSlide4.xml" Id="R4d38ec9a078b49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a6361f38f646c9" /><Relationship Type="http://schemas.openxmlformats.org/officeDocument/2006/relationships/notesSlide" Target="/ppt/notesSlides/notesSlide5.xml" Id="R9411ad81b5de4b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bbc3d6bf774f4f" /><Relationship Type="http://schemas.openxmlformats.org/officeDocument/2006/relationships/notesSlide" Target="/ppt/notesSlides/notesSlide6.xml" Id="R4d0fc2c4643c42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5705e8dabb402a" /><Relationship Type="http://schemas.openxmlformats.org/officeDocument/2006/relationships/notesSlide" Target="/ppt/notesSlides/notesSlide7.xml" Id="Rc09a503dba594f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5ba279f3174d06" /><Relationship Type="http://schemas.openxmlformats.org/officeDocument/2006/relationships/notesSlide" Target="/ppt/notesSlides/notesSlide8.xml" Id="R66facd9c0c4b41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8d0a32ccfa4c52" /><Relationship Type="http://schemas.openxmlformats.org/officeDocument/2006/relationships/notesSlide" Target="/ppt/notesSlides/notesSlide9.xml" Id="Rce4830a1a3944a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3c737a5f7a4a55" /><Relationship Type="http://schemas.openxmlformats.org/officeDocument/2006/relationships/notesSlide" Target="/ppt/notesSlides/notesSlide10.xml" Id="Re7d02a71724e4f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a6444f2c4fa4893" /><Relationship Type="http://schemas.openxmlformats.org/officeDocument/2006/relationships/notesSlide" Target="/ppt/notesSlides/notesSlide11.xml" Id="R6d0086a19f4c4d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dd081d02754fb7" /><Relationship Type="http://schemas.openxmlformats.org/officeDocument/2006/relationships/notesSlide" Target="/ppt/notesSlides/notesSlide12.xml" Id="Rb9e6ddccab9941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b72b4aef6a4f9c" /><Relationship Type="http://schemas.openxmlformats.org/officeDocument/2006/relationships/notesSlide" Target="/ppt/notesSlides/notesSlide13.xml" Id="Ra0ebdc4d0d72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0d38f85c44426e" /><Relationship Type="http://schemas.openxmlformats.org/officeDocument/2006/relationships/notesSlide" Target="/ppt/notesSlides/notesSlide14.xml" Id="R5074a9980fc34e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24e82c6815469a" /><Relationship Type="http://schemas.openxmlformats.org/officeDocument/2006/relationships/notesSlide" Target="/ppt/notesSlides/notesSlide15.xml" Id="R4fc508598de64e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428fc67736402a" /><Relationship Type="http://schemas.openxmlformats.org/officeDocument/2006/relationships/notesSlide" Target="/ppt/notesSlides/notesSlide16.xml" Id="Rb2a3bd7a724f4c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0a6e186748b451d" /><Relationship Type="http://schemas.openxmlformats.org/officeDocument/2006/relationships/notesSlide" Target="/ppt/notesSlides/notesSlide17.xml" Id="R0e05f5840b3148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ca97c3bb6b54bc4" /><Relationship Type="http://schemas.openxmlformats.org/officeDocument/2006/relationships/notesSlide" Target="/ppt/notesSlides/notesSlide18.xml" Id="Rb5342f422ec74b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872e2e302f84356" /><Relationship Type="http://schemas.openxmlformats.org/officeDocument/2006/relationships/notesSlide" Target="/ppt/notesSlides/notesSlide19.xml" Id="R2ddb3e34943f4f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376fc0f11ae4bc1" /><Relationship Type="http://schemas.openxmlformats.org/officeDocument/2006/relationships/notesSlide" Target="/ppt/notesSlides/notesSlide20.xml" Id="Rdbeeaeb316da49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39966c1e8d4472b" /><Relationship Type="http://schemas.openxmlformats.org/officeDocument/2006/relationships/notesSlide" Target="/ppt/notesSlides/notesSlide21.xml" Id="R2cc0c2fd3b1140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4a89155b5c0457f" /><Relationship Type="http://schemas.openxmlformats.org/officeDocument/2006/relationships/notesSlide" Target="/ppt/notesSlides/notesSlide22.xml" Id="R0a1f9172659b42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228cc0c1bd149e1" /><Relationship Type="http://schemas.openxmlformats.org/officeDocument/2006/relationships/notesSlide" Target="/ppt/notesSlides/notesSlide23.xml" Id="Rcf2a06a2eb5643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aeedb3ad2ad4c2d" /><Relationship Type="http://schemas.openxmlformats.org/officeDocument/2006/relationships/notesSlide" Target="/ppt/notesSlides/notesSlide24.xml" Id="Rcd2af7fa58934a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5d6a34c0d4c49d3" /><Relationship Type="http://schemas.openxmlformats.org/officeDocument/2006/relationships/notesSlide" Target="/ppt/notesSlides/notesSlide25.xml" Id="Rec7ce71225cc42a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8a2107c9e55416a" /><Relationship Type="http://schemas.openxmlformats.org/officeDocument/2006/relationships/notesSlide" Target="/ppt/notesSlides/notesSlide26.xml" Id="R5fa7268508e84c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f439f6868c24e09" /><Relationship Type="http://schemas.openxmlformats.org/officeDocument/2006/relationships/notesSlide" Target="/ppt/notesSlides/notesSlide27.xml" Id="R06e29893f3114b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75acceae6f43d2" /><Relationship Type="http://schemas.openxmlformats.org/officeDocument/2006/relationships/notesSlide" Target="/ppt/notesSlides/notesSlide28.xml" Id="R5d6bd80e26e04d3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e0e3b31e4404420" /><Relationship Type="http://schemas.openxmlformats.org/officeDocument/2006/relationships/notesSlide" Target="/ppt/notesSlides/notesSlide29.xml" Id="Rdb69ec549ce34e1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a06f65d1d7646f7" /><Relationship Type="http://schemas.openxmlformats.org/officeDocument/2006/relationships/notesSlide" Target="/ppt/notesSlides/notesSlide30.xml" Id="Rfb2764d41b644c7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3b21614baa54668" /><Relationship Type="http://schemas.openxmlformats.org/officeDocument/2006/relationships/notesSlide" Target="/ppt/notesSlides/notesSlide31.xml" Id="R7c089210ede04da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1671874ee8e4dbe" /><Relationship Type="http://schemas.openxmlformats.org/officeDocument/2006/relationships/notesSlide" Target="/ppt/notesSlides/notesSlide32.xml" Id="R154f77171bc941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712830feb2f4f56" /><Relationship Type="http://schemas.openxmlformats.org/officeDocument/2006/relationships/notesSlide" Target="/ppt/notesSlides/notesSlide33.xml" Id="R4f98fed3dee847a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e22ec2c478f4453" /><Relationship Type="http://schemas.openxmlformats.org/officeDocument/2006/relationships/notesSlide" Target="/ppt/notesSlides/notesSlide34.xml" Id="R107c658e643b4a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1e9700764a945c3" /><Relationship Type="http://schemas.openxmlformats.org/officeDocument/2006/relationships/notesSlide" Target="/ppt/notesSlides/notesSlide35.xml" Id="R6291e195f74a43b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8a319e3c2d44516" /><Relationship Type="http://schemas.openxmlformats.org/officeDocument/2006/relationships/notesSlide" Target="/ppt/notesSlides/notesSlide36.xml" Id="Rf7364dedb3d8417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c3b135fb4b542b9" /><Relationship Type="http://schemas.openxmlformats.org/officeDocument/2006/relationships/notesSlide" Target="/ppt/notesSlides/notesSlide37.xml" Id="Rca79070f03704e7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b31d1074b0f401b" /><Relationship Type="http://schemas.openxmlformats.org/officeDocument/2006/relationships/notesSlide" Target="/ppt/notesSlides/notesSlide38.xml" Id="R77aae4b2d98842f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4297d8666404ede" /><Relationship Type="http://schemas.openxmlformats.org/officeDocument/2006/relationships/notesSlide" Target="/ppt/notesSlides/notesSlide39.xml" Id="R1f24346dbba2400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f5f19c8a5d04c0e" /><Relationship Type="http://schemas.openxmlformats.org/officeDocument/2006/relationships/notesSlide" Target="/ppt/notesSlides/notesSlide40.xml" Id="R75683d81580e49e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26de24e6b7e49bb" /><Relationship Type="http://schemas.openxmlformats.org/officeDocument/2006/relationships/notesSlide" Target="/ppt/notesSlides/notesSlide41.xml" Id="Rbdc1150202694e6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6c87481c810412d" /><Relationship Type="http://schemas.openxmlformats.org/officeDocument/2006/relationships/notesSlide" Target="/ppt/notesSlides/notesSlide42.xml" Id="Rffa438cfc142492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abb6f65c2b14067" /><Relationship Type="http://schemas.openxmlformats.org/officeDocument/2006/relationships/notesSlide" Target="/ppt/notesSlides/notesSlide43.xml" Id="R85c4ab4e98184a9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fae447f50274a97" /><Relationship Type="http://schemas.openxmlformats.org/officeDocument/2006/relationships/notesSlide" Target="/ppt/notesSlides/notesSlide44.xml" Id="Rf79ae01c818d4c6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24609bd0e65411f" /><Relationship Type="http://schemas.openxmlformats.org/officeDocument/2006/relationships/notesSlide" Target="/ppt/notesSlides/notesSlide45.xml" Id="Reff48bc42cb94b7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f13685540f44fed" /><Relationship Type="http://schemas.openxmlformats.org/officeDocument/2006/relationships/notesSlide" Target="/ppt/notesSlides/notesSlide46.xml" Id="R07fbde8061e84dd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a5f5aede56647ba" /><Relationship Type="http://schemas.openxmlformats.org/officeDocument/2006/relationships/notesSlide" Target="/ppt/notesSlides/notesSlide47.xml" Id="R9b8136cd569646b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b774eaf5ad8484f" /><Relationship Type="http://schemas.openxmlformats.org/officeDocument/2006/relationships/notesSlide" Target="/ppt/notesSlides/notesSlide48.xml" Id="Reaa705d19fd64bb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8bf9f23f94e4672" /><Relationship Type="http://schemas.openxmlformats.org/officeDocument/2006/relationships/notesSlide" Target="/ppt/notesSlides/notesSlide49.xml" Id="Reab4befc33cd4b4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7ea0ec44d2c416a" /><Relationship Type="http://schemas.openxmlformats.org/officeDocument/2006/relationships/notesSlide" Target="/ppt/notesSlides/notesSlide50.xml" Id="Re99d86f514064b2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66d45e1eaa84374" /><Relationship Type="http://schemas.openxmlformats.org/officeDocument/2006/relationships/notesSlide" Target="/ppt/notesSlides/notesSlide51.xml" Id="R2799f04c954a45f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ab5230c55a6483f" /><Relationship Type="http://schemas.openxmlformats.org/officeDocument/2006/relationships/notesSlide" Target="/ppt/notesSlides/notesSlide52.xml" Id="R956f87c2086e41f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8031cf8db58446d" /><Relationship Type="http://schemas.openxmlformats.org/officeDocument/2006/relationships/notesSlide" Target="/ppt/notesSlides/notesSlide53.xml" Id="R1373bbf448f64f0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c46b754efc04190" /><Relationship Type="http://schemas.openxmlformats.org/officeDocument/2006/relationships/notesSlide" Target="/ppt/notesSlides/notesSlide54.xml" Id="R5a6448f3d83d414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34c46f494fe94653" /><Relationship Type="http://schemas.openxmlformats.org/officeDocument/2006/relationships/notesSlide" Target="/ppt/notesSlides/notesSlide55.xml" Id="R6836de2807a4440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c6634e5341a41e3" /><Relationship Type="http://schemas.openxmlformats.org/officeDocument/2006/relationships/notesSlide" Target="/ppt/notesSlides/notesSlide56.xml" Id="Rfa03264fdf724b2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4e8cf814b10a47e6" /><Relationship Type="http://schemas.openxmlformats.org/officeDocument/2006/relationships/notesSlide" Target="/ppt/notesSlides/notesSlide57.xml" Id="R3091def89ebd401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4c38934b568548ca" /><Relationship Type="http://schemas.openxmlformats.org/officeDocument/2006/relationships/notesSlide" Target="/ppt/notesSlides/notesSlide58.xml" Id="R08bece7d0ab3458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f54f3e8e6fef422c" /><Relationship Type="http://schemas.openxmlformats.org/officeDocument/2006/relationships/notesSlide" Target="/ppt/notesSlides/notesSlide59.xml" Id="R6e58c5a371c64f3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ae8b1b470b9459a" /><Relationship Type="http://schemas.openxmlformats.org/officeDocument/2006/relationships/hyperlink" Target="https://docs.google.com/forms/d/e/1FAIpQLSd372X-BsxlyaBxjHNN5N4xQuj9fMiwEWDSkDOh8sXTQk3imQ/viewform" TargetMode="External" Id="Rcfcfebc3daf0478d" /><Relationship Type="http://schemas.openxmlformats.org/officeDocument/2006/relationships/notesSlide" Target="/ppt/notesSlides/notesSlide60.xml" Id="Raa691845bd13492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d0bd963b4e5246e6" /><Relationship Type="http://schemas.openxmlformats.org/officeDocument/2006/relationships/notesSlide" Target="/ppt/notesSlides/notesSlide61.xml" Id="R705084c188d84c1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58fa704679c7413d" /><Relationship Type="http://schemas.openxmlformats.org/officeDocument/2006/relationships/image" Target="/ppt/media/image2.png" Id="R1893c279dcc64168" /><Relationship Type="http://schemas.openxmlformats.org/officeDocument/2006/relationships/hyperlink" Target="https://forms.gle/HM2s2G2zxQP64dit5" TargetMode="External" Id="Rd25375bada0a4088" /><Relationship Type="http://schemas.openxmlformats.org/officeDocument/2006/relationships/notesSlide" Target="/ppt/notesSlides/notesSlide62.xml" Id="R2ec143828f4646b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206868f1224d4fc0" /><Relationship Type="http://schemas.openxmlformats.org/officeDocument/2006/relationships/notesSlide" Target="/ppt/notesSlides/notesSlide63.xml" Id="Ra64f02461f35411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61aef31bebdf456b" /><Relationship Type="http://schemas.openxmlformats.org/officeDocument/2006/relationships/hyperlink" Target="https://www.youtube.com/watch?v=fSytzGwwBVw" TargetMode="External" Id="R8bd6c5aa2d0b45b1" /><Relationship Type="http://schemas.openxmlformats.org/officeDocument/2006/relationships/notesSlide" Target="/ppt/notesSlides/notesSlide64.xml" Id="R5fd2bf7267e84c9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2D2947C-9EB2-4101-AF4D-BB81B4D391F2}"/>
              </a:ext>
            </a:extLst>
          </p:cNvPr>
          <p:cNvPicPr>
            <a:picLocks xmlns:a="http://schemas.openxmlformats.org/drawingml/2006/main" noChangeAspect="1"/>
          </p:cNvPicPr>
          <p:nvPr/>
        </p:nvPicPr>
        <p:blipFill>
          <a:blip xmlns:r="http://schemas.openxmlformats.org/officeDocument/2006/relationships" xmlns:a="http://schemas.openxmlformats.org/drawingml/2006/main" r:embed="Rc388fd9ac77a4940"/>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C89C65-F68B-4F98-95B3-E73917979652}"/>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A696C5-FBDA-4FED-AED0-8A269125FC36}"/>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12</a:t>
            </a:r>
          </a:p>
        </p:txBody>
      </p:sp>
      <p:sp>
        <p:nvSpPr>
          <p:cNvPr id="4" name="">
            <a:extLst xmlns:a="http://schemas.openxmlformats.org/drawingml/2006/main">
              <a:ext uri="{FF2B5EF4-FFF2-40B4-BE49-F238E27FC236}">
                <a16:creationId xmlns:a16="http://schemas.microsoft.com/office/drawing/2014/main" id="{1B3C9D03-5C3D-455D-A0AF-DBA47292E3D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Choosing and explaining a model</a:t>
            </a:r>
          </a:p>
        </p:txBody>
      </p:sp>
      <p:sp>
        <p:nvSpPr>
          <p:cNvPr id="5" name="">
            <a:extLst xmlns:a="http://schemas.openxmlformats.org/drawingml/2006/main">
              <a:ext uri="{FF2B5EF4-FFF2-40B4-BE49-F238E27FC236}">
                <a16:creationId xmlns:a16="http://schemas.microsoft.com/office/drawing/2014/main" id="{E4EA6F05-6AA9-4C45-AD23-65A8AAA2EB45}"/>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55CB25A4-063B-41DF-B913-98DE3C0C6C3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27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160223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293347-BB72-467A-A098-5188115A62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B3A3AF-1D74-4F8A-8EE2-A043CEDE40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2E46810-BB64-451C-BB11-049855C0AB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4DC0A15-661F-4339-BC86-2314FDAFF97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8B7846-4BF1-45E7-BDAA-8E979649A1F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FBC7DA-7389-412E-8D25-F98F382FDF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BCD7D2EC-72CA-4DF1-9E15-909A792DB3C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F3DC2491-BDA7-45E1-BD7E-209BF5CF6A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a:t>
            </a:r>
          </a:p>
        </p:txBody>
      </p:sp>
    </p:spTree>
    <p:extLst>
      <p:ext uri="{BB962C8B-B14F-4D97-AF65-F5344CB8AC3E}">
        <p14:creationId xmlns:p14="http://schemas.microsoft.com/office/powerpoint/2010/main" val="2032707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AFCAB7-C566-4FAE-BB98-E2E8F92687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312C8E-5744-4248-8B3C-796C11AAA1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15DE62A-6709-4D3C-8CDE-73F8E4D19F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AD33C9CE-7E23-490F-BD77-03E71D4612E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FD5A6A-4733-4B38-9456-DD5FB0F6D35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F021F8-C665-4C19-9D0C-5474A0F8BCB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0DA7FDCA-F079-45D1-8C4D-FF826A0F935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E8C24119-ABEA-4A5B-9BFD-C27357D589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a:t>
            </a:r>
          </a:p>
        </p:txBody>
      </p:sp>
    </p:spTree>
    <p:extLst>
      <p:ext uri="{BB962C8B-B14F-4D97-AF65-F5344CB8AC3E}">
        <p14:creationId xmlns:p14="http://schemas.microsoft.com/office/powerpoint/2010/main" val="2529391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D03A74-4596-4C71-B742-D5D1E1A1B0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C6C71E-2070-467C-8896-E54E0FCB98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864109-8544-40DC-8E16-E9D901280B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4943988E-EA15-4BF9-A3A1-8238E474ECE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C3D2FEF-3361-4BC1-AC2F-2786FD116AA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96AA1EB8-C1C9-4E14-9C19-CF87F8A4D9D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D086F14-53C1-49DF-8ECC-5B2F7568272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F478E36A-55C6-4C8C-8D86-2B8C4B0D24D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CFA276E-125A-436F-BF7F-C941C0AF542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D228FD9D-5214-461A-AA91-C24D6CB5D0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a:t>
            </a:r>
          </a:p>
        </p:txBody>
      </p:sp>
    </p:spTree>
    <p:extLst>
      <p:ext uri="{BB962C8B-B14F-4D97-AF65-F5344CB8AC3E}">
        <p14:creationId xmlns:p14="http://schemas.microsoft.com/office/powerpoint/2010/main" val="21226670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1ADED0-1844-4602-9D83-1A6B1ED5DD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CFF4ED-430B-4308-87E5-46C0AAC17D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3AA3803-75DB-40D2-9302-284452C63A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967B0FB-75B4-47A7-BD84-A6C190E9183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E19870-FF3D-4EAC-B49C-3DB1E5C09B5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62A686-050A-428B-941A-B4660028BAC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4CEE1D80-CB7C-49A6-8C70-13D2002B237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0725879F-7782-4CEF-91B1-F48ED94051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a:t>
            </a:r>
          </a:p>
        </p:txBody>
      </p:sp>
    </p:spTree>
    <p:extLst>
      <p:ext uri="{BB962C8B-B14F-4D97-AF65-F5344CB8AC3E}">
        <p14:creationId xmlns:p14="http://schemas.microsoft.com/office/powerpoint/2010/main" val="9441235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7DCA4D-E66D-40A7-844C-6EB10AB1C9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DD1595-1E3C-47E9-BE5B-9C46B92B20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D9D74E5-9A9F-4F99-B40A-80E5448EAA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C19A07E5-B2B8-4BC7-89CC-59083CA6BB8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5CDDD0-941B-47E4-9E67-8F5127676902}"/>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CB6514B3-529B-45B8-9C30-E765BD0F32B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a:t>
            </a:r>
          </a:p>
        </p:txBody>
      </p:sp>
    </p:spTree>
    <p:extLst>
      <p:ext uri="{BB962C8B-B14F-4D97-AF65-F5344CB8AC3E}">
        <p14:creationId xmlns:p14="http://schemas.microsoft.com/office/powerpoint/2010/main" val="5955370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A8B87F-6F6C-4647-A5D9-DB38C377C9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8FA52A-8178-427F-BFB6-3BC5407B2C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F755BC4-76E7-44FA-843E-9375CAA479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FEFBEE61-4350-41D8-AA5A-6C7DECC982A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868364-E4F8-4CED-A6DF-64DA7529FFC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D7C11EB6-79B6-41D7-AA65-59C51F1ECC8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F82DECAE-C3A4-4E3F-B881-A42FFD78525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25995CF-9135-490D-90AA-943F3A8FB1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7</a:t>
            </a:r>
          </a:p>
        </p:txBody>
      </p:sp>
    </p:spTree>
    <p:extLst>
      <p:ext uri="{BB962C8B-B14F-4D97-AF65-F5344CB8AC3E}">
        <p14:creationId xmlns:p14="http://schemas.microsoft.com/office/powerpoint/2010/main" val="7206106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F4C125-BC28-4026-BF35-22BE6428CC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86A848-902E-4365-BD05-DDDB424E9C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AEDF75-8E55-4D1B-85CE-A0B6E396CD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4087B42D-DADE-4B30-8FA2-417C20953DC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35796F-51DE-4BEF-A38C-A18A4482695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7403AA-36AF-453F-8CDC-2CA30B44FD1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46D75BE5-2315-47BB-A3CC-D092749659C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56E97083-BD03-49D7-AA5D-402F5041B5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8</a:t>
            </a:r>
          </a:p>
        </p:txBody>
      </p:sp>
    </p:spTree>
    <p:extLst>
      <p:ext uri="{BB962C8B-B14F-4D97-AF65-F5344CB8AC3E}">
        <p14:creationId xmlns:p14="http://schemas.microsoft.com/office/powerpoint/2010/main" val="7343306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64A2E1-6168-4C2F-B73E-75C3D21329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381A9A-3460-45E1-8ED4-0C43CEF60A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87E520-7C6F-497F-A576-EBCD48C2F9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548780B-E0FD-4A8E-83F4-6F107B8898B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65281EE-6133-4EF7-A8CC-8257DA80A51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94CEDEB7-61E6-4236-8D7C-9930F36ACCE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8A12E09-2299-4E0A-96CF-38541BC4FB1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E9B12F50-8B00-4583-90DA-5FD507AEA34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AF0B8AD-3D7B-414E-A8F9-22B3D448297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D8AAC868-0F2F-44E8-A03D-18FA649E50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9</a:t>
            </a:r>
          </a:p>
        </p:txBody>
      </p:sp>
    </p:spTree>
    <p:extLst>
      <p:ext uri="{BB962C8B-B14F-4D97-AF65-F5344CB8AC3E}">
        <p14:creationId xmlns:p14="http://schemas.microsoft.com/office/powerpoint/2010/main" val="5810135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6B33B5-DBE1-45D5-8B3E-F07E576CD8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44E062-72E1-481B-B72A-0B3B8628F3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25830E7-6A1C-44E0-B59F-1531606DEE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2EE3428-8999-4609-9665-40B06CD2F4E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3B2061-C129-4A27-8118-48852768C3C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CFAC8B12-6FC3-4233-8434-6CBF86F9D67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E9AEE9-1961-4BA1-BF4F-79B9A106727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10D92A93-D107-46AB-B1DE-22E0BBF5F57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6759AC-BC89-4810-B1EA-4E5009FDCB6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3C57A405-D28C-4D8B-8468-F74B00C125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10</a:t>
            </a:r>
          </a:p>
        </p:txBody>
      </p:sp>
    </p:spTree>
    <p:extLst>
      <p:ext uri="{BB962C8B-B14F-4D97-AF65-F5344CB8AC3E}">
        <p14:creationId xmlns:p14="http://schemas.microsoft.com/office/powerpoint/2010/main" val="2206799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A862B3-552E-4ADD-B0F7-D99EB6EE34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5A5735-03E2-403A-AAAC-A3BA14AC8F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C472EC0-6484-4692-9EC6-4373824B13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CAEC64A-10AE-408C-BEBF-E2A46EBE512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2CC1F8-44F5-4A1F-950B-2BC9D6FC8A9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4F5C7B-6AB2-41FF-AEF5-FF468B82366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F36D6930-B974-4880-8125-D48BC4E2BD4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488BFC16-E9E1-465B-8DCB-41CC59E1E9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11</a:t>
            </a:r>
          </a:p>
        </p:txBody>
      </p:sp>
    </p:spTree>
    <p:extLst>
      <p:ext uri="{BB962C8B-B14F-4D97-AF65-F5344CB8AC3E}">
        <p14:creationId xmlns:p14="http://schemas.microsoft.com/office/powerpoint/2010/main" val="12151554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C9DD3F-C815-43A5-B9AC-702697E0AF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AB4A67-EB91-4EF8-9C4D-B8F05C15C3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509DE8-036C-4A6E-8B07-4616207CC5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641605C7-CB90-47A6-A7C1-AA954E492EE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08A408-D1A5-4E3E-95F4-77FBF6B6FC89}"/>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D5C8DB6A-90BE-4ED6-9F79-D5F56A703B6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19FBAD3C-2337-4F23-973F-CFAD6D2FEC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12</a:t>
            </a:r>
          </a:p>
        </p:txBody>
      </p:sp>
    </p:spTree>
    <p:extLst>
      <p:ext uri="{BB962C8B-B14F-4D97-AF65-F5344CB8AC3E}">
        <p14:creationId xmlns:p14="http://schemas.microsoft.com/office/powerpoint/2010/main" val="12447344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1BCCC1-5CE2-4EAB-95B2-E899EB65FD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4C3D3E-262C-4586-A4BD-E244E380E1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1E0F4C8-F658-47AA-AC37-025B6C3246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1</a:t>
            </a:r>
          </a:p>
        </p:txBody>
      </p:sp>
      <p:sp>
        <p:nvSpPr>
          <p:cNvPr id="4" name="">
            <a:extLst xmlns:a="http://schemas.openxmlformats.org/drawingml/2006/main">
              <a:ext uri="{FF2B5EF4-FFF2-40B4-BE49-F238E27FC236}">
                <a16:creationId xmlns:a16="http://schemas.microsoft.com/office/drawing/2014/main" id="{634BDBFD-3DCD-4EAD-95AB-04E2B2ED870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9F0C18-1B3E-4D29-8815-5793520BDF4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24D9F574-D276-45C0-8DF4-7F887E48F91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F54575FD-3DA7-4582-A50F-A710192EF21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89BEC5A-26D2-495F-B6E4-01B31C4C8F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13</a:t>
            </a:r>
          </a:p>
        </p:txBody>
      </p:sp>
    </p:spTree>
    <p:extLst>
      <p:ext uri="{BB962C8B-B14F-4D97-AF65-F5344CB8AC3E}">
        <p14:creationId xmlns:p14="http://schemas.microsoft.com/office/powerpoint/2010/main" val="4230080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7C02A8-22D8-4E14-8012-92838CBD75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0101B6-9D3E-4101-B914-69B2D735ED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EA48268-CA05-411D-9FF3-6DB1E4C3C3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F931BB24-4E95-4C2E-AF8E-4D008E5049B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EEA77E-D34F-48B7-8511-A3C52BEB571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BBF7938F-AE35-456C-8667-7974904A03B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E10440D5-4EA7-46D8-B3B4-053922DA84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14</a:t>
            </a:r>
          </a:p>
        </p:txBody>
      </p:sp>
    </p:spTree>
    <p:extLst>
      <p:ext uri="{BB962C8B-B14F-4D97-AF65-F5344CB8AC3E}">
        <p14:creationId xmlns:p14="http://schemas.microsoft.com/office/powerpoint/2010/main" val="4054201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76DEC9-9003-4F92-94FC-48BE7929FF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3D2B94-2B71-47A1-A907-4670F42755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6050E94-EB96-43CD-AF42-E3DA214BF9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2</a:t>
            </a:r>
          </a:p>
        </p:txBody>
      </p:sp>
      <p:sp>
        <p:nvSpPr>
          <p:cNvPr id="4" name="">
            <a:extLst xmlns:a="http://schemas.openxmlformats.org/drawingml/2006/main">
              <a:ext uri="{FF2B5EF4-FFF2-40B4-BE49-F238E27FC236}">
                <a16:creationId xmlns:a16="http://schemas.microsoft.com/office/drawing/2014/main" id="{5CAE4068-2BF3-499F-B9A0-C23A622168D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997101-86D0-47D5-B2BE-713972E302B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CE705B96-9C08-4F39-8722-2707E3C5EC4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CBEDAFEC-6422-4185-8BA1-9AAF86637EE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410D9D2-DE66-416A-9F5D-45F84287CD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15</a:t>
            </a:r>
          </a:p>
        </p:txBody>
      </p:sp>
    </p:spTree>
    <p:extLst>
      <p:ext uri="{BB962C8B-B14F-4D97-AF65-F5344CB8AC3E}">
        <p14:creationId xmlns:p14="http://schemas.microsoft.com/office/powerpoint/2010/main" val="1983823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B42375-7AA8-4130-8E23-15C7823003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41BA77-A0DF-4759-87C9-5A4078DCFA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67743F-BC22-4EA0-9117-EA31402268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E0EC3B02-0B3C-4365-B7BD-B33086FBDA2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AE5A09-5A88-4645-9E69-36F15342EF4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53D912-3CB2-4C87-954C-0AFA727BFD0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CA0683C5-2F82-466B-9D2F-E41C20BFAAA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7AC60358-EBB3-4DA2-9923-D7A3FD7151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16</a:t>
            </a:r>
          </a:p>
        </p:txBody>
      </p:sp>
    </p:spTree>
    <p:extLst>
      <p:ext uri="{BB962C8B-B14F-4D97-AF65-F5344CB8AC3E}">
        <p14:creationId xmlns:p14="http://schemas.microsoft.com/office/powerpoint/2010/main" val="8165987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565C5B-03B8-49C5-9671-806B68BBC3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86B81D-3C4B-4D33-A89F-EFC9093A7D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8DECB7B-B2E3-45A0-AD91-3E236BB788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6CEFA97A-A27E-45FE-B080-3141AEA5269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033CAF-C6F1-4CD3-AC5B-45932911A9A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0EFC7940-1A43-4A9E-A4B6-02E3A7CF9E6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CCDA20F9-7FDB-461E-A072-6683A919C8F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65394105-670D-4917-9E55-D8DF20953D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17</a:t>
            </a:r>
          </a:p>
        </p:txBody>
      </p:sp>
    </p:spTree>
    <p:extLst>
      <p:ext uri="{BB962C8B-B14F-4D97-AF65-F5344CB8AC3E}">
        <p14:creationId xmlns:p14="http://schemas.microsoft.com/office/powerpoint/2010/main" val="16526503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9A4304-98BC-42BA-9A8A-019E748329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048C25-C567-41A8-88EF-724692DC94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60891DD-FF5F-4B4D-878E-78E04C92FC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a model with missing inputs</a:t>
            </a:r>
          </a:p>
        </p:txBody>
      </p:sp>
      <p:sp>
        <p:nvSpPr>
          <p:cNvPr id="4" name="">
            <a:extLst xmlns:a="http://schemas.openxmlformats.org/drawingml/2006/main">
              <a:ext uri="{FF2B5EF4-FFF2-40B4-BE49-F238E27FC236}">
                <a16:creationId xmlns:a16="http://schemas.microsoft.com/office/drawing/2014/main" id="{755AD39F-CCD6-48EE-80D7-B9E6AC16E50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A622A0-E995-4D52-914A-08E35F50040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F4E758-6C7C-4A88-BECF-7AEFE50AF3C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training_data[features] selects the two input columns as a equipment_data. training_data["target"] selects the observed target as a Series.</a:t>
            </a:r>
          </a:p>
        </p:txBody>
      </p:sp>
      <p:sp>
        <p:nvSpPr>
          <p:cNvPr id="7" name="">
            <a:extLst xmlns:a="http://schemas.openxmlformats.org/drawingml/2006/main">
              <a:ext uri="{FF2B5EF4-FFF2-40B4-BE49-F238E27FC236}">
                <a16:creationId xmlns:a16="http://schemas.microsoft.com/office/drawing/2014/main" id="{6C03C0C2-B2C4-4F0D-90C8-F8BC401D7A4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input fill values from training rows. make_pipeline links that operation to LinearRegression. fit learns the steps and predict reuses them.</a:t>
            </a:r>
          </a:p>
        </p:txBody>
      </p:sp>
      <p:sp>
        <p:nvSpPr>
          <p:cNvPr id="8" name="">
            <a:extLst xmlns:a="http://schemas.openxmlformats.org/drawingml/2006/main">
              <a:ext uri="{FF2B5EF4-FFF2-40B4-BE49-F238E27FC236}">
                <a16:creationId xmlns:a16="http://schemas.microsoft.com/office/drawing/2014/main" id="{79529394-A7A3-4F81-9F9E-F76EBAF6F4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18</a:t>
            </a:r>
          </a:p>
        </p:txBody>
      </p:sp>
    </p:spTree>
    <p:extLst>
      <p:ext uri="{BB962C8B-B14F-4D97-AF65-F5344CB8AC3E}">
        <p14:creationId xmlns:p14="http://schemas.microsoft.com/office/powerpoint/2010/main" val="3160298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A3A981-82EB-4685-B7A7-B681B9CBDB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45FB9F-8F38-4414-AD86-0B74452685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FF1529E-4ADF-4964-9518-566F5A19D5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59AFD94-25FF-41FE-997F-AB9CF265D77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CD2E3A-68D3-46A3-AC9E-90AD20551D3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CEC86E-8A53-429E-8E1D-97B00DCED94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7" name="">
            <a:extLst xmlns:a="http://schemas.openxmlformats.org/drawingml/2006/main">
              <a:ext uri="{FF2B5EF4-FFF2-40B4-BE49-F238E27FC236}">
                <a16:creationId xmlns:a16="http://schemas.microsoft.com/office/drawing/2014/main" id="{24E9C643-F5D3-4FF5-8460-E3288A857B6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33631758-3FBA-49C4-BEC6-898577797B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19</a:t>
            </a:r>
          </a:p>
        </p:txBody>
      </p:sp>
    </p:spTree>
    <p:extLst>
      <p:ext uri="{BB962C8B-B14F-4D97-AF65-F5344CB8AC3E}">
        <p14:creationId xmlns:p14="http://schemas.microsoft.com/office/powerpoint/2010/main" val="19288153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8A288B-6D72-4FED-BAAA-38F7E148D1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C9EA77-EFCC-4F88-B395-119E957A64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7C26430-56EE-4645-B98D-0663CDD089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4AFC208F-C6F2-4C30-A97F-2ED356A825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F46AF5-9E94-4451-A764-4ED3C21EF6E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83E244-DE4D-4636-825A-DD8825C6F2B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B7209393-477A-4865-B4E1-D79F247B774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BAC26837-3F76-4F96-9CE4-CA572CB8CA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20</a:t>
            </a:r>
          </a:p>
        </p:txBody>
      </p:sp>
    </p:spTree>
    <p:extLst>
      <p:ext uri="{BB962C8B-B14F-4D97-AF65-F5344CB8AC3E}">
        <p14:creationId xmlns:p14="http://schemas.microsoft.com/office/powerpoint/2010/main" val="13315098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10669D-3FDB-4302-AA47-6CD6E397D1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EDA2ED-DBD2-4C0E-84F8-2A7624D3BD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C157DE-A4AC-4269-8DC8-2C99A39F22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E81E010C-E1EF-43A1-A415-B95BC451288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E6FDA3-AF22-409D-8B4E-4844A06226F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F4C7D5-553B-40F0-934A-51625D3E38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2F2C0768-99BD-43E3-80C9-63AB74C4744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E1BC8A41-BA68-40B5-8E28-E3B1DDE792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21</a:t>
            </a:r>
          </a:p>
        </p:txBody>
      </p:sp>
    </p:spTree>
    <p:extLst>
      <p:ext uri="{BB962C8B-B14F-4D97-AF65-F5344CB8AC3E}">
        <p14:creationId xmlns:p14="http://schemas.microsoft.com/office/powerpoint/2010/main" val="17038225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316221-E01C-4BBE-B466-2646C19C36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F2F274-CF7B-46B5-ADA7-4B3B1B91DE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EDB21E8-89B6-420D-A927-08D9EEF7FE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 / Selecting a short preview</a:t>
            </a:r>
          </a:p>
        </p:txBody>
      </p:sp>
      <p:sp>
        <p:nvSpPr>
          <p:cNvPr id="4" name="">
            <a:extLst xmlns:a="http://schemas.openxmlformats.org/drawingml/2006/main">
              <a:ext uri="{FF2B5EF4-FFF2-40B4-BE49-F238E27FC236}">
                <a16:creationId xmlns:a16="http://schemas.microsoft.com/office/drawing/2014/main" id="{F8B94F0C-9D08-4807-B2FC-C05683DF0BA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9DFBBA-7C1B-4D96-AD17-CF08750A6FB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083D57-1167-4AB5-9F05-7C5F3038C2D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7" name="">
            <a:extLst xmlns:a="http://schemas.openxmlformats.org/drawingml/2006/main">
              <a:ext uri="{FF2B5EF4-FFF2-40B4-BE49-F238E27FC236}">
                <a16:creationId xmlns:a16="http://schemas.microsoft.com/office/drawing/2014/main" id="{23EEADE9-1AA7-445B-8884-F0B31434AD5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values[:5] selects positions 0 through 4, or fewer if the sequence is shorter. The stop position is excluded. This preview does not change the full array stored in the variable.</a:t>
            </a:r>
          </a:p>
        </p:txBody>
      </p:sp>
      <p:sp>
        <p:nvSpPr>
          <p:cNvPr id="8" name="">
            <a:extLst xmlns:a="http://schemas.openxmlformats.org/drawingml/2006/main">
              <a:ext uri="{FF2B5EF4-FFF2-40B4-BE49-F238E27FC236}">
                <a16:creationId xmlns:a16="http://schemas.microsoft.com/office/drawing/2014/main" id="{33AB2C54-C825-4734-90DA-9FE4BDE270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22</a:t>
            </a:r>
          </a:p>
        </p:txBody>
      </p:sp>
    </p:spTree>
    <p:extLst>
      <p:ext uri="{BB962C8B-B14F-4D97-AF65-F5344CB8AC3E}">
        <p14:creationId xmlns:p14="http://schemas.microsoft.com/office/powerpoint/2010/main" val="5302244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0EEF6A-229D-4184-B1D8-4F135BD303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DB3599-4FB5-49DD-9E53-95B2A2AB57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77049D-7C0D-4A91-BC5C-CBB5EF608F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3190693D-DDD4-4594-8509-6021443494B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4BC5492-979C-41C3-9656-7F606B60FCE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166A21FF-4D9A-4BE6-B9FA-1911EAE0E0A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267446-2CB4-4E93-8417-3430AF0E48D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2686D0C4-83B4-4497-B53A-AFE75496154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A89DC51-23BC-4B98-9BD1-5C3A7C1CD1E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D8705AC6-5E3B-40CC-8585-57FDE12B4A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23</a:t>
            </a:r>
          </a:p>
        </p:txBody>
      </p:sp>
    </p:spTree>
    <p:extLst>
      <p:ext uri="{BB962C8B-B14F-4D97-AF65-F5344CB8AC3E}">
        <p14:creationId xmlns:p14="http://schemas.microsoft.com/office/powerpoint/2010/main" val="111610840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1DFE18-4DD6-46B5-BD80-2426351BC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1A662B-CE13-491A-B48D-8286B8843A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CF11127-060B-4EEF-BC85-7CCA750660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4E0E1D1F-97F6-4C29-82C8-B386BB74F1D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2B21F5-47B8-494B-925F-3109EACAEC5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EE6640B3-5DF5-4116-99A9-8AE6AE86CA6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8E92757F-54DC-43D1-978D-1AB0EF3F3D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24</a:t>
            </a:r>
          </a:p>
        </p:txBody>
      </p:sp>
    </p:spTree>
    <p:extLst>
      <p:ext uri="{BB962C8B-B14F-4D97-AF65-F5344CB8AC3E}">
        <p14:creationId xmlns:p14="http://schemas.microsoft.com/office/powerpoint/2010/main" val="214388896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70AE5D-283A-4512-9157-595762F5E9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841626-9B67-48D9-99CA-5941A946D3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0FEF540-17C2-48EE-B155-4817C45641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1</a:t>
            </a:r>
          </a:p>
        </p:txBody>
      </p:sp>
      <p:sp>
        <p:nvSpPr>
          <p:cNvPr id="4" name="">
            <a:extLst xmlns:a="http://schemas.openxmlformats.org/drawingml/2006/main">
              <a:ext uri="{FF2B5EF4-FFF2-40B4-BE49-F238E27FC236}">
                <a16:creationId xmlns:a16="http://schemas.microsoft.com/office/drawing/2014/main" id="{16F9AF57-ED47-4625-B6E3-845CF0C665A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12443B-5DBC-469B-A165-E21E7571353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p:txBody>
      </p:sp>
      <p:sp>
        <p:nvSpPr>
          <p:cNvPr id="6" name="">
            <a:extLst xmlns:a="http://schemas.openxmlformats.org/drawingml/2006/main">
              <a:ext uri="{FF2B5EF4-FFF2-40B4-BE49-F238E27FC236}">
                <a16:creationId xmlns:a16="http://schemas.microsoft.com/office/drawing/2014/main" id="{18157A43-C94A-449E-8418-11EB84BC64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2A90558E-68D4-4EF6-B3AB-F1B32F59A73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BD9395C-F0B2-404E-8656-6DF27B8BFC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25</a:t>
            </a:r>
          </a:p>
        </p:txBody>
      </p:sp>
    </p:spTree>
    <p:extLst>
      <p:ext uri="{BB962C8B-B14F-4D97-AF65-F5344CB8AC3E}">
        <p14:creationId xmlns:p14="http://schemas.microsoft.com/office/powerpoint/2010/main" val="9290117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1A22E1-9F61-4B9D-836F-DCF3E46E44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DED2DB-25E8-433C-A977-13AF7C3CF9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F89CFBB-8D21-4575-BAE0-C46D995A31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55E8A5E7-E3D7-4A0D-8B48-4C8875548D15}"/>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DA53F0-93DF-4C4E-BC7C-2798376408E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BCC8261F-2601-4B8E-A438-3D5443E4E8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26</a:t>
            </a:r>
          </a:p>
        </p:txBody>
      </p:sp>
    </p:spTree>
    <p:extLst>
      <p:ext uri="{BB962C8B-B14F-4D97-AF65-F5344CB8AC3E}">
        <p14:creationId xmlns:p14="http://schemas.microsoft.com/office/powerpoint/2010/main" val="20749965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8F56D9-13DE-4995-B44E-E81637C1A9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B492B0-6659-4DAE-B7DF-39B1FF34BB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8E3D58D-4B3A-4197-9A91-2714B5F3C4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2</a:t>
            </a:r>
          </a:p>
        </p:txBody>
      </p:sp>
      <p:sp>
        <p:nvSpPr>
          <p:cNvPr id="4" name="">
            <a:extLst xmlns:a="http://schemas.openxmlformats.org/drawingml/2006/main">
              <a:ext uri="{FF2B5EF4-FFF2-40B4-BE49-F238E27FC236}">
                <a16:creationId xmlns:a16="http://schemas.microsoft.com/office/drawing/2014/main" id="{34E5CB38-2D2E-49F7-B4D6-9A3CDD29FA2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5748E2-45B0-4AAB-9C54-CF0B1CE337C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print(validation_predictions[:5].round(3).tolist())</a:t>
            </a:r>
          </a:p>
        </p:txBody>
      </p:sp>
      <p:sp>
        <p:nvSpPr>
          <p:cNvPr id="6" name="">
            <a:extLst xmlns:a="http://schemas.openxmlformats.org/drawingml/2006/main">
              <a:ext uri="{FF2B5EF4-FFF2-40B4-BE49-F238E27FC236}">
                <a16:creationId xmlns:a16="http://schemas.microsoft.com/office/drawing/2014/main" id="{150B1240-B065-4C93-A846-FB918963C75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19147D76-61E2-4A77-A207-D2E52C006C5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9F41715B-3153-4CBB-8C9B-9DD056464C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27</a:t>
            </a:r>
          </a:p>
        </p:txBody>
      </p:sp>
    </p:spTree>
    <p:extLst>
      <p:ext uri="{BB962C8B-B14F-4D97-AF65-F5344CB8AC3E}">
        <p14:creationId xmlns:p14="http://schemas.microsoft.com/office/powerpoint/2010/main" val="16140801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04DB01-5603-4036-8EB6-E875F5B9D7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862CF-592D-4886-A010-1B20C68492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02FF5F-6317-4C15-8B3D-24921BD5D5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actual values and predictions</a:t>
            </a:r>
          </a:p>
        </p:txBody>
      </p:sp>
      <p:sp>
        <p:nvSpPr>
          <p:cNvPr id="4" name="">
            <a:extLst xmlns:a="http://schemas.openxmlformats.org/drawingml/2006/main">
              <a:ext uri="{FF2B5EF4-FFF2-40B4-BE49-F238E27FC236}">
                <a16:creationId xmlns:a16="http://schemas.microsoft.com/office/drawing/2014/main" id="{4FAFBC0E-5439-4A9F-AC6C-129674810D7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5C541C-EF40-4906-ABFD-C25FF12F72C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7C6C52-89FE-476F-A5F4-3243D3BD863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Every validation row has an actual target and its corresponding prediction. Subtract in the same order. abs() gives error magnitude.</a:t>
            </a:r>
          </a:p>
        </p:txBody>
      </p:sp>
      <p:sp>
        <p:nvSpPr>
          <p:cNvPr id="7" name="">
            <a:extLst xmlns:a="http://schemas.openxmlformats.org/drawingml/2006/main">
              <a:ext uri="{FF2B5EF4-FFF2-40B4-BE49-F238E27FC236}">
                <a16:creationId xmlns:a16="http://schemas.microsoft.com/office/drawing/2014/main" id="{12675A22-58D7-484B-9F2C-15EEE2C7DF4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MAE averages absolute baseline_errors. RMSE squares errors, averages them, then takes the square root. Both have the target’s unit.</a:t>
            </a:r>
          </a:p>
        </p:txBody>
      </p:sp>
      <p:sp>
        <p:nvSpPr>
          <p:cNvPr id="8" name="">
            <a:extLst xmlns:a="http://schemas.openxmlformats.org/drawingml/2006/main">
              <a:ext uri="{FF2B5EF4-FFF2-40B4-BE49-F238E27FC236}">
                <a16:creationId xmlns:a16="http://schemas.microsoft.com/office/drawing/2014/main" id="{DFE37F80-5341-452E-8AD5-F2378E8CB8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28</a:t>
            </a:r>
          </a:p>
        </p:txBody>
      </p:sp>
    </p:spTree>
    <p:extLst>
      <p:ext uri="{BB962C8B-B14F-4D97-AF65-F5344CB8AC3E}">
        <p14:creationId xmlns:p14="http://schemas.microsoft.com/office/powerpoint/2010/main" val="62365736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F5ACD3-98FC-493E-8D3C-3210C490A7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E65621-E94D-436C-9D1D-492D917074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F331F9-0D7A-4BD7-9312-B887115DBB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5D54211-6EB8-4E6C-9204-4FAA34EFD1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3FE5F1-DA3E-45E7-9146-A739775427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7AF6BBCB-FCE2-4B96-A1B9-7167D298244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874D6EA-3302-438E-B98E-0D1EA1C4752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A80776AE-D5FD-4980-84A2-87030CFEBEC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52EBEB-7840-4C5B-9004-4DC4A8ECA73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5F23B8A3-E65C-441D-9C02-45F32712C8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29</a:t>
            </a:r>
          </a:p>
        </p:txBody>
      </p:sp>
    </p:spTree>
    <p:extLst>
      <p:ext uri="{BB962C8B-B14F-4D97-AF65-F5344CB8AC3E}">
        <p14:creationId xmlns:p14="http://schemas.microsoft.com/office/powerpoint/2010/main" val="63633657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ECFC97-65F3-48F4-84E6-3A8794E0DCD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97232B-4409-4895-A0F2-C9AD805063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BE6288-3ABF-48C4-99B5-F6527A2F00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CA3E9C4-E160-430F-964A-AFA09E4FA79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789E99-8EB9-4A6A-8AC5-C59050CEEEE3}"/>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Magnitude of each error: series.abs() makes negative values positive while leaving nonnegative values unchanged. Averaging these magnitudes gives mean absolute error.</a:t>
            </a:r>
          </a:p>
        </p:txBody>
      </p:sp>
      <p:sp>
        <p:nvSpPr>
          <p:cNvPr id="6" name="">
            <a:extLst xmlns:a="http://schemas.openxmlformats.org/drawingml/2006/main">
              <a:ext uri="{FF2B5EF4-FFF2-40B4-BE49-F238E27FC236}">
                <a16:creationId xmlns:a16="http://schemas.microsoft.com/office/drawing/2014/main" id="{B01E62FA-87AA-4DA3-9C58-23181CC749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30</a:t>
            </a:r>
          </a:p>
        </p:txBody>
      </p:sp>
    </p:spTree>
    <p:extLst>
      <p:ext uri="{BB962C8B-B14F-4D97-AF65-F5344CB8AC3E}">
        <p14:creationId xmlns:p14="http://schemas.microsoft.com/office/powerpoint/2010/main" val="7655662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9FEE3B-FCBD-4734-B1A6-E5A8828EA8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F00970-4C0A-4938-9D87-BBD4716665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77246E5-BAF9-44FC-946A-B9C175079D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Squared error and square root</a:t>
            </a:r>
          </a:p>
        </p:txBody>
      </p:sp>
      <p:sp>
        <p:nvSpPr>
          <p:cNvPr id="4" name="">
            <a:extLst xmlns:a="http://schemas.openxmlformats.org/drawingml/2006/main">
              <a:ext uri="{FF2B5EF4-FFF2-40B4-BE49-F238E27FC236}">
                <a16:creationId xmlns:a16="http://schemas.microsoft.com/office/drawing/2014/main" id="{A5E6AAE0-F7ED-4D16-9815-867A02B836F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BF5F05-CEFF-4492-AEFE-C8DC173C8F3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6" name="">
            <a:extLst xmlns:a="http://schemas.openxmlformats.org/drawingml/2006/main">
              <a:ext uri="{FF2B5EF4-FFF2-40B4-BE49-F238E27FC236}">
                <a16:creationId xmlns:a16="http://schemas.microsoft.com/office/drawing/2014/main" id="{82AC24FB-A6B3-4228-9F98-7F89BCF6F0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31</a:t>
            </a:r>
          </a:p>
        </p:txBody>
      </p:sp>
    </p:spTree>
    <p:extLst>
      <p:ext uri="{BB962C8B-B14F-4D97-AF65-F5344CB8AC3E}">
        <p14:creationId xmlns:p14="http://schemas.microsoft.com/office/powerpoint/2010/main" val="128416397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C5CC6A-5D57-44DE-A816-8DB66D72AA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8D51CE-2D60-40B4-904D-7BFB6E9B066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C350FC2-E720-4E5C-8EEF-D666CFD7C0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Line up observations and predictions</a:t>
            </a:r>
          </a:p>
        </p:txBody>
      </p:sp>
      <p:sp>
        <p:nvSpPr>
          <p:cNvPr id="4" name="">
            <a:extLst xmlns:a="http://schemas.openxmlformats.org/drawingml/2006/main">
              <a:ext uri="{FF2B5EF4-FFF2-40B4-BE49-F238E27FC236}">
                <a16:creationId xmlns:a16="http://schemas.microsoft.com/office/drawing/2014/main" id="{0FAF80F0-6E58-46DC-BBCC-66E03265488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667E87-189C-4A76-83DE-E4A4585D65E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 record IDs and observed targets from validation rows.</a:t>
            </a:r>
          </a:p>
        </p:txBody>
      </p:sp>
      <p:sp>
        <p:nvSpPr>
          <p:cNvPr id="6" name="">
            <a:extLst xmlns:a="http://schemas.openxmlformats.org/drawingml/2006/main">
              <a:ext uri="{FF2B5EF4-FFF2-40B4-BE49-F238E27FC236}">
                <a16:creationId xmlns:a16="http://schemas.microsoft.com/office/drawing/2014/main" id="{5B38EBB8-AD2C-43D3-BCEF-0C003F9DAA90}"/>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predictions in that same order.</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now pairs one observation with its own predicted value.</a:t>
            </a:r>
          </a:p>
        </p:txBody>
      </p:sp>
      <p:sp>
        <p:nvSpPr>
          <p:cNvPr id="7" name="">
            <a:extLst xmlns:a="http://schemas.openxmlformats.org/drawingml/2006/main">
              <a:ext uri="{FF2B5EF4-FFF2-40B4-BE49-F238E27FC236}">
                <a16:creationId xmlns:a16="http://schemas.microsoft.com/office/drawing/2014/main" id="{82E3E87C-FAF0-4B44-AFE2-0FE3FE2826D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32</a:t>
            </a:r>
          </a:p>
        </p:txBody>
      </p:sp>
    </p:spTree>
    <p:extLst>
      <p:ext uri="{BB962C8B-B14F-4D97-AF65-F5344CB8AC3E}">
        <p14:creationId xmlns:p14="http://schemas.microsoft.com/office/powerpoint/2010/main" val="85999540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94431D-39AE-46B7-BA6C-C5F098EF0C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051F7C-1AE1-49AE-ADC1-E80560A3E3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7D74FEC-F55E-463F-B088-9A896F67BE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 step 1</a:t>
            </a:r>
          </a:p>
        </p:txBody>
      </p:sp>
      <p:sp>
        <p:nvSpPr>
          <p:cNvPr id="4" name="">
            <a:extLst xmlns:a="http://schemas.openxmlformats.org/drawingml/2006/main">
              <a:ext uri="{FF2B5EF4-FFF2-40B4-BE49-F238E27FC236}">
                <a16:creationId xmlns:a16="http://schemas.microsoft.com/office/drawing/2014/main" id="{06762AE4-0CF4-484D-A7CE-E0F4C84F31E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480478-3CC8-4B06-917F-295B17FF740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 =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["record_id",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validation_results["predicted"] = validation_predictions</a:t>
            </a:r>
          </a:p>
        </p:txBody>
      </p:sp>
      <p:sp>
        <p:nvSpPr>
          <p:cNvPr id="6" name="">
            <a:extLst xmlns:a="http://schemas.openxmlformats.org/drawingml/2006/main">
              <a:ext uri="{FF2B5EF4-FFF2-40B4-BE49-F238E27FC236}">
                <a16:creationId xmlns:a16="http://schemas.microsoft.com/office/drawing/2014/main" id="{63F724E5-096D-40AB-B1B8-45D8D99D86B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CE2C413E-463F-4CBB-AF72-0203AADBB15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8F6517F-AE65-4B6B-B532-229CEDE10C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33</a:t>
            </a:r>
          </a:p>
        </p:txBody>
      </p:sp>
    </p:spTree>
    <p:extLst>
      <p:ext uri="{BB962C8B-B14F-4D97-AF65-F5344CB8AC3E}">
        <p14:creationId xmlns:p14="http://schemas.microsoft.com/office/powerpoint/2010/main" val="16819324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F77C90-7DB9-405D-BB50-7D1CA69FB1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7AEC84-4E99-422F-B6A8-D56504259D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215485-254D-4AAC-B01A-E2CB6026AC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Measure how far predictions missed</a:t>
            </a:r>
          </a:p>
        </p:txBody>
      </p:sp>
      <p:sp>
        <p:nvSpPr>
          <p:cNvPr id="4" name="">
            <a:extLst xmlns:a="http://schemas.openxmlformats.org/drawingml/2006/main">
              <a:ext uri="{FF2B5EF4-FFF2-40B4-BE49-F238E27FC236}">
                <a16:creationId xmlns:a16="http://schemas.microsoft.com/office/drawing/2014/main" id="{1FC676DE-1100-4610-A228-244C6EEC526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3CA7F4-ACDF-4721-95C1-4F0AEF2071A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Subtract predicted from observed values.</a:t>
            </a:r>
          </a:p>
        </p:txBody>
      </p:sp>
      <p:sp>
        <p:nvSpPr>
          <p:cNvPr id="6" name="">
            <a:extLst xmlns:a="http://schemas.openxmlformats.org/drawingml/2006/main">
              <a:ext uri="{FF2B5EF4-FFF2-40B4-BE49-F238E27FC236}">
                <a16:creationId xmlns:a16="http://schemas.microsoft.com/office/drawing/2014/main" id="{9C0305FA-DAC0-4CA3-924D-66BAD712DB11}"/>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errors mean underprediction; negative errors mean overprediction. abs removes signs for MAE.</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Squaring before averaging and taking a square root gives RMSE.</a:t>
            </a:r>
          </a:p>
        </p:txBody>
      </p:sp>
      <p:sp>
        <p:nvSpPr>
          <p:cNvPr id="7" name="">
            <a:extLst xmlns:a="http://schemas.openxmlformats.org/drawingml/2006/main">
              <a:ext uri="{FF2B5EF4-FFF2-40B4-BE49-F238E27FC236}">
                <a16:creationId xmlns:a16="http://schemas.microsoft.com/office/drawing/2014/main" id="{8AC082B1-5BE8-472E-B76B-69EC351516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34</a:t>
            </a:r>
          </a:p>
        </p:txBody>
      </p:sp>
    </p:spTree>
    <p:extLst>
      <p:ext uri="{BB962C8B-B14F-4D97-AF65-F5344CB8AC3E}">
        <p14:creationId xmlns:p14="http://schemas.microsoft.com/office/powerpoint/2010/main" val="59826667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172D3E-5A15-48B8-96A3-4188A0C6E1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D9C6DA-AA06-4B2B-B818-885AD901C7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6ED3D7E-BC5D-43C0-BF6E-0AF1435E66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 step 2</a:t>
            </a:r>
          </a:p>
        </p:txBody>
      </p:sp>
      <p:sp>
        <p:nvSpPr>
          <p:cNvPr id="4" name="">
            <a:extLst xmlns:a="http://schemas.openxmlformats.org/drawingml/2006/main">
              <a:ext uri="{FF2B5EF4-FFF2-40B4-BE49-F238E27FC236}">
                <a16:creationId xmlns:a16="http://schemas.microsoft.com/office/drawing/2014/main" id="{053E6CDF-7363-4086-B3BE-AC85C130BA8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D41F9F-A193-4DFB-99C1-DAF18FC98BF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prediction_errors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validation_results["target"] - validation_results["predicted"]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prediction_errors.abs().mean()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(prediction_errors**2).mean()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print(validation_results.head())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print(round(float(mae), 4), round(float(rmse), 4))</a:t>
            </a:r>
          </a:p>
        </p:txBody>
      </p:sp>
      <p:sp>
        <p:nvSpPr>
          <p:cNvPr id="6" name="">
            <a:extLst xmlns:a="http://schemas.openxmlformats.org/drawingml/2006/main">
              <a:ext uri="{FF2B5EF4-FFF2-40B4-BE49-F238E27FC236}">
                <a16:creationId xmlns:a16="http://schemas.microsoft.com/office/drawing/2014/main" id="{52E24EDF-4572-4B5D-B68E-95E4200ECE6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30605C89-89E3-40A4-A043-3446D371F8F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E958BBFA-DCB9-4AA0-AC83-001D200256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35</a:t>
            </a:r>
          </a:p>
        </p:txBody>
      </p:sp>
    </p:spTree>
    <p:extLst>
      <p:ext uri="{BB962C8B-B14F-4D97-AF65-F5344CB8AC3E}">
        <p14:creationId xmlns:p14="http://schemas.microsoft.com/office/powerpoint/2010/main" val="21378804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E4BA8B-2A92-440F-97D1-971EB973E2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1A8EA0-9184-468B-A327-4439E7F1D5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148593A-1006-4498-BCC3-A38DC43B72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Candidate evidence and latency</a:t>
            </a:r>
          </a:p>
        </p:txBody>
      </p:sp>
      <p:sp>
        <p:nvSpPr>
          <p:cNvPr id="4" name="">
            <a:extLst xmlns:a="http://schemas.openxmlformats.org/drawingml/2006/main">
              <a:ext uri="{FF2B5EF4-FFF2-40B4-BE49-F238E27FC236}">
                <a16:creationId xmlns:a16="http://schemas.microsoft.com/office/drawing/2014/main" id="{7802AAA2-C27D-454D-96E7-C4B966773CA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EED819-1E01-4666-BD7D-CBFF42A3E5A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8E8AB5-49FE-4CBD-BE66-1601716FBE5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CSV supplies observations, not a table of model candidates or timings. Calculate validation MAE from its held-out observations.</a:t>
            </a:r>
          </a:p>
        </p:txBody>
      </p:sp>
      <p:sp>
        <p:nvSpPr>
          <p:cNvPr id="7" name="">
            <a:extLst xmlns:a="http://schemas.openxmlformats.org/drawingml/2006/main">
              <a:ext uri="{FF2B5EF4-FFF2-40B4-BE49-F238E27FC236}">
                <a16:creationId xmlns:a16="http://schemas.microsoft.com/office/drawing/2014/main" id="{2A75FA68-CAB2-40C4-BECA-A5B2B2170E6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Measure prediction time on this computer. Timing varies by machine and repeated run, so record the measurement conditions.</a:t>
            </a:r>
          </a:p>
        </p:txBody>
      </p:sp>
      <p:sp>
        <p:nvSpPr>
          <p:cNvPr id="8" name="">
            <a:extLst xmlns:a="http://schemas.openxmlformats.org/drawingml/2006/main">
              <a:ext uri="{FF2B5EF4-FFF2-40B4-BE49-F238E27FC236}">
                <a16:creationId xmlns:a16="http://schemas.microsoft.com/office/drawing/2014/main" id="{F0D46107-CBFD-467A-9288-C509DEC8FF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36</a:t>
            </a:r>
          </a:p>
        </p:txBody>
      </p:sp>
    </p:spTree>
    <p:extLst>
      <p:ext uri="{BB962C8B-B14F-4D97-AF65-F5344CB8AC3E}">
        <p14:creationId xmlns:p14="http://schemas.microsoft.com/office/powerpoint/2010/main" val="4973443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63A06B-43D2-49CE-A28B-5CD3BB366A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F7ABF2-2AEB-43D3-A80C-767F6F8231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F79EE46-2413-4636-AE19-00BD1C3600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F9079DF-1F79-41AB-BF0D-287108A16D0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3773F6-C2C5-41EE-8FA5-741EA0A3E30F}"/>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6" name="">
            <a:extLst xmlns:a="http://schemas.openxmlformats.org/drawingml/2006/main">
              <a:ext uri="{FF2B5EF4-FFF2-40B4-BE49-F238E27FC236}">
                <a16:creationId xmlns:a16="http://schemas.microsoft.com/office/drawing/2014/main" id="{210FB5C1-6ABC-4132-9BA1-AD4BFA2D62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37</a:t>
            </a:r>
          </a:p>
        </p:txBody>
      </p:sp>
    </p:spTree>
    <p:extLst>
      <p:ext uri="{BB962C8B-B14F-4D97-AF65-F5344CB8AC3E}">
        <p14:creationId xmlns:p14="http://schemas.microsoft.com/office/powerpoint/2010/main" val="108968966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36FF64-DD26-452F-A01B-24FAEBF48A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1513E1-F4AB-42C0-BCF9-C90189C83E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BAA525-F4DB-4433-BD47-0DF34AB368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Measuring elapsed time</a:t>
            </a:r>
          </a:p>
        </p:txBody>
      </p:sp>
      <p:sp>
        <p:nvSpPr>
          <p:cNvPr id="4" name="">
            <a:extLst xmlns:a="http://schemas.openxmlformats.org/drawingml/2006/main">
              <a:ext uri="{FF2B5EF4-FFF2-40B4-BE49-F238E27FC236}">
                <a16:creationId xmlns:a16="http://schemas.microsoft.com/office/drawing/2014/main" id="{504CAE44-761F-49D2-8960-2E56C6A0AF9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B8E4BE-EF52-404B-A81B-8B401B8D26E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perf_counter() reads a high-resolution clock in seconds. Subtract the earlier reading from the later one, then multiply by 1000 for milliseconds. One measured run is an illustration, not a reliable performance benchmark.</a:t>
            </a:r>
          </a:p>
        </p:txBody>
      </p:sp>
      <p:sp>
        <p:nvSpPr>
          <p:cNvPr id="6" name="">
            <a:extLst xmlns:a="http://schemas.openxmlformats.org/drawingml/2006/main">
              <a:ext uri="{FF2B5EF4-FFF2-40B4-BE49-F238E27FC236}">
                <a16:creationId xmlns:a16="http://schemas.microsoft.com/office/drawing/2014/main" id="{B1D1B94A-B4F9-4F0A-AA50-83A1A5FF22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38</a:t>
            </a:r>
          </a:p>
        </p:txBody>
      </p:sp>
    </p:spTree>
    <p:extLst>
      <p:ext uri="{BB962C8B-B14F-4D97-AF65-F5344CB8AC3E}">
        <p14:creationId xmlns:p14="http://schemas.microsoft.com/office/powerpoint/2010/main" val="207805063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FB956A-3A33-422F-B14D-5AD4A383C7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664F12-BB55-4067-AF61-DC5709730F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911472-6816-4518-99B0-5CF595BCD5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Time prediction, not training</a:t>
            </a:r>
          </a:p>
        </p:txBody>
      </p:sp>
      <p:sp>
        <p:nvSpPr>
          <p:cNvPr id="4" name="">
            <a:extLst xmlns:a="http://schemas.openxmlformats.org/drawingml/2006/main">
              <a:ext uri="{FF2B5EF4-FFF2-40B4-BE49-F238E27FC236}">
                <a16:creationId xmlns:a16="http://schemas.microsoft.com/office/drawing/2014/main" id="{5C6F57AA-6361-4FC4-91E0-305F15E6F56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54F4D7-0F52-4010-A7DF-C3BBA799811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perf_counter reads seconds from a high-resolution clock.</a:t>
            </a:r>
          </a:p>
        </p:txBody>
      </p:sp>
      <p:sp>
        <p:nvSpPr>
          <p:cNvPr id="6" name="">
            <a:extLst xmlns:a="http://schemas.openxmlformats.org/drawingml/2006/main">
              <a:ext uri="{FF2B5EF4-FFF2-40B4-BE49-F238E27FC236}">
                <a16:creationId xmlns:a16="http://schemas.microsoft.com/office/drawing/2014/main" id="{F7EF5C27-F9EB-44E8-855B-C5721952298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it immediately before and after predict.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Convert elapsed seconds to milliseconds and divide by row count.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timing is illustrative: repeated measurements are needed for a reliable speed claim.</a:t>
            </a:r>
          </a:p>
        </p:txBody>
      </p:sp>
      <p:sp>
        <p:nvSpPr>
          <p:cNvPr id="7" name="">
            <a:extLst xmlns:a="http://schemas.openxmlformats.org/drawingml/2006/main">
              <a:ext uri="{FF2B5EF4-FFF2-40B4-BE49-F238E27FC236}">
                <a16:creationId xmlns:a16="http://schemas.microsoft.com/office/drawing/2014/main" id="{69B463A2-2B28-4EF2-AFF8-76B8828F0E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39</a:t>
            </a:r>
          </a:p>
        </p:txBody>
      </p:sp>
    </p:spTree>
    <p:extLst>
      <p:ext uri="{BB962C8B-B14F-4D97-AF65-F5344CB8AC3E}">
        <p14:creationId xmlns:p14="http://schemas.microsoft.com/office/powerpoint/2010/main" val="211379726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FC9994-5EDB-4A6D-8514-4EBE3D7E62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DE8A2F-61F6-40A5-85C1-9893A98605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CBE19B4-81F1-48C8-B11A-4D8A277CD7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1</a:t>
            </a:r>
          </a:p>
        </p:txBody>
      </p:sp>
      <p:sp>
        <p:nvSpPr>
          <p:cNvPr id="4" name="">
            <a:extLst xmlns:a="http://schemas.openxmlformats.org/drawingml/2006/main">
              <a:ext uri="{FF2B5EF4-FFF2-40B4-BE49-F238E27FC236}">
                <a16:creationId xmlns:a16="http://schemas.microsoft.com/office/drawing/2014/main" id="{F88A9C1F-ADE4-4B9F-85C3-F67A66D8BB4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FEE5F1-2640-4E6A-9AB8-0BEA45CE480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time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prediction_start_time =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prediction_time_ms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(perf_counter() - prediction_start_time)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1000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len(validation_data)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9ED5E5A7-2EE3-44C4-AE79-EE5CBF546C7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97D7784-56A5-4AAB-A5B4-D5E6638C564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prediction_start_time: timer reading immediately before predicting the batch.</a:t>
            </a:r>
          </a:p>
        </p:txBody>
      </p:sp>
      <p:sp>
        <p:nvSpPr>
          <p:cNvPr id="8" name="">
            <a:extLst xmlns:a="http://schemas.openxmlformats.org/drawingml/2006/main">
              <a:ext uri="{FF2B5EF4-FFF2-40B4-BE49-F238E27FC236}">
                <a16:creationId xmlns:a16="http://schemas.microsoft.com/office/drawing/2014/main" id="{31C3927B-1082-4382-8443-27E077ACD9F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5A9245C0-35B4-470E-B980-EEC0EBEB78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40</a:t>
            </a:r>
          </a:p>
        </p:txBody>
      </p:sp>
    </p:spTree>
    <p:extLst>
      <p:ext uri="{BB962C8B-B14F-4D97-AF65-F5344CB8AC3E}">
        <p14:creationId xmlns:p14="http://schemas.microsoft.com/office/powerpoint/2010/main" val="14979427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9D1D6D-10A9-4A5F-AA53-5BA2822BF6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828496-5F5C-4761-B15C-58A9C80CA7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BEAAE7-3484-4CB1-ACBA-C7AA136092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2</a:t>
            </a:r>
          </a:p>
        </p:txBody>
      </p:sp>
      <p:sp>
        <p:nvSpPr>
          <p:cNvPr id="4" name="">
            <a:extLst xmlns:a="http://schemas.openxmlformats.org/drawingml/2006/main">
              <a:ext uri="{FF2B5EF4-FFF2-40B4-BE49-F238E27FC236}">
                <a16:creationId xmlns:a16="http://schemas.microsoft.com/office/drawing/2014/main" id="{2BB63662-CC38-4689-98FE-D8AA7CBE620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786585-2CDC-405D-9CBB-7C8FCF3BC539}"/>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candidate_models: table of model names, measured validation errors and prediction times.</a:t>
            </a:r>
          </a:p>
        </p:txBody>
      </p:sp>
      <p:sp>
        <p:nvSpPr>
          <p:cNvPr id="6" name="">
            <a:extLst xmlns:a="http://schemas.openxmlformats.org/drawingml/2006/main">
              <a:ext uri="{FF2B5EF4-FFF2-40B4-BE49-F238E27FC236}">
                <a16:creationId xmlns:a16="http://schemas.microsoft.com/office/drawing/2014/main" id="{ADD2978C-BFE4-48C6-BF91-D3E8FE40B7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41</a:t>
            </a:r>
          </a:p>
        </p:txBody>
      </p:sp>
    </p:spTree>
    <p:extLst>
      <p:ext uri="{BB962C8B-B14F-4D97-AF65-F5344CB8AC3E}">
        <p14:creationId xmlns:p14="http://schemas.microsoft.com/office/powerpoint/2010/main" val="201909420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2907E1-00C8-41A4-83E4-61711CAB06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D8CDBE-1AEE-48AC-A1F7-B3AD8EC460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14B1E89-BF0E-46AA-B2E3-0E7B90E223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2</a:t>
            </a:r>
          </a:p>
        </p:txBody>
      </p:sp>
      <p:sp>
        <p:nvSpPr>
          <p:cNvPr id="4" name="">
            <a:extLst xmlns:a="http://schemas.openxmlformats.org/drawingml/2006/main">
              <a:ext uri="{FF2B5EF4-FFF2-40B4-BE49-F238E27FC236}">
                <a16:creationId xmlns:a16="http://schemas.microsoft.com/office/drawing/2014/main" id="{146AF5E6-2014-4AEE-8BFB-97F918142D8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62282F-A2AB-46F0-AB9E-1226934B8A3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candidate_models = pd.DataFrame(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"name": ["linear"],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[float(mae)],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"latency_ms": [prediction_time_ms],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print(candidate_models)</a:t>
            </a:r>
          </a:p>
        </p:txBody>
      </p:sp>
      <p:sp>
        <p:nvSpPr>
          <p:cNvPr id="6" name="">
            <a:extLst xmlns:a="http://schemas.openxmlformats.org/drawingml/2006/main">
              <a:ext uri="{FF2B5EF4-FFF2-40B4-BE49-F238E27FC236}">
                <a16:creationId xmlns:a16="http://schemas.microsoft.com/office/drawing/2014/main" id="{C7FA9D1F-C052-436C-9B21-1EF108605D9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3E4829F-37AC-493E-92FF-B2CFFC8FB9C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prediction_start_time: timer reading immediately before predicting the batch.</a:t>
            </a:r>
          </a:p>
        </p:txBody>
      </p:sp>
      <p:sp>
        <p:nvSpPr>
          <p:cNvPr id="8" name="">
            <a:extLst xmlns:a="http://schemas.openxmlformats.org/drawingml/2006/main">
              <a:ext uri="{FF2B5EF4-FFF2-40B4-BE49-F238E27FC236}">
                <a16:creationId xmlns:a16="http://schemas.microsoft.com/office/drawing/2014/main" id="{81606D51-09AB-4671-939F-5C385137B78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7D3CAF5E-C5A4-4EBA-AA64-33DD36E8DC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42</a:t>
            </a:r>
          </a:p>
        </p:txBody>
      </p:sp>
    </p:spTree>
    <p:extLst>
      <p:ext uri="{BB962C8B-B14F-4D97-AF65-F5344CB8AC3E}">
        <p14:creationId xmlns:p14="http://schemas.microsoft.com/office/powerpoint/2010/main" val="203797188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DA11E3-FBDD-47E3-9E85-0E17A93E058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542779-5989-4657-AE8F-BF3CA3E0C0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3476F4-8135-47D7-A5CD-6C5798572B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Constraints and tie-breaks</a:t>
            </a:r>
          </a:p>
        </p:txBody>
      </p:sp>
      <p:sp>
        <p:nvSpPr>
          <p:cNvPr id="4" name="">
            <a:extLst xmlns:a="http://schemas.openxmlformats.org/drawingml/2006/main">
              <a:ext uri="{FF2B5EF4-FFF2-40B4-BE49-F238E27FC236}">
                <a16:creationId xmlns:a16="http://schemas.microsoft.com/office/drawing/2014/main" id="{FEE5761E-428B-4657-92DE-5D8A0D54797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4EC17D-5A85-4097-90FE-291EBA677C5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73D9CF-81B3-4E68-A310-0D3A0493213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classroom decision, use MAE at most 10 target units and mean latency at most 10 ms per observation. These are stated practice requirements.</a:t>
            </a:r>
          </a:p>
        </p:txBody>
      </p:sp>
      <p:sp>
        <p:nvSpPr>
          <p:cNvPr id="7" name="">
            <a:extLst xmlns:a="http://schemas.openxmlformats.org/drawingml/2006/main">
              <a:ext uri="{FF2B5EF4-FFF2-40B4-BE49-F238E27FC236}">
                <a16:creationId xmlns:a16="http://schemas.microsoft.com/office/drawing/2014/main" id="{4D16CB5C-8AF7-4E30-A9B0-F94D7A00E1F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Filter both limits inclusively. sort_values ranks eligible rows by validation_mae, then latency_ms, then name. empty detects no eligible rows.</a:t>
            </a:r>
          </a:p>
        </p:txBody>
      </p:sp>
      <p:sp>
        <p:nvSpPr>
          <p:cNvPr id="8" name="">
            <a:extLst xmlns:a="http://schemas.openxmlformats.org/drawingml/2006/main">
              <a:ext uri="{FF2B5EF4-FFF2-40B4-BE49-F238E27FC236}">
                <a16:creationId xmlns:a16="http://schemas.microsoft.com/office/drawing/2014/main" id="{F2F59591-A523-43F5-8B13-E2CB103EB9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43</a:t>
            </a:r>
          </a:p>
        </p:txBody>
      </p:sp>
    </p:spTree>
    <p:extLst>
      <p:ext uri="{BB962C8B-B14F-4D97-AF65-F5344CB8AC3E}">
        <p14:creationId xmlns:p14="http://schemas.microsoft.com/office/powerpoint/2010/main" val="16358069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816E4E-DE02-458B-8F9C-054E2DC1CD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F94E9E-6B55-4E22-B594-5D27D3735D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B50728E-D7AB-4786-922D-45EFC36455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05E5E69-DEC1-46C5-AF47-9344CB34FA9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F291FCF-E55A-4B48-9B30-5726B33B61F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Checking for no rows: equipment_data.empty is True when the filtered table has no entries. Check it before attempting to select a first row. empty is a property, without parentheses.</a:t>
            </a:r>
          </a:p>
        </p:txBody>
      </p:sp>
      <p:sp>
        <p:nvSpPr>
          <p:cNvPr id="6" name="">
            <a:extLst xmlns:a="http://schemas.openxmlformats.org/drawingml/2006/main">
              <a:ext uri="{FF2B5EF4-FFF2-40B4-BE49-F238E27FC236}">
                <a16:creationId xmlns:a16="http://schemas.microsoft.com/office/drawing/2014/main" id="{A835B7B1-DD3D-4902-929B-F0BF40927B0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AE3E7D-DC56-4C09-8B93-0EE90ACC68C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Sorting by several columns: equipment_data.sort_values(["validation_mae", "latency_ms", "name"]) sorts ascending by error first. Equal errors use latency, then alphabetical name as tie-breaks.</a:t>
            </a:r>
          </a:p>
        </p:txBody>
      </p:sp>
      <p:sp>
        <p:nvSpPr>
          <p:cNvPr id="8" name="">
            <a:extLst xmlns:a="http://schemas.openxmlformats.org/drawingml/2006/main">
              <a:ext uri="{FF2B5EF4-FFF2-40B4-BE49-F238E27FC236}">
                <a16:creationId xmlns:a16="http://schemas.microsoft.com/office/drawing/2014/main" id="{E63421D9-DCF6-4110-A13A-0583B6F0082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48F5F71-FB83-44B5-BEB4-674FEED0D69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by row position: equipment_data.iloc[0] selects the first row by its position, not its label. ["name"] then selects that row’s name field. An empty table has no row at position zero.</a:t>
            </a:r>
          </a:p>
        </p:txBody>
      </p:sp>
      <p:sp>
        <p:nvSpPr>
          <p:cNvPr id="10" name="">
            <a:extLst xmlns:a="http://schemas.openxmlformats.org/drawingml/2006/main">
              <a:ext uri="{FF2B5EF4-FFF2-40B4-BE49-F238E27FC236}">
                <a16:creationId xmlns:a16="http://schemas.microsoft.com/office/drawing/2014/main" id="{3084FF5B-58C3-4C2C-B9E6-D3CEBA1052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44</a:t>
            </a:r>
          </a:p>
        </p:txBody>
      </p:sp>
    </p:spTree>
    <p:extLst>
      <p:ext uri="{BB962C8B-B14F-4D97-AF65-F5344CB8AC3E}">
        <p14:creationId xmlns:p14="http://schemas.microsoft.com/office/powerpoint/2010/main" val="205368672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07A4C0-1F78-4FE7-B1FF-BFF3E00BAD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F47C40-FC4F-43E5-94F5-FEA260B399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8670AA4-9C04-479E-9003-F02B54E07E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a condition before calculating</a:t>
            </a:r>
          </a:p>
        </p:txBody>
      </p:sp>
      <p:sp>
        <p:nvSpPr>
          <p:cNvPr id="4" name="">
            <a:extLst xmlns:a="http://schemas.openxmlformats.org/drawingml/2006/main">
              <a:ext uri="{FF2B5EF4-FFF2-40B4-BE49-F238E27FC236}">
                <a16:creationId xmlns:a16="http://schemas.microsoft.com/office/drawing/2014/main" id="{1288669B-2AC1-4AA5-92D9-AE9F0EA51D0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2951E1-2407-434C-815F-340B78398F97}"/>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if condition: runs its indented statements only when the condition is True. else: handles the other case. Check for a nonzero denominator before division, and for a nonempty table before selecting its first row.</a:t>
            </a:r>
          </a:p>
        </p:txBody>
      </p:sp>
      <p:sp>
        <p:nvSpPr>
          <p:cNvPr id="6" name="">
            <a:extLst xmlns:a="http://schemas.openxmlformats.org/drawingml/2006/main">
              <a:ext uri="{FF2B5EF4-FFF2-40B4-BE49-F238E27FC236}">
                <a16:creationId xmlns:a16="http://schemas.microsoft.com/office/drawing/2014/main" id="{63C2AD2D-6BAA-4BFA-8382-9633EF0B72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45</a:t>
            </a:r>
          </a:p>
        </p:txBody>
      </p:sp>
    </p:spTree>
    <p:extLst>
      <p:ext uri="{BB962C8B-B14F-4D97-AF65-F5344CB8AC3E}">
        <p14:creationId xmlns:p14="http://schemas.microsoft.com/office/powerpoint/2010/main" val="7810996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49977B-CF82-4B4A-AE12-E9242BD3BF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C50B8D-8E2F-42EB-A817-867DF5CD47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385024-91CB-42D2-A3B3-EB43B7C7A3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1</a:t>
            </a:r>
          </a:p>
        </p:txBody>
      </p:sp>
      <p:sp>
        <p:nvSpPr>
          <p:cNvPr id="4" name="">
            <a:extLst xmlns:a="http://schemas.openxmlformats.org/drawingml/2006/main">
              <a:ext uri="{FF2B5EF4-FFF2-40B4-BE49-F238E27FC236}">
                <a16:creationId xmlns:a16="http://schemas.microsoft.com/office/drawing/2014/main" id="{2FC300E0-FBC2-493F-B7C8-2ECE6709539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258F73-F780-4FAE-B507-D28B77C09B7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error_is_acceptable = candidate_models["validation_mae"]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time_is_acceptable = candidate_models["latency_ms"]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model_is_eligible = error_is_acceptable &amp; time_is_acceptable</a:t>
            </a:r>
          </a:p>
        </p:txBody>
      </p:sp>
      <p:sp>
        <p:nvSpPr>
          <p:cNvPr id="6" name="">
            <a:extLst xmlns:a="http://schemas.openxmlformats.org/drawingml/2006/main">
              <a:ext uri="{FF2B5EF4-FFF2-40B4-BE49-F238E27FC236}">
                <a16:creationId xmlns:a16="http://schemas.microsoft.com/office/drawing/2014/main" id="{E7AE38ED-B7BC-42F7-8F7E-7906FEC280D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C190DE5C-F0DB-4951-B88E-24FA68AA116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8CBE3A8D-D664-4492-9262-9A1A572B8B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46</a:t>
            </a:r>
          </a:p>
        </p:txBody>
      </p:sp>
    </p:spTree>
    <p:extLst>
      <p:ext uri="{BB962C8B-B14F-4D97-AF65-F5344CB8AC3E}">
        <p14:creationId xmlns:p14="http://schemas.microsoft.com/office/powerpoint/2010/main" val="158939240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18237D-6822-40A4-988E-F121795EEC8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CD94D9-6B77-4AD1-8A7A-A5BD99FCBC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D7070EB-4DEE-4F6D-86FC-8804134BE4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Apply both model-selection rules</a:t>
            </a:r>
          </a:p>
        </p:txBody>
      </p:sp>
      <p:sp>
        <p:nvSpPr>
          <p:cNvPr id="4" name="">
            <a:extLst xmlns:a="http://schemas.openxmlformats.org/drawingml/2006/main">
              <a:ext uri="{FF2B5EF4-FFF2-40B4-BE49-F238E27FC236}">
                <a16:creationId xmlns:a16="http://schemas.microsoft.com/office/drawing/2014/main" id="{AD14D777-9E7D-474E-A3DE-9A6617D52FC7}"/>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EAFEAE-DEDC-4909-82B8-DC348AFDB58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candidate must satisfy both the error limit and the time limit.</a:t>
            </a:r>
          </a:p>
        </p:txBody>
      </p:sp>
      <p:sp>
        <p:nvSpPr>
          <p:cNvPr id="6" name="">
            <a:extLst xmlns:a="http://schemas.openxmlformats.org/drawingml/2006/main">
              <a:ext uri="{FF2B5EF4-FFF2-40B4-BE49-F238E27FC236}">
                <a16:creationId xmlns:a16="http://schemas.microsoft.com/office/drawing/2014/main" id="{2D15591B-91CC-42F3-B4B1-2AFCCCB2712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each column with its limit first, then combine the True/False answers with &amp;.</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Filtering can return no rows.</a:t>
            </a:r>
          </a:p>
        </p:txBody>
      </p:sp>
      <p:sp>
        <p:nvSpPr>
          <p:cNvPr id="7" name="">
            <a:extLst xmlns:a="http://schemas.openxmlformats.org/drawingml/2006/main">
              <a:ext uri="{FF2B5EF4-FFF2-40B4-BE49-F238E27FC236}">
                <a16:creationId xmlns:a16="http://schemas.microsoft.com/office/drawing/2014/main" id="{D835FCA5-BB40-4E3A-855B-085E0398EE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47</a:t>
            </a:r>
          </a:p>
        </p:txBody>
      </p:sp>
    </p:spTree>
    <p:extLst>
      <p:ext uri="{BB962C8B-B14F-4D97-AF65-F5344CB8AC3E}">
        <p14:creationId xmlns:p14="http://schemas.microsoft.com/office/powerpoint/2010/main" val="98962062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FBAF9C-A147-4F50-B116-54DC6CA93C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8E4E63-FD76-403E-8283-4ABBDDE2D2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7702A1E-76BF-44EB-A61A-BF643287A1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2</a:t>
            </a:r>
          </a:p>
        </p:txBody>
      </p:sp>
      <p:sp>
        <p:nvSpPr>
          <p:cNvPr id="4" name="">
            <a:extLst xmlns:a="http://schemas.openxmlformats.org/drawingml/2006/main">
              <a:ext uri="{FF2B5EF4-FFF2-40B4-BE49-F238E27FC236}">
                <a16:creationId xmlns:a16="http://schemas.microsoft.com/office/drawing/2014/main" id="{840035DB-8858-411D-A291-017748B7821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ABBB48-C250-4809-8FE6-905F43F7415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eligible_models = candidate_models[model_is_eligible]</a:t>
            </a:r>
          </a:p>
        </p:txBody>
      </p:sp>
      <p:sp>
        <p:nvSpPr>
          <p:cNvPr id="6" name="">
            <a:extLst xmlns:a="http://schemas.openxmlformats.org/drawingml/2006/main">
              <a:ext uri="{FF2B5EF4-FFF2-40B4-BE49-F238E27FC236}">
                <a16:creationId xmlns:a16="http://schemas.microsoft.com/office/drawing/2014/main" id="{99103F50-6011-473A-956E-75F1F764938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7ED0D75B-C8AF-421D-83C7-BDACB24D3DE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C4F1709-6AC4-4B58-8B9E-95A53E9100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48</a:t>
            </a:r>
          </a:p>
        </p:txBody>
      </p:sp>
    </p:spTree>
    <p:extLst>
      <p:ext uri="{BB962C8B-B14F-4D97-AF65-F5344CB8AC3E}">
        <p14:creationId xmlns:p14="http://schemas.microsoft.com/office/powerpoint/2010/main" val="130229640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554FA1-C825-439B-A827-0BE345E71F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7F274D-2A1C-4ECD-BD80-6400C381E0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DFAAD3-48ED-4320-B4BE-1E40274E5A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only if an eligible model exists</a:t>
            </a:r>
          </a:p>
        </p:txBody>
      </p:sp>
      <p:sp>
        <p:nvSpPr>
          <p:cNvPr id="4" name="">
            <a:extLst xmlns:a="http://schemas.openxmlformats.org/drawingml/2006/main">
              <a:ext uri="{FF2B5EF4-FFF2-40B4-BE49-F238E27FC236}">
                <a16:creationId xmlns:a16="http://schemas.microsoft.com/office/drawing/2014/main" id="{D7D7A61B-E2FE-4498-B1BF-D71DD3B07FA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0645A6-A1C2-487B-B77F-7D978F92F5E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sort_values orders by error, then time, then name. empty answers whether no rows remain.</a:t>
            </a:r>
          </a:p>
        </p:txBody>
      </p:sp>
      <p:sp>
        <p:nvSpPr>
          <p:cNvPr id="6" name="">
            <a:extLst xmlns:a="http://schemas.openxmlformats.org/drawingml/2006/main">
              <a:ext uri="{FF2B5EF4-FFF2-40B4-BE49-F238E27FC236}">
                <a16:creationId xmlns:a16="http://schemas.microsoft.com/office/drawing/2014/main" id="{A129C475-3090-4280-A55D-7A19E02E0A6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it before iloc[0], which requests the first row by position.</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None when no candidate qualifies.</a:t>
            </a:r>
          </a:p>
        </p:txBody>
      </p:sp>
      <p:sp>
        <p:nvSpPr>
          <p:cNvPr id="7" name="">
            <a:extLst xmlns:a="http://schemas.openxmlformats.org/drawingml/2006/main">
              <a:ext uri="{FF2B5EF4-FFF2-40B4-BE49-F238E27FC236}">
                <a16:creationId xmlns:a16="http://schemas.microsoft.com/office/drawing/2014/main" id="{7E959F81-B60B-4E39-B982-8A5E8F54F8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49</a:t>
            </a:r>
          </a:p>
        </p:txBody>
      </p:sp>
    </p:spTree>
    <p:extLst>
      <p:ext uri="{BB962C8B-B14F-4D97-AF65-F5344CB8AC3E}">
        <p14:creationId xmlns:p14="http://schemas.microsoft.com/office/powerpoint/2010/main" val="6444107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AA0BCE-89A3-46C7-ADF9-D300351A85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74E1AF-EEDE-4CAF-B7C1-74285D6AD3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6C222EA-F75C-40B9-9582-179CD78D8C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3</a:t>
            </a:r>
          </a:p>
        </p:txBody>
      </p:sp>
      <p:sp>
        <p:nvSpPr>
          <p:cNvPr id="4" name="">
            <a:extLst xmlns:a="http://schemas.openxmlformats.org/drawingml/2006/main">
              <a:ext uri="{FF2B5EF4-FFF2-40B4-BE49-F238E27FC236}">
                <a16:creationId xmlns:a16="http://schemas.microsoft.com/office/drawing/2014/main" id="{F67EC0A0-A640-4B58-B8D4-23D118B0254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F5EF78-F916-4B65-9050-B34907D4CDC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ranked_models = eligible_models.sort_values(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"latency_ms", "name"]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ranked_models.empty: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a:t>
            </a:r>
            <a:r>
              <a:rPr sz="1875" b="0">
                <a:solidFill>
                  <a:srgbClr val="FFB080"/>
                </a:solidFill>
                <a:latin typeface="Courier New"/>
                <a:ea typeface="Courier New"/>
                <a:cs typeface="Courier New"/>
              </a:rPr>
              <a:t>None</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else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ranked_models.iloc[0]["name"]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print(selected_model_name)</a:t>
            </a:r>
          </a:p>
        </p:txBody>
      </p:sp>
      <p:sp>
        <p:nvSpPr>
          <p:cNvPr id="6" name="">
            <a:extLst xmlns:a="http://schemas.openxmlformats.org/drawingml/2006/main">
              <a:ext uri="{FF2B5EF4-FFF2-40B4-BE49-F238E27FC236}">
                <a16:creationId xmlns:a16="http://schemas.microsoft.com/office/drawing/2014/main" id="{DC9D2617-42B7-4B04-A1C2-505DEAAF528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A8F4E4FA-BBFB-406F-AE30-54A96F126FA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A1ABA9A-E738-47A3-951B-B22D2CDE7E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50</a:t>
            </a:r>
          </a:p>
        </p:txBody>
      </p:sp>
    </p:spTree>
    <p:extLst>
      <p:ext uri="{BB962C8B-B14F-4D97-AF65-F5344CB8AC3E}">
        <p14:creationId xmlns:p14="http://schemas.microsoft.com/office/powerpoint/2010/main" val="1372119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9AEFBD-8EF7-4EFD-BD8A-C0BF465BE1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63D910-9BBE-460D-AAAD-69D4AC486F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60028C0-E0B7-4257-83CB-279D210C8D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Interpreting the recommendation</a:t>
            </a:r>
          </a:p>
        </p:txBody>
      </p:sp>
      <p:sp>
        <p:nvSpPr>
          <p:cNvPr id="4" name="">
            <a:extLst xmlns:a="http://schemas.openxmlformats.org/drawingml/2006/main">
              <a:ext uri="{FF2B5EF4-FFF2-40B4-BE49-F238E27FC236}">
                <a16:creationId xmlns:a16="http://schemas.microsoft.com/office/drawing/2014/main" id="{2002DEB7-06AD-44A3-9AE5-A27D4728BDE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695733-4486-4A5E-BE0B-31368BDB938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3AB3CE-AF2F-4484-A24B-690D93CDA87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State the data, split, metric, timing method and constraints. Report when the measured model fails a requirement.</a:t>
            </a:r>
          </a:p>
        </p:txBody>
      </p:sp>
      <p:sp>
        <p:nvSpPr>
          <p:cNvPr id="7" name="">
            <a:extLst xmlns:a="http://schemas.openxmlformats.org/drawingml/2006/main">
              <a:ext uri="{FF2B5EF4-FFF2-40B4-BE49-F238E27FC236}">
                <a16:creationId xmlns:a16="http://schemas.microsoft.com/office/drawing/2014/main" id="{D5317159-B889-4F6A-A3D2-173C5DDAF4B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Tune hyperparameters using validation or cross-validation_data. Preserve the final test until the choice is fixed.</a:t>
            </a:r>
          </a:p>
        </p:txBody>
      </p:sp>
      <p:sp>
        <p:nvSpPr>
          <p:cNvPr id="8" name="">
            <a:extLst xmlns:a="http://schemas.openxmlformats.org/drawingml/2006/main">
              <a:ext uri="{FF2B5EF4-FFF2-40B4-BE49-F238E27FC236}">
                <a16:creationId xmlns:a16="http://schemas.microsoft.com/office/drawing/2014/main" id="{C3DED102-FC31-4B96-B2E0-847423B16F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51</a:t>
            </a:r>
          </a:p>
        </p:txBody>
      </p:sp>
    </p:spTree>
    <p:extLst>
      <p:ext uri="{BB962C8B-B14F-4D97-AF65-F5344CB8AC3E}">
        <p14:creationId xmlns:p14="http://schemas.microsoft.com/office/powerpoint/2010/main" val="109772222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7A5229-E386-4696-9016-4E7575BC74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ACC05A-BA50-4FF0-89FF-38B48DC31A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98ABF83-B562-4AFA-8FA5-8BF2B00F88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AD0F0D3B-BAFB-4F64-90C7-12450B4DCFC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92C58A-7B47-4A0A-8B63-68C26BDD44B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763345-C296-4780-91B3-C418F391F4D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6CFFEB9C-2E74-4FC0-A1D5-39AE7E9FAC7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C5F90C7C-E576-40D8-BABD-2104F68D99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52</a:t>
            </a:r>
          </a:p>
        </p:txBody>
      </p:sp>
    </p:spTree>
    <p:extLst>
      <p:ext uri="{BB962C8B-B14F-4D97-AF65-F5344CB8AC3E}">
        <p14:creationId xmlns:p14="http://schemas.microsoft.com/office/powerpoint/2010/main" val="120990737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EB7AE0-D269-4FF2-9460-D2A990D9DA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42AF49-796E-4D9F-A630-24C0032747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4B9543-8DD1-45AE-98C9-6B4DFC2323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2D5CA9E-A665-4849-A141-96A2F864619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FF4D6F-B173-4785-80AA-C12A6C950D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F3700A-60F3-4E8C-9DC8-0C1A6ACE063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7" name="">
            <a:extLst xmlns:a="http://schemas.openxmlformats.org/drawingml/2006/main">
              <a:ext uri="{FF2B5EF4-FFF2-40B4-BE49-F238E27FC236}">
                <a16:creationId xmlns:a16="http://schemas.microsoft.com/office/drawing/2014/main" id="{E9B29EF1-DBAE-4DB5-ACAD-E16CC2F0B3F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8" name="">
            <a:extLst xmlns:a="http://schemas.openxmlformats.org/drawingml/2006/main">
              <a:ext uri="{FF2B5EF4-FFF2-40B4-BE49-F238E27FC236}">
                <a16:creationId xmlns:a16="http://schemas.microsoft.com/office/drawing/2014/main" id="{E4E5FA6C-D472-4469-BA22-770373D68E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53</a:t>
            </a:r>
          </a:p>
        </p:txBody>
      </p:sp>
    </p:spTree>
    <p:extLst>
      <p:ext uri="{BB962C8B-B14F-4D97-AF65-F5344CB8AC3E}">
        <p14:creationId xmlns:p14="http://schemas.microsoft.com/office/powerpoint/2010/main" val="72232787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F69C7E-84C3-4066-96B9-C4A503254D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1AC3BF-11E7-426F-ABD2-E4B7D9901A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FC1803-C019-4F2B-8B63-AFFF53F820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61BB7FC1-07EA-4128-956B-FCA3424C6A4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DA37F2-05DC-4F2F-8B06-2641D44B03E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F768B7DD-4BAB-4D18-A47B-A93458708D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54</a:t>
            </a:r>
          </a:p>
        </p:txBody>
      </p:sp>
    </p:spTree>
    <p:extLst>
      <p:ext uri="{BB962C8B-B14F-4D97-AF65-F5344CB8AC3E}">
        <p14:creationId xmlns:p14="http://schemas.microsoft.com/office/powerpoint/2010/main" val="129095305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5A2C74-02B9-4EA3-A21B-8AD0565A8C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8A3D18-1203-4AA3-AC3A-273A2350D9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6D327A8-1046-4AD6-8544-DFDCDADD1F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E4F8CC91-738A-4FDD-9AB1-B6D0BC3563C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4D59B3-0EA0-48AC-9662-19C13469D48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22ACBA41-6D03-4F7A-94BF-B89679B5247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63537A13-8EC8-4C1A-A289-3D4C0546E2A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E47FD154-EBB9-4C42-B0EE-860E4C0B55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55</a:t>
            </a:r>
          </a:p>
        </p:txBody>
      </p:sp>
    </p:spTree>
    <p:extLst>
      <p:ext uri="{BB962C8B-B14F-4D97-AF65-F5344CB8AC3E}">
        <p14:creationId xmlns:p14="http://schemas.microsoft.com/office/powerpoint/2010/main" val="208766751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8AED93-4A9E-4684-876A-D16D23A161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82FC25-4465-4B40-BF0A-6ACE21ECAC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CA3C7B9-6AE0-49C8-8FFC-4EBE04C1B6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A12B2DCE-2D5B-4FBF-BF7C-753021443CB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820676-6394-48ED-9E4D-B015E366D46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D4FB85C5-B729-4387-A5C4-B656E5AE866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9FD2EC3-85F5-48A2-AD00-9819BF050DB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3407A08A-483B-458D-B10D-9980A5BC8E7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90F7183-DA7D-4D37-93E6-B44A92F0060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CE01ACA9-1AAB-494D-AD44-382C36EF0F9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00CD43C-8C65-464E-8E36-4BE544BEBF5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B40C8E92-A778-4A0A-995A-FE9A23FC05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56</a:t>
            </a:r>
          </a:p>
        </p:txBody>
      </p:sp>
    </p:spTree>
    <p:extLst>
      <p:ext uri="{BB962C8B-B14F-4D97-AF65-F5344CB8AC3E}">
        <p14:creationId xmlns:p14="http://schemas.microsoft.com/office/powerpoint/2010/main" val="12320907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1401A5-3CD6-47EC-B4B4-C2A020E176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ABE6B8-9D8A-4B25-938C-A945A60021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D41ACA22-83EE-4558-8389-9565CFEFD1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select_model(candidates, max_mae, max_ms)</a:t>
            </a:r>
          </a:p>
        </p:txBody>
      </p:sp>
      <p:sp>
        <p:nvSpPr>
          <p:cNvPr id="4" name="">
            <a:extLst xmlns:a="http://schemas.openxmlformats.org/drawingml/2006/main">
              <a:ext uri="{FF2B5EF4-FFF2-40B4-BE49-F238E27FC236}">
                <a16:creationId xmlns:a16="http://schemas.microsoft.com/office/drawing/2014/main" id="{F057080C-8BD8-4255-8052-4D0CAD3E04A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CD2BA1-77C1-4843-8E52-8E343488ECA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Candidates have name, validation_mae and latency_ms.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Keep those meeting both inclusive constraints; select smallest validation_mae, then latency_ms, then name alphabetically.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the selected name or None.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Never use test scores for selection.</a:t>
            </a:r>
          </a:p>
        </p:txBody>
      </p:sp>
      <p:sp>
        <p:nvSpPr>
          <p:cNvPr id="6" name="">
            <a:extLst xmlns:a="http://schemas.openxmlformats.org/drawingml/2006/main">
              <a:ext uri="{FF2B5EF4-FFF2-40B4-BE49-F238E27FC236}">
                <a16:creationId xmlns:a16="http://schemas.microsoft.com/office/drawing/2014/main" id="{BAC3E73D-365D-4E65-9194-4244EC6015C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D4198A-0A79-4772-8ED6-BA5C40247AB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B7C9C74-6405-4D40-A355-141B11E62A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57</a:t>
            </a:r>
          </a:p>
        </p:txBody>
      </p:sp>
    </p:spTree>
    <p:extLst>
      <p:ext uri="{BB962C8B-B14F-4D97-AF65-F5344CB8AC3E}">
        <p14:creationId xmlns:p14="http://schemas.microsoft.com/office/powerpoint/2010/main" val="160912800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F42CDF-38EA-482D-9386-E7971A3F70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B2AFA0-1C7A-4072-A5B8-DACDA424C5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75409FA-380F-4BD5-8CE2-EF0DCE356D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5546FD4E-D786-4FFF-85D0-A35B17510B8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A82761-F85F-4B3F-937A-3FBDCB96091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EDC049F6-CE4C-4E65-9502-054A2CCF8940}"/>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DA94D2-92AB-4612-812F-AE2D07E9EF4B}"/>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16CEF69-5115-4E6A-B1C2-4D401695AB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58</a:t>
            </a:r>
          </a:p>
        </p:txBody>
      </p:sp>
    </p:spTree>
    <p:extLst>
      <p:ext uri="{BB962C8B-B14F-4D97-AF65-F5344CB8AC3E}">
        <p14:creationId xmlns:p14="http://schemas.microsoft.com/office/powerpoint/2010/main" val="68375267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7C764E-1316-424C-A5A6-DF7E66AEDD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79DB20-DB70-4229-BAA8-97D2BDF066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2FAB789-FE3F-4D43-A6C6-7E4E2306D1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D2CE4DA1-F299-4298-811D-1618AC19665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6363B9F-CC60-426D-A14B-550D9EF173B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64F6D931-51CB-4FB8-A01C-7AA12B4CEA7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2432A7E-622E-4D0B-9FAA-24276E46C3A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09AB6EA4-FDC4-49F2-BFC7-D8AD4A3CB94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7975D3D-B71A-4411-82CA-C9A47BC135C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1B775656-D96D-467B-8D51-BD0C8C6D4B8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ED278E5-3BE3-498D-B83D-575BABF93B1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40481A5-4BA6-4B27-837B-782CF0C364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59</a:t>
            </a:r>
          </a:p>
        </p:txBody>
      </p:sp>
    </p:spTree>
    <p:extLst>
      <p:ext uri="{BB962C8B-B14F-4D97-AF65-F5344CB8AC3E}">
        <p14:creationId xmlns:p14="http://schemas.microsoft.com/office/powerpoint/2010/main" val="126791666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C30B2C-5C55-4707-A056-6CC7C174FC3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752218-40B9-4A91-A8C6-26CA74F0DF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540094E4-05FA-4B1A-9673-4E5794DE69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recommendation submission</a:t>
            </a:r>
          </a:p>
        </p:txBody>
      </p:sp>
      <p:sp>
        <p:nvSpPr>
          <p:cNvPr id="4" name="">
            <a:extLst xmlns:a="http://schemas.openxmlformats.org/drawingml/2006/main">
              <a:ext uri="{FF2B5EF4-FFF2-40B4-BE49-F238E27FC236}">
                <a16:creationId xmlns:a16="http://schemas.microsoft.com/office/drawing/2014/main" id="{1147C833-8C16-43FA-B096-6017035384C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D63748-389C-4EC4-ADE4-63E8FA4AD8AA}"/>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7D326EE7-148B-43DF-96A3-3FAFD4FEF62E}"/>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2A50565-BDB1-4BC7-83D6-4AB505D28CE7}"/>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Nov 2026, 14:00 Kampala</a:t>
            </a:r>
          </a:p>
        </p:txBody>
      </p:sp>
      <p:sp>
        <p:nvSpPr>
          <p:cNvPr id="8" name="">
            <a:extLst xmlns:a="http://schemas.openxmlformats.org/drawingml/2006/main">
              <a:ext uri="{FF2B5EF4-FFF2-40B4-BE49-F238E27FC236}">
                <a16:creationId xmlns:a16="http://schemas.microsoft.com/office/drawing/2014/main" id="{06836630-EB0E-44BC-BB56-CC5BA1E1138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93DC520-ECDA-4D62-BCE3-65D11711E7D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FF2F0696-3F97-4186-A6A6-36A995BDFC8D}"/>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ACD2325-97C9-400A-9508-807BC4A1F3C2}"/>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339ED985-9A9F-46B8-8D04-56AF1D18861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D889A83-6544-4CD8-A8BA-CFC70F2C209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fcfebc3daf0478d"/>
              </a:rPr>
              <a:t>Open W12 assignment form</a:t>
            </a:r>
          </a:p>
        </p:txBody>
      </p:sp>
      <p:sp>
        <p:nvSpPr>
          <p:cNvPr id="14" name="">
            <a:extLst xmlns:a="http://schemas.openxmlformats.org/drawingml/2006/main">
              <a:ext uri="{FF2B5EF4-FFF2-40B4-BE49-F238E27FC236}">
                <a16:creationId xmlns:a16="http://schemas.microsoft.com/office/drawing/2014/main" id="{507009DD-B2E0-4D0D-A4CB-4E7356862FE6}"/>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https://docs.google.com/forms/d/e/1FAIpQLSd372X-BsxlyaBxjHNN5N4xQuj9fMiwEWDSkDOh8sXTQk3imQ/viewform</a:t>
            </a:r>
          </a:p>
        </p:txBody>
      </p:sp>
      <p:sp>
        <p:nvSpPr>
          <p:cNvPr id="15" name="">
            <a:extLst xmlns:a="http://schemas.openxmlformats.org/drawingml/2006/main">
              <a:ext uri="{FF2B5EF4-FFF2-40B4-BE49-F238E27FC236}">
                <a16:creationId xmlns:a16="http://schemas.microsoft.com/office/drawing/2014/main" id="{206977BF-33CC-4C33-8AD0-7DDE4B7053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60</a:t>
            </a:r>
          </a:p>
        </p:txBody>
      </p:sp>
    </p:spTree>
    <p:extLst>
      <p:ext uri="{BB962C8B-B14F-4D97-AF65-F5344CB8AC3E}">
        <p14:creationId xmlns:p14="http://schemas.microsoft.com/office/powerpoint/2010/main" val="89535607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1D4D6B-58E5-44B9-9828-7825290477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EA4C6D-A512-461D-988B-F46BCD1A25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AD026DE-5C23-4967-8AF5-4F43565DD0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077B1B03-ABAF-433E-AAE2-8DA4DE1D77B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E6A84A9-18B2-483B-827F-9F55A0361B9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E98D90A4-34FB-4243-96CB-B446F7B8BE4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44813FF-D3BD-40BD-82A1-B9FF7BA4060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364CC075-68B7-4921-A182-5EF3067E83F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F5307C0-14B2-41FB-8D5F-202D38E91A7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33CCA69C-7EF8-49F1-8FA1-640D9EFBFA9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4A72631-C666-4690-AA08-B8521218F04A}"/>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9432ED53-12E1-4CD0-A481-7528E1F8AA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61</a:t>
            </a:r>
          </a:p>
        </p:txBody>
      </p:sp>
    </p:spTree>
    <p:extLst>
      <p:ext uri="{BB962C8B-B14F-4D97-AF65-F5344CB8AC3E}">
        <p14:creationId xmlns:p14="http://schemas.microsoft.com/office/powerpoint/2010/main" val="111752716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C42A6AD-DF81-4F3B-98E6-7371595FA5C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0A65BE-1E93-4D4F-AF11-E37572B9CD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51B32599-C17E-4D59-965E-8270BECC59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12 quiz</a:t>
            </a:r>
          </a:p>
        </p:txBody>
      </p:sp>
      <p:sp>
        <p:nvSpPr>
          <p:cNvPr id="4" name="">
            <a:extLst xmlns:a="http://schemas.openxmlformats.org/drawingml/2006/main">
              <a:ext uri="{FF2B5EF4-FFF2-40B4-BE49-F238E27FC236}">
                <a16:creationId xmlns:a16="http://schemas.microsoft.com/office/drawing/2014/main" id="{B24376E3-F2B7-43A9-AE87-906CCF0E75D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872D65-2DC1-4AAC-AB49-51795C32D51F}"/>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8D519132-323B-4FC3-BDED-C6A13C7F3A5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11D9D38-2AF6-409B-BED8-765CCCA3410A}"/>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3CCF5387-B980-49A5-9F81-177933181FC9}"/>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39537B6-8BE8-4F33-BE6D-703A862A46B9}"/>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83525072-91E6-4243-8C67-FC6D1ACBC07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44A9E89-24A1-4BEF-AD75-E9DFEA9AAB6C}"/>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3409FD7C-A902-4AF4-AF56-B01761EF14B6}"/>
              </a:ext>
            </a:extLst>
          </p:cNvPr>
          <p:cNvPicPr>
            <a:picLocks xmlns:a="http://schemas.openxmlformats.org/drawingml/2006/main" noChangeAspect="1"/>
          </p:cNvPicPr>
          <p:nvPr/>
        </p:nvPicPr>
        <p:blipFill>
          <a:blip xmlns:r="http://schemas.openxmlformats.org/officeDocument/2006/relationships" xmlns:a="http://schemas.openxmlformats.org/drawingml/2006/main" r:embed="R1893c279dcc64168"/>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EF7DD2B-FFD2-4A74-A334-B1A461539211}"/>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F08B9355-1DDE-4A23-AEB3-8694E1F2903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43623D-BAEA-4B17-B850-C005363DB90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25375bada0a4088"/>
              </a:rPr>
              <a:t>Open this week’s quiz</a:t>
            </a:r>
          </a:p>
        </p:txBody>
      </p:sp>
      <p:sp>
        <p:nvSpPr>
          <p:cNvPr id="16" name="">
            <a:extLst xmlns:a="http://schemas.openxmlformats.org/drawingml/2006/main">
              <a:ext uri="{FF2B5EF4-FFF2-40B4-BE49-F238E27FC236}">
                <a16:creationId xmlns:a16="http://schemas.microsoft.com/office/drawing/2014/main" id="{A8749A47-3B52-4288-8727-A148EAB0659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https://forms.gle/HM2s2G2zxQP64dit5</a:t>
            </a:r>
          </a:p>
        </p:txBody>
      </p:sp>
      <p:sp>
        <p:nvSpPr>
          <p:cNvPr id="17" name="">
            <a:extLst xmlns:a="http://schemas.openxmlformats.org/drawingml/2006/main">
              <a:ext uri="{FF2B5EF4-FFF2-40B4-BE49-F238E27FC236}">
                <a16:creationId xmlns:a16="http://schemas.microsoft.com/office/drawing/2014/main" id="{D736226D-C580-4167-B1D2-61A4399B28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62</a:t>
            </a:r>
          </a:p>
        </p:txBody>
      </p:sp>
    </p:spTree>
    <p:extLst>
      <p:ext uri="{BB962C8B-B14F-4D97-AF65-F5344CB8AC3E}">
        <p14:creationId xmlns:p14="http://schemas.microsoft.com/office/powerpoint/2010/main" val="669249439"/>
      </p:ext>
    </p:extLst>
  </p:cSld>
</p:sld>
</file>

<file path=ppt/slides/slide6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69E6EC-EC38-4127-AD49-281511AA1A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296EA4D-A070-49B8-8BD5-FCE5AD2ADF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3245DE17-152C-4BA3-8BCF-A1F7070BEDD2}"/>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74BCD962-3A93-4364-805C-6E9BCDED95D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F83C0C0F-B200-45F6-BCC8-8F06504D8C6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5566A0E4-E2CF-45EC-AE1B-C5C3AAE834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12   63</a:t>
            </a:r>
          </a:p>
        </p:txBody>
      </p:sp>
    </p:spTree>
    <p:extLst>
      <p:ext uri="{BB962C8B-B14F-4D97-AF65-F5344CB8AC3E}">
        <p14:creationId xmlns:p14="http://schemas.microsoft.com/office/powerpoint/2010/main" val="145231549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0A8B2D-7144-4576-B0AA-4ECE911228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2F5D21-DB4C-4B3E-84E5-01E474F5F7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A05C2AFC-68F7-4B11-B262-94A4203AFB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7D043DBF-273D-44E6-BA89-416EC2FECAB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91293DA-8185-4578-90ED-E00765F840E3}"/>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5627BFAA-F303-480B-B407-7AE30708799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C3119A4-569E-4101-8D35-2953C735F49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A3ADA333-2FC1-4F4D-8F5A-AF5F9D5D9A0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994E8E-BF3D-4569-9D2F-C2989E01603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C20F9064-25E3-4623-AA8A-AA15FA7258F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84102F0-F0F0-4B1E-A8DD-9511144FFAD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EF1074F5-36BC-48E4-AF4F-B75ED0F0D12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5E0F97-56CF-42F7-8594-5BC61BE29DA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bd6c5aa2d0b45b1"/>
              </a:rPr>
              <a:t>Open explainer video</a:t>
            </a:r>
          </a:p>
        </p:txBody>
      </p:sp>
      <p:sp>
        <p:nvSpPr>
          <p:cNvPr id="14" name="">
            <a:extLst xmlns:a="http://schemas.openxmlformats.org/drawingml/2006/main">
              <a:ext uri="{FF2B5EF4-FFF2-40B4-BE49-F238E27FC236}">
                <a16:creationId xmlns:a16="http://schemas.microsoft.com/office/drawing/2014/main" id="{4995921A-A70D-4967-ABF5-D3E12FC74F87}"/>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CE9878F0-2C8E-429C-999D-F7418F63D9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64</a:t>
            </a:r>
          </a:p>
        </p:txBody>
      </p:sp>
    </p:spTree>
    <p:extLst>
      <p:ext uri="{BB962C8B-B14F-4D97-AF65-F5344CB8AC3E}">
        <p14:creationId xmlns:p14="http://schemas.microsoft.com/office/powerpoint/2010/main" val="1200839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2026-10-20T18:02:24.6010000Z</dcterms:created>
  <dcterms:modified xsi:type="dcterms:W3CDTF">2026-10-20T18:02:24.6010000Z</dcterms:modified>
</coreProperties>
</file>