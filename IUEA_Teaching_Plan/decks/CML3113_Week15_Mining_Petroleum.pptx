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20fedea82944990" Type="http://schemas.openxmlformats.org/officeDocument/2006/relationships/extended-properties" Target="docProps/app.xml"/><Relationship Id="R9150138c679140e3" Type="http://schemas.openxmlformats.org/package/2006/relationships/metadata/core-properties" Target="docProps/core.xml"/><Relationship Id="Rabc534ec773e46e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700007781194cc3"/>
  </p:sldMasterIdLst>
  <p:notesMasterIdLst>
    <p:notesMasterId xmlns:r="http://schemas.openxmlformats.org/officeDocument/2006/relationships" r:id="Rb445075429e04ed9"/>
  </p:notesMasterIdLst>
  <p:sldIdLst>
    <p:sldId xmlns:r="http://schemas.openxmlformats.org/officeDocument/2006/relationships" id="256" r:id="R029a58dc10674f46"/>
    <p:sldId xmlns:r="http://schemas.openxmlformats.org/officeDocument/2006/relationships" id="257" r:id="Rbbe4cdd00cd94d3b"/>
    <p:sldId xmlns:r="http://schemas.openxmlformats.org/officeDocument/2006/relationships" id="258" r:id="Re34bc6266a524109"/>
    <p:sldId xmlns:r="http://schemas.openxmlformats.org/officeDocument/2006/relationships" id="259" r:id="Rca05d4d80304462b"/>
    <p:sldId xmlns:r="http://schemas.openxmlformats.org/officeDocument/2006/relationships" id="260" r:id="R36a43370c0cd4639"/>
    <p:sldId xmlns:r="http://schemas.openxmlformats.org/officeDocument/2006/relationships" id="261" r:id="R68433639bdbf4787"/>
    <p:sldId xmlns:r="http://schemas.openxmlformats.org/officeDocument/2006/relationships" id="262" r:id="Rf704e9d82b1746eb"/>
    <p:sldId xmlns:r="http://schemas.openxmlformats.org/officeDocument/2006/relationships" id="263" r:id="R0471998e78cb47fb"/>
    <p:sldId xmlns:r="http://schemas.openxmlformats.org/officeDocument/2006/relationships" id="264" r:id="Rbca5ce35d8da44fd"/>
    <p:sldId xmlns:r="http://schemas.openxmlformats.org/officeDocument/2006/relationships" id="265" r:id="R2afc4bad450748bb"/>
    <p:sldId xmlns:r="http://schemas.openxmlformats.org/officeDocument/2006/relationships" id="266" r:id="Ra2d6cee70cc54ad6"/>
    <p:sldId xmlns:r="http://schemas.openxmlformats.org/officeDocument/2006/relationships" id="267" r:id="Ra9b97e81af1c4859"/>
    <p:sldId xmlns:r="http://schemas.openxmlformats.org/officeDocument/2006/relationships" id="268" r:id="Rf8a4f5026a064d62"/>
    <p:sldId xmlns:r="http://schemas.openxmlformats.org/officeDocument/2006/relationships" id="269" r:id="R4474c1efe6054af5"/>
    <p:sldId xmlns:r="http://schemas.openxmlformats.org/officeDocument/2006/relationships" id="270" r:id="Rddfde1455c1f4579"/>
    <p:sldId xmlns:r="http://schemas.openxmlformats.org/officeDocument/2006/relationships" id="271" r:id="R2d4d6a9fcc21418b"/>
    <p:sldId xmlns:r="http://schemas.openxmlformats.org/officeDocument/2006/relationships" id="272" r:id="R3c9c83586e7a455c"/>
    <p:sldId xmlns:r="http://schemas.openxmlformats.org/officeDocument/2006/relationships" id="273" r:id="Re9869d30cf9248cd"/>
    <p:sldId xmlns:r="http://schemas.openxmlformats.org/officeDocument/2006/relationships" id="274" r:id="R231c02b49564431d"/>
    <p:sldId xmlns:r="http://schemas.openxmlformats.org/officeDocument/2006/relationships" id="275" r:id="R7e9dd4e126ee47dc"/>
    <p:sldId xmlns:r="http://schemas.openxmlformats.org/officeDocument/2006/relationships" id="276" r:id="R2c4dc0dc263d425f"/>
    <p:sldId xmlns:r="http://schemas.openxmlformats.org/officeDocument/2006/relationships" id="277" r:id="R4d315309af634715"/>
    <p:sldId xmlns:r="http://schemas.openxmlformats.org/officeDocument/2006/relationships" id="278" r:id="Rab00b37efb1e404e"/>
    <p:sldId xmlns:r="http://schemas.openxmlformats.org/officeDocument/2006/relationships" id="279" r:id="R0853127589f3473a"/>
    <p:sldId xmlns:r="http://schemas.openxmlformats.org/officeDocument/2006/relationships" id="280" r:id="Rbaea2d02e16b430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9a58dc10674f46" Type="http://schemas.openxmlformats.org/officeDocument/2006/relationships/slide" Target="slides/slide1.xml"/><Relationship Id="R0471998e78cb47fb" Type="http://schemas.openxmlformats.org/officeDocument/2006/relationships/slide" Target="slides/slide8.xml"/><Relationship Id="R0853127589f3473a" Type="http://schemas.openxmlformats.org/officeDocument/2006/relationships/slide" Target="slides/slide24.xml"/><Relationship Id="R231c02b49564431d" Type="http://schemas.openxmlformats.org/officeDocument/2006/relationships/slide" Target="slides/slide19.xml"/><Relationship Id="R25eac72c545b4af0" Type="http://schemas.openxmlformats.org/officeDocument/2006/relationships/presProps" Target="presProps.xml"/><Relationship Id="R2afc4bad450748bb" Type="http://schemas.openxmlformats.org/officeDocument/2006/relationships/slide" Target="slides/slide10.xml"/><Relationship Id="R2c4dc0dc263d425f" Type="http://schemas.openxmlformats.org/officeDocument/2006/relationships/slide" Target="slides/slide21.xml"/><Relationship Id="R2d4d6a9fcc21418b" Type="http://schemas.openxmlformats.org/officeDocument/2006/relationships/slide" Target="slides/slide16.xml"/><Relationship Id="R36a43370c0cd4639" Type="http://schemas.openxmlformats.org/officeDocument/2006/relationships/slide" Target="slides/slide5.xml"/><Relationship Id="R3c9c83586e7a455c" Type="http://schemas.openxmlformats.org/officeDocument/2006/relationships/slide" Target="slides/slide17.xml"/><Relationship Id="R4474c1efe6054af5" Type="http://schemas.openxmlformats.org/officeDocument/2006/relationships/slide" Target="slides/slide14.xml"/><Relationship Id="R456cc47802414c7e" Type="http://schemas.openxmlformats.org/officeDocument/2006/relationships/tableStyles" Target="tableStyles.xml"/><Relationship Id="R4d315309af634715" Type="http://schemas.openxmlformats.org/officeDocument/2006/relationships/slide" Target="slides/slide22.xml"/><Relationship Id="R5700007781194cc3" Type="http://schemas.openxmlformats.org/officeDocument/2006/relationships/slideMaster" Target="slideMasters/slideMaster1.xml"/><Relationship Id="R68433639bdbf4787" Type="http://schemas.openxmlformats.org/officeDocument/2006/relationships/slide" Target="slides/slide6.xml"/><Relationship Id="R7e9dd4e126ee47dc" Type="http://schemas.openxmlformats.org/officeDocument/2006/relationships/slide" Target="slides/slide20.xml"/><Relationship Id="R86c7643ba51c4d31" Type="http://schemas.openxmlformats.org/officeDocument/2006/relationships/theme" Target="theme/theme1.xml"/><Relationship Id="Ra2d6cee70cc54ad6" Type="http://schemas.openxmlformats.org/officeDocument/2006/relationships/slide" Target="slides/slide11.xml"/><Relationship Id="Ra9b97e81af1c4859" Type="http://schemas.openxmlformats.org/officeDocument/2006/relationships/slide" Target="slides/slide12.xml"/><Relationship Id="Rab00b37efb1e404e" Type="http://schemas.openxmlformats.org/officeDocument/2006/relationships/slide" Target="slides/slide23.xml"/><Relationship Id="Rb445075429e04ed9" Type="http://schemas.openxmlformats.org/officeDocument/2006/relationships/notesMaster" Target="notesMasters/notesMaster1.xml"/><Relationship Id="Rbaea2d02e16b430c" Type="http://schemas.openxmlformats.org/officeDocument/2006/relationships/slide" Target="slides/slide25.xml"/><Relationship Id="Rbbe4cdd00cd94d3b" Type="http://schemas.openxmlformats.org/officeDocument/2006/relationships/slide" Target="slides/slide2.xml"/><Relationship Id="Rbca5ce35d8da44fd" Type="http://schemas.openxmlformats.org/officeDocument/2006/relationships/slide" Target="slides/slide9.xml"/><Relationship Id="Rca05d4d80304462b" Type="http://schemas.openxmlformats.org/officeDocument/2006/relationships/slide" Target="slides/slide4.xml"/><Relationship Id="Rddfde1455c1f4579" Type="http://schemas.openxmlformats.org/officeDocument/2006/relationships/slide" Target="slides/slide15.xml"/><Relationship Id="Re34bc6266a524109" Type="http://schemas.openxmlformats.org/officeDocument/2006/relationships/slide" Target="slides/slide3.xml"/><Relationship Id="Re9869d30cf9248cd" Type="http://schemas.openxmlformats.org/officeDocument/2006/relationships/slide" Target="slides/slide18.xml"/><Relationship Id="Rf704e9d82b1746eb" Type="http://schemas.openxmlformats.org/officeDocument/2006/relationships/slide" Target="slides/slide7.xml"/><Relationship Id="Rf8a4f5026a064d6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8744e685ca004bc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1b26cba96fe41aa" Type="http://schemas.openxmlformats.org/officeDocument/2006/relationships/notesMaster" Target="../notesMasters/notesMaster1.xml"/><Relationship Id="Rfe8dcbfc8e3e454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cd3dbf3cf6e744be" Type="http://schemas.openxmlformats.org/officeDocument/2006/relationships/slide" Target="../slides/slide2.xml"/><Relationship Id="Rd1e1a038066242c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408714d0a674c32" Type="http://schemas.openxmlformats.org/officeDocument/2006/relationships/slide" Target="../slides/slide3.xml"/><Relationship Id="Rf9eeeb2700e84e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8b082944631147a6" Type="http://schemas.openxmlformats.org/officeDocument/2006/relationships/slide" Target="../slides/slide4.xml"/><Relationship Id="Rd3ef943051cf460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c53a20a2d89463f" Type="http://schemas.openxmlformats.org/officeDocument/2006/relationships/slide" Target="../slides/slide5.xml"/><Relationship Id="Raa059caefe9e456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4f85a60a1a545bb" Type="http://schemas.openxmlformats.org/officeDocument/2006/relationships/slide" Target="../slides/slide6.xml"/><Relationship Id="R5174cd3c49c24f2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da99bb2254e41fd" Type="http://schemas.openxmlformats.org/officeDocument/2006/relationships/notesMaster" Target="../notesMasters/notesMaster1.xml"/><Relationship Id="R5b34f64c18c9490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f10d68d4cba49d8" Type="http://schemas.openxmlformats.org/officeDocument/2006/relationships/notesMaster" Target="../notesMasters/notesMaster1.xml"/><Relationship Id="Ra12359171aeb46a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39d750df57bc40d0" Type="http://schemas.openxmlformats.org/officeDocument/2006/relationships/notesMaster" Target="../notesMasters/notesMaster1.xml"/><Relationship Id="R4c4a3749e653422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0dd28a835564c43" Type="http://schemas.openxmlformats.org/officeDocument/2006/relationships/slide" Target="../slides/slide10.xml"/><Relationship Id="Rabc00c40d1b0469c"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819ce80454534c65" Type="http://schemas.openxmlformats.org/officeDocument/2006/relationships/notesMaster" Target="../notesMasters/notesMaster1.xml"/><Relationship Id="Ra5b7f68fe4f54aa7"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f9b0db46a0247a4" Type="http://schemas.openxmlformats.org/officeDocument/2006/relationships/slide" Target="../slides/slide12.xml"/><Relationship Id="R9a60a9bbce514b6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9daee5c90654bf4" Type="http://schemas.openxmlformats.org/officeDocument/2006/relationships/slide" Target="../slides/slide13.xml"/><Relationship Id="Rfa72f2170e6e432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a74e2864e0d4759" Type="http://schemas.openxmlformats.org/officeDocument/2006/relationships/slide" Target="../slides/slide14.xml"/><Relationship Id="R348c14732f91418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35d2e096b3942ff" Type="http://schemas.openxmlformats.org/officeDocument/2006/relationships/slide" Target="../slides/slide15.xml"/><Relationship Id="R8e070cc3e58d46b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1f85d00339e4475c" Type="http://schemas.openxmlformats.org/officeDocument/2006/relationships/notesMaster" Target="../notesMasters/notesMaster1.xml"/><Relationship Id="R2ae103c1e7464bb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b49b5cfa41f1497d" Type="http://schemas.openxmlformats.org/officeDocument/2006/relationships/slide" Target="../slides/slide17.xml"/><Relationship Id="Rdfe2fa4c626742c9"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4c27f930496a48fa" Type="http://schemas.openxmlformats.org/officeDocument/2006/relationships/slide" Target="../slides/slide18.xml"/><Relationship Id="Rf862ecdf3a6548ac"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e8f1a7fd2294f8e" Type="http://schemas.openxmlformats.org/officeDocument/2006/relationships/slide" Target="../slides/slide19.xml"/><Relationship Id="Rb1c55a7555c042a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62f000f473854ea4" Type="http://schemas.openxmlformats.org/officeDocument/2006/relationships/slide" Target="../slides/slide20.xml"/><Relationship Id="Re740a707b7a1401a"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8f67494b15d4bd5" Type="http://schemas.openxmlformats.org/officeDocument/2006/relationships/slide" Target="../slides/slide21.xml"/><Relationship Id="Rc8d8cebbb76c4e1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35bc470a6914662" Type="http://schemas.openxmlformats.org/officeDocument/2006/relationships/notesMaster" Target="../notesMasters/notesMaster1.xml"/><Relationship Id="Rc44b786ae16847e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91d0008816d4497" Type="http://schemas.openxmlformats.org/officeDocument/2006/relationships/notesMaster" Target="../notesMasters/notesMaster1.xml"/><Relationship Id="R35ef5a2127f04dc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2da85cf25dd4596" Type="http://schemas.openxmlformats.org/officeDocument/2006/relationships/slide" Target="../slides/slide24.xml"/><Relationship Id="R8d8f2349e39c484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2db5ec3799447ae" Type="http://schemas.openxmlformats.org/officeDocument/2006/relationships/slide" Target="../slides/slide25.xml"/><Relationship Id="Rb121998f83cd418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Mining and Petroleum Engineering.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ec6663139f6454b"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656023b82114473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696526c270c4f7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0ee3a44aa3d443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dff0b5bc97d464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1a90ee74fff4b3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522DBC-FCB1-47EC-9443-279FCC4ABEA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0BEAC6-0E1F-44C1-B69C-01879BD45B5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C6CD1C-0018-43A0-8ED7-AF2E79E4A6B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77574B-A714-4D5F-8918-458882E114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91BA5E-6586-4C3B-909F-E61674A54F1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B69BE4-F294-4D40-9406-C03770780F4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9B32208-1BCD-4AAF-A1F8-5BB53E7CFD5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31077B-C4C5-4EBF-A415-BC5FF775D90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8BE0A2-5B85-496E-A66E-2F3F2C9D69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E01642-7ECD-40DF-AB0C-4D17C00F5D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e4407f5dea14d5b" Type="http://schemas.openxmlformats.org/officeDocument/2006/relationships/slideLayout" Target="../slideLayouts/slideLayout2.xml"/><Relationship Id="R3cc925f403884165" Type="http://schemas.openxmlformats.org/officeDocument/2006/relationships/slideLayout" Target="../slideLayouts/slideLayout1.xml"/><Relationship Id="R3f35517c2f5b49f7" Type="http://schemas.openxmlformats.org/officeDocument/2006/relationships/slideLayout" Target="../slideLayouts/slideLayout4.xml"/><Relationship Id="R9542f407541b496e" Type="http://schemas.openxmlformats.org/officeDocument/2006/relationships/slideLayout" Target="../slideLayouts/slideLayout5.xml"/><Relationship Id="Rb94dde2ccfdc46c0" Type="http://schemas.openxmlformats.org/officeDocument/2006/relationships/slideLayout" Target="../slideLayouts/slideLayout3.xml"/><Relationship Id="Rdcf3630af198408d" Type="http://schemas.openxmlformats.org/officeDocument/2006/relationships/theme" Target="theme/theme2.xml"/><Relationship Id="Ref256ab003f446a4"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c925f403884165"/>
    <p:sldLayoutId xmlns:r="http://schemas.openxmlformats.org/officeDocument/2006/relationships" id="2147483650" r:id="R0e4407f5dea14d5b"/>
    <p:sldLayoutId xmlns:r="http://schemas.openxmlformats.org/officeDocument/2006/relationships" id="2147483651" r:id="Rb94dde2ccfdc46c0"/>
    <p:sldLayoutId xmlns:r="http://schemas.openxmlformats.org/officeDocument/2006/relationships" id="2147483652" r:id="R3f35517c2f5b49f7"/>
    <p:sldLayoutId xmlns:r="http://schemas.openxmlformats.org/officeDocument/2006/relationships" id="2147483653" r:id="R9542f407541b496e"/>
    <p:sldLayoutId xmlns:r="http://schemas.openxmlformats.org/officeDocument/2006/relationships" id="2147483654" r:id="Ref256ab003f446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71d140ab6054e2f" Type="http://schemas.openxmlformats.org/officeDocument/2006/relationships/notesSlide" Target="../notesSlides/notesSlide1.xml"/><Relationship Id="R7af95faf29084a02" Type="http://schemas.openxmlformats.org/officeDocument/2006/relationships/slideLayout" Target="../slideLayouts/slideLayout6.xml"/><Relationship Id="Rf37e5bb65733487e" Type="http://schemas.openxmlformats.org/officeDocument/2006/relationships/image" Target="../media/image.png"/></Relationships>
</file>

<file path=ppt/slides/_rels/slide2.xml.rels><?xml version='1.0' encoding='UTF-8' standalone='yes'?>
<Relationships xmlns="http://schemas.openxmlformats.org/package/2006/relationships"><Relationship Id="R442872c2aa5c4709" Type="http://schemas.openxmlformats.org/officeDocument/2006/relationships/notesSlide" Target="../notesSlides/notesSlide2.xml"/><Relationship Id="R91e899bf270b4de9"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1bf82b6f70e4f67" Type="http://schemas.openxmlformats.org/officeDocument/2006/relationships/notesSlide" Target="../notesSlides/notesSlide3.xml"/><Relationship Id="R18499d3f95cb43f6"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19d55b4da854784" Type="http://schemas.openxmlformats.org/officeDocument/2006/relationships/slideLayout" Target="../slideLayouts/slideLayout6.xml"/><Relationship Id="Rcbc68ff61a404b3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b418b389a5f48bc" Type="http://schemas.openxmlformats.org/officeDocument/2006/relationships/notesSlide" Target="../notesSlides/notesSlide5.xml"/><Relationship Id="Rd9335ce3a7f84788"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960480a7d9454209" Type="http://schemas.openxmlformats.org/officeDocument/2006/relationships/notesSlide" Target="../notesSlides/notesSlide6.xml"/><Relationship Id="R9abbd41b3143416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2e3a0c6946024e33" Type="http://schemas.openxmlformats.org/officeDocument/2006/relationships/notesSlide" Target="../notesSlides/notesSlide7.xml"/><Relationship Id="R7815fdff917d4f47"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df6bb32fe1a4eb2" Type="http://schemas.openxmlformats.org/officeDocument/2006/relationships/slideLayout" Target="../slideLayouts/slideLayout6.xml"/><Relationship Id="Re9ceb980d12f41ed"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561e004ac204d4a" Type="http://schemas.openxmlformats.org/officeDocument/2006/relationships/slideLayout" Target="../slideLayouts/slideLayout6.xml"/><Relationship Id="R6364c62a2a1d4b2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84290e1854c14dfc" Type="http://schemas.openxmlformats.org/officeDocument/2006/relationships/slideLayout" Target="../slideLayouts/slideLayout6.xml"/><Relationship Id="R9a7b753249a9412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228f6bc10444f27" Type="http://schemas.openxmlformats.org/officeDocument/2006/relationships/slideLayout" Target="../slideLayouts/slideLayout6.xml"/><Relationship Id="R9aadf55eaf63442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51003b3754c4370" Type="http://schemas.openxmlformats.org/officeDocument/2006/relationships/notesSlide" Target="../notesSlides/notesSlide12.xml"/><Relationship Id="Ra98e289cdfba4110"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0d262eb6d7a24be2" Type="http://schemas.openxmlformats.org/officeDocument/2006/relationships/slideLayout" Target="../slideLayouts/slideLayout6.xml"/><Relationship Id="Rf5ec6dc14fb9447b"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7e3893c4fa54261" Type="http://schemas.openxmlformats.org/officeDocument/2006/relationships/notesSlide" Target="../notesSlides/notesSlide14.xml"/><Relationship Id="Rab9af63bde8547ee"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52e1d3c542314bed" Type="http://schemas.openxmlformats.org/officeDocument/2006/relationships/slideLayout" Target="../slideLayouts/slideLayout6.xml"/><Relationship Id="R5dba9d3ec1a04d5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c1abc352e5e46e9" Type="http://schemas.openxmlformats.org/officeDocument/2006/relationships/notesSlide" Target="../notesSlides/notesSlide16.xml"/><Relationship Id="R7aba57b48e604ce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c885575dfeeb4fc2" Type="http://schemas.openxmlformats.org/officeDocument/2006/relationships/notesSlide" Target="../notesSlides/notesSlide17.xml"/><Relationship Id="Re9c8f921b3c84ce6"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011f25e7d564530" Type="http://schemas.openxmlformats.org/officeDocument/2006/relationships/slideLayout" Target="../slideLayouts/slideLayout6.xml"/><Relationship Id="Rbefc504a6f6b48ed"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74d5550d92f4c54" Type="http://schemas.openxmlformats.org/officeDocument/2006/relationships/notesSlide" Target="../notesSlides/notesSlide19.xml"/><Relationship Id="Rcba1ee9499984aaf" Type="http://schemas.openxmlformats.org/officeDocument/2006/relationships/slideLayout" Target="../slideLayouts/slideLayout6.xml"/><Relationship Id="Rd6d21376766246fd" Type="http://schemas.openxmlformats.org/officeDocument/2006/relationships/hyperlink" Target="https://docs.google.com/forms/d/e/1FAIpQLSe_nQBvitfOInzsUcXkNH9V5Ykc95ymXHHeujjqHXX2lNzgpg/viewform" TargetMode="External"/></Relationships>
</file>

<file path=ppt/slides/_rels/slide20.xml.rels><?xml version='1.0' encoding='UTF-8' standalone='yes'?>
<Relationships xmlns="http://schemas.openxmlformats.org/package/2006/relationships"><Relationship Id="R5be755cd5ac847cd" Type="http://schemas.openxmlformats.org/officeDocument/2006/relationships/slideLayout" Target="../slideLayouts/slideLayout6.xml"/><Relationship Id="R5f8b6e8dfef746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35bbac234044e2a" Type="http://schemas.openxmlformats.org/officeDocument/2006/relationships/slideLayout" Target="../slideLayouts/slideLayout6.xml"/><Relationship Id="R9050ee68abb2478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0454b066ac649c6" Type="http://schemas.openxmlformats.org/officeDocument/2006/relationships/slideLayout" Target="../slideLayouts/slideLayout6.xml"/><Relationship Id="Rc6c737da20c1486a"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b91306d0136480a" Type="http://schemas.openxmlformats.org/officeDocument/2006/relationships/notesSlide" Target="../notesSlides/notesSlide23.xml"/><Relationship Id="Ra7d8f9b86f3542c8"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1ed68f8b83664084" Type="http://schemas.openxmlformats.org/officeDocument/2006/relationships/notesSlide" Target="../notesSlides/notesSlide24.xml"/><Relationship Id="R6716b0b44e4248cf" Type="http://schemas.openxmlformats.org/officeDocument/2006/relationships/hyperlink" Target="https://docs.google.com/forms/d/e/1FAIpQLSfMM5T1LqYDNTMxlFZKxTow0BlO6efCj2pBtKfW6ky1-aroIg/viewform" TargetMode="External"/><Relationship Id="R830df6d0e7254342"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f5c420d1cead48a3" Type="http://schemas.openxmlformats.org/officeDocument/2006/relationships/notesSlide" Target="../notesSlides/notesSlide25.xml"/><Relationship Id="Rf70a90206a1d45b0"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30B6CF6-3BF2-43CA-AFF7-3FE0B2257CA9}"/>
              </a:ext>
            </a:extLst>
          </p:cNvPr>
          <p:cNvPicPr>
            <a:picLocks xmlns:a="http://schemas.openxmlformats.org/drawingml/2006/main" noChangeAspect="1"/>
          </p:cNvPicPr>
          <p:nvPr/>
        </p:nvPicPr>
        <p:blipFill>
          <a:blip xmlns:r="http://schemas.openxmlformats.org/officeDocument/2006/relationships" xmlns:a="http://schemas.openxmlformats.org/drawingml/2006/main" r:embed="Rf37e5bb6573348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5DD485-9460-4C05-B2A8-A02652AB1B6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670ACF1-3DAC-4F15-9AFE-B7FE45CB29C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15</a:t>
            </a:r>
          </a:p>
        </p:txBody>
      </p:sp>
      <p:sp>
        <p:nvSpPr>
          <p:cNvPr id="4" name="">
            <a:extLst xmlns:a="http://schemas.openxmlformats.org/drawingml/2006/main">
              <a:ext uri="{FF2B5EF4-FFF2-40B4-BE49-F238E27FC236}">
                <a16:creationId xmlns:a16="http://schemas.microsoft.com/office/drawing/2014/main" id="{74BF3783-04DE-4044-B540-E46742984F7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2072775E-AC14-4873-B882-5113E2AF6B6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88DA4A7-A641-40FC-AFEB-7FF141166D3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706223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B0F9C7-5DAD-4F4E-8CAC-657BA28CC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B7013D-B572-49E2-820D-C09A81CCF8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D3CECB4-D1F0-4BF3-A2FF-363C18492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B9C6A4C-900B-4BA3-BAB1-6C4B613CBD6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EDB110-9445-4A1F-8489-25F55D9A9BF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8621603-D36A-4AFD-8B02-08B39BE7A6B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3AD59DE4-386A-4708-AC90-A499D790FAF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92FCDA0-F425-4327-9E76-381AC1B6647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1F6E9C9F-BD57-4884-B17F-8F209611ED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a:t>
            </a:r>
          </a:p>
        </p:txBody>
      </p:sp>
    </p:spTree>
    <p:extLst>
      <p:ext uri="{BB962C8B-B14F-4D97-AF65-F5344CB8AC3E}">
        <p14:creationId xmlns:p14="http://schemas.microsoft.com/office/powerpoint/2010/main" val="13414633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080EBB-6108-44AD-9486-B09EA4684F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B4749C-B53E-4F09-9AEA-99E49DB690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CCA556-9E2F-401C-B750-0AB3797140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DC21A4-57E8-4E19-808F-0D66EAFCD20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419D23-0153-40DB-B274-62C25E2BF39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803FE1B8-3944-46F0-806C-6789B3D27C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3</a:t>
            </a:r>
          </a:p>
        </p:txBody>
      </p:sp>
    </p:spTree>
    <p:extLst>
      <p:ext uri="{BB962C8B-B14F-4D97-AF65-F5344CB8AC3E}">
        <p14:creationId xmlns:p14="http://schemas.microsoft.com/office/powerpoint/2010/main" val="3150205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90A2EB-2844-4E8B-8891-BA7438DE0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E933FB-B00D-4372-87AC-BCC87B01E7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0F871C-30D1-4527-91AA-842F386467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47D3210C-B071-4FCB-9F13-F66285D5888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DB0EB1B-AFD7-404B-9219-C4E67B12BC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390E555-CD37-46CE-8E92-EACBB1B7F2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24D5C463-FD0D-4311-898B-729709D4D40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5BD79808-892C-43C2-85DC-A1503485C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4</a:t>
            </a:r>
          </a:p>
        </p:txBody>
      </p:sp>
    </p:spTree>
    <p:extLst>
      <p:ext uri="{BB962C8B-B14F-4D97-AF65-F5344CB8AC3E}">
        <p14:creationId xmlns:p14="http://schemas.microsoft.com/office/powerpoint/2010/main" val="24257066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1567A5-AD0B-46A5-93CE-A8B96374B7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450CA5-9894-4515-B094-C1848342D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6312F14-F69B-40B5-A606-4F4B774A7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6536F78F-43DB-41E4-A872-C45863E2371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C16355-1BD9-4D21-9A1E-AFA2F885FAE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4187465F-BD73-45D0-896A-84E1ADB43AA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A1029089-F24C-455A-AF46-DB92BF303B4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FD0FBA6A-D0CA-4224-ABAF-768181AF85E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15C0806-198F-4CBF-9788-819CEA6BBCA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4B0D3FC1-3F75-41C7-82D7-205A39E3A6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5</a:t>
            </a:r>
          </a:p>
        </p:txBody>
      </p:sp>
    </p:spTree>
    <p:extLst>
      <p:ext uri="{BB962C8B-B14F-4D97-AF65-F5344CB8AC3E}">
        <p14:creationId xmlns:p14="http://schemas.microsoft.com/office/powerpoint/2010/main" val="10836407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7F02F2-0E39-4AFC-874D-7B9018DFF2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5B8850-7E43-461A-888F-D418D559F4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FD537E-E12C-4B1C-8369-D7265C916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E5AB3A49-AFEF-49C9-B1C6-987EF27F78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99C148-ED78-4878-AEDF-0B097907895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DDFA26B6-D832-4A6B-9DD5-8038D3A8703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357B12-95DE-4A09-96F7-8C4426189C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0695FAE6-6708-48A5-8F3F-06F04A04DF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929679-948E-46E6-81EC-8FD467B128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F890B215-EDD2-497F-8573-CE9602DF4B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6</a:t>
            </a:r>
          </a:p>
        </p:txBody>
      </p:sp>
    </p:spTree>
    <p:extLst>
      <p:ext uri="{BB962C8B-B14F-4D97-AF65-F5344CB8AC3E}">
        <p14:creationId xmlns:p14="http://schemas.microsoft.com/office/powerpoint/2010/main" val="335359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7B8D86-8702-4DBF-8B84-5832CCC0C3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1A8747-4989-43CE-B366-E6DA1C2BFB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14B1BD5-A858-4197-8E46-A6D21B6C6B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45642AAD-FB4A-4507-A36F-3B564F759E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EFF8F0-187F-4B9F-AFEC-74BD15657B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2DA5D709-DB48-4B9C-9D37-360CF76A9A0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BE0A9D-5BD7-4B31-AE6A-EA0C98094C8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67491597-E607-4E7F-B5A9-61A72F9083F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2831BD-07C4-4F7C-A04F-AA3CAD14AD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F72C41C5-1EFD-4AD2-B500-FF16E7187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7</a:t>
            </a:r>
          </a:p>
        </p:txBody>
      </p:sp>
    </p:spTree>
    <p:extLst>
      <p:ext uri="{BB962C8B-B14F-4D97-AF65-F5344CB8AC3E}">
        <p14:creationId xmlns:p14="http://schemas.microsoft.com/office/powerpoint/2010/main" val="4643565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7924D6-4BC6-4F6E-9431-3A94DDBF0D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4307476-D3D7-430E-8F0B-8164CCC47B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C6FBA5-FCC7-48D9-9A9C-2CD96D5BC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9D1F952D-6E82-413E-991C-4475878549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B157F5-D529-4441-8C82-2E69B83E51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94468D09-6080-42E4-9D0D-F3F51F3B1D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5172FC-CB67-4E99-8F8F-5D4AF6C7245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AE511ECE-4C7E-4094-AFA9-06AD121FAD4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2B9670-F733-414C-8F8D-5FCB22C6DE7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5A1B7135-4D3E-4AD9-BF7A-6ED91216F8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8</a:t>
            </a:r>
          </a:p>
        </p:txBody>
      </p:sp>
    </p:spTree>
    <p:extLst>
      <p:ext uri="{BB962C8B-B14F-4D97-AF65-F5344CB8AC3E}">
        <p14:creationId xmlns:p14="http://schemas.microsoft.com/office/powerpoint/2010/main" val="9483369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E1CE79-BB5F-4492-BC33-A996DEBAC2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F90F58-EC8B-4A03-A3F8-01945E4AF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01E18B-4F12-48D8-9DC1-887DD46C66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9E98BF81-63BB-496F-9EF2-5723351311E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ACC60-974D-49E6-A6E1-E1EAF735C60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997F5534-52DF-4CC0-A8A0-64A1A96D0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9</a:t>
            </a:r>
          </a:p>
        </p:txBody>
      </p:sp>
    </p:spTree>
    <p:extLst>
      <p:ext uri="{BB962C8B-B14F-4D97-AF65-F5344CB8AC3E}">
        <p14:creationId xmlns:p14="http://schemas.microsoft.com/office/powerpoint/2010/main" val="132929301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CE0763-BCFD-4F30-9046-8FF0B4C529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A4574B-94CE-4675-8C89-539EB9F74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AB480E-2CA8-4BD4-8F18-B20C7A6C0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B81A8184-3D67-4915-86C0-B43795639C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7C2712-8EE5-4932-9B00-2CBE9C3EE82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2DA87124-6277-42D4-9D90-FF4D26C446D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D775FC-8128-4281-87B1-7C84DA8FE9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64434A89-2086-47CE-A573-FD05226CEEC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483521-D574-4D4F-BFCF-3C362D281F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B24C9C0A-E2A1-404E-AEF3-B4BD2DB8CE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10</a:t>
            </a:r>
          </a:p>
        </p:txBody>
      </p:sp>
    </p:spTree>
    <p:extLst>
      <p:ext uri="{BB962C8B-B14F-4D97-AF65-F5344CB8AC3E}">
        <p14:creationId xmlns:p14="http://schemas.microsoft.com/office/powerpoint/2010/main" val="13739257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A0E6DC-9448-4874-ADCA-5432538FC0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E5CDE5-D0C4-4C35-A433-F8009CE15E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8EA9ED-DB84-4C5B-B7A2-A9BB664CD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57EF6B6A-D212-41DC-9347-AACB85B2BE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B70A1F-33EE-4823-8C9F-CE7B6E8627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0B847D4F-0DEF-4532-819B-76CA7EDBB05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39AFE7-416F-40F3-B79E-B34F93B854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01395C2-97D4-462B-A8EC-63E2042585E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60A9BF-24C2-4917-BB04-EE54BF7997D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B4935AB1-8594-4B07-B3F1-AC4EC99B1EA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C68CAA-F809-42C9-A231-142FF5121F6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34CB382-33A8-4BEC-BB58-3BFE0C6E7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11</a:t>
            </a:r>
          </a:p>
        </p:txBody>
      </p:sp>
    </p:spTree>
    <p:extLst>
      <p:ext uri="{BB962C8B-B14F-4D97-AF65-F5344CB8AC3E}">
        <p14:creationId xmlns:p14="http://schemas.microsoft.com/office/powerpoint/2010/main" val="11851660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C11512-6CB4-457C-A156-8D9B316D6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C932FD-2F35-409D-B48D-A40FC4DC65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B0EFBE-209C-4BF2-8D7F-8984C28EE1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3CA7DF8F-3B9C-498C-B04A-FDA24FA906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11609F-824B-4FC9-93BD-52D549C5A6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850B5292-1D34-48EF-99C8-5B89EBFB68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295008-F79E-48AF-9768-80A7F3E00AC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6E81C8B3-BEBD-4948-A18C-7D51B708F2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1D3EF9-107B-4318-9B42-BC4D6F4AE4D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1D84A86-BA1F-496D-B862-812726A403A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A3B946-937F-4A8F-966D-5BE52AB080A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15167CFE-E774-4798-AF48-FE86FEC9B4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12</a:t>
            </a:r>
          </a:p>
        </p:txBody>
      </p:sp>
    </p:spTree>
    <p:extLst>
      <p:ext uri="{BB962C8B-B14F-4D97-AF65-F5344CB8AC3E}">
        <p14:creationId xmlns:p14="http://schemas.microsoft.com/office/powerpoint/2010/main" val="4055914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E259560-A5AB-480E-93E4-414AAB821B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D53771-2821-4ED3-A132-DED0D54D88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471BE4-D786-4686-BF6E-9A64433565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FD0F4328-837F-4F9D-905F-87624976C6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2C8D11-1F01-4149-991A-EC99E9B914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C1C53275-24F7-49CE-9FD7-876DC88309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A28AAE-95E5-4A94-AED6-38961126FA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261CFCDC-3702-4F22-B946-C44D4C3E8C6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3E916E-DE6D-49B4-9240-AB1F3174F59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057D0A93-DA67-4D80-A04A-99749A4DA2D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418235-43F2-4A39-8663-EB4F0D92889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A684A81E-EA8B-4621-9E45-E66361A415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13</a:t>
            </a:r>
          </a:p>
        </p:txBody>
      </p:sp>
    </p:spTree>
    <p:extLst>
      <p:ext uri="{BB962C8B-B14F-4D97-AF65-F5344CB8AC3E}">
        <p14:creationId xmlns:p14="http://schemas.microsoft.com/office/powerpoint/2010/main" val="752161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467794-88C5-46ED-8F9F-CFA218FDD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7AF8B6-3F18-451B-AC6A-E19C92F80D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179429-1881-4F3E-A326-1964013024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2EB6A10-86F4-440F-B97A-5B14D7A42D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119565-E0FD-403A-A122-C945676E91A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FEF953F1-9698-436B-A2F1-36C9DD194A9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085496-38A0-43DD-9DBF-5FEC0703B0F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0A1A3B1F-0D0B-45DC-A113-43D0C5EA9D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797331-94A9-4611-B5CA-F1616476F21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1A437B8E-64B3-44E3-A0A8-43E6D0DF212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7AC908-DB3E-48C0-9C16-A99830BC007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46605173-48A2-48B2-BC7C-DC6C8F406D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14</a:t>
            </a:r>
          </a:p>
        </p:txBody>
      </p:sp>
    </p:spTree>
    <p:extLst>
      <p:ext uri="{BB962C8B-B14F-4D97-AF65-F5344CB8AC3E}">
        <p14:creationId xmlns:p14="http://schemas.microsoft.com/office/powerpoint/2010/main" val="3551816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3174377-8250-4BE6-A202-568633CEE8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72F2B64-1316-42D0-B4BC-877873B438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4615A1-E613-4FC8-B0B8-3E523670A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8E7AC94-F62B-445B-B2A6-393831CB98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A65506-5F6D-4C8A-B206-3F1A0964FD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8D91C54-F8FC-418F-85BE-C6ED71F050B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FDE1B4-AAF2-430F-B283-2AF8076D807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F6F589A0-3DD7-4DC9-8EF5-2AF87284110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7D1E40-B9F3-46A4-9030-AB62B38C6A2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09C805DB-A748-4B71-A611-22878AAF653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DCB2FB-D625-4BB1-A451-45C82AB0D18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9F669575-B1EF-4A1B-850D-573FEBD16A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15</a:t>
            </a:r>
          </a:p>
        </p:txBody>
      </p:sp>
    </p:spTree>
    <p:extLst>
      <p:ext uri="{BB962C8B-B14F-4D97-AF65-F5344CB8AC3E}">
        <p14:creationId xmlns:p14="http://schemas.microsoft.com/office/powerpoint/2010/main" val="1731239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5EA430-DD8D-4444-B080-FDDD25346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3AAB73-BB2C-40EE-BA48-D378A020A1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6E6395A-6698-4B3C-9DA7-063C99A2E7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11F528A-3552-4872-8A84-F9EFF2FF43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2FC493-FF55-4782-8973-C91E49635C8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3B1CA07C-2061-4D09-A868-DA7445F9396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CC2E08-EEE8-4F95-BFA2-58F59F1CABE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9B124F3A-F31E-4325-B81B-5F8CBA9D52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E41409-E3CD-4C11-914B-0DDA22D36C8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9FBA390B-D44F-4529-9FBB-B4E26E379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16</a:t>
            </a:r>
          </a:p>
        </p:txBody>
      </p:sp>
    </p:spTree>
    <p:extLst>
      <p:ext uri="{BB962C8B-B14F-4D97-AF65-F5344CB8AC3E}">
        <p14:creationId xmlns:p14="http://schemas.microsoft.com/office/powerpoint/2010/main" val="13988486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E8881-9158-4D3C-B0C2-2AE544C36B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20B029-4C33-4D03-BC76-5F0B5E5392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D40E7D-155F-44BC-A764-8DBEFAC98D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2C3FE3C4-00C4-4D22-93CD-791CDAED66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629E7F-ABAC-4A3B-A07F-37BE55A544A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BBD02C13-371B-464C-AFF1-47565C598D1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A4D1D9-667C-4327-8D40-8167AAB33B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E4957D1D-BE02-436C-B2FA-06A53E7BCB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51622A-2E55-4994-90CD-AFA3C62C6B0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21BAA2B0-8881-4C9E-9296-B13D56D5E16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940F27-F35F-4FD6-AF42-A022D3F6C6E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9F372A22-A1AB-4164-BE8B-55286BA503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17</a:t>
            </a:r>
          </a:p>
        </p:txBody>
      </p:sp>
    </p:spTree>
    <p:extLst>
      <p:ext uri="{BB962C8B-B14F-4D97-AF65-F5344CB8AC3E}">
        <p14:creationId xmlns:p14="http://schemas.microsoft.com/office/powerpoint/2010/main" val="12433602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CD0DB4-97B4-4C38-AC4A-3CEC5E6EA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EDED2D-B0C8-4A72-B3BF-C77E1C6645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5E4797-BD98-4A9A-BC27-71AC7A0C6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86723C7-2C2D-4C02-9CA7-0D9F279E7F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4EB849-7674-42A3-A271-A61F1C6EA1B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CAC94749-5DDD-419B-8031-EE637A99022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83B2F7-C8EA-4029-BDB7-0A2AF93E767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4657F63E-A126-4C0B-AAAC-460AD923336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1F5043-2462-4368-9C1C-6CBAE83A9E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0054580D-D5CE-4977-8BAA-FAF0B0DDA9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18</a:t>
            </a:r>
          </a:p>
        </p:txBody>
      </p:sp>
    </p:spTree>
    <p:extLst>
      <p:ext uri="{BB962C8B-B14F-4D97-AF65-F5344CB8AC3E}">
        <p14:creationId xmlns:p14="http://schemas.microsoft.com/office/powerpoint/2010/main" val="9364496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03C2CD8-AE2E-4AAF-A4D3-7B516921D7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C1AC1F-7685-43C7-BFD5-D050C9BEDA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1AC5986-3B0A-4E4C-82C1-F6D426DB3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C0B9F77E-F9D5-4FA1-9E87-BDD5595BB3C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802CD6-711C-4519-9FE9-85AED8929C9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08E1996B-A895-499B-B568-316B04C1BD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92731E-D995-4DF7-866C-CDA0DD3675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08:00 Kampala</a:t>
            </a:r>
          </a:p>
        </p:txBody>
      </p:sp>
      <p:sp>
        <p:nvSpPr>
          <p:cNvPr id="8" name="">
            <a:extLst xmlns:a="http://schemas.openxmlformats.org/drawingml/2006/main">
              <a:ext uri="{FF2B5EF4-FFF2-40B4-BE49-F238E27FC236}">
                <a16:creationId xmlns:a16="http://schemas.microsoft.com/office/drawing/2014/main" id="{06FD30C5-5F3C-43AF-9560-6E3FDBA92E5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303A45-CE96-4AC3-982F-39DA724390C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FB6F997-53DB-41E3-BE4E-42D360F70A9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EE110E-D568-4C93-8A23-A66B6B335E2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79BA40F-38D2-4C4F-87FB-26A085B30B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579C535-1563-4D8F-9EAB-ABA7EF42C34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6d21376766246fd"/>
              </a:rPr>
              <a:t>Open ML_PROJECT assignment form</a:t>
            </a:r>
          </a:p>
        </p:txBody>
      </p:sp>
      <p:sp>
        <p:nvSpPr>
          <p:cNvPr id="14" name="">
            <a:extLst xmlns:a="http://schemas.openxmlformats.org/drawingml/2006/main">
              <a:ext uri="{FF2B5EF4-FFF2-40B4-BE49-F238E27FC236}">
                <a16:creationId xmlns:a16="http://schemas.microsoft.com/office/drawing/2014/main" id="{79FF00F0-B6A8-4CA4-9AB9-2F331747D27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https://docs.google.com/forms/d/e/1FAIpQLSe_nQBvitfOInzsUcXkNH9V5Ykc95ymXHHeujjqHXX2lNzgpg/viewform</a:t>
            </a:r>
          </a:p>
        </p:txBody>
      </p:sp>
      <p:sp>
        <p:nvSpPr>
          <p:cNvPr id="15" name="">
            <a:extLst xmlns:a="http://schemas.openxmlformats.org/drawingml/2006/main">
              <a:ext uri="{FF2B5EF4-FFF2-40B4-BE49-F238E27FC236}">
                <a16:creationId xmlns:a16="http://schemas.microsoft.com/office/drawing/2014/main" id="{B9186BC3-B37B-4198-9F73-DD036DCC51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19</a:t>
            </a:r>
          </a:p>
        </p:txBody>
      </p:sp>
    </p:spTree>
    <p:extLst>
      <p:ext uri="{BB962C8B-B14F-4D97-AF65-F5344CB8AC3E}">
        <p14:creationId xmlns:p14="http://schemas.microsoft.com/office/powerpoint/2010/main" val="14009705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F90954-691D-4A09-B33B-A17B6FBAEE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0693EC-77E2-4DCB-923B-65E3B37ED8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AEFCEF-FC65-4B69-9D6C-706F2CC62B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16F14BF1-B555-45B3-A18D-3EF837300D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09C796-2EB7-409F-B98F-7C69483E50C9}"/>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D3C14F5B-0531-47DE-B9EA-D74CED0F655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EF8C11-1F00-4E8D-A6DA-563B791144D2}"/>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3BE82B24-AD24-49C8-862C-48CDDA8505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20</a:t>
            </a:r>
          </a:p>
        </p:txBody>
      </p:sp>
    </p:spTree>
    <p:extLst>
      <p:ext uri="{BB962C8B-B14F-4D97-AF65-F5344CB8AC3E}">
        <p14:creationId xmlns:p14="http://schemas.microsoft.com/office/powerpoint/2010/main" val="12321193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20BDA0-B9C5-4852-8F3C-4C1DC7B1BA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F2D86E-CE38-401F-9C56-6D029D1B53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CDB5F3-A29B-4BD0-86D6-CFCD8E1B79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9C6DCFD6-70DF-4651-8B6A-B669D56BB43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F11BF7-0323-4589-916C-D18D45857FE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756A7E1-4924-4650-8778-2BFAF25222E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17E15E12-18D9-4218-A654-8F8D95B026A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9C717A31-78A4-4EA7-AFD3-BB960D146D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21</a:t>
            </a:r>
          </a:p>
        </p:txBody>
      </p:sp>
    </p:spTree>
    <p:extLst>
      <p:ext uri="{BB962C8B-B14F-4D97-AF65-F5344CB8AC3E}">
        <p14:creationId xmlns:p14="http://schemas.microsoft.com/office/powerpoint/2010/main" val="39322396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70261A-3B9F-46DD-9B26-37F865D7B0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8D3D0B-D9AD-4BDB-A570-92D238A082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EFBEE1-4045-4ECC-9247-A2984E8F08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C8CA3E10-33F4-4F31-BE5C-B69A439239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DB8059-44CA-4E1D-8D96-B2339166BD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DC54D646-FF67-4F07-991D-20D5A047DA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7E8469-36DA-4C77-BB8B-02F8A1106D3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D5B8D548-5740-4463-8060-40FBA1A6A6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2810BB-D4A4-41C4-AAC5-A53CCAE28A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34D5CDB9-25A9-49BF-A3A8-D5A413E530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22</a:t>
            </a:r>
          </a:p>
        </p:txBody>
      </p:sp>
    </p:spTree>
    <p:extLst>
      <p:ext uri="{BB962C8B-B14F-4D97-AF65-F5344CB8AC3E}">
        <p14:creationId xmlns:p14="http://schemas.microsoft.com/office/powerpoint/2010/main" val="52657830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E59E86-D32B-4257-825E-CCD64D5926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C5F8BC-7690-4608-A08E-CA0299C9B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64B8A6-4387-4413-B393-79F9A6651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BD474474-D036-4518-878B-AE4321E715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0EEDCC-6630-4DC6-B0C4-20C641C4020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057D1CDE-90C8-42FC-A2B7-03FFAA59E4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23</a:t>
            </a:r>
          </a:p>
        </p:txBody>
      </p:sp>
    </p:spTree>
    <p:extLst>
      <p:ext uri="{BB962C8B-B14F-4D97-AF65-F5344CB8AC3E}">
        <p14:creationId xmlns:p14="http://schemas.microsoft.com/office/powerpoint/2010/main" val="158235025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29364C-DE24-4C7D-A345-D4F4CE6AF9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9E24376-0B88-41C5-871F-33025449FF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B238F7D-A03F-4A2C-8621-AC7AC765E5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39D9E09F-5700-4A7D-8723-7D7AF6D15F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E95C67-6556-4D72-ACF8-F7BDAC17AAC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63086389-0E89-46CA-A10D-DAFB26BFD76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8E42CA5-52C8-4307-9DEC-FC26A192A31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435212B0-9F45-4CB2-B610-9D668E7E20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90DB16-DC43-4819-B7A1-564AC938AC6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7689C29-0995-4967-9286-D9DD723C3C8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339B03-6D05-4A54-8433-1162581E0B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DD87C6A-D615-467E-92FC-4B4C9E76ED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0A40ADF-507B-4C70-978E-EAB004B9150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716b0b44e4248cf"/>
              </a:rPr>
              <a:t>Open DEMO assignment form</a:t>
            </a:r>
          </a:p>
        </p:txBody>
      </p:sp>
      <p:sp>
        <p:nvSpPr>
          <p:cNvPr id="14" name="">
            <a:extLst xmlns:a="http://schemas.openxmlformats.org/drawingml/2006/main">
              <a:ext uri="{FF2B5EF4-FFF2-40B4-BE49-F238E27FC236}">
                <a16:creationId xmlns:a16="http://schemas.microsoft.com/office/drawing/2014/main" id="{0D165501-18BC-43FC-85B3-25C5F6D9893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https://docs.google.com/forms/d/e/1FAIpQLSfMM5T1LqYDNTMxlFZKxTow0BlO6efCj2pBtKfW6ky1-aroIg/viewform</a:t>
            </a:r>
          </a:p>
        </p:txBody>
      </p:sp>
      <p:sp>
        <p:nvSpPr>
          <p:cNvPr id="15" name="">
            <a:extLst xmlns:a="http://schemas.openxmlformats.org/drawingml/2006/main">
              <a:ext uri="{FF2B5EF4-FFF2-40B4-BE49-F238E27FC236}">
                <a16:creationId xmlns:a16="http://schemas.microsoft.com/office/drawing/2014/main" id="{5F29A1FF-CC92-4A3D-89FB-A7DF87DDB1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24</a:t>
            </a:r>
          </a:p>
        </p:txBody>
      </p:sp>
    </p:spTree>
    <p:extLst>
      <p:ext uri="{BB962C8B-B14F-4D97-AF65-F5344CB8AC3E}">
        <p14:creationId xmlns:p14="http://schemas.microsoft.com/office/powerpoint/2010/main" val="153567376"/>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5C2041-310C-420F-A4F4-8C985AC767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4073129-7D7D-484E-A67F-C19C7F631C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B13981D-81FB-4629-86EC-EF9EBAD6C0D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7F7F2A8-3FA0-44BE-B619-0C8DE672199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394E0A50-1D89-4E08-81FE-79E6EAC333E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D369FE9-194F-45FC-8406-0C39E6CD9B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15   25</a:t>
            </a:r>
          </a:p>
        </p:txBody>
      </p:sp>
    </p:spTree>
    <p:extLst>
      <p:ext uri="{BB962C8B-B14F-4D97-AF65-F5344CB8AC3E}">
        <p14:creationId xmlns:p14="http://schemas.microsoft.com/office/powerpoint/2010/main" val="9529279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2026-10-20T18:01:32.4710000Z</dcterms:created>
  <dcterms:modified xsi:type="dcterms:W3CDTF">2026-10-20T18:01:32.4710000Z</dcterms:modified>
  <dc:description>patched-20261030</dc:description>
</coreProperties>
</file>