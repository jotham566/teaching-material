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94b0d8db627441e" /><Relationship Type="http://schemas.openxmlformats.org/officeDocument/2006/relationships/extended-properties" Target="/docProps/app.xml" Id="R65df7d8d6fa4413f" /><Relationship Type="http://schemas.openxmlformats.org/officeDocument/2006/relationships/officeDocument" Target="/ppt/presentation.xml" Id="Re42081071b394cff" /></Relationships>
</file>

<file path=ppt/presentation.xml><?xml version="1.0" encoding="utf-8"?>
<p:presentation xmlns:p="http://schemas.openxmlformats.org/presentationml/2006/main">
  <p:sldMasterIdLst>
    <p:sldMasterId xmlns:r="http://schemas.openxmlformats.org/officeDocument/2006/relationships" id="2147483648" r:id="R49d5cfeb6c6f4c9b"/>
  </p:sldMasterIdLst>
  <p:notesMasterIdLst>
    <p:notesMasterId xmlns:r="http://schemas.openxmlformats.org/officeDocument/2006/relationships" r:id="R824e845a143b4b91"/>
  </p:notesMasterIdLst>
  <p:sldIdLst>
    <p:sldId xmlns:r="http://schemas.openxmlformats.org/officeDocument/2006/relationships" id="256" r:id="Racce85e9ecb04625"/>
    <p:sldId xmlns:r="http://schemas.openxmlformats.org/officeDocument/2006/relationships" id="257" r:id="R8f009310a26741c3"/>
    <p:sldId xmlns:r="http://schemas.openxmlformats.org/officeDocument/2006/relationships" id="258" r:id="R5544752a0d65418a"/>
    <p:sldId xmlns:r="http://schemas.openxmlformats.org/officeDocument/2006/relationships" id="259" r:id="R6b4da21e9395482a"/>
    <p:sldId xmlns:r="http://schemas.openxmlformats.org/officeDocument/2006/relationships" id="260" r:id="R3c0ebea89a73404f"/>
    <p:sldId xmlns:r="http://schemas.openxmlformats.org/officeDocument/2006/relationships" id="261" r:id="R3587bb2fd2a84933"/>
    <p:sldId xmlns:r="http://schemas.openxmlformats.org/officeDocument/2006/relationships" id="262" r:id="R88e2e4922dc346f2"/>
    <p:sldId xmlns:r="http://schemas.openxmlformats.org/officeDocument/2006/relationships" id="263" r:id="Re9ef29e873d546b3"/>
    <p:sldId xmlns:r="http://schemas.openxmlformats.org/officeDocument/2006/relationships" id="264" r:id="R50dca65a06b14b00"/>
    <p:sldId xmlns:r="http://schemas.openxmlformats.org/officeDocument/2006/relationships" id="265" r:id="R29a8634a5f494ba4"/>
    <p:sldId xmlns:r="http://schemas.openxmlformats.org/officeDocument/2006/relationships" id="266" r:id="Red2eb66670b548ff"/>
    <p:sldId xmlns:r="http://schemas.openxmlformats.org/officeDocument/2006/relationships" id="267" r:id="R5cb17a7775884981"/>
    <p:sldId xmlns:r="http://schemas.openxmlformats.org/officeDocument/2006/relationships" id="268" r:id="R725fa88cb66d4771"/>
    <p:sldId xmlns:r="http://schemas.openxmlformats.org/officeDocument/2006/relationships" id="269" r:id="R4e2d47e1c92448b1"/>
    <p:sldId xmlns:r="http://schemas.openxmlformats.org/officeDocument/2006/relationships" id="270" r:id="R1a63c8c0f0e84541"/>
    <p:sldId xmlns:r="http://schemas.openxmlformats.org/officeDocument/2006/relationships" id="271" r:id="R620e6f9e57fd40b7"/>
    <p:sldId xmlns:r="http://schemas.openxmlformats.org/officeDocument/2006/relationships" id="272" r:id="R66e20e0dec1e435a"/>
    <p:sldId xmlns:r="http://schemas.openxmlformats.org/officeDocument/2006/relationships" id="273" r:id="Rc397e159067043ef"/>
    <p:sldId xmlns:r="http://schemas.openxmlformats.org/officeDocument/2006/relationships" id="274" r:id="R42c2a97f23064575"/>
    <p:sldId xmlns:r="http://schemas.openxmlformats.org/officeDocument/2006/relationships" id="275" r:id="R6a1b6c5607834cc4"/>
    <p:sldId xmlns:r="http://schemas.openxmlformats.org/officeDocument/2006/relationships" id="276" r:id="R9acb45fc0ca247f2"/>
    <p:sldId xmlns:r="http://schemas.openxmlformats.org/officeDocument/2006/relationships" id="277" r:id="Ree49d83297b544c8"/>
    <p:sldId xmlns:r="http://schemas.openxmlformats.org/officeDocument/2006/relationships" id="278" r:id="R7d018e12ec9f4e6a"/>
    <p:sldId xmlns:r="http://schemas.openxmlformats.org/officeDocument/2006/relationships" id="279" r:id="R16167083bd2c49b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d40ecf59cd14658" /><Relationship Type="http://schemas.openxmlformats.org/officeDocument/2006/relationships/slideMaster" Target="/ppt/slideMasters/slideMaster1.xml" Id="R49d5cfeb6c6f4c9b" /><Relationship Type="http://schemas.openxmlformats.org/officeDocument/2006/relationships/notesMaster" Target="/ppt/notesMasters/notesMaster1.xml" Id="R824e845a143b4b91" /><Relationship Type="http://schemas.openxmlformats.org/officeDocument/2006/relationships/presProps" Target="/ppt/presProps.xml" Id="R5794e550f0404c7c" /><Relationship Type="http://schemas.openxmlformats.org/officeDocument/2006/relationships/tableStyles" Target="/ppt/tableStyles.xml" Id="R55bb17709a57435e" /><Relationship Type="http://schemas.openxmlformats.org/officeDocument/2006/relationships/slide" Target="/ppt/slides/slide1.xml" Id="Racce85e9ecb04625" /><Relationship Type="http://schemas.openxmlformats.org/officeDocument/2006/relationships/slide" Target="/ppt/slides/slide2.xml" Id="R8f009310a26741c3" /><Relationship Type="http://schemas.openxmlformats.org/officeDocument/2006/relationships/slide" Target="/ppt/slides/slide3.xml" Id="R5544752a0d65418a" /><Relationship Type="http://schemas.openxmlformats.org/officeDocument/2006/relationships/slide" Target="/ppt/slides/slide4.xml" Id="R6b4da21e9395482a" /><Relationship Type="http://schemas.openxmlformats.org/officeDocument/2006/relationships/slide" Target="/ppt/slides/slide5.xml" Id="R3c0ebea89a73404f" /><Relationship Type="http://schemas.openxmlformats.org/officeDocument/2006/relationships/slide" Target="/ppt/slides/slide6.xml" Id="R3587bb2fd2a84933" /><Relationship Type="http://schemas.openxmlformats.org/officeDocument/2006/relationships/slide" Target="/ppt/slides/slide7.xml" Id="R88e2e4922dc346f2" /><Relationship Type="http://schemas.openxmlformats.org/officeDocument/2006/relationships/slide" Target="/ppt/slides/slide8.xml" Id="Re9ef29e873d546b3" /><Relationship Type="http://schemas.openxmlformats.org/officeDocument/2006/relationships/slide" Target="/ppt/slides/slide9.xml" Id="R50dca65a06b14b00" /><Relationship Type="http://schemas.openxmlformats.org/officeDocument/2006/relationships/slide" Target="/ppt/slides/slide10.xml" Id="R29a8634a5f494ba4" /><Relationship Type="http://schemas.openxmlformats.org/officeDocument/2006/relationships/slide" Target="/ppt/slides/slide11.xml" Id="Red2eb66670b548ff" /><Relationship Type="http://schemas.openxmlformats.org/officeDocument/2006/relationships/slide" Target="/ppt/slides/slide12.xml" Id="R5cb17a7775884981" /><Relationship Type="http://schemas.openxmlformats.org/officeDocument/2006/relationships/slide" Target="/ppt/slides/slide13.xml" Id="R725fa88cb66d4771" /><Relationship Type="http://schemas.openxmlformats.org/officeDocument/2006/relationships/slide" Target="/ppt/slides/slide14.xml" Id="R4e2d47e1c92448b1" /><Relationship Type="http://schemas.openxmlformats.org/officeDocument/2006/relationships/slide" Target="/ppt/slides/slide15.xml" Id="R1a63c8c0f0e84541" /><Relationship Type="http://schemas.openxmlformats.org/officeDocument/2006/relationships/slide" Target="/ppt/slides/slide16.xml" Id="R620e6f9e57fd40b7" /><Relationship Type="http://schemas.openxmlformats.org/officeDocument/2006/relationships/slide" Target="/ppt/slides/slide17.xml" Id="R66e20e0dec1e435a" /><Relationship Type="http://schemas.openxmlformats.org/officeDocument/2006/relationships/slide" Target="/ppt/slides/slide18.xml" Id="Rc397e159067043ef" /><Relationship Type="http://schemas.openxmlformats.org/officeDocument/2006/relationships/slide" Target="/ppt/slides/slide19.xml" Id="R42c2a97f23064575" /><Relationship Type="http://schemas.openxmlformats.org/officeDocument/2006/relationships/slide" Target="/ppt/slides/slide20.xml" Id="R6a1b6c5607834cc4" /><Relationship Type="http://schemas.openxmlformats.org/officeDocument/2006/relationships/slide" Target="/ppt/slides/slide21.xml" Id="R9acb45fc0ca247f2" /><Relationship Type="http://schemas.openxmlformats.org/officeDocument/2006/relationships/slide" Target="/ppt/slides/slide22.xml" Id="Ree49d83297b544c8" /><Relationship Type="http://schemas.openxmlformats.org/officeDocument/2006/relationships/slide" Target="/ppt/slides/slide23.xml" Id="R7d018e12ec9f4e6a" /><Relationship Type="http://schemas.openxmlformats.org/officeDocument/2006/relationships/slide" Target="/ppt/slides/slide24.xml" Id="R16167083bd2c49b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1e8761a72e44d8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8020093d6ff4536" /><Relationship Type="http://schemas.openxmlformats.org/officeDocument/2006/relationships/notesMaster" Target="/ppt/notesMasters/notesMaster1.xml" Id="R753a5657f0f644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5eb693f88b41cb" /><Relationship Type="http://schemas.openxmlformats.org/officeDocument/2006/relationships/notesMaster" Target="/ppt/notesMasters/notesMaster1.xml" Id="R2828b546c10e4cb6" /></Relationships>
</file>

<file path=ppt/notesSlides/_rels/notesSlide3.xml.rels>&#65279;<?xml version="1.0" encoding="utf-8"?><Relationships xmlns="http://schemas.openxmlformats.org/package/2006/relationships"><Relationship Type="http://schemas.openxmlformats.org/officeDocument/2006/relationships/slide" Target="/ppt/slides/slide3.xml" Id="R39c9cfd2010a4105" /><Relationship Type="http://schemas.openxmlformats.org/officeDocument/2006/relationships/notesMaster" Target="/ppt/notesMasters/notesMaster1.xml" Id="Rc9953263c03e4b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f3e381777c4368" /><Relationship Type="http://schemas.openxmlformats.org/officeDocument/2006/relationships/notesMaster" Target="/ppt/notesMasters/notesMaster1.xml" Id="Ra5924b657aad4fa4"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a8dae05f6943d1" /><Relationship Type="http://schemas.openxmlformats.org/officeDocument/2006/relationships/notesMaster" Target="/ppt/notesMasters/notesMaster1.xml" Id="R4872f4f42a864c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45f76d7c1cf44a12" /><Relationship Type="http://schemas.openxmlformats.org/officeDocument/2006/relationships/notesMaster" Target="/ppt/notesMasters/notesMaster1.xml" Id="R1c6635cc18fc4336"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1a141915184023" /><Relationship Type="http://schemas.openxmlformats.org/officeDocument/2006/relationships/notesMaster" Target="/ppt/notesMasters/notesMaster1.xml" Id="R83796cfbc4c243af" /></Relationships>
</file>

<file path=ppt/notesSlides/_rels/notesSlide8.xml.rels>&#65279;<?xml version="1.0" encoding="utf-8"?><Relationships xmlns="http://schemas.openxmlformats.org/package/2006/relationships"><Relationship Type="http://schemas.openxmlformats.org/officeDocument/2006/relationships/slide" Target="/ppt/slides/slide8.xml" Id="R1adaf1c3cad8402e" /><Relationship Type="http://schemas.openxmlformats.org/officeDocument/2006/relationships/notesMaster" Target="/ppt/notesMasters/notesMaster1.xml" Id="R8d53b2c754a04cb7" /></Relationships>
</file>

<file path=ppt/notesSlides/_rels/notesSlide9.xml.rels>&#65279;<?xml version="1.0" encoding="utf-8"?><Relationships xmlns="http://schemas.openxmlformats.org/package/2006/relationships"><Relationship Type="http://schemas.openxmlformats.org/officeDocument/2006/relationships/slide" Target="/ppt/slides/slide9.xml" Id="R137756e7f7334825" /><Relationship Type="http://schemas.openxmlformats.org/officeDocument/2006/relationships/notesMaster" Target="/ppt/notesMasters/notesMaster1.xml" Id="R21c9a152eccc453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c3d13dbe8d4d66" /><Relationship Type="http://schemas.openxmlformats.org/officeDocument/2006/relationships/notesMaster" Target="/ppt/notesMasters/notesMaster1.xml" Id="R20f08a02b2f2498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a46bdc1b4d44290" /><Relationship Type="http://schemas.openxmlformats.org/officeDocument/2006/relationships/notesMaster" Target="/ppt/notesMasters/notesMaster1.xml" Id="R880d0b87223049e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1fa6a48be234a00" /><Relationship Type="http://schemas.openxmlformats.org/officeDocument/2006/relationships/notesMaster" Target="/ppt/notesMasters/notesMaster1.xml" Id="R695245d3393b45f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5956742e49344f1" /><Relationship Type="http://schemas.openxmlformats.org/officeDocument/2006/relationships/notesMaster" Target="/ppt/notesMasters/notesMaster1.xml" Id="R74c5a29d8a284e8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dbcc032f81d4014" /><Relationship Type="http://schemas.openxmlformats.org/officeDocument/2006/relationships/notesMaster" Target="/ppt/notesMasters/notesMaster1.xml" Id="R28c8daf850c9409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16b08912cd1405e" /><Relationship Type="http://schemas.openxmlformats.org/officeDocument/2006/relationships/notesMaster" Target="/ppt/notesMasters/notesMaster1.xml" Id="Re1a475f64036400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b5e39bc72884249" /><Relationship Type="http://schemas.openxmlformats.org/officeDocument/2006/relationships/notesMaster" Target="/ppt/notesMasters/notesMaster1.xml" Id="R5dbde97018ad444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4618be855354eaf" /><Relationship Type="http://schemas.openxmlformats.org/officeDocument/2006/relationships/notesMaster" Target="/ppt/notesMasters/notesMaster1.xml" Id="Racbd5d9880c4428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d34a0917914491f" /><Relationship Type="http://schemas.openxmlformats.org/officeDocument/2006/relationships/notesMaster" Target="/ppt/notesMasters/notesMaster1.xml" Id="R0ee6e7bf0130435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c53fb94c91c4b7d" /><Relationship Type="http://schemas.openxmlformats.org/officeDocument/2006/relationships/notesMaster" Target="/ppt/notesMasters/notesMaster1.xml" Id="R9fe77821223748e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919811d1bc04dc7" /><Relationship Type="http://schemas.openxmlformats.org/officeDocument/2006/relationships/notesMaster" Target="/ppt/notesMasters/notesMaster1.xml" Id="R8718db88d2ec425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d48b7725d1b426e" /><Relationship Type="http://schemas.openxmlformats.org/officeDocument/2006/relationships/notesMaster" Target="/ppt/notesMasters/notesMaster1.xml" Id="R3a3de31c20f84b5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696c026b3174555" /><Relationship Type="http://schemas.openxmlformats.org/officeDocument/2006/relationships/notesMaster" Target="/ppt/notesMasters/notesMaster1.xml" Id="R625e566b96034e5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868f0de938e4e7d" /><Relationship Type="http://schemas.openxmlformats.org/officeDocument/2006/relationships/notesMaster" Target="/ppt/notesMasters/notesMaster1.xml" Id="R155be3e3e75243b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75f3c6f6dfe4cf4" /><Relationship Type="http://schemas.openxmlformats.org/officeDocument/2006/relationships/notesMaster" Target="/ppt/notesMasters/notesMaster1.xml" Id="R0494a8bb52cf4c8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Presenting the project and individual contribution</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Presenting the project and individual contribution</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Presenting the project and individual contribution. Explain why this example is needed before running it.</a:t>
            </a:r>
          </a:p>
          <a:p xmlns:a="http://schemas.openxmlformats.org/drawingml/2006/main">
            <a:r>
              <a:t/>
            </a:r>
          </a:p>
          <a:p xmlns:a="http://schemas.openxmlformats.org/drawingml/2006/main">
            <a:r>
              <a:t>EXPLAIN</a:t>
            </a:r>
          </a:p>
          <a:p xmlns:a="http://schemas.openxmlformats.org/drawingml/2006/main">
            <a:r>
              <a:t>Explain your question and one supported finding.</a:t>
            </a:r>
          </a:p>
          <a:p xmlns:a="http://schemas.openxmlformats.org/drawingml/2006/main">
            <a:r>
              <a:t/>
            </a:r>
          </a:p>
          <a:p xmlns:a="http://schemas.openxmlformats.org/drawingml/2006/main">
            <a:r>
              <a:t>State a limitation and your individual contribution.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Presenting the project and individual contribution.</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New models and a last-minute redesign are unnecessary. Fix broken run instructions first.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What question did your team investigate, and what result can you support with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A presentation connects a claim to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presentation connects a claim to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presentation connects a claim to evidence</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Finding and limitation: A finding states what the evidence shows. A limitation states where that evidence is incomplete or may not apply. Point to the relevant chart, metric or record.</a:t>
            </a:r>
          </a:p>
          <a:p xmlns:a="http://schemas.openxmlformats.org/drawingml/2006/main">
            <a:r>
              <a:t>Defence and reflection: A defence explains why you made a choice. A reflection explains what you learned and would improve. Describe your own contribution with specific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presentation connects a claim to evidence</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POINT TO THE DEFINITION</a:t>
            </a:r>
          </a:p>
          <a:p xmlns:a="http://schemas.openxmlformats.org/drawingml/2006/main">
            <a:r>
              <a:t>Finding and limitation: A finding states what the evidence shows. A limitation states where that evidence is incomplete or may not apply. Point to the relevant chart, metric or record.</a:t>
            </a:r>
          </a:p>
          <a:p xmlns:a="http://schemas.openxmlformats.org/drawingml/2006/main">
            <a:r>
              <a:t>Defence and reflection: A defence explains why you made a choice. A reflection explains what you learned and would improve. Describe your own contribution with specific evidence.</a:t>
            </a:r>
          </a:p>
          <a:p xmlns:a="http://schemas.openxmlformats.org/drawingml/2006/main">
            <a:r>
              <a:t/>
            </a:r>
          </a:p>
          <a:p xmlns:a="http://schemas.openxmlformats.org/drawingml/2006/main">
            <a:r>
              <a:t>NEXT</a:t>
            </a:r>
          </a:p>
          <a:p xmlns:a="http://schemas.openxmlformats.org/drawingml/2006/main">
            <a:r>
              <a:t>A six-minute presentation.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six-minute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six-minute presentation</a:t>
            </a:r>
          </a:p>
          <a:p xmlns:a="http://schemas.openxmlformats.org/drawingml/2006/main">
            <a:r>
              <a:t/>
            </a:r>
          </a:p>
          <a:p xmlns:a="http://schemas.openxmlformats.org/drawingml/2006/main">
            <a:r>
              <a:t>CONNECT</a:t>
            </a:r>
          </a:p>
          <a:p xmlns:a="http://schemas.openxmlformats.org/drawingml/2006/main">
            <a:r>
              <a:t>Build on A presentation connects a claim to evidence. Explain why this example is needed before running it.</a:t>
            </a:r>
          </a:p>
          <a:p xmlns:a="http://schemas.openxmlformats.org/drawingml/2006/main">
            <a:r>
              <a:t/>
            </a:r>
          </a:p>
          <a:p xmlns:a="http://schemas.openxmlformats.org/drawingml/2006/main">
            <a:r>
              <a:t>EXPLAIN</a:t>
            </a:r>
          </a:p>
          <a:p xmlns:a="http://schemas.openxmlformats.org/drawingml/2006/main">
            <a:r>
              <a:t>Minutes 1–2: explain the question and data.</a:t>
            </a:r>
          </a:p>
          <a:p xmlns:a="http://schemas.openxmlformats.org/drawingml/2006/main">
            <a:r>
              <a:t/>
            </a:r>
          </a:p>
          <a:p xmlns:a="http://schemas.openxmlformats.org/drawingml/2006/main">
            <a:r>
              <a:t>Minutes 3–4: show the method and one supported result.</a:t>
            </a:r>
          </a:p>
          <a:p xmlns:a="http://schemas.openxmlformats.org/drawingml/2006/main">
            <a:r>
              <a:t/>
            </a:r>
          </a:p>
          <a:p xmlns:a="http://schemas.openxmlformats.org/drawingml/2006/main">
            <a:r>
              <a:t>Minutes 5–6: explain limitations, contributions and a next step.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six-minute presentation</a:t>
            </a:r>
          </a:p>
          <a:p xmlns:a="http://schemas.openxmlformats.org/drawingml/2006/main">
            <a:r>
              <a:t/>
            </a:r>
          </a:p>
          <a:p xmlns:a="http://schemas.openxmlformats.org/drawingml/2006/main">
            <a:r>
              <a:t>CONNECT</a:t>
            </a:r>
          </a:p>
          <a:p xmlns:a="http://schemas.openxmlformats.org/drawingml/2006/main">
            <a:r>
              <a:t>Build on the preceding slide: A presentation connects a claim to evidence.</a:t>
            </a:r>
          </a:p>
          <a:p xmlns:a="http://schemas.openxmlformats.org/drawingml/2006/main">
            <a:r>
              <a:t/>
            </a:r>
          </a:p>
          <a:p xmlns:a="http://schemas.openxmlformats.org/drawingml/2006/main">
            <a:r>
              <a:t>LECTURER CUE</a:t>
            </a:r>
          </a:p>
          <a:p xmlns:a="http://schemas.openxmlformats.org/drawingml/2006/main">
            <a:r>
              <a:t>Model a six-minute presentation: one minute for the problem, one for the data, two for the method and result, one for limitations and one for contribution and next step.</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Make the evidence readable.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Make the evidence readable.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evidence readable</a:t>
            </a:r>
          </a:p>
          <a:p xmlns:a="http://schemas.openxmlformats.org/drawingml/2006/main">
            <a:r>
              <a:t/>
            </a:r>
          </a:p>
          <a:p xmlns:a="http://schemas.openxmlformats.org/drawingml/2006/main">
            <a:r>
              <a:t>CONNECT</a:t>
            </a:r>
          </a:p>
          <a:p xmlns:a="http://schemas.openxmlformats.org/drawingml/2006/main">
            <a:r>
              <a:t>Build on A six-minute presentation. Explain why this example is needed before running it.</a:t>
            </a:r>
          </a:p>
          <a:p xmlns:a="http://schemas.openxmlformats.org/drawingml/2006/main">
            <a:r>
              <a:t/>
            </a:r>
          </a:p>
          <a:p xmlns:a="http://schemas.openxmlformats.org/drawingml/2006/main">
            <a:r>
              <a:t>EXPLAIN</a:t>
            </a:r>
          </a:p>
          <a:p xmlns:a="http://schemas.openxmlformats.org/drawingml/2006/main">
            <a:r>
              <a:t>Name the chart axes and their units.</a:t>
            </a:r>
          </a:p>
          <a:p xmlns:a="http://schemas.openxmlformats.org/drawingml/2006/main">
            <a:r>
              <a:t/>
            </a:r>
          </a:p>
          <a:p xmlns:a="http://schemas.openxmlformats.org/drawingml/2006/main">
            <a:r>
              <a:t>State the measured evaluation result and how you obtained it.</a:t>
            </a:r>
          </a:p>
          <a:p xmlns:a="http://schemas.openxmlformats.org/drawingml/2006/main">
            <a:r>
              <a:t/>
            </a:r>
          </a:p>
          <a:p xmlns:a="http://schemas.openxmlformats.org/drawingml/2006/main">
            <a:r>
              <a:t>Point to the particular table, plot or calculation that supports your claim.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Make the evidence readable</a:t>
            </a:r>
          </a:p>
          <a:p xmlns:a="http://schemas.openxmlformats.org/drawingml/2006/main">
            <a:r>
              <a:t/>
            </a:r>
          </a:p>
          <a:p xmlns:a="http://schemas.openxmlformats.org/drawingml/2006/main">
            <a:r>
              <a:t>CONNECT</a:t>
            </a:r>
          </a:p>
          <a:p xmlns:a="http://schemas.openxmlformats.org/drawingml/2006/main">
            <a:r>
              <a:t>Build on the preceding slide: A six-minute presentation.</a:t>
            </a:r>
          </a:p>
          <a:p xmlns:a="http://schemas.openxmlformats.org/drawingml/2006/main">
            <a:r>
              <a:t/>
            </a:r>
          </a:p>
          <a:p xmlns:a="http://schemas.openxmlformats.org/drawingml/2006/main">
            <a:r>
              <a:t>LECTURER CUE</a:t>
            </a:r>
          </a:p>
          <a:p xmlns:a="http://schemas.openxmlformats.org/drawingml/2006/main">
            <a:r>
              <a:t>Explain each chart’s axes and unit before stating its finding. Use the actual measured validation results and state how they were obtained.</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Explain the limits honestly.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Explain the limits honestly.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Explain the limits honestly</a:t>
            </a:r>
          </a:p>
          <a:p xmlns:a="http://schemas.openxmlformats.org/drawingml/2006/main">
            <a:r>
              <a:t/>
            </a:r>
          </a:p>
          <a:p xmlns:a="http://schemas.openxmlformats.org/drawingml/2006/main">
            <a:r>
              <a:t>CONNECT</a:t>
            </a:r>
          </a:p>
          <a:p xmlns:a="http://schemas.openxmlformats.org/drawingml/2006/main">
            <a:r>
              <a:t>Build on Make the evidence readable. Explain why this example is needed before running it.</a:t>
            </a:r>
          </a:p>
          <a:p xmlns:a="http://schemas.openxmlformats.org/drawingml/2006/main">
            <a:r>
              <a:t/>
            </a:r>
          </a:p>
          <a:p xmlns:a="http://schemas.openxmlformats.org/drawingml/2006/main">
            <a:r>
              <a:t>EXPLAIN</a:t>
            </a:r>
          </a:p>
          <a:p xmlns:a="http://schemas.openxmlformats.org/drawingml/2006/main">
            <a:r>
              <a:t>State what your investigation can support.</a:t>
            </a:r>
          </a:p>
          <a:p xmlns:a="http://schemas.openxmlformats.org/drawingml/2006/main">
            <a:r>
              <a:t/>
            </a:r>
          </a:p>
          <a:p xmlns:a="http://schemas.openxmlformats.org/drawingml/2006/main">
            <a:r>
              <a:t>If an answer is unknown, say what evidence would resolve it.</a:t>
            </a:r>
          </a:p>
          <a:p xmlns:a="http://schemas.openxmlformats.org/drawingml/2006/main">
            <a:r>
              <a:t/>
            </a:r>
          </a:p>
          <a:p xmlns:a="http://schemas.openxmlformats.org/drawingml/2006/main">
            <a:r>
              <a:t>Teaching data alone do not establish readiness for real operation.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Explain the limits honestly</a:t>
            </a:r>
          </a:p>
          <a:p xmlns:a="http://schemas.openxmlformats.org/drawingml/2006/main">
            <a:r>
              <a:t/>
            </a:r>
          </a:p>
          <a:p xmlns:a="http://schemas.openxmlformats.org/drawingml/2006/main">
            <a:r>
              <a:t>CONNECT</a:t>
            </a:r>
          </a:p>
          <a:p xmlns:a="http://schemas.openxmlformats.org/drawingml/2006/main">
            <a:r>
              <a:t>Build on the preceding slide: Make the evidence readable.</a:t>
            </a:r>
          </a:p>
          <a:p xmlns:a="http://schemas.openxmlformats.org/drawingml/2006/main">
            <a:r>
              <a:t/>
            </a:r>
          </a:p>
          <a:p xmlns:a="http://schemas.openxmlformats.org/drawingml/2006/main">
            <a:r>
              <a:t>LECTURER CUE</a:t>
            </a:r>
          </a:p>
          <a:p xmlns:a="http://schemas.openxmlformats.org/drawingml/2006/main">
            <a:r>
              <a:t>Practise saying “I do not know yet” followed by the evidence needed to resolve the question. Do not claim deployment readiness from a teaching dataset.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You are explaining to a colleague.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Explain the limits honestly. Explain why this example is needed before running it.</a:t>
            </a:r>
          </a:p>
          <a:p xmlns:a="http://schemas.openxmlformats.org/drawingml/2006/main">
            <a:r>
              <a:t/>
            </a:r>
          </a:p>
          <a:p xmlns:a="http://schemas.openxmlformats.org/drawingml/2006/main">
            <a:r>
              <a:t>EXPLAIN</a:t>
            </a:r>
          </a:p>
          <a:p xmlns:a="http://schemas.openxmlformats.org/drawingml/2006/main">
            <a:r>
              <a:t>Each student can explain one decision they personally worked on and point to its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Each student can explain one decision they personally worked on and point to its evidence.</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Your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Preparation checkpoint.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project and DEMO requirements.</a:t>
            </a:r>
          </a:p>
          <a:p xmlns:a="http://schemas.openxmlformats.org/drawingml/2006/main">
            <a:r>
              <a:t/>
            </a:r>
          </a:p>
          <a:p xmlns:a="http://schemas.openxmlformats.org/drawingml/2006/main">
            <a:r>
              <a:t>Each individual submits their own typed defence and reflection through the designated route.</a:t>
            </a:r>
          </a:p>
          <a:p xmlns:a="http://schemas.openxmlformats.org/drawingml/2006/main">
            <a:r>
              <a:t/>
            </a:r>
          </a:p>
          <a:p xmlns:a="http://schemas.openxmlformats.org/drawingml/2006/main">
            <a:r>
              <a:t>Submit your own written defence and reflection as instructed.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the preceding slide: Preparation checkpoint.</a:t>
            </a:r>
          </a:p>
          <a:p xmlns:a="http://schemas.openxmlformats.org/drawingml/2006/main">
            <a:r>
              <a:t/>
            </a:r>
          </a:p>
          <a:p xmlns:a="http://schemas.openxmlformats.org/drawingml/2006/main">
            <a:r>
              <a:t>LECTURER CUE</a:t>
            </a:r>
          </a:p>
          <a:p xmlns:a="http://schemas.openxmlformats.org/drawingml/2006/main">
            <a:r>
              <a:t>Use the published project and DEMO requirements. Each individual submits their own typed defence and reflection through the designated route. Live questioning and peer comments support learning; they are not a new manual marking workload.</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a:t>
            </a:r>
          </a:p>
          <a:p xmlns:a="http://schemas.openxmlformats.org/drawingml/2006/main">
            <a:r>
              <a:t/>
            </a:r>
          </a:p>
          <a:p xmlns:a="http://schemas.openxmlformats.org/drawingml/2006/main">
            <a:r>
              <a:t>CONNECT</a:t>
            </a:r>
          </a:p>
          <a:p xmlns:a="http://schemas.openxmlformats.org/drawingml/2006/main">
            <a:r>
              <a:t>Build on Your evidence.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a:t>
            </a:r>
          </a:p>
          <a:p xmlns:a="http://schemas.openxmlformats.org/drawingml/2006/main">
            <a:r>
              <a:t/>
            </a:r>
          </a:p>
          <a:p xmlns:a="http://schemas.openxmlformats.org/drawingml/2006/main">
            <a:r>
              <a:t>CONNECT</a:t>
            </a:r>
          </a:p>
          <a:p xmlns:a="http://schemas.openxmlformats.org/drawingml/2006/main">
            <a:r>
              <a:t>Build on the preceding slide: Your evidence.</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a separate readable DOCX/PDF report.</a:t>
            </a:r>
          </a:p>
          <a:p xmlns:a="http://schemas.openxmlformats.org/drawingml/2006/main">
            <a:r>
              <a:t/>
            </a:r>
          </a:p>
          <a:p xmlns:a="http://schemas.openxmlformats.org/drawingml/2006/main">
            <a:r>
              <a:t>Problem definition (15.0 total): The engineering problem is real, specific and bounded.</a:t>
            </a:r>
          </a:p>
          <a:p xmlns:a="http://schemas.openxmlformats.org/drawingml/2006/main">
            <a:r>
              <a:t/>
            </a:r>
          </a:p>
          <a:p xmlns:a="http://schemas.openxmlformats.org/drawingml/2006/main">
            <a:r>
              <a:t>The ML task is correctly derived from it.</a:t>
            </a:r>
          </a:p>
          <a:p xmlns:a="http://schemas.openxmlformats.org/drawingml/2006/main">
            <a:r>
              <a:t/>
            </a:r>
          </a:p>
          <a:p xmlns:a="http://schemas.openxmlformats.org/drawingml/2006/main">
            <a:r>
              <a:t>The target variable is justified, not merely available.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Data understanding (15.0 total): Provenance, licence and collection method stated.</a:t>
            </a:r>
          </a:p>
          <a:p xmlns:a="http://schemas.openxmlformats.org/drawingml/2006/main">
            <a:r>
              <a:t/>
            </a:r>
          </a:p>
          <a:p xmlns:a="http://schemas.openxmlformats.org/drawingml/2006/main">
            <a:r>
              <a:t>Defects found and handled with justification.</a:t>
            </a:r>
          </a:p>
          <a:p xmlns:a="http://schemas.openxmlformats.org/drawingml/2006/main">
            <a:r>
              <a:t/>
            </a:r>
          </a:p>
          <a:p xmlns:a="http://schemas.openxmlformats.org/drawingml/2006/main">
            <a:r>
              <a:t>Limitations of the data acknowledged before any modelling.</a:t>
            </a:r>
          </a:p>
          <a:p xmlns:a="http://schemas.openxmlformats.org/drawingml/2006/main">
            <a:r>
              <a:t/>
            </a:r>
          </a:p>
          <a:p xmlns:a="http://schemas.openxmlformats.org/drawingml/2006/main">
            <a:r>
              <a:t>Methodology (20.0 total): Appropriate models chosen and compared under one protocol.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Pipeline used.</a:t>
            </a:r>
          </a:p>
          <a:p xmlns:a="http://schemas.openxmlformats.org/drawingml/2006/main">
            <a:r>
              <a:t/>
            </a:r>
          </a:p>
          <a:p xmlns:a="http://schemas.openxmlformats.org/drawingml/2006/main">
            <a:r>
              <a:t>Hyperparameters handled sensibly.</a:t>
            </a:r>
          </a:p>
          <a:p xmlns:a="http://schemas.openxmlformats.org/drawingml/2006/main">
            <a:r>
              <a:t/>
            </a:r>
          </a:p>
          <a:p xmlns:a="http://schemas.openxmlformats.org/drawingml/2006/main">
            <a:r>
              <a:t>Choices explained rather than defaulted to.</a:t>
            </a:r>
          </a:p>
          <a:p xmlns:a="http://schemas.openxmlformats.org/drawingml/2006/main">
            <a:r>
              <a:t/>
            </a:r>
          </a:p>
          <a:p xmlns:a="http://schemas.openxmlformats.org/drawingml/2006/main">
            <a:r>
              <a:t>Engineering reasoning (20.0 total): Domain knowledge visibly enters the work through features, banding, metric choice or interpretation.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The result is discussed as engineering, not as a score.</a:t>
            </a:r>
          </a:p>
          <a:p xmlns:a="http://schemas.openxmlformats.org/drawingml/2006/main">
            <a:r>
              <a:t/>
            </a:r>
          </a:p>
          <a:p xmlns:a="http://schemas.openxmlformats.org/drawingml/2006/main">
            <a:r>
              <a:t>Validation (15.0 total): Correct train/test discipline, cross-validation with a reported spread, leakage explicitly checked and ruled out, metric justified against the cost of error.</a:t>
            </a:r>
          </a:p>
          <a:p xmlns:a="http://schemas.openxmlformats.org/drawingml/2006/main">
            <a:r>
              <a:t/>
            </a:r>
          </a:p>
          <a:p xmlns:a="http://schemas.openxmlformats.org/drawingml/2006/main">
            <a:r>
              <a:t>Communication (10.0 total): The 2-page brief is readable by a non-specialist engineer.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Charts answer questions and are captioned with findings.</a:t>
            </a:r>
          </a:p>
          <a:p xmlns:a="http://schemas.openxmlformats.org/drawingml/2006/main">
            <a:r>
              <a:t/>
            </a:r>
          </a:p>
          <a:p xmlns:a="http://schemas.openxmlformats.org/drawingml/2006/main">
            <a:r>
              <a:t>Uncertainty and limitations stated honestly.</a:t>
            </a:r>
          </a:p>
          <a:p xmlns:a="http://schemas.openxmlformats.org/drawingml/2006/main">
            <a:r>
              <a:t/>
            </a:r>
          </a:p>
          <a:p xmlns:a="http://schemas.openxmlformats.org/drawingml/2006/main">
            <a:r>
              <a:t>Reproducibility &amp; documentation (5.0 total): Repository runs from a clean clone.</a:t>
            </a:r>
          </a:p>
          <a:p xmlns:a="http://schemas.openxmlformats.org/drawingml/2006/main">
            <a:r>
              <a:t/>
            </a:r>
          </a:p>
          <a:p xmlns:a="http://schemas.openxmlformats.org/drawingml/2006/main">
            <a:r>
              <a:t>README complete. requirements.txt present.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Seeds set.</a:t>
            </a:r>
          </a:p>
          <a:p xmlns:a="http://schemas.openxmlformats.org/drawingml/2006/main">
            <a:r>
              <a:t/>
            </a:r>
          </a:p>
          <a:p xmlns:a="http://schemas.openxmlformats.org/drawingml/2006/main">
            <a:r>
              <a:t>AI use declared.</a:t>
            </a:r>
          </a:p>
          <a:p xmlns:a="http://schemas.openxmlformats.org/drawingml/2006/main">
            <a:r>
              <a:t/>
            </a:r>
          </a:p>
          <a:p xmlns:a="http://schemas.openxmlformats.org/drawingml/2006/main">
            <a:r>
              <a:t>Contribution log present.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submission</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Opens: 27 Nov 2026, 08:00 Kampala</a:t>
            </a:r>
          </a:p>
          <a:p xmlns:a="http://schemas.openxmlformats.org/drawingml/2006/main">
            <a:r>
              <a:t/>
            </a:r>
          </a:p>
          <a:p xmlns:a="http://schemas.openxmlformats.org/drawingml/2006/main">
            <a:r>
              <a:t>Deadline: 18 Dec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submission</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Presentation evidence (35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Presentation evidence (35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Presentation evidence (35 marks)</a:t>
            </a:r>
          </a:p>
          <a:p xmlns:a="http://schemas.openxmlformats.org/drawingml/2006/main">
            <a:r>
              <a:t/>
            </a:r>
          </a:p>
          <a:p xmlns:a="http://schemas.openxmlformats.org/drawingml/2006/main">
            <a:r>
              <a:t>CONNECT</a:t>
            </a:r>
          </a:p>
          <a:p xmlns:a="http://schemas.openxmlformats.org/drawingml/2006/main">
            <a:r>
              <a:t>Build on Engineering ML project submission. Explain why this example is needed before running it.</a:t>
            </a:r>
          </a:p>
          <a:p xmlns:a="http://schemas.openxmlformats.org/drawingml/2006/main">
            <a:r>
              <a:t/>
            </a:r>
          </a:p>
          <a:p xmlns:a="http://schemas.openxmlformats.org/drawingml/2006/main">
            <a:r>
              <a:t>EXPLAIN</a:t>
            </a:r>
          </a:p>
          <a:p xmlns:a="http://schemas.openxmlformats.org/drawingml/2006/main">
            <a:r>
              <a:t>Slides and narration notes explain the question, method, evidence and limitations for an engineering audience.</a:t>
            </a:r>
          </a:p>
          <a:p xmlns:a="http://schemas.openxmlformats.org/drawingml/2006/main">
            <a:r>
              <a:t/>
            </a:r>
          </a:p>
          <a:p xmlns:a="http://schemas.openxmlformats.org/drawingml/2006/main">
            <a:r>
              <a:t>The local text grader does not assess visual styling or spoken delivery.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Presentation evidence (35 marks)</a:t>
            </a:r>
          </a:p>
          <a:p xmlns:a="http://schemas.openxmlformats.org/drawingml/2006/main">
            <a:r>
              <a:t/>
            </a:r>
          </a:p>
          <a:p xmlns:a="http://schemas.openxmlformats.org/drawingml/2006/main">
            <a:r>
              <a:t>CONNECT</a:t>
            </a:r>
          </a:p>
          <a:p xmlns:a="http://schemas.openxmlformats.org/drawingml/2006/main">
            <a:r>
              <a:t>Build on the preceding slide: Engineering ML project submission.</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Individual written defence (40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Individual written defence (40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Individual written defence (40 marks)</a:t>
            </a:r>
          </a:p>
          <a:p xmlns:a="http://schemas.openxmlformats.org/drawingml/2006/main">
            <a:r>
              <a:t/>
            </a:r>
          </a:p>
          <a:p xmlns:a="http://schemas.openxmlformats.org/drawingml/2006/main">
            <a:r>
              <a:t>CONNECT</a:t>
            </a:r>
          </a:p>
          <a:p xmlns:a="http://schemas.openxmlformats.org/drawingml/2006/main">
            <a:r>
              <a:t>Build on Presentation evidence (35 marks). Explain why this example is needed before running it.</a:t>
            </a:r>
          </a:p>
          <a:p xmlns:a="http://schemas.openxmlformats.org/drawingml/2006/main">
            <a:r>
              <a:t/>
            </a:r>
          </a:p>
          <a:p xmlns:a="http://schemas.openxmlformats.org/drawingml/2006/main">
            <a:r>
              <a:t>EXPLAIN</a:t>
            </a:r>
          </a:p>
          <a:p xmlns:a="http://schemas.openxmlformats.org/drawingml/2006/main">
            <a:r>
              <a:t>Two typed answers about the student's own repository identify specific cells/results and explain the decisions.</a:t>
            </a:r>
          </a:p>
          <a:p xmlns:a="http://schemas.openxmlformats.org/drawingml/2006/main">
            <a:r>
              <a:t/>
            </a:r>
          </a:p>
          <a:p xmlns:a="http://schemas.openxmlformats.org/drawingml/2006/main">
            <a:r>
              <a:t>Credit is based on the submitted evidence; live questioning is formative.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Individual written defence (40 marks)</a:t>
            </a:r>
          </a:p>
          <a:p xmlns:a="http://schemas.openxmlformats.org/drawingml/2006/main">
            <a:r>
              <a:t/>
            </a:r>
          </a:p>
          <a:p xmlns:a="http://schemas.openxmlformats.org/drawingml/2006/main">
            <a:r>
              <a:t>CONNECT</a:t>
            </a:r>
          </a:p>
          <a:p xmlns:a="http://schemas.openxmlformats.org/drawingml/2006/main">
            <a:r>
              <a:t>Build on the preceding slide: Presentation evidence (35 marks).</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Reflection (20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Reflection (20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Reflection (20 marks)</a:t>
            </a:r>
          </a:p>
          <a:p xmlns:a="http://schemas.openxmlformats.org/drawingml/2006/main">
            <a:r>
              <a:t/>
            </a:r>
          </a:p>
          <a:p xmlns:a="http://schemas.openxmlformats.org/drawingml/2006/main">
            <a:r>
              <a:t>CONNECT</a:t>
            </a:r>
          </a:p>
          <a:p xmlns:a="http://schemas.openxmlformats.org/drawingml/2006/main">
            <a:r>
              <a:t>Build on Individual written defence (40 marks). Explain why this example is needed before running it.</a:t>
            </a:r>
          </a:p>
          <a:p xmlns:a="http://schemas.openxmlformats.org/drawingml/2006/main">
            <a:r>
              <a:t/>
            </a:r>
          </a:p>
          <a:p xmlns:a="http://schemas.openxmlformats.org/drawingml/2006/main">
            <a:r>
              <a:t>EXPLAIN</a:t>
            </a:r>
          </a:p>
          <a:p xmlns:a="http://schemas.openxmlformats.org/drawingml/2006/main">
            <a:r>
              <a:t>500 words.</a:t>
            </a:r>
          </a:p>
          <a:p xmlns:a="http://schemas.openxmlformats.org/drawingml/2006/main">
            <a:r>
              <a:t/>
            </a:r>
          </a:p>
          <a:p xmlns:a="http://schemas.openxmlformats.org/drawingml/2006/main">
            <a:r>
              <a:t>Specific about what changed since Week 1, what remains difficult, and two concrete Semester 2 goals.</a:t>
            </a:r>
          </a:p>
          <a:p xmlns:a="http://schemas.openxmlformats.org/drawingml/2006/main">
            <a:r>
              <a:t/>
            </a:r>
          </a:p>
          <a:p xmlns:a="http://schemas.openxmlformats.org/drawingml/2006/main">
            <a:r>
              <a:t>Generic reflection scores low.</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Reflection (20 marks)</a:t>
            </a:r>
          </a:p>
          <a:p xmlns:a="http://schemas.openxmlformats.org/drawingml/2006/main">
            <a:r>
              <a:t/>
            </a:r>
          </a:p>
          <a:p xmlns:a="http://schemas.openxmlformats.org/drawingml/2006/main">
            <a:r>
              <a:t>CONNECT</a:t>
            </a:r>
          </a:p>
          <a:p xmlns:a="http://schemas.openxmlformats.org/drawingml/2006/main">
            <a:r>
              <a:t>Build on the preceding slide: Individual written defence (40 marks).</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NEXT</a:t>
            </a:r>
          </a:p>
          <a:p xmlns:a="http://schemas.openxmlformats.org/drawingml/2006/main">
            <a:r>
              <a:t>AI-use declaration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AI-use declaration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AI-use declaration (5 marks)</a:t>
            </a:r>
          </a:p>
          <a:p xmlns:a="http://schemas.openxmlformats.org/drawingml/2006/main">
            <a:r>
              <a:t/>
            </a:r>
          </a:p>
          <a:p xmlns:a="http://schemas.openxmlformats.org/drawingml/2006/main">
            <a:r>
              <a:t>CONNECT</a:t>
            </a:r>
          </a:p>
          <a:p xmlns:a="http://schemas.openxmlformats.org/drawingml/2006/main">
            <a:r>
              <a:t>Build on Reflection (20 marks). Explain why this example is needed before running it.</a:t>
            </a:r>
          </a:p>
          <a:p xmlns:a="http://schemas.openxmlformats.org/drawingml/2006/main">
            <a:r>
              <a:t/>
            </a:r>
          </a:p>
          <a:p xmlns:a="http://schemas.openxmlformats.org/drawingml/2006/main">
            <a:r>
              <a:t>EXPLAIN</a:t>
            </a:r>
          </a:p>
          <a:p xmlns:a="http://schemas.openxmlformats.org/drawingml/2006/main">
            <a:r>
              <a:t>Present, complete and plausible against the repository history.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AI-use declaration (5 marks)</a:t>
            </a:r>
          </a:p>
          <a:p xmlns:a="http://schemas.openxmlformats.org/drawingml/2006/main">
            <a:r>
              <a:t/>
            </a:r>
          </a:p>
          <a:p xmlns:a="http://schemas.openxmlformats.org/drawingml/2006/main">
            <a:r>
              <a:t>CONNECT</a:t>
            </a:r>
          </a:p>
          <a:p xmlns:a="http://schemas.openxmlformats.org/drawingml/2006/main">
            <a:r>
              <a:t>Build on the preceding slide: Reflection (20 marks).</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Presentation and individual reflection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Presentation and individual reflection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Presentation and individual reflection submission</a:t>
            </a:r>
          </a:p>
          <a:p xmlns:a="http://schemas.openxmlformats.org/drawingml/2006/main">
            <a:r>
              <a:t/>
            </a:r>
          </a:p>
          <a:p xmlns:a="http://schemas.openxmlformats.org/drawingml/2006/main">
            <a:r>
              <a:t>CONNECT</a:t>
            </a:r>
          </a:p>
          <a:p xmlns:a="http://schemas.openxmlformats.org/drawingml/2006/main">
            <a:r>
              <a:t>Build on AI-use declaration (5 marks). Explain why this example is needed before running it.</a:t>
            </a:r>
          </a:p>
          <a:p xmlns:a="http://schemas.openxmlformats.org/drawingml/2006/main">
            <a:r>
              <a:t/>
            </a:r>
          </a:p>
          <a:p xmlns:a="http://schemas.openxmlformats.org/drawingml/2006/main">
            <a:r>
              <a:t>EXPLAIN</a:t>
            </a:r>
          </a:p>
          <a:p xmlns:a="http://schemas.openxmlformats.org/drawingml/2006/main">
            <a:r>
              <a:t>Opens: 27 Nov 2026, 08:00 Kampala</a:t>
            </a:r>
          </a:p>
          <a:p xmlns:a="http://schemas.openxmlformats.org/drawingml/2006/main">
            <a:r>
              <a:t/>
            </a:r>
          </a:p>
          <a:p xmlns:a="http://schemas.openxmlformats.org/drawingml/2006/main">
            <a:r>
              <a:t>Deadline: 18 Dec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Presentation and individual reflection submission</a:t>
            </a:r>
          </a:p>
          <a:p xmlns:a="http://schemas.openxmlformats.org/drawingml/2006/main">
            <a:r>
              <a:t/>
            </a:r>
          </a:p>
          <a:p xmlns:a="http://schemas.openxmlformats.org/drawingml/2006/main">
            <a:r>
              <a:t>CONNECT</a:t>
            </a:r>
          </a:p>
          <a:p xmlns:a="http://schemas.openxmlformats.org/drawingml/2006/main">
            <a:r>
              <a:t>Build on the preceding slide: AI-use declaration (5 marks).</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Presentation and individual reflection submission. Explain why this example is needed before running it.</a:t>
            </a:r>
          </a:p>
          <a:p xmlns:a="http://schemas.openxmlformats.org/drawingml/2006/main">
            <a:r>
              <a:t/>
            </a:r>
          </a:p>
          <a:p xmlns:a="http://schemas.openxmlformats.org/drawingml/2006/main">
            <a:r>
              <a:t>EXPLAIN</a:t>
            </a:r>
          </a:p>
          <a:p xmlns:a="http://schemas.openxmlformats.org/drawingml/2006/main">
            <a:r>
              <a:t>You can point to the evidence behind one decision you personally worked 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Presentation and individual reflection submission.</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293a7b73714ef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ec4374df76d419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6ea1e351d9845a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d3e323af2c14e4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d4e30b52e1e497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9ef9130a1f34cf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942B89B-8C14-407F-9544-B4AFC0FAB2DA}"/>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59D8E7E-6984-415D-8975-BD6C13A84D2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881DAF1-03D2-4566-AFD5-D7F548333E6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5460B9F3-EA0C-4907-8144-CA1BF65DF8B4}"/>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D279429-67BF-46BE-8325-E0A55A4C6E6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C1F86A3-19A3-432A-8616-F4E62891C2E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F2BA4A6-B276-4F37-A07F-39FD2206AF0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FF45FE0-8169-4830-A1FB-84DDDEC725E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B0496B20-8FB7-4BE0-8720-2DC22BD00F1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2B60C5C-CC38-41C3-A4AF-7E28DF0F445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47367FB-C86C-4AFE-85EF-C5F3B9099CC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03E326DB-3DE6-4AF0-B71B-66E53D376FF1}"/>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DC25C0B-7C74-4535-96F7-A0497B7A1DD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A4A17F6-4DA4-4317-91CF-D00A2F5E8B5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DF2F7FA-216B-4484-81E3-F3E8E9DDAB2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48a12ecb4b49a9" /><Relationship Type="http://schemas.openxmlformats.org/officeDocument/2006/relationships/slideLayout" Target="/ppt/slideLayouts/slideLayout1.xml" Id="Rafdd5d8900f3458a" /><Relationship Type="http://schemas.openxmlformats.org/officeDocument/2006/relationships/slideLayout" Target="/ppt/slideLayouts/slideLayout2.xml" Id="Rcc930c029242486c" /><Relationship Type="http://schemas.openxmlformats.org/officeDocument/2006/relationships/slideLayout" Target="/ppt/slideLayouts/slideLayout3.xml" Id="R1a3069f57ff24881" /><Relationship Type="http://schemas.openxmlformats.org/officeDocument/2006/relationships/slideLayout" Target="/ppt/slideLayouts/slideLayout4.xml" Id="R67739e22a3654478" /><Relationship Type="http://schemas.openxmlformats.org/officeDocument/2006/relationships/slideLayout" Target="/ppt/slideLayouts/slideLayout5.xml" Id="Rbff733c9ebb34673" /><Relationship Type="http://schemas.openxmlformats.org/officeDocument/2006/relationships/slideLayout" Target="/ppt/slideLayouts/slideLayout6.xml" Id="R4223fa6f1ea5464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dd5d8900f3458a"/>
    <p:sldLayoutId xmlns:r="http://schemas.openxmlformats.org/officeDocument/2006/relationships" id="2147483650" r:id="Rcc930c029242486c"/>
    <p:sldLayoutId xmlns:r="http://schemas.openxmlformats.org/officeDocument/2006/relationships" id="2147483651" r:id="R1a3069f57ff24881"/>
    <p:sldLayoutId xmlns:r="http://schemas.openxmlformats.org/officeDocument/2006/relationships" id="2147483652" r:id="R67739e22a3654478"/>
    <p:sldLayoutId xmlns:r="http://schemas.openxmlformats.org/officeDocument/2006/relationships" id="2147483653" r:id="Rbff733c9ebb34673"/>
    <p:sldLayoutId xmlns:r="http://schemas.openxmlformats.org/officeDocument/2006/relationships" id="2147483654" r:id="R4223fa6f1ea5464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828d1392d434c23" /><Relationship Type="http://schemas.openxmlformats.org/officeDocument/2006/relationships/image" Target="/ppt/media/image.png" Id="Rbd25ac83349b4788" /><Relationship Type="http://schemas.openxmlformats.org/officeDocument/2006/relationships/notesSlide" Target="/ppt/notesSlides/notesSlide1.xml" Id="R0013d9cfed714ce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7955b58bf6d4348" /><Relationship Type="http://schemas.openxmlformats.org/officeDocument/2006/relationships/notesSlide" Target="/ppt/notesSlides/notesSlide2.xml" Id="Rc0c603f62a5b4c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7150ac96dc5408f" /><Relationship Type="http://schemas.openxmlformats.org/officeDocument/2006/relationships/notesSlide" Target="/ppt/notesSlides/notesSlide3.xml" Id="R5d1bf6099d57425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f1ade2a9a3245e4" /><Relationship Type="http://schemas.openxmlformats.org/officeDocument/2006/relationships/notesSlide" Target="/ppt/notesSlides/notesSlide4.xml" Id="R449740bff5294a3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25f0fbadd294a17" /><Relationship Type="http://schemas.openxmlformats.org/officeDocument/2006/relationships/notesSlide" Target="/ppt/notesSlides/notesSlide5.xml" Id="R679fc52010524ca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ce3628186074ab4" /><Relationship Type="http://schemas.openxmlformats.org/officeDocument/2006/relationships/notesSlide" Target="/ppt/notesSlides/notesSlide6.xml" Id="R8bbc2f8da23545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01f7316b0f84f61" /><Relationship Type="http://schemas.openxmlformats.org/officeDocument/2006/relationships/notesSlide" Target="/ppt/notesSlides/notesSlide7.xml" Id="Rd46527ce43414ed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8c4e90d3aff4616" /><Relationship Type="http://schemas.openxmlformats.org/officeDocument/2006/relationships/notesSlide" Target="/ppt/notesSlides/notesSlide8.xml" Id="Rdba27eea8510482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1bb764662484ba6" /><Relationship Type="http://schemas.openxmlformats.org/officeDocument/2006/relationships/notesSlide" Target="/ppt/notesSlides/notesSlide9.xml" Id="Rbe23512fa3704ba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086cc466e4f4664" /><Relationship Type="http://schemas.openxmlformats.org/officeDocument/2006/relationships/notesSlide" Target="/ppt/notesSlides/notesSlide10.xml" Id="R3477182e497c409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ed96aa820de450e" /><Relationship Type="http://schemas.openxmlformats.org/officeDocument/2006/relationships/notesSlide" Target="/ppt/notesSlides/notesSlide11.xml" Id="R19ba3abf80594bd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a90f5605ff14f71" /><Relationship Type="http://schemas.openxmlformats.org/officeDocument/2006/relationships/notesSlide" Target="/ppt/notesSlides/notesSlide12.xml" Id="R8458b44ccacb414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7491a879c314844" /><Relationship Type="http://schemas.openxmlformats.org/officeDocument/2006/relationships/notesSlide" Target="/ppt/notesSlides/notesSlide13.xml" Id="R69b60c7b33a1404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a84184907f34b43" /><Relationship Type="http://schemas.openxmlformats.org/officeDocument/2006/relationships/notesSlide" Target="/ppt/notesSlides/notesSlide14.xml" Id="Rf64c8458a6c8448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34032aca8f947ed" /><Relationship Type="http://schemas.openxmlformats.org/officeDocument/2006/relationships/notesSlide" Target="/ppt/notesSlides/notesSlide15.xml" Id="R03b268295206420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eac399422044364" /><Relationship Type="http://schemas.openxmlformats.org/officeDocument/2006/relationships/notesSlide" Target="/ppt/notesSlides/notesSlide16.xml" Id="Re368fa8b746f476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c4b9e8662794d3a" /><Relationship Type="http://schemas.openxmlformats.org/officeDocument/2006/relationships/notesSlide" Target="/ppt/notesSlides/notesSlide17.xml" Id="R10f1b93e30e146e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adc6fb836414450" /><Relationship Type="http://schemas.openxmlformats.org/officeDocument/2006/relationships/hyperlink" Target="https://docs.google.com/forms/d/e/1FAIpQLSe_nQBvitfOInzsUcXkNH9V5Ykc95ymXHHeujjqHXX2lNzgpg/viewform" TargetMode="External" Id="R824d60b11ac2497d" /><Relationship Type="http://schemas.openxmlformats.org/officeDocument/2006/relationships/notesSlide" Target="/ppt/notesSlides/notesSlide18.xml" Id="Rf543482cc8f3424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73e5c538720485a" /><Relationship Type="http://schemas.openxmlformats.org/officeDocument/2006/relationships/notesSlide" Target="/ppt/notesSlides/notesSlide19.xml" Id="R2724e7960d9a455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89439fde21f48d4" /><Relationship Type="http://schemas.openxmlformats.org/officeDocument/2006/relationships/notesSlide" Target="/ppt/notesSlides/notesSlide20.xml" Id="Rdcf402cdc9c04c3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5da335604fd46af" /><Relationship Type="http://schemas.openxmlformats.org/officeDocument/2006/relationships/notesSlide" Target="/ppt/notesSlides/notesSlide21.xml" Id="Rbeefb5af463546a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3ad35a2d3a94d03" /><Relationship Type="http://schemas.openxmlformats.org/officeDocument/2006/relationships/notesSlide" Target="/ppt/notesSlides/notesSlide22.xml" Id="Rab75860794af434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61c85fb40ed42ff" /><Relationship Type="http://schemas.openxmlformats.org/officeDocument/2006/relationships/hyperlink" Target="https://docs.google.com/forms/d/e/1FAIpQLSfMM5T1LqYDNTMxlFZKxTow0BlO6efCj2pBtKfW6ky1-aroIg/viewform" TargetMode="External" Id="R8a02406164eb409a" /><Relationship Type="http://schemas.openxmlformats.org/officeDocument/2006/relationships/notesSlide" Target="/ppt/notesSlides/notesSlide23.xml" Id="R0fac09e8de2b41d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2fcf72907234a00" /><Relationship Type="http://schemas.openxmlformats.org/officeDocument/2006/relationships/notesSlide" Target="/ppt/notesSlides/notesSlide24.xml" Id="Re65ba44e2c2740f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d25ac83349b478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8EE3C00-2275-4569-A3C9-4E3B12BE5BC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890B59A-CC71-4530-A88E-DEE424C6594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15</a:t>
            </a:r>
          </a:p>
        </p:txBody>
      </p:sp>
      <p:sp>
        <p:nvSpPr>
          <p:cNvPr id="4" name="">
            <a:extLst xmlns:a="http://schemas.openxmlformats.org/drawingml/2006/main">
              <a:ext uri="{FF2B5EF4-FFF2-40B4-BE49-F238E27FC236}">
                <a16:creationId xmlns:a16="http://schemas.microsoft.com/office/drawing/2014/main" id="{45E7DB98-2FAC-46E5-83EB-1495616C1AD1}"/>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9B4AC4FA-414D-493E-830B-DEA679B7543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DF97A1F7-4091-47D2-AF8A-6FA5B7438505}"/>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86800099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54E9ED8-F97A-4E54-904B-56C6C552BD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D1FE1B-4063-4CCC-9D40-3B030DE6FD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78969926-29C1-4D73-A9E1-A2BE39C804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0DD94254-3ECC-44B8-B8F6-ABB6B6B8CBC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72D497-DEE3-49CC-88FC-8788F33DC38E}"/>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D16BC987-34E8-4FF5-9CE9-925B3F1F360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9411BC50-F61C-4616-97CD-A613CE226F07}"/>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1438BAFF-D811-4A0D-AEA5-AFDE8C50736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239E50A4-8E78-4483-8419-A21D899802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a:t>
            </a:r>
          </a:p>
        </p:txBody>
      </p:sp>
    </p:spTree>
    <p:extLst>
      <p:ext uri="{BB962C8B-B14F-4D97-AF65-F5344CB8AC3E}">
        <p14:creationId xmlns:p14="http://schemas.microsoft.com/office/powerpoint/2010/main" val="190509407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31E4A2-1A60-44D1-B994-3E9EB82AA0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D4F1A6-1052-4EB0-B9C4-26BEF66646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DC8CAE-57EE-4FCA-A30B-E793B52267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93EC8D1-2029-464C-8266-467024D15F7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2FD350-97BF-4C9B-9CEB-5E48FAB20AE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6FEE74E2-D80B-4E5F-AB9B-337775150D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3</a:t>
            </a:r>
          </a:p>
        </p:txBody>
      </p:sp>
    </p:spTree>
    <p:extLst>
      <p:ext uri="{BB962C8B-B14F-4D97-AF65-F5344CB8AC3E}">
        <p14:creationId xmlns:p14="http://schemas.microsoft.com/office/powerpoint/2010/main" val="73969571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BB1EED-6FD5-4B2D-ADFF-52E8F02EEA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3AA759-F719-4196-9753-906A4C2EDF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29BE2EA-086E-4EAB-A892-176C66E19E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AB9D84CE-1B47-4B8D-BB79-B9D794DDEC0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B66682-F4D6-480D-9C41-846BBA54138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269D6C9A-EADE-4F69-8FF1-11B913A19C4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0E525866-9E86-4D15-AAE3-13F56BA5C29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9E9F032-0A63-45D1-BF5A-B621008276F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8597F158-08FC-4AF2-8E0D-102311C7A37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0B66D48D-3DF3-420E-BCAD-30EA3F68FC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4</a:t>
            </a:r>
          </a:p>
        </p:txBody>
      </p:sp>
    </p:spTree>
    <p:extLst>
      <p:ext uri="{BB962C8B-B14F-4D97-AF65-F5344CB8AC3E}">
        <p14:creationId xmlns:p14="http://schemas.microsoft.com/office/powerpoint/2010/main" val="7215027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BE337D-36C9-49E7-94E9-FBBBE3A6DE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7FD2BE-53FC-4C9D-850B-C393DE95F9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8B1684-E593-45F9-AF8C-0C846D2AD5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50A7169B-3691-4295-9565-DD57A7C923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D0043B-0784-41A9-BB3F-6719C6F366E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AA62D6B0-1574-46D0-ADDB-793268DA64B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286C76-7B5E-4F04-856A-364F8783106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FD4F6D26-2224-412E-B325-DD5DF43BF3D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A37633-B30D-458B-BA3E-81794F9DC5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3A4BFC94-66B6-43A8-BD63-D0243F2F58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5</a:t>
            </a:r>
          </a:p>
        </p:txBody>
      </p:sp>
    </p:spTree>
    <p:extLst>
      <p:ext uri="{BB962C8B-B14F-4D97-AF65-F5344CB8AC3E}">
        <p14:creationId xmlns:p14="http://schemas.microsoft.com/office/powerpoint/2010/main" val="199408713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E6CF33-76EA-49A8-819E-72500FC100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2F4E23-FAD8-426A-9115-93EF395AC6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4755B3B-15F8-4002-98B5-756B0FB8FE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A689FCD4-C83B-401E-8EAC-C7D7BC8F11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ED5A30-7AC5-4B8D-BAAD-9D853ECCD30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4C514032-3B13-4703-AE60-E192B9030E6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18C437-CFCB-47BE-8430-A14F8E9BEF6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B24743C9-F5FE-4308-B54E-F1E37645F18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0DF04D-CAE4-4812-9087-3B52C803AD0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46040F64-86FB-41EE-9B73-A23EFB1A0E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6</a:t>
            </a:r>
          </a:p>
        </p:txBody>
      </p:sp>
    </p:spTree>
    <p:extLst>
      <p:ext uri="{BB962C8B-B14F-4D97-AF65-F5344CB8AC3E}">
        <p14:creationId xmlns:p14="http://schemas.microsoft.com/office/powerpoint/2010/main" val="112883999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82BCE8-9849-4F06-BBE1-44B6145E8F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81941A-C540-461A-B5CC-101DF54A58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F92040-4570-4C84-9AED-B98573F715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Explain the limits honestly</a:t>
            </a:r>
          </a:p>
        </p:txBody>
      </p:sp>
      <p:sp>
        <p:nvSpPr>
          <p:cNvPr id="4" name="">
            <a:extLst xmlns:a="http://schemas.openxmlformats.org/drawingml/2006/main">
              <a:ext uri="{FF2B5EF4-FFF2-40B4-BE49-F238E27FC236}">
                <a16:creationId xmlns:a16="http://schemas.microsoft.com/office/drawing/2014/main" id="{9175942B-EC2C-4A8E-9D50-F9B760E73F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8A0E96-1F4B-4523-921B-D0DB807B71D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1F42F07C-DFD8-4221-9FEC-F3C2C478A80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A0199C2-C671-4A1E-BD27-90DDAA80B1D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47D2CFA6-41C6-4DB4-94CB-1583314A128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C6F6E8-4D50-481D-8B82-83E19E36A4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4C5EBAEE-3734-469A-955D-7A8661DA03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7</a:t>
            </a:r>
          </a:p>
        </p:txBody>
      </p:sp>
    </p:spTree>
    <p:extLst>
      <p:ext uri="{BB962C8B-B14F-4D97-AF65-F5344CB8AC3E}">
        <p14:creationId xmlns:p14="http://schemas.microsoft.com/office/powerpoint/2010/main" val="166729514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974CFF-2C92-4C0C-A253-6E27B3170A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083724-C17A-46D8-BAB6-CB4D90892C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2F5CE1-AF34-4EF0-8586-BDF58255EC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36023B93-6894-4148-B671-BEAC6D04089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4DDA0C-3984-401D-94C5-C3E17577A5C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AA2B9C22-3514-43B0-AE65-B40A0539EF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8</a:t>
            </a:r>
          </a:p>
        </p:txBody>
      </p:sp>
    </p:spTree>
    <p:extLst>
      <p:ext uri="{BB962C8B-B14F-4D97-AF65-F5344CB8AC3E}">
        <p14:creationId xmlns:p14="http://schemas.microsoft.com/office/powerpoint/2010/main" val="66970548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85E9E8-809E-445F-910F-F8D67BE491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B901A1-37C6-4E5C-BF4E-5EBE68A967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99C4433-F4AB-4F0E-A6BC-F89F0D8830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7A25E8CD-C537-42E6-B964-3283F4D24F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54BD918-7CD2-4E81-AEDB-6D594AF9885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6A91D7BB-57C7-4534-98BC-7A754B87C4A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F3F47B-EA25-4CFB-A5B4-219C42C5EB1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154BA8C4-1288-4A61-8303-0FA74D91100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65CD85-0C86-4F0D-A4E2-85E70431D27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2BDB8371-E687-4D6A-9C6B-BE77756626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9</a:t>
            </a:r>
          </a:p>
        </p:txBody>
      </p:sp>
    </p:spTree>
    <p:extLst>
      <p:ext uri="{BB962C8B-B14F-4D97-AF65-F5344CB8AC3E}">
        <p14:creationId xmlns:p14="http://schemas.microsoft.com/office/powerpoint/2010/main" val="78673992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10BA09F-3559-41D8-B719-3E7780B7F8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59BBFC-19A4-45E0-A958-614F9343BF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DEAB3D3-6571-4203-B127-F454862EB8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67F37354-B669-4319-8822-AACEF731615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9FE99A-6034-47ED-AC1F-EDF9035F05C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C54CBE01-B482-43BC-88D0-85546F53A14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9C58D7-5008-410B-AF39-414691C8325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7A97BC0F-4822-4DB5-A6C9-2291901006B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61AB87-7BC5-4C60-B03C-8F2CB4880DC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A2CB4122-A568-4120-A246-38B22D86F60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8137A24-705E-4045-A2DF-37F56B6E2B3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8CF37573-FD0B-4437-81D5-FB36A8B8E8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10</a:t>
            </a:r>
          </a:p>
        </p:txBody>
      </p:sp>
    </p:spTree>
    <p:extLst>
      <p:ext uri="{BB962C8B-B14F-4D97-AF65-F5344CB8AC3E}">
        <p14:creationId xmlns:p14="http://schemas.microsoft.com/office/powerpoint/2010/main" val="57564655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B48E5B2-125F-483B-AD5A-C4F5F58B25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CBD70B-E07F-4F5E-A3FC-C6F5109923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E57D5BB-D253-4047-8FA2-0B84A2D522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F60725E4-D57E-4B27-B3B0-26AF4F076A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5A4B101-07F7-4081-AF2D-E0529105163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F980D52F-F6F0-47EB-A4D7-F622223ED6E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C8B440-03C4-487B-883B-1FEC921ED6A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35F995A8-C57A-4021-BCAF-29DCBAD794F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A0D6E9-E971-4404-98FB-866A3A73788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0FDE769B-2093-46CB-A0E1-CACC3B956BB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57762C-2E13-4A67-8E04-8C4262A13BD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3DF948E4-6FB0-4AF8-9FD8-B132BAF380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11</a:t>
            </a:r>
          </a:p>
        </p:txBody>
      </p:sp>
    </p:spTree>
    <p:extLst>
      <p:ext uri="{BB962C8B-B14F-4D97-AF65-F5344CB8AC3E}">
        <p14:creationId xmlns:p14="http://schemas.microsoft.com/office/powerpoint/2010/main" val="59924258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B9E28F-46A5-4F16-8023-3556D005C8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F0F235-2C80-4958-B41E-69316E670A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156C924-8150-4496-9DB9-12371892D5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02261245-E7FA-490C-8135-71B92AEE94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274084-B6B6-4D36-AF6B-0BE8A761B85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E6E43BC1-3619-4013-93E3-45FC23714B4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7F2CE5-39B8-4834-A2B1-1924CA7F531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1DA06DD8-6A85-4AA0-9691-8D37EFFDCB6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619EB1-EE58-438E-B30D-24AA3C47AF0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5E05F83A-5041-4E33-9B7D-2936A74BFFE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A70CA77-6335-4685-AD47-0857ADCFB32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86AFB015-0355-495C-A33F-817698FB5F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12</a:t>
            </a:r>
          </a:p>
        </p:txBody>
      </p:sp>
    </p:spTree>
    <p:extLst>
      <p:ext uri="{BB962C8B-B14F-4D97-AF65-F5344CB8AC3E}">
        <p14:creationId xmlns:p14="http://schemas.microsoft.com/office/powerpoint/2010/main" val="109111027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98B98F0-1821-4D42-8851-DE2686BEE5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62BDD8-9849-45BE-B49C-762CF9EF7E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AF822EA-8212-4A55-B97F-505F48992A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C56B0AEA-AE85-43EA-85E0-FEE5C834EA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9506C4-3625-440C-BC6A-B278D9D83F6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8A3F7F7E-1222-4C0A-BAB6-2FDBA930709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5A6AA4-0BF9-4469-A65E-E0C03120C48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5C46473B-03B1-448F-B4F3-999FF0862B0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6FED40-E165-4DAD-AA76-F9D0B47D245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D8D2B763-8102-4697-AA75-2FE5A09324B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63EFCF6-C945-42E8-8A74-FFB25FB0023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177C23E3-BB9F-4013-8F29-E7430B58AF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13</a:t>
            </a:r>
          </a:p>
        </p:txBody>
      </p:sp>
    </p:spTree>
    <p:extLst>
      <p:ext uri="{BB962C8B-B14F-4D97-AF65-F5344CB8AC3E}">
        <p14:creationId xmlns:p14="http://schemas.microsoft.com/office/powerpoint/2010/main" val="39753085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FF0AEF-9972-475A-94B4-D057D7FFA5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16F64E-D75E-452A-8070-E6E17277C8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75811CE-C7E9-4D1F-9F17-002E9C5DED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60357331-5E98-4A81-87DA-0F90A9B3EA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3DA7B2-2B08-4FFE-9890-908F032020A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1BD52FD5-BBF0-4E10-834A-C82809C5545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33204E-C56D-474A-9861-E676CA815A9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75715C06-6E44-441D-B8DE-DF23172818D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D0E33F-6CEC-4015-BF01-65600E0F311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4B0F2217-79FA-4988-A118-2F85972B7BD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F27DDEC-9D6A-4E8E-8473-FDB33283F84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E2FC27DF-5E52-4063-80BA-C74F0B1D45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14</a:t>
            </a:r>
          </a:p>
        </p:txBody>
      </p:sp>
    </p:spTree>
    <p:extLst>
      <p:ext uri="{BB962C8B-B14F-4D97-AF65-F5344CB8AC3E}">
        <p14:creationId xmlns:p14="http://schemas.microsoft.com/office/powerpoint/2010/main" val="18632710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3E679F-3F75-4597-913D-808BD00393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05EECA-F5EB-4430-8433-513D39BEDD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64C28E0-5258-477D-AE4C-96A6995B0F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42BA6405-2070-405D-8E85-CBE66EAED4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52318D-81AB-4FFB-A347-6BF30649D16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949D729C-2851-440F-BCE2-47359A03033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880C6B-9957-4237-BBA7-4567FF3B12C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3E350889-36C6-4DCD-BA98-72CF2D3FEC9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AFD196-55E2-4213-88A9-0D8EA563865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3457DB8B-0367-477B-A7D9-AE0CEF3F36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15</a:t>
            </a:r>
          </a:p>
        </p:txBody>
      </p:sp>
    </p:spTree>
    <p:extLst>
      <p:ext uri="{BB962C8B-B14F-4D97-AF65-F5344CB8AC3E}">
        <p14:creationId xmlns:p14="http://schemas.microsoft.com/office/powerpoint/2010/main" val="27404513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200651-DFC8-4CFB-A836-E6101BF23B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C531D6-1B74-45D8-B9C2-A3EE4C2F8F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5E71AEF-601F-4D70-9A54-6D0BB8A4AA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7923B591-FBD3-4C5B-BF96-9685BD426D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4FDF72-CDDB-4438-B2C3-05EFFCCD4A7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6F855069-6BC3-4974-90F1-97E1BC2D924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87985B-7A52-4158-8E71-46806A5CCB2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Uncertainty and limitations stated honestly.</a:t>
            </a:r>
          </a:p>
        </p:txBody>
      </p:sp>
      <p:sp>
        <p:nvSpPr>
          <p:cNvPr id="8" name="">
            <a:extLst xmlns:a="http://schemas.openxmlformats.org/drawingml/2006/main">
              <a:ext uri="{FF2B5EF4-FFF2-40B4-BE49-F238E27FC236}">
                <a16:creationId xmlns:a16="http://schemas.microsoft.com/office/drawing/2014/main" id="{239CC3D6-0AA0-431A-9E7C-98E5EE0DB4C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B2EBC2-AB9A-40C2-A613-BC4DDB0CDAC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E4FEC412-F724-448A-B22B-3ADD345E5A7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B112C54-E6D3-4C37-BF12-BF9C8334FA2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B24E6A95-DAD5-4C8C-B157-F8AA2D5F52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16</a:t>
            </a:r>
          </a:p>
        </p:txBody>
      </p:sp>
    </p:spTree>
    <p:extLst>
      <p:ext uri="{BB962C8B-B14F-4D97-AF65-F5344CB8AC3E}">
        <p14:creationId xmlns:p14="http://schemas.microsoft.com/office/powerpoint/2010/main" val="72036317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C9A2EA-6EB5-4971-AC9D-F56826F079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19F31C-9E8D-4D87-A004-CF05F94318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7C429C2-B166-499D-BF20-AED8E3E794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2AFA58A6-E0A8-450B-B67F-4A411CA882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96417A-D831-4949-AAC2-A7FFC01225C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DCA3B476-FC36-4B20-9C6B-280908D34F4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7D4A10-3AFA-4F1B-BB45-BBEFE38CA85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5B3D3100-EC80-4862-9B27-29C7DE551B5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A89FE8-3C15-4877-8521-F683FCC7ED0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E97F7741-8AD7-4E6C-A3F2-01CC2E6680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17</a:t>
            </a:r>
          </a:p>
        </p:txBody>
      </p:sp>
    </p:spTree>
    <p:extLst>
      <p:ext uri="{BB962C8B-B14F-4D97-AF65-F5344CB8AC3E}">
        <p14:creationId xmlns:p14="http://schemas.microsoft.com/office/powerpoint/2010/main" val="89897372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703FCF8-5724-48B0-82BA-048A9B2C2B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E022F4-06DA-4D8E-8E0C-78B5A2A0E1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8983406-91F6-44AB-8595-F9292A1666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1431F823-3ADE-4BE9-AC76-9CEB8B737AE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8F07A24-0ED9-4F3E-B22B-35EAE2BDCC3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2124D3D5-2463-4A4F-B7A1-E9D00DD445D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C3E76A-BF19-4752-9EA3-12B537000E35}"/>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08:00 Kampala</a:t>
            </a:r>
          </a:p>
        </p:txBody>
      </p:sp>
      <p:sp>
        <p:nvSpPr>
          <p:cNvPr id="8" name="">
            <a:extLst xmlns:a="http://schemas.openxmlformats.org/drawingml/2006/main">
              <a:ext uri="{FF2B5EF4-FFF2-40B4-BE49-F238E27FC236}">
                <a16:creationId xmlns:a16="http://schemas.microsoft.com/office/drawing/2014/main" id="{A23FA740-5B9D-4C08-A332-AE725D9512C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3C92F5-0ADB-4945-947C-B5D7833742F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D9FFA9A-6C03-440A-A334-358E8693075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9ABADC3-CC7D-40EE-AF43-3995788EB10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1104A24E-4636-4DC9-B9AD-2ABE015AD01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6DEAD42-6D98-43A7-943F-6C41306FE50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24d60b11ac2497d"/>
              </a:rPr>
              <a:t>Open ML_PROJECT assignment form</a:t>
            </a:r>
          </a:p>
        </p:txBody>
      </p:sp>
      <p:sp>
        <p:nvSpPr>
          <p:cNvPr id="14" name="">
            <a:extLst xmlns:a="http://schemas.openxmlformats.org/drawingml/2006/main">
              <a:ext uri="{FF2B5EF4-FFF2-40B4-BE49-F238E27FC236}">
                <a16:creationId xmlns:a16="http://schemas.microsoft.com/office/drawing/2014/main" id="{73DF4945-83F6-4269-A525-1ADF2517F38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https://docs.google.com/forms/d/e/1FAIpQLSe_nQBvitfOInzsUcXkNH9V5Ykc95ymXHHeujjqHXX2lNzgpg/viewform</a:t>
            </a:r>
          </a:p>
        </p:txBody>
      </p:sp>
      <p:sp>
        <p:nvSpPr>
          <p:cNvPr id="15" name="">
            <a:extLst xmlns:a="http://schemas.openxmlformats.org/drawingml/2006/main">
              <a:ext uri="{FF2B5EF4-FFF2-40B4-BE49-F238E27FC236}">
                <a16:creationId xmlns:a16="http://schemas.microsoft.com/office/drawing/2014/main" id="{B043A8EC-3CF7-483B-B351-8660B462E8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18</a:t>
            </a:r>
          </a:p>
        </p:txBody>
      </p:sp>
    </p:spTree>
    <p:extLst>
      <p:ext uri="{BB962C8B-B14F-4D97-AF65-F5344CB8AC3E}">
        <p14:creationId xmlns:p14="http://schemas.microsoft.com/office/powerpoint/2010/main" val="199240725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D6C4400-5969-4D45-8F90-AF74D0799C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1B9E0B-C605-481E-B05D-B3D03B7CCF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FEE4F0B-B83F-4A88-AD80-5DE2CF5124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CCCB3691-ABB9-4791-A987-8406943C57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94D442-4A8E-4BCF-8579-E7D6C9AD208F}"/>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DF018AC7-7289-4F56-A4FE-42EE407EBB6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FE6D92-1D45-4423-A6BD-EFF29A209D1D}"/>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A5B9B321-1202-41C4-9F80-6CA0883D18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19</a:t>
            </a:r>
          </a:p>
        </p:txBody>
      </p:sp>
    </p:spTree>
    <p:extLst>
      <p:ext uri="{BB962C8B-B14F-4D97-AF65-F5344CB8AC3E}">
        <p14:creationId xmlns:p14="http://schemas.microsoft.com/office/powerpoint/2010/main" val="159402450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3497FE5-61E9-46C8-87A6-2378FD7B57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387F33-908A-4C06-9578-D37640FA39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59CE67-FA71-4942-84DD-14806C2E31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B8619C27-45CD-4339-BD15-18DED27398D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D9E124-9DA5-4625-AD19-D47F0FBC822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1D051B5-ED19-4395-93FC-3ADBAFA5F06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D39C52A9-B764-4291-BE44-9D07D826655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447DDFEC-F603-4ED8-995D-69257ED47C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20</a:t>
            </a:r>
          </a:p>
        </p:txBody>
      </p:sp>
    </p:spTree>
    <p:extLst>
      <p:ext uri="{BB962C8B-B14F-4D97-AF65-F5344CB8AC3E}">
        <p14:creationId xmlns:p14="http://schemas.microsoft.com/office/powerpoint/2010/main" val="203414928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6C02DE-54F6-439A-88D2-17EFA7B190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C13A7D-0BE4-49D8-838E-4A11C20FD9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755206-8431-4416-AFBF-D75EB7E3B5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D68EED72-2205-400D-BDC7-D9959B34CE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88ACDF-502E-44B9-9522-37C1E54A1C9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43115C59-8116-463D-B321-FEDFD78341F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B84C0B-7DAA-4D49-B7BE-AD9FFACC165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997AE78F-04F5-4407-B5F2-84DEF17F9DD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B5BF32-CE9A-4095-B9E4-BDC40A5DD8F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96949FD6-9829-4234-9DB3-6DC3138597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21</a:t>
            </a:r>
          </a:p>
        </p:txBody>
      </p:sp>
    </p:spTree>
    <p:extLst>
      <p:ext uri="{BB962C8B-B14F-4D97-AF65-F5344CB8AC3E}">
        <p14:creationId xmlns:p14="http://schemas.microsoft.com/office/powerpoint/2010/main" val="123922607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748A7F-374F-45E9-B95B-3C841E163C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F1F975-6B7A-424B-B900-BEAC6CF501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1BC83C4-148F-4057-BBDF-1762FBF0EF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66018A3D-D7F2-415D-8001-7CC103827FA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AE5C43-329D-4DCA-B5E0-44119267F07E}"/>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745E436B-F2B2-4E64-8F18-3FF43A0009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22</a:t>
            </a:r>
          </a:p>
        </p:txBody>
      </p:sp>
    </p:spTree>
    <p:extLst>
      <p:ext uri="{BB962C8B-B14F-4D97-AF65-F5344CB8AC3E}">
        <p14:creationId xmlns:p14="http://schemas.microsoft.com/office/powerpoint/2010/main" val="50082748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C99B2CC-9A99-4176-9629-4688494DB3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83C35C-2D34-4440-9CFD-306033C635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EABEF6E-7583-4F4A-8818-AF98F6F993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14B89777-9A80-4250-818E-2604A6760A8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E38D99D-91B0-4763-8969-483AE67FFB2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CC469CF8-7A74-4B21-A063-CD20D78E44A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6FE4C5-9435-47BA-A48C-4B1FB1CF5E7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11:00 Kampala</a:t>
            </a:r>
          </a:p>
        </p:txBody>
      </p:sp>
      <p:sp>
        <p:nvSpPr>
          <p:cNvPr id="8" name="">
            <a:extLst xmlns:a="http://schemas.openxmlformats.org/drawingml/2006/main">
              <a:ext uri="{FF2B5EF4-FFF2-40B4-BE49-F238E27FC236}">
                <a16:creationId xmlns:a16="http://schemas.microsoft.com/office/drawing/2014/main" id="{B84F37EE-BABD-40DE-9560-D657FE2D965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1F73E7-D634-4A6D-AE59-8BE93331A29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294899A-1146-4FF1-9911-AF46E9C05D3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91D9D4E-D908-4636-8401-AAAD4705D3C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333A0497-A567-44B5-8864-BC0A18D3C86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1CFDBB0-63F3-4743-8E8C-50D1A63E222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a02406164eb409a"/>
              </a:rPr>
              <a:t>Open DEMO assignment form</a:t>
            </a:r>
          </a:p>
        </p:txBody>
      </p:sp>
      <p:sp>
        <p:nvSpPr>
          <p:cNvPr id="14" name="">
            <a:extLst xmlns:a="http://schemas.openxmlformats.org/drawingml/2006/main">
              <a:ext uri="{FF2B5EF4-FFF2-40B4-BE49-F238E27FC236}">
                <a16:creationId xmlns:a16="http://schemas.microsoft.com/office/drawing/2014/main" id="{238CEE64-1B59-4BD3-BB6D-1318A2CA550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https://docs.google.com/forms/d/e/1FAIpQLSfMM5T1LqYDNTMxlFZKxTow0BlO6efCj2pBtKfW6ky1-aroIg/viewform</a:t>
            </a:r>
          </a:p>
        </p:txBody>
      </p:sp>
      <p:sp>
        <p:nvSpPr>
          <p:cNvPr id="15" name="">
            <a:extLst xmlns:a="http://schemas.openxmlformats.org/drawingml/2006/main">
              <a:ext uri="{FF2B5EF4-FFF2-40B4-BE49-F238E27FC236}">
                <a16:creationId xmlns:a16="http://schemas.microsoft.com/office/drawing/2014/main" id="{05AB7ABC-C711-47D4-80F3-C215846C71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23</a:t>
            </a:r>
          </a:p>
        </p:txBody>
      </p:sp>
    </p:spTree>
    <p:extLst>
      <p:ext uri="{BB962C8B-B14F-4D97-AF65-F5344CB8AC3E}">
        <p14:creationId xmlns:p14="http://schemas.microsoft.com/office/powerpoint/2010/main" val="1794307453"/>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8AFACE-A7CF-4AF5-B8CB-EA7FCD5003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A88CE8C-59CF-4011-8C6E-21F8D6AD95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3CD740A-1645-467C-B7E7-223FDE5910A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2942310-D2A1-4DF1-AA5C-5AF469FBA80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D7B6E819-DED0-4A7C-BC83-ADE6B2EB71E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F809AB3-05C5-44C7-8458-0C2D3C180A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15   24</a:t>
            </a:r>
          </a:p>
        </p:txBody>
      </p:sp>
    </p:spTree>
    <p:extLst>
      <p:ext uri="{BB962C8B-B14F-4D97-AF65-F5344CB8AC3E}">
        <p14:creationId xmlns:p14="http://schemas.microsoft.com/office/powerpoint/2010/main" val="303677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2026-09-28T21:15:46.1300000Z</dcterms:created>
  <dcterms:modified xsi:type="dcterms:W3CDTF">2026-09-28T21:15:46.1300000Z</dcterms:modified>
</coreProperties>
</file>