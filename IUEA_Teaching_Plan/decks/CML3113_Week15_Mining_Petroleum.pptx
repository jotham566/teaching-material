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4a6c7e2f6fe4981" /><Relationship Type="http://schemas.openxmlformats.org/officeDocument/2006/relationships/extended-properties" Target="/docProps/app.xml" Id="Rf457cb4e7eb84770" /><Relationship Type="http://schemas.openxmlformats.org/officeDocument/2006/relationships/officeDocument" Target="/ppt/presentation.xml" Id="R3c95771a9ded44ec" /></Relationships>
</file>

<file path=ppt/presentation.xml><?xml version="1.0" encoding="utf-8"?>
<p:presentation xmlns:p="http://schemas.openxmlformats.org/presentationml/2006/main">
  <p:sldMasterIdLst>
    <p:sldMasterId xmlns:r="http://schemas.openxmlformats.org/officeDocument/2006/relationships" id="2147483648" r:id="Re4ebf76940ca4277"/>
  </p:sldMasterIdLst>
  <p:notesMasterIdLst>
    <p:notesMasterId xmlns:r="http://schemas.openxmlformats.org/officeDocument/2006/relationships" r:id="Rfd3ce35b66f74717"/>
  </p:notesMasterIdLst>
  <p:sldIdLst>
    <p:sldId xmlns:r="http://schemas.openxmlformats.org/officeDocument/2006/relationships" id="256" r:id="Rc5b475aa947a41d0"/>
    <p:sldId xmlns:r="http://schemas.openxmlformats.org/officeDocument/2006/relationships" id="257" r:id="R698b86438a2a4bca"/>
    <p:sldId xmlns:r="http://schemas.openxmlformats.org/officeDocument/2006/relationships" id="258" r:id="Rd51a387038984be5"/>
    <p:sldId xmlns:r="http://schemas.openxmlformats.org/officeDocument/2006/relationships" id="259" r:id="R757e6948791346ae"/>
    <p:sldId xmlns:r="http://schemas.openxmlformats.org/officeDocument/2006/relationships" id="260" r:id="R64880e0b25644a0e"/>
    <p:sldId xmlns:r="http://schemas.openxmlformats.org/officeDocument/2006/relationships" id="261" r:id="R539c64807c034713"/>
    <p:sldId xmlns:r="http://schemas.openxmlformats.org/officeDocument/2006/relationships" id="262" r:id="R13f6c13373344ae6"/>
    <p:sldId xmlns:r="http://schemas.openxmlformats.org/officeDocument/2006/relationships" id="263" r:id="Rdf73fb69b236438f"/>
    <p:sldId xmlns:r="http://schemas.openxmlformats.org/officeDocument/2006/relationships" id="264" r:id="R8da149b10bfe4044"/>
    <p:sldId xmlns:r="http://schemas.openxmlformats.org/officeDocument/2006/relationships" id="265" r:id="R4dc0b2722e774d90"/>
    <p:sldId xmlns:r="http://schemas.openxmlformats.org/officeDocument/2006/relationships" id="266" r:id="R73592f6497ae4bd5"/>
    <p:sldId xmlns:r="http://schemas.openxmlformats.org/officeDocument/2006/relationships" id="267" r:id="R092e51932a27407d"/>
    <p:sldId xmlns:r="http://schemas.openxmlformats.org/officeDocument/2006/relationships" id="268" r:id="R6e20ae7c0ea34c53"/>
    <p:sldId xmlns:r="http://schemas.openxmlformats.org/officeDocument/2006/relationships" id="269" r:id="R9955db1b12e841f5"/>
    <p:sldId xmlns:r="http://schemas.openxmlformats.org/officeDocument/2006/relationships" id="270" r:id="R3bb8724b4da94896"/>
    <p:sldId xmlns:r="http://schemas.openxmlformats.org/officeDocument/2006/relationships" id="271" r:id="R98005dea0b05490f"/>
    <p:sldId xmlns:r="http://schemas.openxmlformats.org/officeDocument/2006/relationships" id="272" r:id="R803a9e2027864ddd"/>
    <p:sldId xmlns:r="http://schemas.openxmlformats.org/officeDocument/2006/relationships" id="273" r:id="R328cfed981874023"/>
    <p:sldId xmlns:r="http://schemas.openxmlformats.org/officeDocument/2006/relationships" id="274" r:id="R0c10d5cba3d94973"/>
    <p:sldId xmlns:r="http://schemas.openxmlformats.org/officeDocument/2006/relationships" id="275" r:id="R640c6f0bd6794c19"/>
    <p:sldId xmlns:r="http://schemas.openxmlformats.org/officeDocument/2006/relationships" id="276" r:id="Refa8d641c47845bd"/>
    <p:sldId xmlns:r="http://schemas.openxmlformats.org/officeDocument/2006/relationships" id="277" r:id="Rc938a48d017f4bfd"/>
    <p:sldId xmlns:r="http://schemas.openxmlformats.org/officeDocument/2006/relationships" id="278" r:id="Rdc0dead72874475f"/>
    <p:sldId xmlns:r="http://schemas.openxmlformats.org/officeDocument/2006/relationships" id="279" r:id="Rd77dfeca4b6a4fa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613d0b46a8452d" /><Relationship Type="http://schemas.openxmlformats.org/officeDocument/2006/relationships/slideMaster" Target="/ppt/slideMasters/slideMaster1.xml" Id="Re4ebf76940ca4277" /><Relationship Type="http://schemas.openxmlformats.org/officeDocument/2006/relationships/notesMaster" Target="/ppt/notesMasters/notesMaster1.xml" Id="Rfd3ce35b66f74717" /><Relationship Type="http://schemas.openxmlformats.org/officeDocument/2006/relationships/presProps" Target="/ppt/presProps.xml" Id="Rcd9b02ada3004dbf" /><Relationship Type="http://schemas.openxmlformats.org/officeDocument/2006/relationships/tableStyles" Target="/ppt/tableStyles.xml" Id="R5c5ccc763e244622" /><Relationship Type="http://schemas.openxmlformats.org/officeDocument/2006/relationships/slide" Target="/ppt/slides/slide1.xml" Id="Rc5b475aa947a41d0" /><Relationship Type="http://schemas.openxmlformats.org/officeDocument/2006/relationships/slide" Target="/ppt/slides/slide2.xml" Id="R698b86438a2a4bca" /><Relationship Type="http://schemas.openxmlformats.org/officeDocument/2006/relationships/slide" Target="/ppt/slides/slide3.xml" Id="Rd51a387038984be5" /><Relationship Type="http://schemas.openxmlformats.org/officeDocument/2006/relationships/slide" Target="/ppt/slides/slide4.xml" Id="R757e6948791346ae" /><Relationship Type="http://schemas.openxmlformats.org/officeDocument/2006/relationships/slide" Target="/ppt/slides/slide5.xml" Id="R64880e0b25644a0e" /><Relationship Type="http://schemas.openxmlformats.org/officeDocument/2006/relationships/slide" Target="/ppt/slides/slide6.xml" Id="R539c64807c034713" /><Relationship Type="http://schemas.openxmlformats.org/officeDocument/2006/relationships/slide" Target="/ppt/slides/slide7.xml" Id="R13f6c13373344ae6" /><Relationship Type="http://schemas.openxmlformats.org/officeDocument/2006/relationships/slide" Target="/ppt/slides/slide8.xml" Id="Rdf73fb69b236438f" /><Relationship Type="http://schemas.openxmlformats.org/officeDocument/2006/relationships/slide" Target="/ppt/slides/slide9.xml" Id="R8da149b10bfe4044" /><Relationship Type="http://schemas.openxmlformats.org/officeDocument/2006/relationships/slide" Target="/ppt/slides/slide10.xml" Id="R4dc0b2722e774d90" /><Relationship Type="http://schemas.openxmlformats.org/officeDocument/2006/relationships/slide" Target="/ppt/slides/slide11.xml" Id="R73592f6497ae4bd5" /><Relationship Type="http://schemas.openxmlformats.org/officeDocument/2006/relationships/slide" Target="/ppt/slides/slide12.xml" Id="R092e51932a27407d" /><Relationship Type="http://schemas.openxmlformats.org/officeDocument/2006/relationships/slide" Target="/ppt/slides/slide13.xml" Id="R6e20ae7c0ea34c53" /><Relationship Type="http://schemas.openxmlformats.org/officeDocument/2006/relationships/slide" Target="/ppt/slides/slide14.xml" Id="R9955db1b12e841f5" /><Relationship Type="http://schemas.openxmlformats.org/officeDocument/2006/relationships/slide" Target="/ppt/slides/slide15.xml" Id="R3bb8724b4da94896" /><Relationship Type="http://schemas.openxmlformats.org/officeDocument/2006/relationships/slide" Target="/ppt/slides/slide16.xml" Id="R98005dea0b05490f" /><Relationship Type="http://schemas.openxmlformats.org/officeDocument/2006/relationships/slide" Target="/ppt/slides/slide17.xml" Id="R803a9e2027864ddd" /><Relationship Type="http://schemas.openxmlformats.org/officeDocument/2006/relationships/slide" Target="/ppt/slides/slide18.xml" Id="R328cfed981874023" /><Relationship Type="http://schemas.openxmlformats.org/officeDocument/2006/relationships/slide" Target="/ppt/slides/slide19.xml" Id="R0c10d5cba3d94973" /><Relationship Type="http://schemas.openxmlformats.org/officeDocument/2006/relationships/slide" Target="/ppt/slides/slide20.xml" Id="R640c6f0bd6794c19" /><Relationship Type="http://schemas.openxmlformats.org/officeDocument/2006/relationships/slide" Target="/ppt/slides/slide21.xml" Id="Refa8d641c47845bd" /><Relationship Type="http://schemas.openxmlformats.org/officeDocument/2006/relationships/slide" Target="/ppt/slides/slide22.xml" Id="Rc938a48d017f4bfd" /><Relationship Type="http://schemas.openxmlformats.org/officeDocument/2006/relationships/slide" Target="/ppt/slides/slide23.xml" Id="Rdc0dead72874475f" /><Relationship Type="http://schemas.openxmlformats.org/officeDocument/2006/relationships/slide" Target="/ppt/slides/slide24.xml" Id="Rd77dfeca4b6a4f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6892788619244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5fff927bd2479a" /><Relationship Type="http://schemas.openxmlformats.org/officeDocument/2006/relationships/notesMaster" Target="/ppt/notesMasters/notesMaster1.xml" Id="R557dafc5220347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57a1d439ba4920" /><Relationship Type="http://schemas.openxmlformats.org/officeDocument/2006/relationships/notesMaster" Target="/ppt/notesMasters/notesMaster1.xml" Id="R72cdf3c154ec45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7bb70a7b40445b" /><Relationship Type="http://schemas.openxmlformats.org/officeDocument/2006/relationships/notesMaster" Target="/ppt/notesMasters/notesMaster1.xml" Id="R1aa968f0d55442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472cd8fdaf4ce7" /><Relationship Type="http://schemas.openxmlformats.org/officeDocument/2006/relationships/notesMaster" Target="/ppt/notesMasters/notesMaster1.xml" Id="Re182e891efe64c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18deb398dc43dc" /><Relationship Type="http://schemas.openxmlformats.org/officeDocument/2006/relationships/notesMaster" Target="/ppt/notesMasters/notesMaster1.xml" Id="R8c8b2b60c1824e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a87a63d5084978" /><Relationship Type="http://schemas.openxmlformats.org/officeDocument/2006/relationships/notesMaster" Target="/ppt/notesMasters/notesMaster1.xml" Id="R5746abfb194e4b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e77d2ea2d34cb9" /><Relationship Type="http://schemas.openxmlformats.org/officeDocument/2006/relationships/notesMaster" Target="/ppt/notesMasters/notesMaster1.xml" Id="R424c198da7d54e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8282fda0e545b1" /><Relationship Type="http://schemas.openxmlformats.org/officeDocument/2006/relationships/notesMaster" Target="/ppt/notesMasters/notesMaster1.xml" Id="R70dced685f2746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8936559eaf4440" /><Relationship Type="http://schemas.openxmlformats.org/officeDocument/2006/relationships/notesMaster" Target="/ppt/notesMasters/notesMaster1.xml" Id="R2260eab981a64a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9b398f82dd34786" /><Relationship Type="http://schemas.openxmlformats.org/officeDocument/2006/relationships/notesMaster" Target="/ppt/notesMasters/notesMaster1.xml" Id="Rda38075f84854be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aa3c38d2fd40bb" /><Relationship Type="http://schemas.openxmlformats.org/officeDocument/2006/relationships/notesMaster" Target="/ppt/notesMasters/notesMaster1.xml" Id="R67af21429d20411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9a72addec14ee2" /><Relationship Type="http://schemas.openxmlformats.org/officeDocument/2006/relationships/notesMaster" Target="/ppt/notesMasters/notesMaster1.xml" Id="R738cccd6ca23449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794d8bfff34158" /><Relationship Type="http://schemas.openxmlformats.org/officeDocument/2006/relationships/notesMaster" Target="/ppt/notesMasters/notesMaster1.xml" Id="R9dd23d6e151649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8f4b6d975449c7" /><Relationship Type="http://schemas.openxmlformats.org/officeDocument/2006/relationships/notesMaster" Target="/ppt/notesMasters/notesMaster1.xml" Id="Rfd71aeddc8a94a8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d6ab4114df949bd" /><Relationship Type="http://schemas.openxmlformats.org/officeDocument/2006/relationships/notesMaster" Target="/ppt/notesMasters/notesMaster1.xml" Id="Rc1c3d1acde134a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5f72a4b22554209" /><Relationship Type="http://schemas.openxmlformats.org/officeDocument/2006/relationships/notesMaster" Target="/ppt/notesMasters/notesMaster1.xml" Id="R62e487d5a0464e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7e38e99b5874f48" /><Relationship Type="http://schemas.openxmlformats.org/officeDocument/2006/relationships/notesMaster" Target="/ppt/notesMasters/notesMaster1.xml" Id="R680f33eed8404d0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964dacb42b441ec" /><Relationship Type="http://schemas.openxmlformats.org/officeDocument/2006/relationships/notesMaster" Target="/ppt/notesMasters/notesMaster1.xml" Id="R8868ff9ec57b428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e9c4b61f337412b" /><Relationship Type="http://schemas.openxmlformats.org/officeDocument/2006/relationships/notesMaster" Target="/ppt/notesMasters/notesMaster1.xml" Id="R1ef586adc44747e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a26645436641d2" /><Relationship Type="http://schemas.openxmlformats.org/officeDocument/2006/relationships/notesMaster" Target="/ppt/notesMasters/notesMaster1.xml" Id="Re30541290ef4476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d2a658e3c8b4606" /><Relationship Type="http://schemas.openxmlformats.org/officeDocument/2006/relationships/notesMaster" Target="/ppt/notesMasters/notesMaster1.xml" Id="R1e83188d8b264be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4784885ee94ca1" /><Relationship Type="http://schemas.openxmlformats.org/officeDocument/2006/relationships/notesMaster" Target="/ppt/notesMasters/notesMaster1.xml" Id="Re83dce9ca11441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089bf164361458b" /><Relationship Type="http://schemas.openxmlformats.org/officeDocument/2006/relationships/notesMaster" Target="/ppt/notesMasters/notesMaster1.xml" Id="Rbf13aaab64d0464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9fab0554a6a4160" /><Relationship Type="http://schemas.openxmlformats.org/officeDocument/2006/relationships/notesMaster" Target="/ppt/notesMasters/notesMaster1.xml" Id="Ra540524dff6e4683"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Presenting the project and individual contribution</a:t>
            </a:r>
          </a:p>
          <a:p>
            <a:r>
              <a:t>CML3113, Week 15, slide 1</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15, slide 2</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Explain your question and one supported finding.</a:t>
            </a:r>
          </a:p>
          <a:p>
            <a:r>
              <a:t/>
            </a:r>
          </a:p>
          <a:p>
            <a:r>
              <a:t>State a limitation and your individual contribution.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15, slide 3</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What question did your team investigate, and what result can you support with evidence?</a:t>
            </a:r>
          </a:p>
          <a:p>
            <a:r>
              <a:t/>
            </a:r>
          </a:p>
          <a:p>
            <a:r>
              <a:t>Continue to</a:t>
            </a:r>
          </a:p>
          <a:p>
            <a:r>
              <a:t>A presentation connects a claim to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presentation connects a claim to evidence</a:t>
            </a:r>
          </a:p>
          <a:p>
            <a:r>
              <a:t>CML3113, Week 15, slide 4</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Finding and limitation: A finding states what the evidence shows. A limitation states where that evidence is incomplete or may not apply. Point to the relevant chart, metric or record.</a:t>
            </a:r>
          </a:p>
          <a:p>
            <a:r>
              <a:t>Defence and reflection: A defence explains why you made a choice. A reflection explains what you learned and would improve. Describe your own contribution with specific evidence.</a:t>
            </a:r>
          </a:p>
          <a:p>
            <a:r>
              <a:t/>
            </a:r>
          </a:p>
          <a:p>
            <a:r>
              <a:t>Continue to</a:t>
            </a:r>
          </a:p>
          <a:p>
            <a:r>
              <a:t>A six-minute presentation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six-minute presentation</a:t>
            </a:r>
          </a:p>
          <a:p>
            <a:r>
              <a:t>CML3113, Week 15, slide 5</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Minutes 1–2: explain the question and data.</a:t>
            </a:r>
          </a:p>
          <a:p>
            <a:r>
              <a:t/>
            </a:r>
          </a:p>
          <a:p>
            <a:r>
              <a:t>Minutes 3–4: show the method and one supported result.</a:t>
            </a:r>
          </a:p>
          <a:p>
            <a:r>
              <a:t/>
            </a:r>
          </a:p>
          <a:p>
            <a:r>
              <a:t>Minutes 5–6: explain limitations, contributions and a next step.</a:t>
            </a:r>
          </a:p>
          <a:p>
            <a:r>
              <a:t/>
            </a:r>
          </a:p>
          <a:p>
            <a:r>
              <a:t>Continue to</a:t>
            </a:r>
          </a:p>
          <a:p>
            <a:r>
              <a:t>Make the evidence readable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Make the evidence readable</a:t>
            </a:r>
          </a:p>
          <a:p>
            <a:r>
              <a:t>CML3113, Week 15, slide 6</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Name the chart axes and their units.</a:t>
            </a:r>
          </a:p>
          <a:p>
            <a:r>
              <a:t/>
            </a:r>
          </a:p>
          <a:p>
            <a:r>
              <a:t>State the measured evaluation result and how you obtained it.</a:t>
            </a:r>
          </a:p>
          <a:p>
            <a:r>
              <a:t/>
            </a:r>
          </a:p>
          <a:p>
            <a:r>
              <a:t>Point to the particular table, plot or calculation that supports your claim.</a:t>
            </a:r>
          </a:p>
          <a:p>
            <a:r>
              <a:t/>
            </a:r>
          </a:p>
          <a:p>
            <a:r>
              <a:t>Continue to</a:t>
            </a:r>
          </a:p>
          <a:p>
            <a:r>
              <a:t>Limitations of the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Limitations of the results</a:t>
            </a:r>
          </a:p>
          <a:p>
            <a:r>
              <a:t>CML3113, Week 15, slide 7</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State what your investigation can support.</a:t>
            </a:r>
          </a:p>
          <a:p>
            <a:r>
              <a:t/>
            </a:r>
          </a:p>
          <a:p>
            <a:r>
              <a:t>If an answer is unknown, say what evidence would resolve it.</a:t>
            </a:r>
          </a:p>
          <a:p>
            <a:r>
              <a:t/>
            </a:r>
          </a:p>
          <a:p>
            <a:r>
              <a:t>Teaching data alone do not establish readiness for real operation.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CML3113, Week 15, slide 8</a:t>
            </a:r>
          </a:p>
          <a:p>
            <a:r>
              <a:t/>
            </a:r>
          </a:p>
          <a:p>
            <a:r>
              <a:t>Explanation to give</a:t>
            </a:r>
          </a:p>
          <a:p>
            <a:r>
              <a:t>Each learner should be able to explain one decision they personally worked on and point to its evidence in the project.</a:t>
            </a:r>
          </a:p>
          <a:p>
            <a:r>
              <a:t/>
            </a:r>
          </a:p>
          <a:p>
            <a:r>
              <a:t>Worked illustration / lecturer answer</a:t>
            </a:r>
          </a:p>
          <a:p>
            <a:r>
              <a:t>Ask for the relevant cell, chart or contribution entry, then a reason for that choice and a limitation. This connects authorship to understanding.</a:t>
            </a:r>
          </a:p>
          <a:p>
            <a:r>
              <a:t/>
            </a:r>
          </a:p>
          <a:p>
            <a:r>
              <a:t>Misconception to address</a:t>
            </a:r>
          </a:p>
          <a:p>
            <a:r>
              <a:t>Live discussion is formative. Collect the individual written evidence required by DEMO so the automatic assessment has the explanation in an accessible form.</a:t>
            </a:r>
          </a:p>
          <a:p>
            <a:r>
              <a:t/>
            </a:r>
          </a:p>
          <a:p>
            <a:r>
              <a:t>On this slide</a:t>
            </a:r>
          </a:p>
          <a:p>
            <a:r>
              <a:t>Each student can explain one decision they personally worked on and point to its evidence.</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CML3113, Week 15, slide 9</a:t>
            </a:r>
          </a:p>
          <a:p>
            <a:r>
              <a:t/>
            </a:r>
          </a:p>
          <a:p>
            <a:r>
              <a:t>Explanation to give</a:t>
            </a:r>
          </a:p>
          <a:p>
            <a:r>
              <a:t>The team project and the individual DEMO evidence have separate purposes. Each learner submits their own explanation of decisions and reflection on learning.</a:t>
            </a:r>
          </a:p>
          <a:p>
            <a:r>
              <a:t/>
            </a:r>
          </a:p>
          <a:p>
            <a:r>
              <a:t>Worked illustration / lecturer answer</a:t>
            </a:r>
          </a:p>
          <a:p>
            <a:r>
              <a:t>A defence points to specific cells or results in the project. A reflection describes changed understanding, remaining difficulties and the required Semester 2 goals.</a:t>
            </a:r>
          </a:p>
          <a:p>
            <a:r>
              <a:t/>
            </a:r>
          </a:p>
          <a:p>
            <a:r>
              <a:t>Misconception to address</a:t>
            </a:r>
          </a:p>
          <a:p>
            <a:r>
              <a:t>Do not submit one generic team reflection for everybody. Follow the DEMO guide’s presentation and written-document requirements.</a:t>
            </a:r>
          </a:p>
          <a:p>
            <a:r>
              <a:t/>
            </a:r>
          </a:p>
          <a:p>
            <a:r>
              <a:t>On this slide</a:t>
            </a:r>
          </a:p>
          <a:p>
            <a:r>
              <a:t>Use the published project and DEMO requirements.</a:t>
            </a:r>
          </a:p>
          <a:p>
            <a:r>
              <a:t/>
            </a:r>
          </a:p>
          <a:p>
            <a:r>
              <a:t>Each individual submits their own typed defence and reflection through the designated route.</a:t>
            </a:r>
          </a:p>
          <a:p>
            <a:r>
              <a:t/>
            </a:r>
          </a:p>
          <a:p>
            <a:r>
              <a:t>Submit your own written defence and reflection as instructed.</a:t>
            </a:r>
          </a:p>
          <a:p>
            <a:r>
              <a:t/>
            </a:r>
          </a:p>
          <a:p>
            <a:r>
              <a:t>Continue to</a:t>
            </a:r>
          </a:p>
          <a:p>
            <a:r>
              <a:t>Engineering ML project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a:t>
            </a:r>
          </a:p>
          <a:p>
            <a:r>
              <a:t>CML3113, Week 15, slide 10</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11</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12</a:t>
            </a:r>
          </a:p>
          <a:p>
            <a:r>
              <a:t/>
            </a:r>
          </a:p>
          <a:p>
            <a:r>
              <a:t>Explanation to give</a:t>
            </a:r>
          </a:p>
          <a:p>
            <a:r>
              <a:t>Bound the proposed engineering problem: identify the decision, intended users, operating setting and quantity or class to predict. Explain why the target supports that decision.</a:t>
            </a:r>
          </a:p>
          <a:p>
            <a:r>
              <a:t/>
            </a:r>
          </a:p>
          <a:p>
            <a:r>
              <a:t>Worked illustration / lecturer answer</a:t>
            </a:r>
          </a:p>
          <a:p>
            <a:r>
              <a:t>A target should be chosen because knowing it helps the decision, not merely because it is a convenient numeric column in the file.</a:t>
            </a:r>
          </a:p>
          <a:p>
            <a:r>
              <a:t/>
            </a:r>
          </a:p>
          <a:p>
            <a:r>
              <a:t>Misconception to address</a:t>
            </a:r>
          </a:p>
          <a:p>
            <a:r>
              <a:t>A broad theme such as “AI for buildings” does not yet specify a model task. The project report must make the target and intended use explicit.</a:t>
            </a:r>
          </a:p>
          <a:p>
            <a:r>
              <a:t/>
            </a:r>
          </a:p>
          <a:p>
            <a:r>
              <a:t>On this slide</a:t>
            </a:r>
          </a:p>
          <a:p>
            <a:r>
              <a:t>Include captions and a separate readable DOCX/PDF report.</a:t>
            </a:r>
          </a:p>
          <a:p>
            <a:r>
              <a:t/>
            </a:r>
          </a:p>
          <a:p>
            <a:r>
              <a:t>Problem definition (15.0 total): The engineering problem is real, specific and bounded.</a:t>
            </a:r>
          </a:p>
          <a:p>
            <a:r>
              <a:t/>
            </a:r>
          </a:p>
          <a:p>
            <a:r>
              <a:t>The ML task is correctly derived from it.</a:t>
            </a:r>
          </a:p>
          <a:p>
            <a:r>
              <a:t/>
            </a:r>
          </a:p>
          <a:p>
            <a:r>
              <a:t>The target variable is justified, not merely available.</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13</a:t>
            </a:r>
          </a:p>
          <a:p>
            <a:r>
              <a:t/>
            </a:r>
          </a:p>
          <a:p>
            <a:r>
              <a:t>Explanation to give</a:t>
            </a:r>
          </a:p>
          <a:p>
            <a:r>
              <a:t>Problem framing begins with a bounded engineering decision and a defined target. Provenance explains where observations came from; a licence states what reuse is allowed.</a:t>
            </a:r>
          </a:p>
          <a:p>
            <a:r>
              <a:t/>
            </a:r>
          </a:p>
          <a:p>
            <a:r>
              <a:t>Worked illustration / lecturer answer</a:t>
            </a:r>
          </a:p>
          <a:p>
            <a:r>
              <a:t>State the population, measurement period, units and who collected the data. Explain how those observations could answer the chosen question rather than merely describing an interesting file.</a:t>
            </a:r>
          </a:p>
          <a:p>
            <a:r>
              <a:t/>
            </a:r>
          </a:p>
          <a:p>
            <a:r>
              <a:t>Misconception to address</a:t>
            </a:r>
          </a:p>
          <a:p>
            <a:r>
              <a:t>Synthetic teaching data must be labelled as synthetic. A plausible story does not establish that a dataset contains the information or permissions the proposed project needs.</a:t>
            </a:r>
          </a:p>
          <a:p>
            <a:r>
              <a:t/>
            </a:r>
          </a:p>
          <a:p>
            <a:r>
              <a:t>On this slide</a:t>
            </a:r>
          </a:p>
          <a:p>
            <a:r>
              <a:t>Data understanding (15.0 total): Provenance, licence and collection method stated.</a:t>
            </a:r>
          </a:p>
          <a:p>
            <a:r>
              <a:t/>
            </a:r>
          </a:p>
          <a:p>
            <a:r>
              <a:t>Defects found and handled with justification.</a:t>
            </a:r>
          </a:p>
          <a:p>
            <a:r>
              <a:t/>
            </a:r>
          </a:p>
          <a:p>
            <a:r>
              <a:t>Limitations of the data acknowledged before any modelling.</a:t>
            </a:r>
          </a:p>
          <a:p>
            <a:r>
              <a:t/>
            </a:r>
          </a:p>
          <a:p>
            <a:r>
              <a:t>Methodology (20.0 total): Appropriate models chosen and compared under one protocol.</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14</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Pipeline used.</a:t>
            </a:r>
          </a:p>
          <a:p>
            <a:r>
              <a:t/>
            </a:r>
          </a:p>
          <a:p>
            <a:r>
              <a:t>Hyperparameters handled sensibly.</a:t>
            </a:r>
          </a:p>
          <a:p>
            <a:r>
              <a:t/>
            </a:r>
          </a:p>
          <a:p>
            <a:r>
              <a:t>Choices explained rather than defaulted to.</a:t>
            </a:r>
          </a:p>
          <a:p>
            <a:r>
              <a:t/>
            </a:r>
          </a:p>
          <a:p>
            <a:r>
              <a:t>Engineering reasoning (20.0 total): Domain knowledge visibly enters the work through features, banding, metric choice or interpretation.</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15</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The result is discussed as engineering, not as a score.</a:t>
            </a:r>
          </a:p>
          <a:p>
            <a:r>
              <a:t/>
            </a:r>
          </a:p>
          <a:p>
            <a:r>
              <a:t>Validation (15.0 total): Correct train/test discipline, cross-validation with a reported spread, leakage explicitly checked and ruled out, metric justified against the cost of error.</a:t>
            </a:r>
          </a:p>
          <a:p>
            <a:r>
              <a:t/>
            </a:r>
          </a:p>
          <a:p>
            <a:r>
              <a:t>Communication (10.0 total): The 2-page brief is readable by a non-specialist engineer.</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16</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Charts answer questions and are captioned with findings.</a:t>
            </a:r>
          </a:p>
          <a:p>
            <a:r>
              <a:t/>
            </a:r>
          </a:p>
          <a:p>
            <a:r>
              <a:t>State uncertainty and limitations.</a:t>
            </a:r>
          </a:p>
          <a:p>
            <a:r>
              <a:t/>
            </a:r>
          </a:p>
          <a:p>
            <a:r>
              <a:t>Reproducibility &amp; documentation (5.0 total): Repository runs from a clean clone.</a:t>
            </a:r>
          </a:p>
          <a:p>
            <a:r>
              <a:t/>
            </a:r>
          </a:p>
          <a:p>
            <a:r>
              <a:t>README complete. requirements.txt present.</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CML3113, Week 15, slide 17</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Seeds set.</a:t>
            </a:r>
          </a:p>
          <a:p>
            <a:r>
              <a:t/>
            </a:r>
          </a:p>
          <a:p>
            <a:r>
              <a:t>AI use declared.</a:t>
            </a:r>
          </a:p>
          <a:p>
            <a:r>
              <a:t/>
            </a:r>
          </a:p>
          <a:p>
            <a:r>
              <a:t>Contribution log present.</a:t>
            </a:r>
          </a:p>
          <a:p>
            <a:r>
              <a:t/>
            </a:r>
          </a:p>
          <a:p>
            <a:r>
              <a:t>Continue to</a:t>
            </a:r>
          </a:p>
          <a:p>
            <a:r>
              <a:t>Engineering ML project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submission</a:t>
            </a:r>
          </a:p>
          <a:p>
            <a:r>
              <a:t>CML3113, Week 15, slide 18</a:t>
            </a:r>
          </a:p>
          <a:p>
            <a:r>
              <a:t/>
            </a:r>
          </a:p>
          <a:p>
            <a:r>
              <a:t>Explanation to give</a:t>
            </a:r>
          </a:p>
          <a:p>
            <a:r>
              <a:t>This slide hands over CML3113 ML_PROJECT. Show the exact form title before uploading. The required packet is the completed project notebook together with one readable DOCX or selectable-text PDF report.</a:t>
            </a:r>
          </a:p>
          <a:p>
            <a:r>
              <a:t/>
            </a:r>
          </a:p>
          <a:p>
            <a:r>
              <a:t>Worked illustration / lecturer answer</a:t>
            </a:r>
          </a:p>
          <a:p>
            <a:r>
              <a:t>The recorded cutoff for this form is 2026-12-18T08:00:00+03:00.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27 Nov 2026, 08:00 Kampala</a:t>
            </a:r>
          </a:p>
          <a:p>
            <a:r>
              <a:t/>
            </a:r>
          </a:p>
          <a:p>
            <a:r>
              <a:t>Deadline: 18 Dec 2026, 08:00 Kampala</a:t>
            </a:r>
          </a:p>
          <a:p>
            <a:r>
              <a:t/>
            </a:r>
          </a:p>
          <a:p>
            <a:r>
              <a:t>Use your full Student Registration Number in the form.</a:t>
            </a:r>
          </a:p>
          <a:p>
            <a:r>
              <a:t/>
            </a:r>
          </a:p>
          <a:p>
            <a:r>
              <a:t>Keep the submitted files and confirmation.</a:t>
            </a:r>
          </a:p>
          <a:p>
            <a:r>
              <a:t/>
            </a:r>
          </a:p>
          <a:p>
            <a:r>
              <a:t>Continue to</a:t>
            </a:r>
          </a:p>
          <a:p>
            <a:r>
              <a:t>Presentation evidence (35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Presentation evidence (35 marks)</a:t>
            </a:r>
          </a:p>
          <a:p>
            <a:r>
              <a:t>CML3113, Week 15, slide 19</a:t>
            </a:r>
          </a:p>
          <a:p>
            <a:r>
              <a:t/>
            </a:r>
          </a:p>
          <a:p>
            <a:r>
              <a:t>Explanation to give</a:t>
            </a:r>
          </a:p>
          <a:p>
            <a:r>
              <a:t>Speaker notes contain the explanation behind each presentation slide. They should connect the question, method, evidence and limitations so the submitted file remains understandable without a live talk.</a:t>
            </a:r>
          </a:p>
          <a:p>
            <a:r>
              <a:t/>
            </a:r>
          </a:p>
          <a:p>
            <a:r>
              <a:t>Worked illustration / lecturer answer</a:t>
            </a:r>
          </a:p>
          <a:p>
            <a:r>
              <a:t>For a results chart, notes identify the sample, target unit, metric and interpretation. The written evidence can then be assessed even when the speaker is absent.</a:t>
            </a:r>
          </a:p>
          <a:p>
            <a:r>
              <a:t/>
            </a:r>
          </a:p>
          <a:p>
            <a:r>
              <a:t>Misconception to address</a:t>
            </a:r>
          </a:p>
          <a:p>
            <a:r>
              <a:t>The local text-based grader does not assess visual polish or spoken delivery. Make required reasoning accessible as actual text rather than only screenshots.</a:t>
            </a:r>
          </a:p>
          <a:p>
            <a:r>
              <a:t/>
            </a:r>
          </a:p>
          <a:p>
            <a:r>
              <a:t>On this slide</a:t>
            </a:r>
          </a:p>
          <a:p>
            <a:r>
              <a:t>Slides and narration notes explain the question, method, evidence and limitations for an engineering audience.</a:t>
            </a:r>
          </a:p>
          <a:p>
            <a:r>
              <a:t/>
            </a:r>
          </a:p>
          <a:p>
            <a:r>
              <a:t>The local text grader does not assess visual styling or spoken delivery.</a:t>
            </a:r>
          </a:p>
          <a:p>
            <a:r>
              <a:t/>
            </a:r>
          </a:p>
          <a:p>
            <a:r>
              <a:t>Continue to</a:t>
            </a:r>
          </a:p>
          <a:p>
            <a:r>
              <a:t>Individual written defence (40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Individual written defence (40 marks)</a:t>
            </a:r>
          </a:p>
          <a:p>
            <a:r>
              <a:t>CML3113, Week 15, slide 20</a:t>
            </a:r>
          </a:p>
          <a:p>
            <a:r>
              <a:t/>
            </a:r>
          </a:p>
          <a:p>
            <a:r>
              <a:t>Explanation to give</a:t>
            </a:r>
          </a:p>
          <a:p>
            <a:r>
              <a:t>A defence explains the reasoning behind a decision the learner actually made. Ask for a named cell, result or chart so the explanation can be checked against the project.</a:t>
            </a:r>
          </a:p>
          <a:p>
            <a:r>
              <a:t/>
            </a:r>
          </a:p>
          <a:p>
            <a:r>
              <a:t>Worked illustration / lecturer answer</a:t>
            </a:r>
          </a:p>
          <a:p>
            <a:r>
              <a:t>“I used a group split because the same equipment appears repeatedly; this cell lists disjoint equipment IDs” links a choice, reason and evidence.</a:t>
            </a:r>
          </a:p>
          <a:p>
            <a:r>
              <a:t/>
            </a:r>
          </a:p>
          <a:p>
            <a:r>
              <a:t>Misconception to address</a:t>
            </a:r>
          </a:p>
          <a:p>
            <a:r>
              <a:t>A general definition of group splitting is not evidence that this project used it. Each student's explanation must match their own contribution.</a:t>
            </a:r>
          </a:p>
          <a:p>
            <a:r>
              <a:t/>
            </a:r>
          </a:p>
          <a:p>
            <a:r>
              <a:t>On this slide</a:t>
            </a:r>
          </a:p>
          <a:p>
            <a:r>
              <a:t>Two typed answers about the student's own repository identify specific cells/results and explain the decisions.</a:t>
            </a:r>
          </a:p>
          <a:p>
            <a:r>
              <a:t/>
            </a:r>
          </a:p>
          <a:p>
            <a:r>
              <a:t>Credit is based on the submitted evidence; live questioning is formative.</a:t>
            </a:r>
          </a:p>
          <a:p>
            <a:r>
              <a:t/>
            </a:r>
          </a:p>
          <a:p>
            <a:r>
              <a:t>Continue to</a:t>
            </a:r>
          </a:p>
          <a:p>
            <a:r>
              <a:t>Reflection (20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Reflection (20 marks)</a:t>
            </a:r>
          </a:p>
          <a:p>
            <a:r>
              <a:t>CML3113, Week 15, slide 21</a:t>
            </a:r>
          </a:p>
          <a:p>
            <a:r>
              <a:t/>
            </a:r>
          </a:p>
          <a:p>
            <a:r>
              <a:t>Explanation to give</a:t>
            </a:r>
          </a:p>
          <a:p>
            <a:r>
              <a:t>Reflection should compare the learner's earlier understanding with what they can now demonstrate, then specify an achievable next step.</a:t>
            </a:r>
          </a:p>
          <a:p>
            <a:r>
              <a:t/>
            </a:r>
          </a:p>
          <a:p>
            <a:r>
              <a:t>Worked illustration / lecturer answer</a:t>
            </a:r>
          </a:p>
          <a:p>
            <a:r>
              <a:t>A concrete reflection describes an execution-order mistake, how a clean run revealed it, and how the learner now checks notebooks. A goal might be to practise grouped validation on a second dataset.</a:t>
            </a:r>
          </a:p>
          <a:p>
            <a:r>
              <a:t/>
            </a:r>
          </a:p>
          <a:p>
            <a:r>
              <a:t>Misconception to address</a:t>
            </a:r>
          </a:p>
          <a:p>
            <a:r>
              <a:t>“I learned a lot about AI” provides little evidence. Keep the published 500-word requirement and the two Semester 2 goals.</a:t>
            </a:r>
          </a:p>
          <a:p>
            <a:r>
              <a:t/>
            </a:r>
          </a:p>
          <a:p>
            <a:r>
              <a:t>On this slide</a:t>
            </a:r>
          </a:p>
          <a:p>
            <a:r>
              <a:t>500 words.</a:t>
            </a:r>
          </a:p>
          <a:p>
            <a:r>
              <a:t/>
            </a:r>
          </a:p>
          <a:p>
            <a:r>
              <a:t>Specific about what changed since Week 1, what remains difficult, and two concrete Semester 2 goals.</a:t>
            </a:r>
          </a:p>
          <a:p>
            <a:r>
              <a:t/>
            </a:r>
          </a:p>
          <a:p>
            <a:r>
              <a:t>Generic reflection scores low.</a:t>
            </a:r>
          </a:p>
          <a:p>
            <a:r>
              <a:t/>
            </a:r>
          </a:p>
          <a:p>
            <a:r>
              <a:t>Continue to</a:t>
            </a:r>
          </a:p>
          <a:p>
            <a:r>
              <a:t>AI-use declaration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AI-use declaration (5 marks)</a:t>
            </a:r>
          </a:p>
          <a:p>
            <a:r>
              <a:t>CML3113, Week 15, slide 22</a:t>
            </a:r>
          </a:p>
          <a:p>
            <a:r>
              <a:t/>
            </a:r>
          </a:p>
          <a:p>
            <a:r>
              <a:t>Explanation to give</a:t>
            </a:r>
          </a:p>
          <a:p>
            <a:r>
              <a:t>Explain that disclosure records what help was used, where and how the learner checked it. It does not remove responsibility for the submitted work or override an assessment's restrictions.</a:t>
            </a:r>
          </a:p>
          <a:p>
            <a:r>
              <a:t/>
            </a:r>
          </a:p>
          <a:p>
            <a:r>
              <a:t>Worked illustration / lecturer answer</a:t>
            </a:r>
          </a:p>
          <a:p>
            <a:r>
              <a:t>An informative declaration names the tool, the task for which it helped, the affected file or section and the verification performed. If no AI was used, state that directly.</a:t>
            </a:r>
          </a:p>
          <a:p>
            <a:r>
              <a:t/>
            </a:r>
          </a:p>
          <a:p>
            <a:r>
              <a:t>Misconception to address</a:t>
            </a:r>
          </a:p>
          <a:p>
            <a:r>
              <a:t>Do not imply AI is permitted in an offline test. Follow the policy for the particular assessment, and require the learner to explain their own work.</a:t>
            </a:r>
          </a:p>
          <a:p>
            <a:r>
              <a:t/>
            </a:r>
          </a:p>
          <a:p>
            <a:r>
              <a:t>On this slide</a:t>
            </a:r>
          </a:p>
          <a:p>
            <a:r>
              <a:t>Present, complete and plausible against the repository history.</a:t>
            </a:r>
          </a:p>
          <a:p>
            <a:r>
              <a:t/>
            </a:r>
          </a:p>
          <a:p>
            <a:r>
              <a:t>Continue to</a:t>
            </a:r>
          </a:p>
          <a:p>
            <a:r>
              <a:t>Presentation and individual reflection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Presentation and individual reflection submission</a:t>
            </a:r>
          </a:p>
          <a:p>
            <a:r>
              <a:t>CML3113, Week 15, slide 23</a:t>
            </a:r>
          </a:p>
          <a:p>
            <a:r>
              <a:t/>
            </a:r>
          </a:p>
          <a:p>
            <a:r>
              <a:t>Explanation to give</a:t>
            </a:r>
          </a:p>
          <a:p>
            <a:r>
              <a:t>This slide hands over CML3113 DEMO. Show the exact form title before uploading. The required packet is the presentation with narration notes and the required written defence/reflection document, as listed in the DEMO guide.</a:t>
            </a:r>
          </a:p>
          <a:p>
            <a:r>
              <a:t/>
            </a:r>
          </a:p>
          <a:p>
            <a:r>
              <a:t>Worked illustration / lecturer answer</a:t>
            </a:r>
          </a:p>
          <a:p>
            <a:r>
              <a:t>The recorded cutoff for this form is 2026-12-18T11:00:00+03:00.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27 Nov 2026, 08:00 Kampala</a:t>
            </a:r>
          </a:p>
          <a:p>
            <a:r>
              <a:t/>
            </a:r>
          </a:p>
          <a:p>
            <a:r>
              <a:t>Deadline: 18 Dec 2026, 11:00 Kampala</a:t>
            </a:r>
          </a:p>
          <a:p>
            <a:r>
              <a:t/>
            </a:r>
          </a:p>
          <a:p>
            <a:r>
              <a:t>Use your full Student Registration Number in the form.</a:t>
            </a:r>
          </a:p>
          <a:p>
            <a:r>
              <a:t/>
            </a:r>
          </a:p>
          <a:p>
            <a:r>
              <a:t>Keep the submitted files and confirmation.</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15, slide 24</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point to the evidence behind one decision you personally worked on.</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7c5151f63442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b3bbcfa2d5454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e011d4356347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d0c3b2ab83d48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740da335ed942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31329787fe447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000FA7E-DEC6-4E1C-847F-2B363BCE68F0}"/>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10DEF20-A88F-4E5E-A83C-03E9C3A7219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A094FB9-F098-4979-B2FB-B98CB4F1457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E5BB702-DCEA-4A56-81E2-4609F13DDDC8}"/>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B271FCC-93A5-42CF-BBCB-02985D24F1C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73BBBCF-99CF-4E09-84CA-2F7C2A2631D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FF83F30-E13E-4291-8CC3-B41C9477459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8FE8BF5-5CD9-411F-9F61-CA3BDBD8CC6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35BB995-1F31-4CF6-8CB6-D8BDA3F39B9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5B838D-9C47-461D-B5A7-ED4B82E4C40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DEBB775-3742-43E9-90D9-28342A483EE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F6EC6C90-D64D-43CC-9BE1-B719DDEE1F1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87A67D2-0D8D-460A-9012-EB5564107B8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F712FCE-91A5-4A6A-9A86-A83645B216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C3E6FE2-55C4-4613-866F-28833D4F4EA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1370554d2f457c" /><Relationship Type="http://schemas.openxmlformats.org/officeDocument/2006/relationships/slideLayout" Target="/ppt/slideLayouts/slideLayout1.xml" Id="R035be05507784223" /><Relationship Type="http://schemas.openxmlformats.org/officeDocument/2006/relationships/slideLayout" Target="/ppt/slideLayouts/slideLayout2.xml" Id="Ra27078b58f384de9" /><Relationship Type="http://schemas.openxmlformats.org/officeDocument/2006/relationships/slideLayout" Target="/ppt/slideLayouts/slideLayout3.xml" Id="R7fe115d003534573" /><Relationship Type="http://schemas.openxmlformats.org/officeDocument/2006/relationships/slideLayout" Target="/ppt/slideLayouts/slideLayout4.xml" Id="Ra098ee719a174a02" /><Relationship Type="http://schemas.openxmlformats.org/officeDocument/2006/relationships/slideLayout" Target="/ppt/slideLayouts/slideLayout5.xml" Id="R96e734deaab34167" /><Relationship Type="http://schemas.openxmlformats.org/officeDocument/2006/relationships/slideLayout" Target="/ppt/slideLayouts/slideLayout6.xml" Id="Re9e842f5ba1a45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5be05507784223"/>
    <p:sldLayoutId xmlns:r="http://schemas.openxmlformats.org/officeDocument/2006/relationships" id="2147483650" r:id="Ra27078b58f384de9"/>
    <p:sldLayoutId xmlns:r="http://schemas.openxmlformats.org/officeDocument/2006/relationships" id="2147483651" r:id="R7fe115d003534573"/>
    <p:sldLayoutId xmlns:r="http://schemas.openxmlformats.org/officeDocument/2006/relationships" id="2147483652" r:id="Ra098ee719a174a02"/>
    <p:sldLayoutId xmlns:r="http://schemas.openxmlformats.org/officeDocument/2006/relationships" id="2147483653" r:id="R96e734deaab34167"/>
    <p:sldLayoutId xmlns:r="http://schemas.openxmlformats.org/officeDocument/2006/relationships" id="2147483654" r:id="Re9e842f5ba1a45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11ed7f3f22f4b07" /><Relationship Type="http://schemas.openxmlformats.org/officeDocument/2006/relationships/image" Target="/ppt/media/image.png" Id="Rb6af26ff8e1e434e" /><Relationship Type="http://schemas.openxmlformats.org/officeDocument/2006/relationships/notesSlide" Target="/ppt/notesSlides/notesSlide1.xml" Id="R14545420924641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4b80af27c91435f" /><Relationship Type="http://schemas.openxmlformats.org/officeDocument/2006/relationships/notesSlide" Target="/ppt/notesSlides/notesSlide2.xml" Id="R51df58a0122d4e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bd101fedf3643f4" /><Relationship Type="http://schemas.openxmlformats.org/officeDocument/2006/relationships/notesSlide" Target="/ppt/notesSlides/notesSlide3.xml" Id="R2eb16af5eee84c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0e130406ed64ff5" /><Relationship Type="http://schemas.openxmlformats.org/officeDocument/2006/relationships/notesSlide" Target="/ppt/notesSlides/notesSlide4.xml" Id="Rbc491715be8548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c8ba94013a14738" /><Relationship Type="http://schemas.openxmlformats.org/officeDocument/2006/relationships/notesSlide" Target="/ppt/notesSlides/notesSlide5.xml" Id="Rb1b15411f6ed4f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69aabaaefe844cb" /><Relationship Type="http://schemas.openxmlformats.org/officeDocument/2006/relationships/notesSlide" Target="/ppt/notesSlides/notesSlide6.xml" Id="R22e6b6fad4e34c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cf67041bb6c403a" /><Relationship Type="http://schemas.openxmlformats.org/officeDocument/2006/relationships/notesSlide" Target="/ppt/notesSlides/notesSlide7.xml" Id="R6ef9f2a792bf41f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d8d777d907f49ba" /><Relationship Type="http://schemas.openxmlformats.org/officeDocument/2006/relationships/notesSlide" Target="/ppt/notesSlides/notesSlide8.xml" Id="R72693620aa984e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026ca0783244907" /><Relationship Type="http://schemas.openxmlformats.org/officeDocument/2006/relationships/notesSlide" Target="/ppt/notesSlides/notesSlide9.xml" Id="R2f8dc6ae625146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c1811701edb414c" /><Relationship Type="http://schemas.openxmlformats.org/officeDocument/2006/relationships/notesSlide" Target="/ppt/notesSlides/notesSlide10.xml" Id="Re5e3ac4f5a7f4e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424a4d324cb47af" /><Relationship Type="http://schemas.openxmlformats.org/officeDocument/2006/relationships/notesSlide" Target="/ppt/notesSlides/notesSlide11.xml" Id="R0122246b921f45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7d85dd22a7d4ea5" /><Relationship Type="http://schemas.openxmlformats.org/officeDocument/2006/relationships/notesSlide" Target="/ppt/notesSlides/notesSlide12.xml" Id="Rd2c41670f2e748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64b602fcc1c4dfb" /><Relationship Type="http://schemas.openxmlformats.org/officeDocument/2006/relationships/notesSlide" Target="/ppt/notesSlides/notesSlide13.xml" Id="Rcfd6e7f467c3423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2e0141e21b84558" /><Relationship Type="http://schemas.openxmlformats.org/officeDocument/2006/relationships/notesSlide" Target="/ppt/notesSlides/notesSlide14.xml" Id="R449bf33ae9af49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e85b87658c044b1" /><Relationship Type="http://schemas.openxmlformats.org/officeDocument/2006/relationships/notesSlide" Target="/ppt/notesSlides/notesSlide15.xml" Id="R7a0836e3438a41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865a1bbc33b4dcc" /><Relationship Type="http://schemas.openxmlformats.org/officeDocument/2006/relationships/notesSlide" Target="/ppt/notesSlides/notesSlide16.xml" Id="R18acc166a0164c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fb12195df3c40b4" /><Relationship Type="http://schemas.openxmlformats.org/officeDocument/2006/relationships/notesSlide" Target="/ppt/notesSlides/notesSlide17.xml" Id="R443bcb393b2d48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5d04544cc2c4f33" /><Relationship Type="http://schemas.openxmlformats.org/officeDocument/2006/relationships/hyperlink" Target="https://docs.google.com/forms/d/e/1FAIpQLSe_nQBvitfOInzsUcXkNH9V5Ykc95ymXHHeujjqHXX2lNzgpg/viewform" TargetMode="External" Id="R76c80f5fc0474c3a" /><Relationship Type="http://schemas.openxmlformats.org/officeDocument/2006/relationships/notesSlide" Target="/ppt/notesSlides/notesSlide18.xml" Id="R7d2dfb4e2d2c43f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6795d43efc44fe6" /><Relationship Type="http://schemas.openxmlformats.org/officeDocument/2006/relationships/notesSlide" Target="/ppt/notesSlides/notesSlide19.xml" Id="R2db7f05ccb1b495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6bac4fca6b64208" /><Relationship Type="http://schemas.openxmlformats.org/officeDocument/2006/relationships/notesSlide" Target="/ppt/notesSlides/notesSlide20.xml" Id="R06bbc6a619914d4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c49587205bb4415" /><Relationship Type="http://schemas.openxmlformats.org/officeDocument/2006/relationships/notesSlide" Target="/ppt/notesSlides/notesSlide21.xml" Id="Rf355c05ab4664ad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7a7fe190da542f6" /><Relationship Type="http://schemas.openxmlformats.org/officeDocument/2006/relationships/notesSlide" Target="/ppt/notesSlides/notesSlide22.xml" Id="R6093e93a7610492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48b0ff670ce4c62" /><Relationship Type="http://schemas.openxmlformats.org/officeDocument/2006/relationships/hyperlink" Target="https://docs.google.com/forms/d/e/1FAIpQLSfMM5T1LqYDNTMxlFZKxTow0BlO6efCj2pBtKfW6ky1-aroIg/viewform" TargetMode="External" Id="R50c20a2b7f014816" /><Relationship Type="http://schemas.openxmlformats.org/officeDocument/2006/relationships/notesSlide" Target="/ppt/notesSlides/notesSlide23.xml" Id="Rb731936702ff494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e2a5843309145bb" /><Relationship Type="http://schemas.openxmlformats.org/officeDocument/2006/relationships/notesSlide" Target="/ppt/notesSlides/notesSlide24.xml" Id="R1596fb1d8b8e47d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6af26ff8e1e434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F49B93-DFAC-423B-BC90-8E903FD89C8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F3D9A35-E303-4442-954D-DE847A1F2EB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15</a:t>
            </a:r>
          </a:p>
        </p:txBody>
      </p:sp>
      <p:sp>
        <p:nvSpPr>
          <p:cNvPr id="4" name="">
            <a:extLst xmlns:a="http://schemas.openxmlformats.org/drawingml/2006/main">
              <a:ext uri="{FF2B5EF4-FFF2-40B4-BE49-F238E27FC236}">
                <a16:creationId xmlns:a16="http://schemas.microsoft.com/office/drawing/2014/main" id="{776B6637-EF00-467D-96B8-70FA069919B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E7908C9B-A70B-4AA9-83B2-314262AA387C}"/>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33E88A1A-5BB7-4DB4-AF93-BD077968B1C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347894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854D8D-DF1F-4B05-9D16-3D52066685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461272-E4E9-41F2-AFF3-6839DF429C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55D5E69-18BD-4309-82D1-D61C6C5D30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83E0B83-7E90-4BC4-9795-D77ACCE461F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736B4F-4A2B-4971-8826-09278D1BEEF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04C93FA-BF88-491A-B911-40C2D46BD03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FE162B2A-396E-4873-9BDD-E6BC404A6B6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9BDD59D-1F0D-4A73-BEA9-74FB4F66B14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1FF70CEF-52E6-468B-9701-507877AC18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a:t>
            </a:r>
          </a:p>
        </p:txBody>
      </p:sp>
    </p:spTree>
    <p:extLst>
      <p:ext uri="{BB962C8B-B14F-4D97-AF65-F5344CB8AC3E}">
        <p14:creationId xmlns:p14="http://schemas.microsoft.com/office/powerpoint/2010/main" val="3762608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829872-6A66-42F0-8988-1650FD142F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B7968E-AA5D-4CF9-9EE5-8558F46C4A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503DC2-749C-499D-A2B7-C447D5C215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A722D4F-AA15-4D71-A1B2-51930DF899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0ACCB8-3D78-44CA-A943-83B6D6C9AAC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8BCCBFD6-D46C-4C8D-9924-E6B3C29ED7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3</a:t>
            </a:r>
          </a:p>
        </p:txBody>
      </p:sp>
    </p:spTree>
    <p:extLst>
      <p:ext uri="{BB962C8B-B14F-4D97-AF65-F5344CB8AC3E}">
        <p14:creationId xmlns:p14="http://schemas.microsoft.com/office/powerpoint/2010/main" val="18960496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7D1C13-DA35-48C6-90CB-6D74769DC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1D985B-BD3D-4CE5-BFAE-93A0A9865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D4179B7-8E19-48A2-875A-4A20A6C8FE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4519AD6D-D9C5-4EA2-9E47-793E04AB2A7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6AB9D1-A935-40B7-8DC0-F2E1C24862E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F66496D5-FC51-4EAD-82AA-2A2605F7E48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E72945E2-DA05-472C-9338-F246F8CE00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025083-8049-486E-8043-29B81C5973B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D1CAB8F3-715F-4A70-AAC2-B128D3F225E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28167185-A165-46DF-8D35-FC7BD91AE7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4</a:t>
            </a:r>
          </a:p>
        </p:txBody>
      </p:sp>
    </p:spTree>
    <p:extLst>
      <p:ext uri="{BB962C8B-B14F-4D97-AF65-F5344CB8AC3E}">
        <p14:creationId xmlns:p14="http://schemas.microsoft.com/office/powerpoint/2010/main" val="4434204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C39C25-862E-4EDF-956A-747EFED0F4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22545F-692B-4D16-8758-D3E40D385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01AED0-1DD5-4B54-9937-21BF50C10F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9491AB90-B1B7-4A7B-BE1C-97546AE276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22D780-9A41-439B-8260-0D1A6DF2B0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1E4CBDAF-8845-4F17-AF83-BD886780893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ACAB80-9921-4711-B9D2-A27F1A38D7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A66A74AB-B813-4A30-A660-CD0DFE8831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950A2A-39BC-456F-93E6-C26192DA97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96DF0D35-15B4-471F-83D7-83F9C64B07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5</a:t>
            </a:r>
          </a:p>
        </p:txBody>
      </p:sp>
    </p:spTree>
    <p:extLst>
      <p:ext uri="{BB962C8B-B14F-4D97-AF65-F5344CB8AC3E}">
        <p14:creationId xmlns:p14="http://schemas.microsoft.com/office/powerpoint/2010/main" val="13006265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4A0BBE-241D-4EE4-985C-334994E2BC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69AA8E-C8F6-44C1-B31D-CBE838744A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090164-726B-4E32-84D9-C28EF3E5FF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CD3C164C-CA17-4984-A060-48A3D5433A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1AEA56-9A5D-4BF2-AFED-71C788370CF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D7523D0B-59FF-4E11-BEAF-9AD16040B60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F00035B-77AE-49B0-B22B-4D3449B7B87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73C8B00E-75EA-468C-91F7-AC15D182E7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7C1C22-F431-47B9-8E5A-E3427BF5119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907F765F-B0E0-42E8-8031-C85D147872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6</a:t>
            </a:r>
          </a:p>
        </p:txBody>
      </p:sp>
    </p:spTree>
    <p:extLst>
      <p:ext uri="{BB962C8B-B14F-4D97-AF65-F5344CB8AC3E}">
        <p14:creationId xmlns:p14="http://schemas.microsoft.com/office/powerpoint/2010/main" val="713597434"/>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D14B8499-79E5-4872-8AFB-B8A71269FCC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6308B67A-62B1-459F-98A2-56083A5C055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49EA3799-38BC-4919-944D-6655E7B29E3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a:ext uri="{FF2B5EF4-FFF2-40B4-BE49-F238E27FC236}">
                <ns2:creationId id="{82F22262-E885-4193-81EE-877C776F03E6}"/>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28B91B2-DC5B-49FA-83CC-84B0DE55E4A5}"/>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a:ext uri="{FF2B5EF4-FFF2-40B4-BE49-F238E27FC236}">
                <ns2:creationId id="{0C65EBC8-676F-4A64-9701-29890D60D367}"/>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04F0131B-4026-48B9-AA91-EC41AB17DA16}"/>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a:ext uri="{FF2B5EF4-FFF2-40B4-BE49-F238E27FC236}">
                <ns2:creationId id="{4A848E77-B5F8-4727-8449-02A732D79399}"/>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727835AF-AEC0-419A-AEFD-8CE70CC00A93}"/>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a:ext uri="{FF2B5EF4-FFF2-40B4-BE49-F238E27FC236}">
                <ns2:creationId id="{85597045-AF38-45D9-83C1-32E30F0F254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7</a:t>
            </a:r>
          </a:p>
        </p:txBody>
      </p:sp>
    </p:spTree>
    <p:extLst>
      <p:ext uri="{BB962C8B-B14F-4D97-AF65-F5344CB8AC3E}">
        <ns3:creationId val="970924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6783FA-34A1-4159-B338-33FA8171CD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DBA19D-0C10-4DC3-B35D-00A7D95742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56950B-E6A8-4AE3-90B9-90FF8CBF70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B1135E60-E536-4107-8C8F-201F905BF84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73998D-F270-470F-A1FC-DF98B2BC881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32F2304E-3490-41ED-8DF6-A0C6E6EDD3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8</a:t>
            </a:r>
          </a:p>
        </p:txBody>
      </p:sp>
    </p:spTree>
    <p:extLst>
      <p:ext uri="{BB962C8B-B14F-4D97-AF65-F5344CB8AC3E}">
        <p14:creationId xmlns:p14="http://schemas.microsoft.com/office/powerpoint/2010/main" val="6250584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C3073D-4F03-491F-8C2E-6AEF82ACE7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FE91CF-8A16-4D73-8DD8-6AE0BDAF90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79AB06-5D79-49F6-8994-B9FA1D3DE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2F04A923-367F-4186-83E3-042FA095DE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CF247B-2BCC-4E8E-9BBF-A8AB6149C3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92BB344D-4B35-44B0-A914-6924380032F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2A52AA-63E4-43C3-A1DB-39A7EF68432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22A836B7-FC2B-4F0F-89A9-C850E5BEE47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40E830-7522-4329-9E31-DE41752F3C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CFDCA8D9-84C3-4DA6-913F-20094DFDE2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9</a:t>
            </a:r>
          </a:p>
        </p:txBody>
      </p:sp>
    </p:spTree>
    <p:extLst>
      <p:ext uri="{BB962C8B-B14F-4D97-AF65-F5344CB8AC3E}">
        <p14:creationId xmlns:p14="http://schemas.microsoft.com/office/powerpoint/2010/main" val="10719058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3225BE9-02B3-4B14-8806-960628E9D6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167993-844E-4C2B-8BB2-33FF20E540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27FC89-DB02-4358-AAE9-03B982AE20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6822F7B4-B085-4B86-960C-10A50BC581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BB75D3-4E5B-4C3E-8388-EE01A300AC7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88CD1CC3-DC1E-409F-9940-EFB3512D188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3FA7426-CC7E-446E-9BD8-3411E1F69B3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AFC08DDC-335F-4292-9801-4B78FC110AE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F57BBC-FC26-441D-B72D-4F1E6644040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8750D6AF-8140-4F61-9FC2-C538CFE3F0B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99F2EA-3400-4B24-9974-3ABB134CA7D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CF24BFA-3F3F-4292-9829-88AD2429F2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10</a:t>
            </a:r>
          </a:p>
        </p:txBody>
      </p:sp>
    </p:spTree>
    <p:extLst>
      <p:ext uri="{BB962C8B-B14F-4D97-AF65-F5344CB8AC3E}">
        <p14:creationId xmlns:p14="http://schemas.microsoft.com/office/powerpoint/2010/main" val="17765060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69663B-5453-4C2D-BCB0-7DFDE84C8E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9A6346-1D70-4E36-8208-0AE6234007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9E6A09F-EB29-46E7-9C0D-CBA9C5E39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C539444-973A-48FB-B5B9-180CD95F18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2A28F3-7E63-4DD2-8615-24CC5CB05A5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C2B5D10A-5635-4CE8-AEC9-59EBF8C4413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C7D420-C499-429C-82B1-EC166C8FEF9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D9394E04-AC02-41DD-80CB-12599C33418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32F073-443D-4ED8-A140-75306F23E74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852EFF2B-B9E6-4284-8CEC-BAA6159EF9E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BB8F24B-3272-453C-AC15-5B7D1BAEF8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67D1FC1C-A2F9-4625-BFF9-902D290AD5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11</a:t>
            </a:r>
          </a:p>
        </p:txBody>
      </p:sp>
    </p:spTree>
    <p:extLst>
      <p:ext uri="{BB962C8B-B14F-4D97-AF65-F5344CB8AC3E}">
        <p14:creationId xmlns:p14="http://schemas.microsoft.com/office/powerpoint/2010/main" val="7234697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708126-1613-4172-BF79-7A6A9EB5FA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9F0C44-7975-4737-99E7-ABD1F24F63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27E257-CDFB-4EC1-9D51-511835AAFE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DF2E0E8-C921-4E1C-A28B-8BB0AA0B28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841744-924C-4032-AAC4-FC7FA9FB10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8623833F-A835-49B0-AF4E-EE814BBF51A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B4F1C1-C429-4B64-A0D5-636E1EF94B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64FCC41A-0824-4717-97AD-6BBF1C83AA1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75408A-0C4E-41C1-999A-042F49033B2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A1E8223A-EEA0-4E36-9BEA-3961A773AB6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5607319-3A8F-49EF-98F4-9B2D4C4571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681B25C7-38F0-4A31-B74B-F34A0B334C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12</a:t>
            </a:r>
          </a:p>
        </p:txBody>
      </p:sp>
    </p:spTree>
    <p:extLst>
      <p:ext uri="{BB962C8B-B14F-4D97-AF65-F5344CB8AC3E}">
        <p14:creationId xmlns:p14="http://schemas.microsoft.com/office/powerpoint/2010/main" val="197758244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DDF92D-31F3-45D4-95DA-E9D817B540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7C033A-22DC-44C8-BE3A-664BC93D7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3672131-E42A-48AD-A5AE-3FE8A25417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097F884-E966-4D00-82F7-DF26AFD7BC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74AA5C-F3E3-4D39-82FA-0D647AD7ADB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EFA2C222-BE4E-494D-A835-47427267A0C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C740B2-6693-4BAA-BF90-BC78210AB0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55BB2216-5CF3-45DF-9CA7-0C0CA48DCF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8F63D6-C115-459C-BE4E-460D318C0F5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012E63A0-BA15-4F1E-8180-566BCD276A1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47A85F-E785-47F7-BA8E-9BB78DC3C79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F3CA64AE-16FF-48B9-8B15-4250A038EA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13</a:t>
            </a:r>
          </a:p>
        </p:txBody>
      </p:sp>
    </p:spTree>
    <p:extLst>
      <p:ext uri="{BB962C8B-B14F-4D97-AF65-F5344CB8AC3E}">
        <p14:creationId xmlns:p14="http://schemas.microsoft.com/office/powerpoint/2010/main" val="28181801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1FEF4D-7F61-45DA-A16D-D816025616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EC79CF-0F63-4C21-970A-A465AA673E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4E24716-9BF0-4EFA-96B0-514813824C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9307469-B2B1-4597-BDE9-A0CE7877E1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3DF6D7-4905-470C-9BE2-35C993F5B64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B6F7F0BA-C906-4FC5-AF18-C4D18F11C7C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0E9B54-D3CA-4B44-8FE0-C6FD7F3C23A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728E1F01-D7B3-4D88-BB68-939B440AD43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4F56FE-F43D-40C8-A5D8-4A1764E9AF1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F5A49304-0CD5-46FB-B0CE-8892726A17A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DB75CC-E6E2-4CD9-A015-D72421EC1B7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BB5067DC-8DD4-4EF5-A4DC-CF9FF1FD4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14</a:t>
            </a:r>
          </a:p>
        </p:txBody>
      </p:sp>
    </p:spTree>
    <p:extLst>
      <p:ext uri="{BB962C8B-B14F-4D97-AF65-F5344CB8AC3E}">
        <p14:creationId xmlns:p14="http://schemas.microsoft.com/office/powerpoint/2010/main" val="3813915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7BBF48-B819-417A-A585-52D5CB4B3D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7A5580-FC3E-4786-80B9-7FD56D0EA9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080826-DA35-49F0-A622-B70368000C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A016695-81CE-4A15-9845-49EC73D5B4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3EDE94-ACB1-4E0C-923A-4C7110E507C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A27DEEAA-F38D-4BBB-B7D9-6F8E9AE41D6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775E06-2C28-4469-82E7-E7269722ABE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359D32E9-06F3-4CBF-97FE-EA28EBB9D44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541A9-BBC5-4379-8BC2-39D1F9018A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F6FE338A-0577-4ABE-8F93-757B57ECB9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15</a:t>
            </a:r>
          </a:p>
        </p:txBody>
      </p:sp>
    </p:spTree>
    <p:extLst>
      <p:ext uri="{BB962C8B-B14F-4D97-AF65-F5344CB8AC3E}">
        <p14:creationId xmlns:p14="http://schemas.microsoft.com/office/powerpoint/2010/main" val="1662831562"/>
      </p:ext>
    </p:extLst>
  </p:cSld>
</p:sld>
</file>

<file path=ppt/slides/slide1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C460362-C511-4FAC-9FF8-2F1634A4011F}"/>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642DD131-7730-4AED-9FD4-43D10ACF228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24AC4184-68EB-4F68-BA89-C930162403B6}"/>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a:ext uri="{FF2B5EF4-FFF2-40B4-BE49-F238E27FC236}">
                <ns2:creationId id="{3F2549CC-03CA-43A5-9105-47055F40ADEA}"/>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26122702-3FBB-4F41-8D2C-B77285F3A246}"/>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a:ext uri="{FF2B5EF4-FFF2-40B4-BE49-F238E27FC236}">
                <ns2:creationId id="{50F39888-AAAD-4685-9888-DEB427C74A68}"/>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27E41C6C-6096-40B2-80EE-2AC2EB030185}"/>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a:ext uri="{FF2B5EF4-FFF2-40B4-BE49-F238E27FC236}">
                <ns2:creationId id="{3EE7FD1E-5A67-499E-8132-82B681070775}"/>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E258DC9-7AC1-405C-905B-8E9786CB9D51}"/>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a:ext uri="{FF2B5EF4-FFF2-40B4-BE49-F238E27FC236}">
                <ns2:creationId id="{00A2D07B-1FFE-467D-86BF-82948BA78BD3}"/>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72F69F68-3DC7-4359-96CB-7EB353C66C6C}"/>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a:ext uri="{FF2B5EF4-FFF2-40B4-BE49-F238E27FC236}">
                <ns2:creationId id="{78E68882-4471-4EFE-998C-FEEC690750D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16</a:t>
            </a:r>
          </a:p>
        </p:txBody>
      </p:sp>
    </p:spTree>
    <p:extLst>
      <p:ext uri="{BB962C8B-B14F-4D97-AF65-F5344CB8AC3E}">
        <ns3:creationId val="18786780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16BFEC-08C7-45B3-B2D5-4B914160B6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22E416-BED4-4AB3-BEB4-F4F6E8FF0F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BEC6FE-80CA-45A7-860F-0C7D195D5C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04A8053-EE15-452C-AB36-DFC71CAFA0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A47D65-DC1C-41BE-97B0-C14B0D3CC38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7C814797-B570-46E5-8819-99F4BA0CA13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4C5277-DE6D-4076-A89C-B2A809F4FF7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95BBBCCF-2CA6-45CA-9428-FA41328BAC5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775F91-C419-4683-846E-7ACC7B9C6D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38687989-2B4A-4E37-889C-7E4A30506F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17</a:t>
            </a:r>
          </a:p>
        </p:txBody>
      </p:sp>
    </p:spTree>
    <p:extLst>
      <p:ext uri="{BB962C8B-B14F-4D97-AF65-F5344CB8AC3E}">
        <p14:creationId xmlns:p14="http://schemas.microsoft.com/office/powerpoint/2010/main" val="2880330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E6C2886-25DC-4157-BF43-891C24B15B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3A01CB-19CE-493C-B32C-F0C5491DA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EF8A722-05FC-4127-8F83-89C8FBC193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622F6A07-69DF-498C-8193-6A11FA0315C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E8C016-BC7F-490C-BD7F-C2F0DC882F4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A4D66948-D52A-452E-83E6-38018E8A8AE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6039AE-8463-4718-AD1B-BF4B9B81F86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08:00 Kampala</a:t>
            </a:r>
          </a:p>
        </p:txBody>
      </p:sp>
      <p:sp>
        <p:nvSpPr>
          <p:cNvPr id="8" name="">
            <a:extLst xmlns:a="http://schemas.openxmlformats.org/drawingml/2006/main">
              <a:ext uri="{FF2B5EF4-FFF2-40B4-BE49-F238E27FC236}">
                <a16:creationId xmlns:a16="http://schemas.microsoft.com/office/drawing/2014/main" id="{34096609-2285-43E8-8172-D4DBEDF3FF2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01041D-3886-4699-B5AA-F102F28FEAB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23D308B-3FC2-4F00-A655-F8F122C63EC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233248-04F3-4A29-8F2F-29C5FB3B7D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0F37649-C288-4253-9F74-77A8277270C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071E67-DD31-40AA-B66C-7BC93881070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6c80f5fc0474c3a"/>
              </a:rPr>
              <a:t>Open ML_PROJECT assignment form</a:t>
            </a:r>
          </a:p>
        </p:txBody>
      </p:sp>
      <p:sp>
        <p:nvSpPr>
          <p:cNvPr id="14" name="">
            <a:extLst xmlns:a="http://schemas.openxmlformats.org/drawingml/2006/main">
              <a:ext uri="{FF2B5EF4-FFF2-40B4-BE49-F238E27FC236}">
                <a16:creationId xmlns:a16="http://schemas.microsoft.com/office/drawing/2014/main" id="{5A98D16F-E5B3-494C-913F-8B8481FAE95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https://docs.google.com/forms/d/e/1FAIpQLSe_nQBvitfOInzsUcXkNH9V5Ykc95ymXHHeujjqHXX2lNzgpg/viewform</a:t>
            </a:r>
          </a:p>
        </p:txBody>
      </p:sp>
      <p:sp>
        <p:nvSpPr>
          <p:cNvPr id="15" name="">
            <a:extLst xmlns:a="http://schemas.openxmlformats.org/drawingml/2006/main">
              <a:ext uri="{FF2B5EF4-FFF2-40B4-BE49-F238E27FC236}">
                <a16:creationId xmlns:a16="http://schemas.microsoft.com/office/drawing/2014/main" id="{3AFA71E4-C086-47AB-85F0-7E40D139EE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18</a:t>
            </a:r>
          </a:p>
        </p:txBody>
      </p:sp>
    </p:spTree>
    <p:extLst>
      <p:ext uri="{BB962C8B-B14F-4D97-AF65-F5344CB8AC3E}">
        <p14:creationId xmlns:p14="http://schemas.microsoft.com/office/powerpoint/2010/main" val="41457735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EF3EE6-993F-40BC-8FDA-9A81646E8F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DA5B8A-F17F-41DA-BE70-7F4B857014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185A5E-C507-4C43-B21B-C2C11F03CC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4503A0CF-ADC9-4C85-AEEE-161B44F249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1088D2-5A05-4415-8FF8-FF5BE8C0B111}"/>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B96E0AE8-C4B3-42C7-B8CD-8AC31147491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BA2C52-73E0-491E-8CE7-F7B96EE04486}"/>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4FE3A90F-B05B-40A3-8F12-46BC60E48C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19</a:t>
            </a:r>
          </a:p>
        </p:txBody>
      </p:sp>
    </p:spTree>
    <p:extLst>
      <p:ext uri="{BB962C8B-B14F-4D97-AF65-F5344CB8AC3E}">
        <p14:creationId xmlns:p14="http://schemas.microsoft.com/office/powerpoint/2010/main" val="20702369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3D6D1B-CA2A-4BE7-946A-B3A9FDB081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B30610-B355-466F-92F2-8F3EE33537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6B1DAB-0957-4E9B-B927-BE7D8673F4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B839FE5E-427F-4A64-B092-43449849D0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315BC1-0D9B-4B3D-B71C-A56B88F8CDC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2E83001-5873-4A8B-9D8C-0E0CA11D7A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A9844291-3349-43C7-82EE-359336BD4C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C25AF2AA-ADA5-4BDE-84A7-0EC13A16D6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20</a:t>
            </a:r>
          </a:p>
        </p:txBody>
      </p:sp>
    </p:spTree>
    <p:extLst>
      <p:ext uri="{BB962C8B-B14F-4D97-AF65-F5344CB8AC3E}">
        <p14:creationId xmlns:p14="http://schemas.microsoft.com/office/powerpoint/2010/main" val="73943363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C794E6-EA91-4C34-A9FA-8F883A516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8503B3-70BF-4124-81D3-E49BDFC8D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2602CE-9F63-49BA-B63D-1207FC6DD5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0E7653C5-8B69-4838-8260-312EDC7658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E1BEF8-40EC-4239-A1A2-E29236A448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D214C6F6-7D8C-4A00-95C2-57C2494EAE8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FA7E94-0C35-451B-9EDA-F7978F1692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B169330A-8704-4341-80F5-508E1BA420B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BC1274-9C1D-49D5-971A-BE457DD2064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95B96677-C92D-4FFC-B00F-11DA0F5D15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21</a:t>
            </a:r>
          </a:p>
        </p:txBody>
      </p:sp>
    </p:spTree>
    <p:extLst>
      <p:ext uri="{BB962C8B-B14F-4D97-AF65-F5344CB8AC3E}">
        <p14:creationId xmlns:p14="http://schemas.microsoft.com/office/powerpoint/2010/main" val="166521661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11B40A-9C5A-41DA-962F-385A8CFF60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B88327-D04E-40E3-BA0A-25759B3D49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9B9F07-3E6F-4812-91F9-6B9C71624C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1BD66B0C-69BC-4354-85A4-7550DF50C95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30738D-ADBA-4FC8-9296-9A5D0A159AB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40C16523-897B-475C-83AF-0BC46B834A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22</a:t>
            </a:r>
          </a:p>
        </p:txBody>
      </p:sp>
    </p:spTree>
    <p:extLst>
      <p:ext uri="{BB962C8B-B14F-4D97-AF65-F5344CB8AC3E}">
        <p14:creationId xmlns:p14="http://schemas.microsoft.com/office/powerpoint/2010/main" val="107800271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4C3AD82-5B68-433C-B9D8-0E2351C232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92C27A-6F9C-4A00-B737-DC3F94FFF7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0A7B5F7-DD73-4898-8026-5758C0D093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4AB949DA-DD6C-412A-A379-853F772C53F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203AE9-F54B-41CF-A432-4F846240D5D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2960A145-E440-4B3D-88ED-4B7A649D0D5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257AEC-6B08-422D-819B-FAC5BC14B3F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99DCA7BE-401B-402F-9DFB-800F741811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F0908-B025-447F-B973-50CF99839F9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9D5C15F-D111-4E9B-AA66-E54315214A4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A1523D4-BA1B-418A-8983-FBC3399C35C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BCB754D-206C-4084-8A23-8504F302DA4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1B5D2DF-DD44-4865-9D22-7FE60A3F896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0c20a2b7f014816"/>
              </a:rPr>
              <a:t>Open DEMO assignment form</a:t>
            </a:r>
          </a:p>
        </p:txBody>
      </p:sp>
      <p:sp>
        <p:nvSpPr>
          <p:cNvPr id="14" name="">
            <a:extLst xmlns:a="http://schemas.openxmlformats.org/drawingml/2006/main">
              <a:ext uri="{FF2B5EF4-FFF2-40B4-BE49-F238E27FC236}">
                <a16:creationId xmlns:a16="http://schemas.microsoft.com/office/drawing/2014/main" id="{2ED0ECF6-1D49-4C46-A5C7-8120DE05446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https://docs.google.com/forms/d/e/1FAIpQLSfMM5T1LqYDNTMxlFZKxTow0BlO6efCj2pBtKfW6ky1-aroIg/viewform</a:t>
            </a:r>
          </a:p>
        </p:txBody>
      </p:sp>
      <p:sp>
        <p:nvSpPr>
          <p:cNvPr id="15" name="">
            <a:extLst xmlns:a="http://schemas.openxmlformats.org/drawingml/2006/main">
              <a:ext uri="{FF2B5EF4-FFF2-40B4-BE49-F238E27FC236}">
                <a16:creationId xmlns:a16="http://schemas.microsoft.com/office/drawing/2014/main" id="{0DD550EA-E86B-4646-AB28-57264DED9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23</a:t>
            </a:r>
          </a:p>
        </p:txBody>
      </p:sp>
    </p:spTree>
    <p:extLst>
      <p:ext uri="{BB962C8B-B14F-4D97-AF65-F5344CB8AC3E}">
        <p14:creationId xmlns:p14="http://schemas.microsoft.com/office/powerpoint/2010/main" val="631192076"/>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C6A584C0-04D9-4423-8026-3CF28A60494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BD70EBF0-2E1A-4C82-96EE-CCA36F261264}"/>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BE0A3B2B-C72B-4425-A490-14E0005B1289}"/>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7BAA1447-E35C-4E29-8BE3-DC8DEFA20A33}"/>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7D05BAFC-BA43-4CA2-9E67-6ED88FC22FC3}"/>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A562F195-E50C-41E1-9CB7-6E597A33E05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15   24</a:t>
            </a:r>
          </a:p>
        </p:txBody>
      </p:sp>
    </p:spTree>
    <p:extLst>
      <p:ext uri="{BB962C8B-B14F-4D97-AF65-F5344CB8AC3E}">
        <ns3:creationId val="12281872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2026-09-28T21:44:29.3640000Z</dcterms:created>
  <dcterms:modified xsi:type="dcterms:W3CDTF">2026-09-28T21:44:29.3640000Z</dcterms:modified>
</coreProperties>
</file>