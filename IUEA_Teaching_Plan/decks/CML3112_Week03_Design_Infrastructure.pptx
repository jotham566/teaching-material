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933f6c43a1640cf" Type="http://schemas.openxmlformats.org/officeDocument/2006/relationships/extended-properties" Target="docProps/app.xml"/><Relationship Id="R8b400872e8314893" Type="http://schemas.openxmlformats.org/package/2006/relationships/metadata/core-properties" Target="docProps/core.xml"/><Relationship Id="Rd4f7ddfc68ef494a"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3a7b9d9118874363"/>
  </p:sldMasterIdLst>
  <p:notesMasterIdLst>
    <p:notesMasterId xmlns:r="http://schemas.openxmlformats.org/officeDocument/2006/relationships" r:id="Rab1fc97e1ceb410f"/>
  </p:notesMasterIdLst>
  <p:sldIdLst>
    <p:sldId xmlns:r="http://schemas.openxmlformats.org/officeDocument/2006/relationships" id="256" r:id="R371659415adb4767"/>
    <p:sldId xmlns:r="http://schemas.openxmlformats.org/officeDocument/2006/relationships" id="257" r:id="R3fd7cf759c7b402b"/>
    <p:sldId xmlns:r="http://schemas.openxmlformats.org/officeDocument/2006/relationships" id="258" r:id="R1c79cffc192b4945"/>
    <p:sldId xmlns:r="http://schemas.openxmlformats.org/officeDocument/2006/relationships" id="259" r:id="R07133dc7a5fc4bbf"/>
    <p:sldId xmlns:r="http://schemas.openxmlformats.org/officeDocument/2006/relationships" id="260" r:id="R70fca11e793c4071"/>
    <p:sldId xmlns:r="http://schemas.openxmlformats.org/officeDocument/2006/relationships" id="261" r:id="Ra3ca3ff897f64a0e"/>
    <p:sldId xmlns:r="http://schemas.openxmlformats.org/officeDocument/2006/relationships" id="262" r:id="R6150cc77e0fa4366"/>
    <p:sldId xmlns:r="http://schemas.openxmlformats.org/officeDocument/2006/relationships" id="263" r:id="Rda6575d96fea4e99"/>
    <p:sldId xmlns:r="http://schemas.openxmlformats.org/officeDocument/2006/relationships" id="264" r:id="R4d05a9aa3f62440e"/>
    <p:sldId xmlns:r="http://schemas.openxmlformats.org/officeDocument/2006/relationships" id="265" r:id="R2a10afd1dcbb4b18"/>
    <p:sldId xmlns:r="http://schemas.openxmlformats.org/officeDocument/2006/relationships" id="266" r:id="Rb92d4a55477b4ca8"/>
    <p:sldId xmlns:r="http://schemas.openxmlformats.org/officeDocument/2006/relationships" id="267" r:id="R66475c75181645af"/>
    <p:sldId xmlns:r="http://schemas.openxmlformats.org/officeDocument/2006/relationships" id="268" r:id="R19f25fd8a84d44c8"/>
    <p:sldId xmlns:r="http://schemas.openxmlformats.org/officeDocument/2006/relationships" id="269" r:id="R08456f7358fd43f0"/>
    <p:sldId xmlns:r="http://schemas.openxmlformats.org/officeDocument/2006/relationships" id="270" r:id="R8c680f8e91e5454e"/>
    <p:sldId xmlns:r="http://schemas.openxmlformats.org/officeDocument/2006/relationships" id="271" r:id="R822830e53a9348f8"/>
    <p:sldId xmlns:r="http://schemas.openxmlformats.org/officeDocument/2006/relationships" id="272" r:id="R250af5db9b4741f3"/>
    <p:sldId xmlns:r="http://schemas.openxmlformats.org/officeDocument/2006/relationships" id="273" r:id="R7ed71e9723d348e9"/>
    <p:sldId xmlns:r="http://schemas.openxmlformats.org/officeDocument/2006/relationships" id="274" r:id="R31bfd28047514f3d"/>
    <p:sldId xmlns:r="http://schemas.openxmlformats.org/officeDocument/2006/relationships" id="275" r:id="R8fb3da0954804f57"/>
    <p:sldId xmlns:r="http://schemas.openxmlformats.org/officeDocument/2006/relationships" id="276" r:id="R8b0fa67c93b84cc3"/>
    <p:sldId xmlns:r="http://schemas.openxmlformats.org/officeDocument/2006/relationships" id="277" r:id="Reff2e09345f84b18"/>
    <p:sldId xmlns:r="http://schemas.openxmlformats.org/officeDocument/2006/relationships" id="278" r:id="R721cecb708404453"/>
    <p:sldId xmlns:r="http://schemas.openxmlformats.org/officeDocument/2006/relationships" id="279" r:id="R7b3a406921a24e5f"/>
    <p:sldId xmlns:r="http://schemas.openxmlformats.org/officeDocument/2006/relationships" id="280" r:id="R6347a4a077b1409b"/>
    <p:sldId xmlns:r="http://schemas.openxmlformats.org/officeDocument/2006/relationships" id="281" r:id="R990c2f30abdb4b28"/>
    <p:sldId xmlns:r="http://schemas.openxmlformats.org/officeDocument/2006/relationships" id="282" r:id="R782129ead77f4254"/>
    <p:sldId xmlns:r="http://schemas.openxmlformats.org/officeDocument/2006/relationships" id="283" r:id="R74fee4c8a0ee4ffe"/>
    <p:sldId xmlns:r="http://schemas.openxmlformats.org/officeDocument/2006/relationships" id="284" r:id="R86cc038eda214aaf"/>
    <p:sldId xmlns:r="http://schemas.openxmlformats.org/officeDocument/2006/relationships" id="285" r:id="R8982e15aa1f44908"/>
    <p:sldId xmlns:r="http://schemas.openxmlformats.org/officeDocument/2006/relationships" id="286" r:id="R0112ae828f8741ae"/>
    <p:sldId xmlns:r="http://schemas.openxmlformats.org/officeDocument/2006/relationships" id="287" r:id="Ra4741cba3b904b32"/>
    <p:sldId xmlns:r="http://schemas.openxmlformats.org/officeDocument/2006/relationships" id="288" r:id="Rfb30af9ae0944679"/>
    <p:sldId xmlns:r="http://schemas.openxmlformats.org/officeDocument/2006/relationships" id="289" r:id="Rb1252cb836f94387"/>
    <p:sldId xmlns:r="http://schemas.openxmlformats.org/officeDocument/2006/relationships" id="290" r:id="Rde1e77c818714526"/>
    <p:sldId xmlns:r="http://schemas.openxmlformats.org/officeDocument/2006/relationships" id="291" r:id="R7decec38198d4f30"/>
    <p:sldId xmlns:r="http://schemas.openxmlformats.org/officeDocument/2006/relationships" id="292" r:id="R92fc17be04234150"/>
    <p:sldId xmlns:r="http://schemas.openxmlformats.org/officeDocument/2006/relationships" id="293" r:id="Rf33df9344a3c48ed"/>
    <p:sldId xmlns:r="http://schemas.openxmlformats.org/officeDocument/2006/relationships" id="294" r:id="R66be4608631e480f"/>
    <p:sldId xmlns:r="http://schemas.openxmlformats.org/officeDocument/2006/relationships" id="295" r:id="R4e7bab24db6244fb"/>
    <p:sldId xmlns:r="http://schemas.openxmlformats.org/officeDocument/2006/relationships" id="296" r:id="R89a09636489c47d1"/>
    <p:sldId xmlns:r="http://schemas.openxmlformats.org/officeDocument/2006/relationships" id="297" r:id="Ra76177021bec4cf3"/>
    <p:sldId xmlns:r="http://schemas.openxmlformats.org/officeDocument/2006/relationships" id="298" r:id="R8947a00ab81c4382"/>
    <p:sldId xmlns:r="http://schemas.openxmlformats.org/officeDocument/2006/relationships" id="299" r:id="Rcbf65235c8234313"/>
    <p:sldId xmlns:r="http://schemas.openxmlformats.org/officeDocument/2006/relationships" id="300" r:id="R5ea3bba75c284c18"/>
    <p:sldId xmlns:r="http://schemas.openxmlformats.org/officeDocument/2006/relationships" id="301" r:id="R5343ba03be984a15"/>
    <p:sldId xmlns:r="http://schemas.openxmlformats.org/officeDocument/2006/relationships" id="302" r:id="R545aea9b0c5f435f"/>
    <p:sldId xmlns:r="http://schemas.openxmlformats.org/officeDocument/2006/relationships" id="303" r:id="R7c58765bb1b740a9"/>
    <p:sldId xmlns:r="http://schemas.openxmlformats.org/officeDocument/2006/relationships" id="304" r:id="R8322491107a74917"/>
    <p:sldId xmlns:r="http://schemas.openxmlformats.org/officeDocument/2006/relationships" id="305" r:id="R26c694e38d2e4b54"/>
    <p:sldId xmlns:r="http://schemas.openxmlformats.org/officeDocument/2006/relationships" id="306" r:id="Rd344b75cb1734805"/>
    <p:sldId xmlns:r="http://schemas.openxmlformats.org/officeDocument/2006/relationships" id="307" r:id="Rc8dabefcfe0141ae"/>
    <p:sldId xmlns:r="http://schemas.openxmlformats.org/officeDocument/2006/relationships" id="308" r:id="Rf34032784f404cb7"/>
    <p:sldId xmlns:r="http://schemas.openxmlformats.org/officeDocument/2006/relationships" id="309" r:id="R9cc6645efac74b26"/>
    <p:sldId xmlns:r="http://schemas.openxmlformats.org/officeDocument/2006/relationships" id="310" r:id="R2d516c720c494f25"/>
    <p:sldId xmlns:r="http://schemas.openxmlformats.org/officeDocument/2006/relationships" id="311" r:id="R0273163c852d4075"/>
    <p:sldId xmlns:r="http://schemas.openxmlformats.org/officeDocument/2006/relationships" id="312" r:id="R1921e8cda5cf4582"/>
    <p:sldId xmlns:r="http://schemas.openxmlformats.org/officeDocument/2006/relationships" id="313" r:id="R451cdfaf0d234248"/>
    <p:sldId xmlns:r="http://schemas.openxmlformats.org/officeDocument/2006/relationships" id="314" r:id="Rbc71d7d60b364656"/>
    <p:sldId xmlns:r="http://schemas.openxmlformats.org/officeDocument/2006/relationships" id="315" r:id="R3efb97f9835945f9"/>
    <p:sldId xmlns:r="http://schemas.openxmlformats.org/officeDocument/2006/relationships" id="316" r:id="R00c65322cd834c83"/>
    <p:sldId xmlns:r="http://schemas.openxmlformats.org/officeDocument/2006/relationships" id="317" r:id="R635cfb50dfba414f"/>
    <p:sldId xmlns:r="http://schemas.openxmlformats.org/officeDocument/2006/relationships" id="318" r:id="R270a6c74609e43bb"/>
    <p:sldId xmlns:r="http://schemas.openxmlformats.org/officeDocument/2006/relationships" id="319" r:id="R0aa7d3e0a83c46eb"/>
    <p:sldId xmlns:r="http://schemas.openxmlformats.org/officeDocument/2006/relationships" id="320" r:id="Ra8994afa9cd84b8b"/>
    <p:sldId xmlns:r="http://schemas.openxmlformats.org/officeDocument/2006/relationships" id="321" r:id="Rfe369e3c34f14bb0"/>
    <p:sldId xmlns:r="http://schemas.openxmlformats.org/officeDocument/2006/relationships" id="322" r:id="R5594db92ceb64921"/>
    <p:sldId xmlns:r="http://schemas.openxmlformats.org/officeDocument/2006/relationships" id="323" r:id="R4defac8c0f914675"/>
    <p:sldId xmlns:r="http://schemas.openxmlformats.org/officeDocument/2006/relationships" id="324" r:id="Rdc789b703b6e4148"/>
    <p:sldId xmlns:r="http://schemas.openxmlformats.org/officeDocument/2006/relationships" id="325" r:id="R316fc1a3f66e4aaa"/>
    <p:sldId xmlns:r="http://schemas.openxmlformats.org/officeDocument/2006/relationships" id="326" r:id="R989712ef76704340"/>
    <p:sldId xmlns:r="http://schemas.openxmlformats.org/officeDocument/2006/relationships" id="327" r:id="R071bfc7558db41ae"/>
    <p:sldId xmlns:r="http://schemas.openxmlformats.org/officeDocument/2006/relationships" id="328" r:id="R45df781daf174cdc"/>
    <p:sldId xmlns:r="http://schemas.openxmlformats.org/officeDocument/2006/relationships" id="329" r:id="Rba8539b78e464182"/>
    <p:sldId xmlns:r="http://schemas.openxmlformats.org/officeDocument/2006/relationships" id="330" r:id="Rd5f5ff5f42f04d52"/>
    <p:sldId xmlns:r="http://schemas.openxmlformats.org/officeDocument/2006/relationships" id="331" r:id="R383e6e96bfdf4624"/>
    <p:sldId xmlns:r="http://schemas.openxmlformats.org/officeDocument/2006/relationships" id="332" r:id="Rba9b612c5a6d45f4"/>
    <p:sldId xmlns:r="http://schemas.openxmlformats.org/officeDocument/2006/relationships" id="333" r:id="Rb3b5e8b093084d09"/>
    <p:sldId xmlns:r="http://schemas.openxmlformats.org/officeDocument/2006/relationships" id="334" r:id="R29c5e6e079ff4569"/>
    <p:sldId xmlns:r="http://schemas.openxmlformats.org/officeDocument/2006/relationships" id="335" r:id="R2c27ae7f911d4619"/>
    <p:sldId xmlns:r="http://schemas.openxmlformats.org/officeDocument/2006/relationships" id="336" r:id="Rb733444fea5e48df"/>
    <p:sldId xmlns:r="http://schemas.openxmlformats.org/officeDocument/2006/relationships" id="337" r:id="Rf4e0985f94c74ba7"/>
    <p:sldId xmlns:r="http://schemas.openxmlformats.org/officeDocument/2006/relationships" id="338" r:id="R30774be76a5446f2"/>
    <p:sldId xmlns:r="http://schemas.openxmlformats.org/officeDocument/2006/relationships" id="339" r:id="R6877487cc5f44cdf"/>
    <p:sldId xmlns:r="http://schemas.openxmlformats.org/officeDocument/2006/relationships" id="340" r:id="R574f8107f8dd45ae"/>
    <p:sldId xmlns:r="http://schemas.openxmlformats.org/officeDocument/2006/relationships" id="341" r:id="R8e5d106bfe9b4ddb"/>
    <p:sldId xmlns:r="http://schemas.openxmlformats.org/officeDocument/2006/relationships" id="342" r:id="Rbedb54e927f5461f"/>
    <p:sldId xmlns:r="http://schemas.openxmlformats.org/officeDocument/2006/relationships" id="343" r:id="R4261e2e1ac39432b"/>
    <p:sldId xmlns:r="http://schemas.openxmlformats.org/officeDocument/2006/relationships" id="344" r:id="Rc93ae9e6f39844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c65322cd834c83" Type="http://schemas.openxmlformats.org/officeDocument/2006/relationships/slide" Target="slides/slide61.xml"/><Relationship Id="R0112ae828f8741ae" Type="http://schemas.openxmlformats.org/officeDocument/2006/relationships/slide" Target="slides/slide31.xml"/><Relationship Id="R0273163c852d4075" Type="http://schemas.openxmlformats.org/officeDocument/2006/relationships/slide" Target="slides/slide56.xml"/><Relationship Id="R07133dc7a5fc4bbf" Type="http://schemas.openxmlformats.org/officeDocument/2006/relationships/slide" Target="slides/slide4.xml"/><Relationship Id="R071bfc7558db41ae" Type="http://schemas.openxmlformats.org/officeDocument/2006/relationships/slide" Target="slides/slide72.xml"/><Relationship Id="R08456f7358fd43f0" Type="http://schemas.openxmlformats.org/officeDocument/2006/relationships/slide" Target="slides/slide14.xml"/><Relationship Id="R0aa7d3e0a83c46eb" Type="http://schemas.openxmlformats.org/officeDocument/2006/relationships/slide" Target="slides/slide64.xml"/><Relationship Id="R1921e8cda5cf4582" Type="http://schemas.openxmlformats.org/officeDocument/2006/relationships/slide" Target="slides/slide57.xml"/><Relationship Id="R19f25fd8a84d44c8" Type="http://schemas.openxmlformats.org/officeDocument/2006/relationships/slide" Target="slides/slide13.xml"/><Relationship Id="R1c79cffc192b4945" Type="http://schemas.openxmlformats.org/officeDocument/2006/relationships/slide" Target="slides/slide3.xml"/><Relationship Id="R250af5db9b4741f3" Type="http://schemas.openxmlformats.org/officeDocument/2006/relationships/slide" Target="slides/slide17.xml"/><Relationship Id="R26c694e38d2e4b54" Type="http://schemas.openxmlformats.org/officeDocument/2006/relationships/slide" Target="slides/slide50.xml"/><Relationship Id="R270a6c74609e43bb" Type="http://schemas.openxmlformats.org/officeDocument/2006/relationships/slide" Target="slides/slide63.xml"/><Relationship Id="R29c5e6e079ff4569" Type="http://schemas.openxmlformats.org/officeDocument/2006/relationships/slide" Target="slides/slide79.xml"/><Relationship Id="R2a10afd1dcbb4b18" Type="http://schemas.openxmlformats.org/officeDocument/2006/relationships/slide" Target="slides/slide10.xml"/><Relationship Id="R2c27ae7f911d4619" Type="http://schemas.openxmlformats.org/officeDocument/2006/relationships/slide" Target="slides/slide80.xml"/><Relationship Id="R2d516c720c494f25" Type="http://schemas.openxmlformats.org/officeDocument/2006/relationships/slide" Target="slides/slide55.xml"/><Relationship Id="R30774be76a5446f2" Type="http://schemas.openxmlformats.org/officeDocument/2006/relationships/slide" Target="slides/slide83.xml"/><Relationship Id="R316fc1a3f66e4aaa" Type="http://schemas.openxmlformats.org/officeDocument/2006/relationships/slide" Target="slides/slide70.xml"/><Relationship Id="R31bfd28047514f3d" Type="http://schemas.openxmlformats.org/officeDocument/2006/relationships/slide" Target="slides/slide19.xml"/><Relationship Id="R371659415adb4767" Type="http://schemas.openxmlformats.org/officeDocument/2006/relationships/slide" Target="slides/slide1.xml"/><Relationship Id="R383e6e96bfdf4624" Type="http://schemas.openxmlformats.org/officeDocument/2006/relationships/slide" Target="slides/slide76.xml"/><Relationship Id="R3a7b9d9118874363" Type="http://schemas.openxmlformats.org/officeDocument/2006/relationships/slideMaster" Target="slideMasters/slideMaster1.xml"/><Relationship Id="R3b9f47b14ca74d79" Type="http://schemas.openxmlformats.org/officeDocument/2006/relationships/presProps" Target="presProps.xml"/><Relationship Id="R3efb97f9835945f9" Type="http://schemas.openxmlformats.org/officeDocument/2006/relationships/slide" Target="slides/slide60.xml"/><Relationship Id="R3fd7cf759c7b402b" Type="http://schemas.openxmlformats.org/officeDocument/2006/relationships/slide" Target="slides/slide2.xml"/><Relationship Id="R4261e2e1ac39432b" Type="http://schemas.openxmlformats.org/officeDocument/2006/relationships/slide" Target="slides/slide88.xml"/><Relationship Id="R451cdfaf0d234248" Type="http://schemas.openxmlformats.org/officeDocument/2006/relationships/slide" Target="slides/slide58.xml"/><Relationship Id="R45df781daf174cdc" Type="http://schemas.openxmlformats.org/officeDocument/2006/relationships/slide" Target="slides/slide73.xml"/><Relationship Id="R4d05a9aa3f62440e" Type="http://schemas.openxmlformats.org/officeDocument/2006/relationships/slide" Target="slides/slide9.xml"/><Relationship Id="R4defac8c0f914675" Type="http://schemas.openxmlformats.org/officeDocument/2006/relationships/slide" Target="slides/slide68.xml"/><Relationship Id="R4e7bab24db6244fb" Type="http://schemas.openxmlformats.org/officeDocument/2006/relationships/slide" Target="slides/slide40.xml"/><Relationship Id="R5343ba03be984a15" Type="http://schemas.openxmlformats.org/officeDocument/2006/relationships/slide" Target="slides/slide46.xml"/><Relationship Id="R545aea9b0c5f435f" Type="http://schemas.openxmlformats.org/officeDocument/2006/relationships/slide" Target="slides/slide47.xml"/><Relationship Id="R5594db92ceb64921" Type="http://schemas.openxmlformats.org/officeDocument/2006/relationships/slide" Target="slides/slide67.xml"/><Relationship Id="R574f8107f8dd45ae" Type="http://schemas.openxmlformats.org/officeDocument/2006/relationships/slide" Target="slides/slide85.xml"/><Relationship Id="R5ea3bba75c284c18" Type="http://schemas.openxmlformats.org/officeDocument/2006/relationships/slide" Target="slides/slide45.xml"/><Relationship Id="R6150cc77e0fa4366" Type="http://schemas.openxmlformats.org/officeDocument/2006/relationships/slide" Target="slides/slide7.xml"/><Relationship Id="R6347a4a077b1409b" Type="http://schemas.openxmlformats.org/officeDocument/2006/relationships/slide" Target="slides/slide25.xml"/><Relationship Id="R635cfb50dfba414f" Type="http://schemas.openxmlformats.org/officeDocument/2006/relationships/slide" Target="slides/slide62.xml"/><Relationship Id="R66475c75181645af" Type="http://schemas.openxmlformats.org/officeDocument/2006/relationships/slide" Target="slides/slide12.xml"/><Relationship Id="R66be4608631e480f" Type="http://schemas.openxmlformats.org/officeDocument/2006/relationships/slide" Target="slides/slide39.xml"/><Relationship Id="R6877487cc5f44cdf" Type="http://schemas.openxmlformats.org/officeDocument/2006/relationships/slide" Target="slides/slide84.xml"/><Relationship Id="R70fca11e793c4071" Type="http://schemas.openxmlformats.org/officeDocument/2006/relationships/slide" Target="slides/slide5.xml"/><Relationship Id="R721cecb708404453" Type="http://schemas.openxmlformats.org/officeDocument/2006/relationships/slide" Target="slides/slide23.xml"/><Relationship Id="R7479adbd5e7c4385" Type="http://schemas.openxmlformats.org/officeDocument/2006/relationships/theme" Target="theme/theme1.xml"/><Relationship Id="R74fee4c8a0ee4ffe" Type="http://schemas.openxmlformats.org/officeDocument/2006/relationships/slide" Target="slides/slide28.xml"/><Relationship Id="R782129ead77f4254" Type="http://schemas.openxmlformats.org/officeDocument/2006/relationships/slide" Target="slides/slide27.xml"/><Relationship Id="R7b3a406921a24e5f" Type="http://schemas.openxmlformats.org/officeDocument/2006/relationships/slide" Target="slides/slide24.xml"/><Relationship Id="R7c58765bb1b740a9" Type="http://schemas.openxmlformats.org/officeDocument/2006/relationships/slide" Target="slides/slide48.xml"/><Relationship Id="R7decec38198d4f30" Type="http://schemas.openxmlformats.org/officeDocument/2006/relationships/slide" Target="slides/slide36.xml"/><Relationship Id="R7ed71e9723d348e9" Type="http://schemas.openxmlformats.org/officeDocument/2006/relationships/slide" Target="slides/slide18.xml"/><Relationship Id="R822830e53a9348f8" Type="http://schemas.openxmlformats.org/officeDocument/2006/relationships/slide" Target="slides/slide16.xml"/><Relationship Id="R8322491107a74917" Type="http://schemas.openxmlformats.org/officeDocument/2006/relationships/slide" Target="slides/slide49.xml"/><Relationship Id="R86cc038eda214aaf" Type="http://schemas.openxmlformats.org/officeDocument/2006/relationships/slide" Target="slides/slide29.xml"/><Relationship Id="R8947a00ab81c4382" Type="http://schemas.openxmlformats.org/officeDocument/2006/relationships/slide" Target="slides/slide43.xml"/><Relationship Id="R8982e15aa1f44908" Type="http://schemas.openxmlformats.org/officeDocument/2006/relationships/slide" Target="slides/slide30.xml"/><Relationship Id="R89a09636489c47d1" Type="http://schemas.openxmlformats.org/officeDocument/2006/relationships/slide" Target="slides/slide41.xml"/><Relationship Id="R8b0fa67c93b84cc3" Type="http://schemas.openxmlformats.org/officeDocument/2006/relationships/slide" Target="slides/slide21.xml"/><Relationship Id="R8c680f8e91e5454e" Type="http://schemas.openxmlformats.org/officeDocument/2006/relationships/slide" Target="slides/slide15.xml"/><Relationship Id="R8e5d106bfe9b4ddb" Type="http://schemas.openxmlformats.org/officeDocument/2006/relationships/slide" Target="slides/slide86.xml"/><Relationship Id="R8fb3da0954804f57" Type="http://schemas.openxmlformats.org/officeDocument/2006/relationships/slide" Target="slides/slide20.xml"/><Relationship Id="R913b7004bd32488e" Type="http://schemas.openxmlformats.org/officeDocument/2006/relationships/tableStyles" Target="tableStyles.xml"/><Relationship Id="R92fc17be04234150" Type="http://schemas.openxmlformats.org/officeDocument/2006/relationships/slide" Target="slides/slide37.xml"/><Relationship Id="R989712ef76704340" Type="http://schemas.openxmlformats.org/officeDocument/2006/relationships/slide" Target="slides/slide71.xml"/><Relationship Id="R990c2f30abdb4b28" Type="http://schemas.openxmlformats.org/officeDocument/2006/relationships/slide" Target="slides/slide26.xml"/><Relationship Id="R9cc6645efac74b26" Type="http://schemas.openxmlformats.org/officeDocument/2006/relationships/slide" Target="slides/slide54.xml"/><Relationship Id="Ra3ca3ff897f64a0e" Type="http://schemas.openxmlformats.org/officeDocument/2006/relationships/slide" Target="slides/slide6.xml"/><Relationship Id="Ra4741cba3b904b32" Type="http://schemas.openxmlformats.org/officeDocument/2006/relationships/slide" Target="slides/slide32.xml"/><Relationship Id="Ra76177021bec4cf3" Type="http://schemas.openxmlformats.org/officeDocument/2006/relationships/slide" Target="slides/slide42.xml"/><Relationship Id="Ra8994afa9cd84b8b" Type="http://schemas.openxmlformats.org/officeDocument/2006/relationships/slide" Target="slides/slide65.xml"/><Relationship Id="Rab1fc97e1ceb410f" Type="http://schemas.openxmlformats.org/officeDocument/2006/relationships/notesMaster" Target="notesMasters/notesMaster1.xml"/><Relationship Id="Rb1252cb836f94387" Type="http://schemas.openxmlformats.org/officeDocument/2006/relationships/slide" Target="slides/slide34.xml"/><Relationship Id="Rb3b5e8b093084d09" Type="http://schemas.openxmlformats.org/officeDocument/2006/relationships/slide" Target="slides/slide78.xml"/><Relationship Id="Rb733444fea5e48df" Type="http://schemas.openxmlformats.org/officeDocument/2006/relationships/slide" Target="slides/slide81.xml"/><Relationship Id="Rb92d4a55477b4ca8" Type="http://schemas.openxmlformats.org/officeDocument/2006/relationships/slide" Target="slides/slide11.xml"/><Relationship Id="Rba8539b78e464182" Type="http://schemas.openxmlformats.org/officeDocument/2006/relationships/slide" Target="slides/slide74.xml"/><Relationship Id="Rba9b612c5a6d45f4" Type="http://schemas.openxmlformats.org/officeDocument/2006/relationships/slide" Target="slides/slide77.xml"/><Relationship Id="Rbc71d7d60b364656" Type="http://schemas.openxmlformats.org/officeDocument/2006/relationships/slide" Target="slides/slide59.xml"/><Relationship Id="Rbedb54e927f5461f" Type="http://schemas.openxmlformats.org/officeDocument/2006/relationships/slide" Target="slides/slide87.xml"/><Relationship Id="Rc8dabefcfe0141ae" Type="http://schemas.openxmlformats.org/officeDocument/2006/relationships/slide" Target="slides/slide52.xml"/><Relationship Id="Rc93ae9e6f3984402" Type="http://schemas.openxmlformats.org/officeDocument/2006/relationships/slide" Target="slides/slide89.xml"/><Relationship Id="Rcbf65235c8234313" Type="http://schemas.openxmlformats.org/officeDocument/2006/relationships/slide" Target="slides/slide44.xml"/><Relationship Id="Rd344b75cb1734805" Type="http://schemas.openxmlformats.org/officeDocument/2006/relationships/slide" Target="slides/slide51.xml"/><Relationship Id="Rd5f5ff5f42f04d52" Type="http://schemas.openxmlformats.org/officeDocument/2006/relationships/slide" Target="slides/slide75.xml"/><Relationship Id="Rda6575d96fea4e99" Type="http://schemas.openxmlformats.org/officeDocument/2006/relationships/slide" Target="slides/slide8.xml"/><Relationship Id="Rdc789b703b6e4148" Type="http://schemas.openxmlformats.org/officeDocument/2006/relationships/slide" Target="slides/slide69.xml"/><Relationship Id="Rde1e77c818714526" Type="http://schemas.openxmlformats.org/officeDocument/2006/relationships/slide" Target="slides/slide35.xml"/><Relationship Id="Reff2e09345f84b18" Type="http://schemas.openxmlformats.org/officeDocument/2006/relationships/slide" Target="slides/slide22.xml"/><Relationship Id="Rf33df9344a3c48ed" Type="http://schemas.openxmlformats.org/officeDocument/2006/relationships/slide" Target="slides/slide38.xml"/><Relationship Id="Rf34032784f404cb7" Type="http://schemas.openxmlformats.org/officeDocument/2006/relationships/slide" Target="slides/slide53.xml"/><Relationship Id="Rf4e0985f94c74ba7" Type="http://schemas.openxmlformats.org/officeDocument/2006/relationships/slide" Target="slides/slide82.xml"/><Relationship Id="Rfb30af9ae0944679" Type="http://schemas.openxmlformats.org/officeDocument/2006/relationships/slide" Target="slides/slide33.xml"/><Relationship Id="Rfe369e3c34f14bb0"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a1620b07c98746b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125500464004980" Type="http://schemas.openxmlformats.org/officeDocument/2006/relationships/notesMaster" Target="../notesMasters/notesMaster1.xml"/><Relationship Id="Rc7f67b0d0aa640f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b170ba990c7410b" Type="http://schemas.openxmlformats.org/officeDocument/2006/relationships/notesMaster" Target="../notesMasters/notesMaster1.xml"/><Relationship Id="Rf23bc940737a4184"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a34baef6ceb41e4" Type="http://schemas.openxmlformats.org/officeDocument/2006/relationships/slide" Target="../slides/slide3.xml"/><Relationship Id="Ra9f33153256b4b5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63e4b8600de4086" Type="http://schemas.openxmlformats.org/officeDocument/2006/relationships/slide" Target="../slides/slide4.xml"/><Relationship Id="Rc601cdd4745b4ab0"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46d2587e301408c" Type="http://schemas.openxmlformats.org/officeDocument/2006/relationships/slide" Target="../slides/slide5.xml"/><Relationship Id="Rb864817151994e2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fb363d406764397" Type="http://schemas.openxmlformats.org/officeDocument/2006/relationships/slide" Target="../slides/slide6.xml"/><Relationship Id="Rf04d56321ce3404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3068fafc5a04394" Type="http://schemas.openxmlformats.org/officeDocument/2006/relationships/notesMaster" Target="../notesMasters/notesMaster1.xml"/><Relationship Id="R58e08308d153403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58001c53cbf4974" Type="http://schemas.openxmlformats.org/officeDocument/2006/relationships/slide" Target="../slides/slide8.xml"/><Relationship Id="Rda345adb419243d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61cb293c674d472a" Type="http://schemas.openxmlformats.org/officeDocument/2006/relationships/notesMaster" Target="../notesMasters/notesMaster1.xml"/><Relationship Id="R998f4ce0e35a4303"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58fb6e968794ef6" Type="http://schemas.openxmlformats.org/officeDocument/2006/relationships/slide" Target="../slides/slide10.xml"/><Relationship Id="Reee5859e87d048d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f51f93687444045" Type="http://schemas.openxmlformats.org/officeDocument/2006/relationships/slide" Target="../slides/slide11.xml"/><Relationship Id="Rb486e3b597da42b8"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6b1d9ae2d814c3e" Type="http://schemas.openxmlformats.org/officeDocument/2006/relationships/notesMaster" Target="../notesMasters/notesMaster1.xml"/><Relationship Id="Rb331f2db60f7408a"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59071021fde4f15" Type="http://schemas.openxmlformats.org/officeDocument/2006/relationships/slide" Target="../slides/slide13.xml"/><Relationship Id="R826298061b1a481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c93c6cf7e554d36" Type="http://schemas.openxmlformats.org/officeDocument/2006/relationships/notesMaster" Target="../notesMasters/notesMaster1.xml"/><Relationship Id="Rc56683e27c114087"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967f17c938b4c95" Type="http://schemas.openxmlformats.org/officeDocument/2006/relationships/notesMaster" Target="../notesMasters/notesMaster1.xml"/><Relationship Id="Re8c5cded6f7343d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4f4f6b92e7341fd" Type="http://schemas.openxmlformats.org/officeDocument/2006/relationships/slide" Target="../slides/slide16.xml"/><Relationship Id="Re8268eb3d93b4d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ddfd8d9ce4fd4283" Type="http://schemas.openxmlformats.org/officeDocument/2006/relationships/slide" Target="../slides/slide17.xml"/><Relationship Id="Re5aa602ec9234fb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b44febf13b284cd6" Type="http://schemas.openxmlformats.org/officeDocument/2006/relationships/notesMaster" Target="../notesMasters/notesMaster1.xml"/><Relationship Id="Red1f32a8787c4a4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4dd88fa13c8e4ca1" Type="http://schemas.openxmlformats.org/officeDocument/2006/relationships/notesMaster" Target="../notesMasters/notesMaster1.xml"/><Relationship Id="R89c6b21590034376"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01f8b2699aa45c0" Type="http://schemas.openxmlformats.org/officeDocument/2006/relationships/notesMaster" Target="../notesMasters/notesMaster1.xml"/><Relationship Id="Rec6b21d6ac84457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4eb78a492fb40e7" Type="http://schemas.openxmlformats.org/officeDocument/2006/relationships/slide" Target="../slides/slide21.xml"/><Relationship Id="Rd2d79cf8b1bc4736"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450be1c5e470471e" Type="http://schemas.openxmlformats.org/officeDocument/2006/relationships/notesMaster" Target="../notesMasters/notesMaster1.xml"/><Relationship Id="Rcd8c79cdca9e402c"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c4bc4f4623640ed" Type="http://schemas.openxmlformats.org/officeDocument/2006/relationships/slide" Target="../slides/slide23.xml"/><Relationship Id="R3a20e76081394793"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b58cdc51a9c64ebc" Type="http://schemas.openxmlformats.org/officeDocument/2006/relationships/slide" Target="../slides/slide24.xml"/><Relationship Id="Rf079a80a229b4153"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920c0b206804592" Type="http://schemas.openxmlformats.org/officeDocument/2006/relationships/notesMaster" Target="../notesMasters/notesMaster1.xml"/><Relationship Id="R7f75d2bede3b4b5f"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4f0a43913164d24" Type="http://schemas.openxmlformats.org/officeDocument/2006/relationships/slide" Target="../slides/slide26.xml"/><Relationship Id="Rdcf52c856cd9428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18c89f5be1b4a94" Type="http://schemas.openxmlformats.org/officeDocument/2006/relationships/notesMaster" Target="../notesMasters/notesMaster1.xml"/><Relationship Id="Rf3a0b36506904b7e"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24948992b644861" Type="http://schemas.openxmlformats.org/officeDocument/2006/relationships/notesMaster" Target="../notesMasters/notesMaster1.xml"/><Relationship Id="R6b669b2beed944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83299f190594daa" Type="http://schemas.openxmlformats.org/officeDocument/2006/relationships/notesMaster" Target="../notesMasters/notesMaster1.xml"/><Relationship Id="R5c9f059235f547d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2cf660e5a8f45df" Type="http://schemas.openxmlformats.org/officeDocument/2006/relationships/slide" Target="../slides/slide30.xml"/><Relationship Id="R853d40c460dc4b0d"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61423c40d91484a" Type="http://schemas.openxmlformats.org/officeDocument/2006/relationships/slide" Target="../slides/slide31.xml"/><Relationship Id="R89c4219dd456498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277b276b3f1417c" Type="http://schemas.openxmlformats.org/officeDocument/2006/relationships/slide" Target="../slides/slide32.xml"/><Relationship Id="Rb6ac20f3694242c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d873f8d231a4349" Type="http://schemas.openxmlformats.org/officeDocument/2006/relationships/notesMaster" Target="../notesMasters/notesMaster1.xml"/><Relationship Id="R9224e52e236b494d"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99c265eb3fa14cb3" Type="http://schemas.openxmlformats.org/officeDocument/2006/relationships/notesMaster" Target="../notesMasters/notesMaster1.xml"/><Relationship Id="Ra1579928f84648d6"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3219eef09be4c1c" Type="http://schemas.openxmlformats.org/officeDocument/2006/relationships/notesMaster" Target="../notesMasters/notesMaster1.xml"/><Relationship Id="R5ee179d091604aae"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899fd13ac5b444cc" Type="http://schemas.openxmlformats.org/officeDocument/2006/relationships/slide" Target="../slides/slide36.xml"/><Relationship Id="R8ed37c31a581456f"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3f08914cf3649b6" Type="http://schemas.openxmlformats.org/officeDocument/2006/relationships/notesMaster" Target="../notesMasters/notesMaster1.xml"/><Relationship Id="R8edaf3502db04eb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af015dfc9a04b26" Type="http://schemas.openxmlformats.org/officeDocument/2006/relationships/notesMaster" Target="../notesMasters/notesMaster1.xml"/><Relationship Id="Rf59cb4182677471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4b11a062ddb4472" Type="http://schemas.openxmlformats.org/officeDocument/2006/relationships/notesMaster" Target="../notesMasters/notesMaster1.xml"/><Relationship Id="R989334e5955c4a10"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36cbb5f0decd4709" Type="http://schemas.openxmlformats.org/officeDocument/2006/relationships/notesMaster" Target="../notesMasters/notesMaster1.xml"/><Relationship Id="R63f1d8eafce647e6"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35fe579d5f2b42ab" Type="http://schemas.openxmlformats.org/officeDocument/2006/relationships/slide" Target="../slides/slide41.xml"/><Relationship Id="Rb4b1e01bfd3941c7"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88284fe721144442" Type="http://schemas.openxmlformats.org/officeDocument/2006/relationships/slide" Target="../slides/slide42.xml"/><Relationship Id="Rbfeb0f2719ef4b2a"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de5d017ce4d44c8e" Type="http://schemas.openxmlformats.org/officeDocument/2006/relationships/slide" Target="../slides/slide43.xml"/><Relationship Id="Rea8b9e8f00994a67"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3f07222a4a624688" Type="http://schemas.openxmlformats.org/officeDocument/2006/relationships/notesMaster" Target="../notesMasters/notesMaster1.xml"/><Relationship Id="Rb7796904a9f04e00"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3ac8a0a2ecd4847" Type="http://schemas.openxmlformats.org/officeDocument/2006/relationships/slide" Target="../slides/slide45.xml"/><Relationship Id="R663dfdd00c84499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3666203f3a614729" Type="http://schemas.openxmlformats.org/officeDocument/2006/relationships/slide" Target="../slides/slide46.xml"/><Relationship Id="Rf997226befa842d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4b86a7427e7c4af5" Type="http://schemas.openxmlformats.org/officeDocument/2006/relationships/notesMaster" Target="../notesMasters/notesMaster1.xml"/><Relationship Id="R77405becd80840cc"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e62f840c9ad94e27" Type="http://schemas.openxmlformats.org/officeDocument/2006/relationships/slide" Target="../slides/slide48.xml"/><Relationship Id="Rf7bdd2c917c44ab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4f6eb1e55f7a4b72" Type="http://schemas.openxmlformats.org/officeDocument/2006/relationships/notesMaster" Target="../notesMasters/notesMaster1.xml"/><Relationship Id="R839a922b1df747a9"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61eafcf3745843cc" Type="http://schemas.openxmlformats.org/officeDocument/2006/relationships/slide" Target="../slides/slide50.xml"/><Relationship Id="Rf7bf5ed33e224894"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cd833ed5809142a1" Type="http://schemas.openxmlformats.org/officeDocument/2006/relationships/notesMaster" Target="../notesMasters/notesMaster1.xml"/><Relationship Id="Rd97dbb90010240cd"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4fbb7bbc73984a24" Type="http://schemas.openxmlformats.org/officeDocument/2006/relationships/notesMaster" Target="../notesMasters/notesMaster1.xml"/><Relationship Id="Rf394895249414f5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4f1034761548490b" Type="http://schemas.openxmlformats.org/officeDocument/2006/relationships/slide" Target="../slides/slide53.xml"/><Relationship Id="R6d33b3725d6c404f"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726c87892a9e4c30" Type="http://schemas.openxmlformats.org/officeDocument/2006/relationships/slide" Target="../slides/slide54.xml"/><Relationship Id="Rc7cb46a6716f4ef7"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eefd9790cb4b48d8" Type="http://schemas.openxmlformats.org/officeDocument/2006/relationships/slide" Target="../slides/slide55.xml"/><Relationship Id="Rfd7c50c4527b4e66"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57c35ef726e41bd" Type="http://schemas.openxmlformats.org/officeDocument/2006/relationships/slide" Target="../slides/slide56.xml"/><Relationship Id="R60a82ea71b1e407a"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8cc3edaa61d74c5c" Type="http://schemas.openxmlformats.org/officeDocument/2006/relationships/notesMaster" Target="../notesMasters/notesMaster1.xml"/><Relationship Id="Rb2112914cf7d4eca"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19deff9d766415c" Type="http://schemas.openxmlformats.org/officeDocument/2006/relationships/notesMaster" Target="../notesMasters/notesMaster1.xml"/><Relationship Id="R8d6f73816ec04a61"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5650027f980c4d89" Type="http://schemas.openxmlformats.org/officeDocument/2006/relationships/notesMaster" Target="../notesMasters/notesMaster1.xml"/><Relationship Id="R7a5524503b784d89"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aeed8db323343ca" Type="http://schemas.openxmlformats.org/officeDocument/2006/relationships/notesMaster" Target="../notesMasters/notesMaster1.xml"/><Relationship Id="Rc797466c2ade42f5"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d0beeb736ab2454e" Type="http://schemas.openxmlformats.org/officeDocument/2006/relationships/notesMaster" Target="../notesMasters/notesMaster1.xml"/><Relationship Id="Rfedc80bbe5bd4dda"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6831dbcc1b89489e" Type="http://schemas.openxmlformats.org/officeDocument/2006/relationships/slide" Target="../slides/slide62.xml"/><Relationship Id="Rcb0840a29ede49ad"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a0ff014c26014460" Type="http://schemas.openxmlformats.org/officeDocument/2006/relationships/slide" Target="../slides/slide63.xml"/><Relationship Id="Re9996fa3c0384b87"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369dfb0986bd4c23" Type="http://schemas.openxmlformats.org/officeDocument/2006/relationships/notesMaster" Target="../notesMasters/notesMaster1.xml"/><Relationship Id="R88cc515629fb4aaf"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84c588051ac6464e" Type="http://schemas.openxmlformats.org/officeDocument/2006/relationships/slide" Target="../slides/slide65.xml"/><Relationship Id="Ra7ba21fbb8f84732"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b79b7864e9fa46ef" Type="http://schemas.openxmlformats.org/officeDocument/2006/relationships/slide" Target="../slides/slide66.xml"/><Relationship Id="Ree263322a474445b"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cbe6fc105f0548f7" Type="http://schemas.openxmlformats.org/officeDocument/2006/relationships/notesMaster" Target="../notesMasters/notesMaster1.xml"/><Relationship Id="Rfe9d3f9b84f54d0a"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4dcb0c51af464b74" Type="http://schemas.openxmlformats.org/officeDocument/2006/relationships/slide" Target="../slides/slide68.xml"/><Relationship Id="R5362e7ca9c79449e"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e012d3c4acef45fb" Type="http://schemas.openxmlformats.org/officeDocument/2006/relationships/notesMaster" Target="../notesMasters/notesMaster1.xml"/><Relationship Id="Rff65ee9dcf804685"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d4256e67977f4c43" Type="http://schemas.openxmlformats.org/officeDocument/2006/relationships/notesMaster" Target="../notesMasters/notesMaster1.xml"/><Relationship Id="Recb0746478f8454b"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73bf0fde542b46ad" Type="http://schemas.openxmlformats.org/officeDocument/2006/relationships/notesMaster" Target="../notesMasters/notesMaster1.xml"/><Relationship Id="R7c6e29973b734739"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543c2145f3264872" Type="http://schemas.openxmlformats.org/officeDocument/2006/relationships/slide" Target="../slides/slide72.xml"/><Relationship Id="Rcf718084497041b9"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67ebf5947d7b410d" Type="http://schemas.openxmlformats.org/officeDocument/2006/relationships/notesMaster" Target="../notesMasters/notesMaster1.xml"/><Relationship Id="R770cb0bb3a694b63"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3341f34514b34eff" Type="http://schemas.openxmlformats.org/officeDocument/2006/relationships/notesMaster" Target="../notesMasters/notesMaster1.xml"/><Relationship Id="R8481e9bb2d5c42e7"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3c080cbb457e4880" Type="http://schemas.openxmlformats.org/officeDocument/2006/relationships/notesMaster" Target="../notesMasters/notesMaster1.xml"/><Relationship Id="R87ff9fc67cf6470b"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b36c5537fdd04553" Type="http://schemas.openxmlformats.org/officeDocument/2006/relationships/notesMaster" Target="../notesMasters/notesMaster1.xml"/><Relationship Id="Rf22390a891a942ec"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8381e6e680634f7a" Type="http://schemas.openxmlformats.org/officeDocument/2006/relationships/notesMaster" Target="../notesMasters/notesMaster1.xml"/><Relationship Id="Racfd57e3722a4b4c"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50230e7a723452d" Type="http://schemas.openxmlformats.org/officeDocument/2006/relationships/slide" Target="../slides/slide78.xml"/><Relationship Id="Rf44be57578514ab4"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25843db27f44467d" Type="http://schemas.openxmlformats.org/officeDocument/2006/relationships/slide" Target="../slides/slide79.xml"/><Relationship Id="R421586519d9746e5"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a60c3480675a4dd8" Type="http://schemas.openxmlformats.org/officeDocument/2006/relationships/slide" Target="../slides/slide80.xml"/><Relationship Id="Rbb24e43017524453"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5f526c99015c44ee" Type="http://schemas.openxmlformats.org/officeDocument/2006/relationships/notesMaster" Target="../notesMasters/notesMaster1.xml"/><Relationship Id="Rccc5e55ae4174e77"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d736067c6ce145c0" Type="http://schemas.openxmlformats.org/officeDocument/2006/relationships/slide" Target="../slides/slide82.xml"/><Relationship Id="Re6a49209336d433c"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222fd49c688f4545" Type="http://schemas.openxmlformats.org/officeDocument/2006/relationships/slide" Target="../slides/slide83.xml"/><Relationship Id="R78cdefd214634b6e"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230678cc50d94300" Type="http://schemas.openxmlformats.org/officeDocument/2006/relationships/notesMaster" Target="../notesMasters/notesMaster1.xml"/><Relationship Id="Rfde0a5404b8f4208"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76579242b27646ba" Type="http://schemas.openxmlformats.org/officeDocument/2006/relationships/notesMaster" Target="../notesMasters/notesMaster1.xml"/><Relationship Id="Rb99d90e073fb4453"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9349cdd080a1445c" Type="http://schemas.openxmlformats.org/officeDocument/2006/relationships/notesMaster" Target="../notesMasters/notesMaster1.xml"/><Relationship Id="R9788b4d486964ed0"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5f7b50ea44334649" Type="http://schemas.openxmlformats.org/officeDocument/2006/relationships/slide" Target="../slides/slide87.xml"/><Relationship Id="Rd83eb8a3d88a4b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c222533896774f6c" Type="http://schemas.openxmlformats.org/officeDocument/2006/relationships/slide" Target="../slides/slide88.xml"/><Relationship Id="Rf87964b6050b4a2f"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4a4a73935a6c4df0" Type="http://schemas.openxmlformats.org/officeDocument/2006/relationships/slide" Target="../slides/slide89.xml"/><Relationship Id="R729d94db065b41e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Civil Engineering and Architecture.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building team records indoor temperature because they want to investigate comfort. Civil engineering students can think about construction and inspection, where a team checks conditions in a building. Architecture students can think about shading and ventilation, which are design choices that change how warm a room feels.</a:t>
            </a:r>
          </a:p>
          <a:p xmlns:a="http://schemas.openxmlformats.org/drawingml/2006/main"/>
          <a:p xmlns:a="http://schemas.openxmlformats.org/drawingml/2006/main">
            <a:r>
              <a:t>In either case, the temperature is a number we read and store in Python. Then we write code that compares it with a limit and decides what to do.</a:t>
            </a:r>
          </a:p>
          <a:p xmlns:a="http://schemas.openxmlformats.org/drawingml/2006/main"/>
          <a:p xmlns:a="http://schemas.openxmlformats.org/drawingml/2006/main">
            <a:r>
              <a:t>One point to keep in mind throughout. A measurement includes a number and its unit. Twenty eight on its own says little. Twenty eight degrees Celsius tells us what the number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combine them.</a:t>
            </a:r>
          </a:p>
          <a:p xmlns:a="http://schemas.openxmlformats.org/drawingml/2006/main"/>
          <a:p xmlns:a="http://schemas.openxmlformats.org/drawingml/2006/main">
            <a:r>
              <a:t>Length and width are distances. We measure them in metres, written lowercase m. The area of a rectangle is length times width. Its unit is square metres, written m with a small raised two.</a:t>
            </a:r>
          </a:p>
          <a:p xmlns:a="http://schemas.openxmlformats.org/drawingml/2006/main"/>
          <a:p xmlns:a="http://schemas.openxmlformats.org/drawingml/2006/main">
            <a:r>
              <a:t>Thickness is the third distance. Area times thickness gives volume, which is how much space the object fills. Its unit is cubic metres.</a:t>
            </a:r>
          </a:p>
          <a:p xmlns:a="http://schemas.openxmlformats.org/drawingml/2006/main"/>
          <a:p xmlns:a="http://schemas.openxmlformats.org/drawingml/2006/main">
            <a:r>
              <a:t>Density is mass per volume, in kilograms per cubic metre. If we multiply volume by density, we get the mass, in kilograms.</a:t>
            </a:r>
          </a:p>
          <a:p xmlns:a="http://schemas.openxmlformats.org/drawingml/2006/main"/>
          <a:p xmlns:a="http://schemas.openxmlformats.org/drawingml/2006/main">
            <a:r>
              <a:t>Notice that each step changes the unit. Keeping track of units is how we check that a formula makes sense.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rectangular floor is five metres long and three metres wide. Area equals length times width. So five times three gives fifteen, and the unit is square metres.</a:t>
            </a:r>
          </a:p>
          <a:p xmlns:a="http://schemas.openxmlformats.org/drawingml/2006/main"/>
          <a:p xmlns:a="http://schemas.openxmlformats.org/drawingml/2006/main">
            <a:r>
              <a:t>Say it with units, and the formula checks itself. Metres times metres gives square metres.</a:t>
            </a:r>
          </a:p>
          <a:p xmlns:a="http://schemas.openxmlformats.org/drawingml/2006/main"/>
          <a:p xmlns:a="http://schemas.openxmlformats.org/drawingml/2006/main">
            <a:r>
              <a:t>An area like this is the starting point for many real tasks, such as estimating how much flooring or paint a room needs.</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area calculation in Python and read it line by line.</a:t>
            </a:r>
          </a:p>
          <a:p xmlns:a="http://schemas.openxmlformats.org/drawingml/2006/main"/>
          <a:p xmlns:a="http://schemas.openxmlformats.org/drawingml/2006/main">
            <a:r>
              <a:t>The first line stores five under the name length underscore m. The m at the end reminds us the unit is metres. The second line stores three under width underscore m.</a:t>
            </a:r>
          </a:p>
          <a:p xmlns:a="http://schemas.openxmlformats.org/drawingml/2006/main"/>
          <a:p xmlns:a="http://schemas.openxmlformats.org/drawingml/2006/main">
            <a:r>
              <a:t>The third line multiplies the two names and stores the answer under area underscore m two, for square metres. The fourth line prints area underscore m two.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fifteen, which matches our hand calculation of five times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civil engineering and architecture it is the mass of a concrete slab.</a:t>
            </a:r>
          </a:p>
          <a:p xmlns:a="http://schemas.openxmlformats.org/drawingml/2006/main"/>
          <a:p xmlns:a="http://schemas.openxmlformats.org/drawingml/2006/main">
            <a:r>
              <a:t>Slab mass equals area times thickness times density. Area times thickness gives the volume of the slab in cubic metres. Density tells us how many kilograms one cubic metre of the material has. Multiplying volume by density gives the mass in kilograms.</a:t>
            </a:r>
          </a:p>
          <a:p xmlns:a="http://schemas.openxmlformats.org/drawingml/2006/main"/>
          <a:p xmlns:a="http://schemas.openxmlformats.org/drawingml/2006/main">
            <a:r>
              <a:t>The second card says to use metres, and to use two thousand four hundred kilograms per cubic metre for concrete, as specified. So if the thickness is given in millimetres, convert it to metres first by dividing by one thousand.</a:t>
            </a:r>
          </a:p>
          <a:p xmlns:a="http://schemas.openxmlformats.org/drawingml/2006/main"/>
          <a:p xmlns:a="http://schemas.openxmlformats.org/drawingml/2006/main">
            <a:r>
              <a:t>As an example, take an area of ten square metres and a thickness of zero point two metres. The volume is two cubic metres. Times two thousand four hundred, the mass is four thousand eight hundred kilograms.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slab underscore mass with two parameters, area underscore m2 and thickness underscore m.</a:t>
            </a:r>
          </a:p>
          <a:p xmlns:a="http://schemas.openxmlformats.org/drawingml/2006/main"/>
          <a:p xmlns:a="http://schemas.openxmlformats.org/drawingml/2006/main">
            <a:r>
              <a:t>The m two in the first name means square metres, and the m in the second means metres. So both inputs are in metres.</a:t>
            </a:r>
          </a:p>
          <a:p xmlns:a="http://schemas.openxmlformats.org/drawingml/2006/main"/>
          <a:p xmlns:a="http://schemas.openxmlformats.org/drawingml/2006/main">
            <a:r>
              <a:t>The function must return the mass of the concrete slab in kilograms. The slide tells us to take concrete as two thousand four hundred kilograms per cubic metre. So the function multiplies area by thickness to get the volume, then multiplies that by two thousand four hundred, and returns the result.</a:t>
            </a:r>
          </a:p>
          <a:p xmlns:a="http://schemas.openxmlformats.org/drawingml/2006/main"/>
          <a:p xmlns:a="http://schemas.openxmlformats.org/drawingml/2006/main">
            <a:r>
              <a:t>Use return so that other code can use the value. Keep the exact function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Finish your notebook first, then open the form with the button on the slide.</a:t>
            </a:r>
          </a:p>
          <a:p xmlns:a="http://schemas.openxmlformats.org/drawingml/2006/main"/>
          <a:p xmlns:a="http://schemas.openxmlformats.org/drawingml/2006/main">
            <a:r>
              <a:t>The opening and closing times are on the slide, in Kampala time. Check them yourself and plan to submit well before the deadline.</a:t>
            </a:r>
          </a:p>
          <a:p xmlns:a="http://schemas.openxmlformats.org/drawingml/2006/main"/>
          <a:p xmlns:a="http://schemas.openxmlformats.org/drawingml/2006/main">
            <a:r>
              <a:t>In the form, write your full Student Registration Number. A partial number may stop your work being matched to you.</a:t>
            </a:r>
          </a:p>
          <a:p xmlns:a="http://schemas.openxmlformats.org/drawingml/2006/main"/>
          <a:p xmlns:a="http://schemas.openxmlformats.org/drawingml/2006/main">
            <a:r>
              <a:t>Keep your submitted files and the confirmation from the form as proof. Before submitting, check that the notebook is the saved version that runs correctly from the top after a restart.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a:t>
            </a:r>
          </a:p>
          <a:p xmlns:a="http://schemas.openxmlformats.org/drawingml/2006/main"/>
          <a:p xmlns:a="http://schemas.openxmlformats.org/drawingml/2006/main">
            <a:r>
              <a:t>Answer by yourself, after activation. Use your Student Registration Number and your registered account so that your result is recorded under your name.</a:t>
            </a:r>
          </a:p>
          <a:p xmlns:a="http://schemas.openxmlformats.org/drawingml/2006/main"/>
          <a:p xmlns:a="http://schemas.openxmlformats.org/drawingml/2006/main">
            <a:r>
              <a:t>The questions themselves are short, and the quiz stays available for the full twenty-four hours. Plan to complete it early in that window.</a:t>
            </a:r>
          </a:p>
          <a:p xmlns:a="http://schemas.openxmlformats.org/drawingml/2006/main"/>
          <a:p xmlns:a="http://schemas.openxmlformats.org/drawingml/2006/main">
            <a:r>
              <a:t>Check the announced closing time with the lecturer, and use the link on the slide to open the quiz when it is active.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d0afbdf235b415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9256c4e6ef442d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bdda4366688427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8cd4a29b87f4d6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9884b017f7044d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da835b6662d4a2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9F565-813F-448B-A231-9761FED0215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EB4DED7-8FA4-4A6F-B5B3-B6BD1FC6F24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6C10BD-A79F-4126-98C4-71008172B1D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72D8AB-7D9C-46BB-BB95-E028FFA7DF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2599D6-1579-4089-8EB7-B7FABB3BDCD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40D88D-B1FF-4C19-8B22-2CDE1EA31B0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1F61F4-8036-40BB-8ADF-2763E6CBF8E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395811-AE88-4B78-B3A4-349DE918CEE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397F34-07F2-4DC8-B235-C817410086B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D923CF-D470-4F25-ABDE-E729D400E9E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5c0cbfc3314ebd" Type="http://schemas.openxmlformats.org/officeDocument/2006/relationships/slideLayout" Target="../slideLayouts/slideLayout4.xml"/><Relationship Id="R4445663b2ce74bea" Type="http://schemas.openxmlformats.org/officeDocument/2006/relationships/slideLayout" Target="../slideLayouts/slideLayout1.xml"/><Relationship Id="R4733a9ecf68249c3" Type="http://schemas.openxmlformats.org/officeDocument/2006/relationships/slideLayout" Target="../slideLayouts/slideLayout5.xml"/><Relationship Id="R8c61998894d542a0" Type="http://schemas.openxmlformats.org/officeDocument/2006/relationships/slideLayout" Target="../slideLayouts/slideLayout2.xml"/><Relationship Id="R9e2c84a77b7a48f8" Type="http://schemas.openxmlformats.org/officeDocument/2006/relationships/theme" Target="theme/theme2.xml"/><Relationship Id="Ra523ff3adb294aa5" Type="http://schemas.openxmlformats.org/officeDocument/2006/relationships/slideLayout" Target="../slideLayouts/slideLayout3.xml"/><Relationship Id="Rf6bd1cd2233a4689"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45663b2ce74bea"/>
    <p:sldLayoutId xmlns:r="http://schemas.openxmlformats.org/officeDocument/2006/relationships" id="2147483650" r:id="R8c61998894d542a0"/>
    <p:sldLayoutId xmlns:r="http://schemas.openxmlformats.org/officeDocument/2006/relationships" id="2147483651" r:id="Ra523ff3adb294aa5"/>
    <p:sldLayoutId xmlns:r="http://schemas.openxmlformats.org/officeDocument/2006/relationships" id="2147483652" r:id="R235c0cbfc3314ebd"/>
    <p:sldLayoutId xmlns:r="http://schemas.openxmlformats.org/officeDocument/2006/relationships" id="2147483653" r:id="R4733a9ecf68249c3"/>
    <p:sldLayoutId xmlns:r="http://schemas.openxmlformats.org/officeDocument/2006/relationships" id="2147483654" r:id="Rf6bd1cd2233a46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20195bde26542cc" Type="http://schemas.openxmlformats.org/officeDocument/2006/relationships/image" Target="../media/image.png"/><Relationship Id="Rad18eb1d191241ff" Type="http://schemas.openxmlformats.org/officeDocument/2006/relationships/slideLayout" Target="../slideLayouts/slideLayout6.xml"/><Relationship Id="Rb519823ba9d0497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f5841dff1a5470e" Type="http://schemas.openxmlformats.org/officeDocument/2006/relationships/notesSlide" Target="../notesSlides/notesSlide2.xml"/><Relationship Id="Rb3f315067887486a"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1bd5f1bf5bc4cb1" Type="http://schemas.openxmlformats.org/officeDocument/2006/relationships/slideLayout" Target="../slideLayouts/slideLayout6.xml"/><Relationship Id="Rc7b1e826ee5a459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6c2444ba027d40dc" Type="http://schemas.openxmlformats.org/officeDocument/2006/relationships/slideLayout" Target="../slideLayouts/slideLayout6.xml"/><Relationship Id="Rbe715094bdcd431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0dbc0fc94224627" Type="http://schemas.openxmlformats.org/officeDocument/2006/relationships/notesSlide" Target="../notesSlides/notesSlide5.xml"/><Relationship Id="R51b74d11a9434bc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8d0fbbe970b4d84" Type="http://schemas.openxmlformats.org/officeDocument/2006/relationships/notesSlide" Target="../notesSlides/notesSlide6.xml"/><Relationship Id="R39db6380bdc544bf"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e52a3895d0a414d" Type="http://schemas.openxmlformats.org/officeDocument/2006/relationships/notesSlide" Target="../notesSlides/notesSlide7.xml"/><Relationship Id="Rbdb2ab8513c74394" Type="http://schemas.openxmlformats.org/officeDocument/2006/relationships/slideLayout" Target="../slideLayouts/slideLayout6.xml"/><Relationship Id="Rc92e387fb1d344bd" Type="http://schemas.openxmlformats.org/officeDocument/2006/relationships/image" Target="../media/image2.png"/></Relationships>
</file>

<file path=ppt/slides/_rels/slide8.xml.rels><?xml version='1.0' encoding='UTF-8' standalone='yes'?>
<Relationships xmlns="http://schemas.openxmlformats.org/package/2006/relationships"><Relationship Id="R184694fd7f3f4be5" Type="http://schemas.openxmlformats.org/officeDocument/2006/relationships/notesSlide" Target="../notesSlides/notesSlide8.xml"/><Relationship Id="R4800940046434672"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3c4367fb70447a6" Type="http://schemas.openxmlformats.org/officeDocument/2006/relationships/slideLayout" Target="../slideLayouts/slideLayout6.xml"/><Relationship Id="Re70f7d5b2cf0487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19edb669fb64f6c" Type="http://schemas.openxmlformats.org/officeDocument/2006/relationships/slideLayout" Target="../slideLayouts/slideLayout6.xml"/><Relationship Id="R748c26d0a08246e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c4c2f2bbc224c9b" Type="http://schemas.openxmlformats.org/officeDocument/2006/relationships/notesSlide" Target="../notesSlides/notesSlide11.xml"/><Relationship Id="Rf6a5902db1e9467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00090e8e17424492" Type="http://schemas.openxmlformats.org/officeDocument/2006/relationships/notesSlide" Target="../notesSlides/notesSlide12.xml"/><Relationship Id="R005e61dbf41b4f9b"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47bcc97eacd4207" Type="http://schemas.openxmlformats.org/officeDocument/2006/relationships/notesSlide" Target="../notesSlides/notesSlide13.xml"/><Relationship Id="Rffe315d6239a410f"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cbdb7932662249a9" Type="http://schemas.openxmlformats.org/officeDocument/2006/relationships/notesSlide" Target="../notesSlides/notesSlide14.xml"/><Relationship Id="Rd897bc3dc9bc4c04"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1af97a8ca314492" Type="http://schemas.openxmlformats.org/officeDocument/2006/relationships/slideLayout" Target="../slideLayouts/slideLayout6.xml"/><Relationship Id="Rce93d03f0730492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ad435c9dc240a4" Type="http://schemas.openxmlformats.org/officeDocument/2006/relationships/notesSlide" Target="../notesSlides/notesSlide16.xml"/><Relationship Id="Rf96c14795eee469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dbd643765b14530" Type="http://schemas.openxmlformats.org/officeDocument/2006/relationships/slideLayout" Target="../slideLayouts/slideLayout6.xml"/><Relationship Id="Rca34c4b417064bf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3a951e5086f4a25" Type="http://schemas.openxmlformats.org/officeDocument/2006/relationships/slideLayout" Target="../slideLayouts/slideLayout6.xml"/><Relationship Id="R877c1ddf75c4444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c8c13f0724bc420a" Type="http://schemas.openxmlformats.org/officeDocument/2006/relationships/slideLayout" Target="../slideLayouts/slideLayout6.xml"/><Relationship Id="Rf10a2b733f9d43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3e40d768d9c4ca8" Type="http://schemas.openxmlformats.org/officeDocument/2006/relationships/notesSlide" Target="../notesSlides/notesSlide20.xml"/><Relationship Id="Rb5e5d8de864c4ce9"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225be062d3d9492e" Type="http://schemas.openxmlformats.org/officeDocument/2006/relationships/slideLayout" Target="../slideLayouts/slideLayout6.xml"/><Relationship Id="R9fc7a3eefa614eb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a214a6e107a34f34" Type="http://schemas.openxmlformats.org/officeDocument/2006/relationships/slideLayout" Target="../slideLayouts/slideLayout6.xml"/><Relationship Id="Rbf71c8b79a954b1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ab5d0989d9ee463e" Type="http://schemas.openxmlformats.org/officeDocument/2006/relationships/notesSlide" Target="../notesSlides/notesSlide23.xml"/><Relationship Id="Rd9a45e26f3a64ea3"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33e0be3f21a74d1b" Type="http://schemas.openxmlformats.org/officeDocument/2006/relationships/slideLayout" Target="../slideLayouts/slideLayout6.xml"/><Relationship Id="R955b3102bc374ff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de7f835aca4a46dc" Type="http://schemas.openxmlformats.org/officeDocument/2006/relationships/slideLayout" Target="../slideLayouts/slideLayout6.xml"/><Relationship Id="Re1b1320b070b4c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33ddabb98c443cb" Type="http://schemas.openxmlformats.org/officeDocument/2006/relationships/notesSlide" Target="../notesSlides/notesSlide26.xml"/><Relationship Id="Rca0c1f6962c44d7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d41a89c26ba49b6" Type="http://schemas.openxmlformats.org/officeDocument/2006/relationships/slideLayout" Target="../slideLayouts/slideLayout6.xml"/><Relationship Id="R6e371c8acf6e439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69c68be8487c43d6" Type="http://schemas.openxmlformats.org/officeDocument/2006/relationships/slideLayout" Target="../slideLayouts/slideLayout6.xml"/><Relationship Id="R891112bf7bfd49b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10815ed9953a4bb8" Type="http://schemas.openxmlformats.org/officeDocument/2006/relationships/notesSlide" Target="../notesSlides/notesSlide29.xml"/><Relationship Id="R24070e667d404557"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be324f5ee6d84e5a" Type="http://schemas.openxmlformats.org/officeDocument/2006/relationships/slideLayout" Target="../slideLayouts/slideLayout6.xml"/><Relationship Id="Re8554748f9134f6d"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08ed1dee18f944cb" Type="http://schemas.openxmlformats.org/officeDocument/2006/relationships/slideLayout" Target="../slideLayouts/slideLayout6.xml"/><Relationship Id="R6a41eb7700b64c4a"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c8b75a3fcbda4ff9" Type="http://schemas.openxmlformats.org/officeDocument/2006/relationships/slideLayout" Target="../slideLayouts/slideLayout6.xml"/><Relationship Id="Re1eee7d3c23148d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68d1308648534a4b" Type="http://schemas.openxmlformats.org/officeDocument/2006/relationships/slideLayout" Target="../slideLayouts/slideLayout6.xml"/><Relationship Id="R8d7588f20ffa443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70b3b15f62449a0" Type="http://schemas.openxmlformats.org/officeDocument/2006/relationships/notesSlide" Target="../notesSlides/notesSlide34.xml"/><Relationship Id="R7ec29916e3864544"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527986ab4f7742b4" Type="http://schemas.openxmlformats.org/officeDocument/2006/relationships/slideLayout" Target="../slideLayouts/slideLayout6.xml"/><Relationship Id="Rdb9227efe15542ec"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dd93d952c564959" Type="http://schemas.openxmlformats.org/officeDocument/2006/relationships/slideLayout" Target="../slideLayouts/slideLayout6.xml"/><Relationship Id="Rf8676313316741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916f6a5406e42c9" Type="http://schemas.openxmlformats.org/officeDocument/2006/relationships/slideLayout" Target="../slideLayouts/slideLayout6.xml"/><Relationship Id="Re18a7de3a7b54d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c047ca6db164b8d" Type="http://schemas.openxmlformats.org/officeDocument/2006/relationships/slideLayout" Target="../slideLayouts/slideLayout6.xml"/><Relationship Id="Ra669350578f243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87e09b63d7034215" Type="http://schemas.openxmlformats.org/officeDocument/2006/relationships/slideLayout" Target="../slideLayouts/slideLayout6.xml"/><Relationship Id="Rbfd458415969472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04d0be6659b94fed" Type="http://schemas.openxmlformats.org/officeDocument/2006/relationships/slideLayout" Target="../slideLayouts/slideLayout6.xml"/><Relationship Id="R12cbd5174f804d8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5a354ca703a24163" Type="http://schemas.openxmlformats.org/officeDocument/2006/relationships/notesSlide" Target="../notesSlides/notesSlide41.xml"/><Relationship Id="R6ea6fdf503504b22"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a80ffc8b81dd495c" Type="http://schemas.openxmlformats.org/officeDocument/2006/relationships/slideLayout" Target="../slideLayouts/slideLayout6.xml"/><Relationship Id="Rd9f998f32895443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60a131a7523d423f" Type="http://schemas.openxmlformats.org/officeDocument/2006/relationships/slideLayout" Target="../slideLayouts/slideLayout6.xml"/><Relationship Id="Rccbc00eecec442e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54b4f7f8e83c4f77" Type="http://schemas.openxmlformats.org/officeDocument/2006/relationships/notesSlide" Target="../notesSlides/notesSlide44.xml"/><Relationship Id="Rc40d0c3f28d74a83"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6659e62d466c4255" Type="http://schemas.openxmlformats.org/officeDocument/2006/relationships/slideLayout" Target="../slideLayouts/slideLayout6.xml"/><Relationship Id="R6d8fee16d614454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8a55ca0082ed40fa" Type="http://schemas.openxmlformats.org/officeDocument/2006/relationships/notesSlide" Target="../notesSlides/notesSlide46.xml"/><Relationship Id="Ra772fa53d8734237"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6ead928bc712442d" Type="http://schemas.openxmlformats.org/officeDocument/2006/relationships/slideLayout" Target="../slideLayouts/slideLayout6.xml"/><Relationship Id="Rd726b9f1982a4e8c"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6ad345149c0a487e" Type="http://schemas.openxmlformats.org/officeDocument/2006/relationships/notesSlide" Target="../notesSlides/notesSlide48.xml"/><Relationship Id="Re1437d0fc8c04dc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093424b12e63469c" Type="http://schemas.openxmlformats.org/officeDocument/2006/relationships/slideLayout" Target="../slideLayouts/slideLayout6.xml"/><Relationship Id="Ra95111a7ae5a4c3e"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83763ab6f88c48ef" Type="http://schemas.openxmlformats.org/officeDocument/2006/relationships/slideLayout" Target="../slideLayouts/slideLayout6.xml"/><Relationship Id="Ra21ddf8e6ebb430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1811d7701d32404c" Type="http://schemas.openxmlformats.org/officeDocument/2006/relationships/slideLayout" Target="../slideLayouts/slideLayout6.xml"/><Relationship Id="R9fe45c508e3b4eca"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fe1d46f2e044832" Type="http://schemas.openxmlformats.org/officeDocument/2006/relationships/notesSlide" Target="../notesSlides/notesSlide52.xml"/><Relationship Id="Rc659b62e243a4209" Type="http://schemas.openxmlformats.org/officeDocument/2006/relationships/slideLayout" Target="../slideLayouts/slideLayout6.xml"/><Relationship Id="Rdccdbd8c2a3947ed" Type="http://schemas.openxmlformats.org/officeDocument/2006/relationships/image" Target="../media/image3.png"/></Relationships>
</file>

<file path=ppt/slides/_rels/slide53.xml.rels><?xml version='1.0' encoding='UTF-8' standalone='yes'?>
<Relationships xmlns="http://schemas.openxmlformats.org/package/2006/relationships"><Relationship Id="R2d8fb2760e264ff3" Type="http://schemas.openxmlformats.org/officeDocument/2006/relationships/slideLayout" Target="../slideLayouts/slideLayout6.xml"/><Relationship Id="R986033d28b2b47f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42a5b28ad99b4d9b" Type="http://schemas.openxmlformats.org/officeDocument/2006/relationships/slideLayout" Target="../slideLayouts/slideLayout6.xml"/><Relationship Id="Rf6a5ccd9f2934a0a"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40b6991ad5dc41c9" Type="http://schemas.openxmlformats.org/officeDocument/2006/relationships/slideLayout" Target="../slideLayouts/slideLayout6.xml"/><Relationship Id="Rd55b95b0fdd14910"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62c43b5dcc9047d6" Type="http://schemas.openxmlformats.org/officeDocument/2006/relationships/notesSlide" Target="../notesSlides/notesSlide56.xml"/><Relationship Id="Rcbf39b0551e1483b"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34b483b842af42c4" Type="http://schemas.openxmlformats.org/officeDocument/2006/relationships/notesSlide" Target="../notesSlides/notesSlide57.xml"/><Relationship Id="Re534a29300b34e16"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356f58c4acb946a6" Type="http://schemas.openxmlformats.org/officeDocument/2006/relationships/notesSlide" Target="../notesSlides/notesSlide58.xml"/><Relationship Id="Rcad874d566dd41fe"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47a7de6a3d484d6a" Type="http://schemas.openxmlformats.org/officeDocument/2006/relationships/notesSlide" Target="../notesSlides/notesSlide59.xml"/><Relationship Id="R88f24c491aa74309"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3fe794fdc8184dbd" Type="http://schemas.openxmlformats.org/officeDocument/2006/relationships/notesSlide" Target="../notesSlides/notesSlide60.xml"/><Relationship Id="Rba7ab74bece344ef"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2e2dc379b79c4daf" Type="http://schemas.openxmlformats.org/officeDocument/2006/relationships/notesSlide" Target="../notesSlides/notesSlide61.xml"/><Relationship Id="Rc7e9fe3018a24850"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b12b92d6373c45e9" Type="http://schemas.openxmlformats.org/officeDocument/2006/relationships/slideLayout" Target="../slideLayouts/slideLayout6.xml"/><Relationship Id="Rcb905ec85d6c40e1"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529da5a261784406" Type="http://schemas.openxmlformats.org/officeDocument/2006/relationships/notesSlide" Target="../notesSlides/notesSlide63.xml"/><Relationship Id="Rcf80dda8910f46d0"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4320f8948294b5c" Type="http://schemas.openxmlformats.org/officeDocument/2006/relationships/notesSlide" Target="../notesSlides/notesSlide64.xml"/><Relationship Id="R2531eb6e6d154a6b"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1a2d086a69ae4f1d" Type="http://schemas.openxmlformats.org/officeDocument/2006/relationships/notesSlide" Target="../notesSlides/notesSlide65.xml"/><Relationship Id="R7d32c54768ca4b12"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1f82f1c653ff4fe3" Type="http://schemas.openxmlformats.org/officeDocument/2006/relationships/slideLayout" Target="../slideLayouts/slideLayout6.xml"/><Relationship Id="R694cdc8a05fb40ab"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a74c1eba12a845ea" Type="http://schemas.openxmlformats.org/officeDocument/2006/relationships/slideLayout" Target="../slideLayouts/slideLayout6.xml"/><Relationship Id="Rc1dade52af5d42a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7a25d3b1894e48fd" Type="http://schemas.openxmlformats.org/officeDocument/2006/relationships/notesSlide" Target="../notesSlides/notesSlide68.xml"/><Relationship Id="R842001ea5bbf4c89"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5e5c7f5fa0514faf" Type="http://schemas.openxmlformats.org/officeDocument/2006/relationships/slideLayout" Target="../slideLayouts/slideLayout6.xml"/><Relationship Id="Rbe353ef742bf496a"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633cec74854d11" Type="http://schemas.openxmlformats.org/officeDocument/2006/relationships/slideLayout" Target="../slideLayouts/slideLayout6.xml"/><Relationship Id="Rfdfd2256d0724d5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296256bd7a844251" Type="http://schemas.openxmlformats.org/officeDocument/2006/relationships/slideLayout" Target="../slideLayouts/slideLayout6.xml"/><Relationship Id="R3fcff2152a61491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a5788f7c33654a0e" Type="http://schemas.openxmlformats.org/officeDocument/2006/relationships/slideLayout" Target="../slideLayouts/slideLayout6.xml"/><Relationship Id="Rf7b7cc9729f54ae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70b690c7d91d4993" Type="http://schemas.openxmlformats.org/officeDocument/2006/relationships/slideLayout" Target="../slideLayouts/slideLayout6.xml"/><Relationship Id="Rf9cf3ad22aaa4f4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54317d0eb3f14d54" Type="http://schemas.openxmlformats.org/officeDocument/2006/relationships/notesSlide" Target="../notesSlides/notesSlide74.xml"/><Relationship Id="R57de4229587c40d6"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03fcc38701494d91" Type="http://schemas.openxmlformats.org/officeDocument/2006/relationships/slideLayout" Target="../slideLayouts/slideLayout6.xml"/><Relationship Id="R274b80a46573440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720ac60e105f46e7" Type="http://schemas.openxmlformats.org/officeDocument/2006/relationships/slideLayout" Target="../slideLayouts/slideLayout6.xml"/><Relationship Id="Re9559ae476bd41b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a368ff26e79b43cc" Type="http://schemas.openxmlformats.org/officeDocument/2006/relationships/notesSlide" Target="../notesSlides/notesSlide77.xml"/><Relationship Id="Rceeba161170d45ba"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1b644ea3624641dd" Type="http://schemas.openxmlformats.org/officeDocument/2006/relationships/notesSlide" Target="../notesSlides/notesSlide78.xml"/><Relationship Id="R858396c40399457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82c6a66ef7ad48d8" Type="http://schemas.openxmlformats.org/officeDocument/2006/relationships/slideLayout" Target="../slideLayouts/slideLayout6.xml"/><Relationship Id="Rb738eb403e19450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848a7e9841c3403c" Type="http://schemas.openxmlformats.org/officeDocument/2006/relationships/slideLayout" Target="../slideLayouts/slideLayout6.xml"/><Relationship Id="Rb48cb5bd8bf04d5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1ceb69d82a084860" Type="http://schemas.openxmlformats.org/officeDocument/2006/relationships/notesSlide" Target="../notesSlides/notesSlide81.xml"/><Relationship Id="Rb50181dcb87c440f"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b48d62cf75144b2c" Type="http://schemas.openxmlformats.org/officeDocument/2006/relationships/slideLayout" Target="../slideLayouts/slideLayout6.xml"/><Relationship Id="Rd0ab9717ec4f4ac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ad5736f6bd44aec" Type="http://schemas.openxmlformats.org/officeDocument/2006/relationships/notesSlide" Target="../notesSlides/notesSlide83.xml"/><Relationship Id="R8439781772c94f57"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a90b4893a4124715" Type="http://schemas.openxmlformats.org/officeDocument/2006/relationships/slideLayout" Target="../slideLayouts/slideLayout6.xml"/><Relationship Id="Rf8054b6799e54d5c"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5dc63c89054b48b1" Type="http://schemas.openxmlformats.org/officeDocument/2006/relationships/slideLayout" Target="../slideLayouts/slideLayout6.xml"/><Relationship Id="Rce96a3c4dd87462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5bedcb7a4bb3410a" Type="http://schemas.openxmlformats.org/officeDocument/2006/relationships/notesSlide" Target="../notesSlides/notesSlide86.xml"/><Relationship Id="Rd8bfd8c3eae040de" Type="http://schemas.openxmlformats.org/officeDocument/2006/relationships/slideLayout" Target="../slideLayouts/slideLayout6.xml"/><Relationship Id="Rf993ca01c25e4c5c" Type="http://schemas.openxmlformats.org/officeDocument/2006/relationships/hyperlink" Target="https://docs.google.com/forms/d/e/1FAIpQLSfK1T6vYI-m-ZaYLisO8AjovzezCEuc5lU9dvCed5P91w_zpA/viewform" TargetMode="External"/></Relationships>
</file>

<file path=ppt/slides/_rels/slide87.xml.rels><?xml version='1.0' encoding='UTF-8' standalone='yes'?>
<Relationships xmlns="http://schemas.openxmlformats.org/package/2006/relationships"><Relationship Id="R2fbf1adf527b4949" Type="http://schemas.openxmlformats.org/officeDocument/2006/relationships/slideLayout" Target="../slideLayouts/slideLayout6.xml"/><Relationship Id="R539c100b7df44a7b" Type="http://schemas.openxmlformats.org/officeDocument/2006/relationships/image" Target="../media/image4.png"/><Relationship Id="R6ff936409aca4e3b" Type="http://schemas.openxmlformats.org/officeDocument/2006/relationships/notesSlide" Target="../notesSlides/notesSlide87.xml"/><Relationship Id="Rf1f1280e459e4ca7" Type="http://schemas.openxmlformats.org/officeDocument/2006/relationships/hyperlink" Target="https://forms.gle/YEMYghGS7gqr4tts7" TargetMode="External"/></Relationships>
</file>

<file path=ppt/slides/_rels/slide88.xml.rels><?xml version='1.0' encoding='UTF-8' standalone='yes'?>
<Relationships xmlns="http://schemas.openxmlformats.org/package/2006/relationships"><Relationship Id="R7273294cbf6b49e9" Type="http://schemas.openxmlformats.org/officeDocument/2006/relationships/notesSlide" Target="../notesSlides/notesSlide88.xml"/><Relationship Id="Rb08599c5bee24c4a"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17873dbceee44888" Type="http://schemas.openxmlformats.org/officeDocument/2006/relationships/slideLayout" Target="../slideLayouts/slideLayout6.xml"/><Relationship Id="R3b8011ce51294c28" Type="http://schemas.openxmlformats.org/officeDocument/2006/relationships/hyperlink" Target="https://www.youtube.com/watch?v=khKv-8q7YmY" TargetMode="External"/><Relationship Id="Re5c610ecdcf34b80" Type="http://schemas.openxmlformats.org/officeDocument/2006/relationships/notesSlide" Target="../notesSlides/notesSlide8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1735408-2837-430A-931D-8E5BB9ED7888}"/>
              </a:ext>
            </a:extLst>
          </p:cNvPr>
          <p:cNvPicPr>
            <a:picLocks xmlns:a="http://schemas.openxmlformats.org/drawingml/2006/main" noChangeAspect="1"/>
          </p:cNvPicPr>
          <p:nvPr/>
        </p:nvPicPr>
        <p:blipFill>
          <a:blip xmlns:r="http://schemas.openxmlformats.org/officeDocument/2006/relationships" xmlns:a="http://schemas.openxmlformats.org/drawingml/2006/main" r:embed="R020195bde26542c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8D560D-E1A8-4DCC-8A94-82DF2ECDDF0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5B1DBDF-27C9-4EC7-8741-F3741BC6CB7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297DE963-E26F-418E-8D2D-55305359AEF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9826331B-EDD2-4C87-B6A2-DC9EE831DCB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BB4ED2D5-9A23-457E-B101-76CC6803A5A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848828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245DE0B-2D82-4515-8579-791C04BEB3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6E4482-3DB0-4E21-9E07-0FCA81347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02E7D38-A017-4BD4-ABA8-5BB23EDC6D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8AD0E52-25F4-4C56-AEDA-34FEE7CF36B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2C25DA-0F50-494B-9942-B9F3C25FA52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8435F922-CCE0-4087-A6B7-5E5C81E10EB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DA1BA071-AB2C-4792-A23D-E4F2DADEF8C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F16BFE2-A588-4D14-923C-C501FDF23B1F}"/>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C09474A8-C44C-4200-B741-30BAEA2880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30083555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168E8-6337-44AE-B29E-ABFEFE3E5B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25260C-0891-4EB0-93F0-6065FD7EEC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0B5775-7503-45AF-9910-7687914B46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2BA4C6B9-8288-46E0-929A-5CFD06525E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D7CCB4-CE10-43E4-A196-4C61353DA22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4D865F-521A-4787-A4D3-DA51CE7906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24A1B75A-C847-4837-A0CA-BCBDF01E989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5E8CA153-549E-4E73-9807-BEF89A00EF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a:t>
            </a:r>
          </a:p>
        </p:txBody>
      </p:sp>
    </p:spTree>
    <p:extLst>
      <p:ext uri="{BB962C8B-B14F-4D97-AF65-F5344CB8AC3E}">
        <p14:creationId xmlns:p14="http://schemas.microsoft.com/office/powerpoint/2010/main" val="208279949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9C3CAD-3DD5-47DE-B278-69F99F637F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4C4932-8D80-42BA-B5C5-E7C7A152C5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8A17C23-3F1E-4B4A-B555-B50F1C5336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9A2C0D3-9028-40A6-825A-C70D9F47EA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6ADF9E-0D0C-45EA-809B-C497C521D8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9BD21ED1-0F6D-4A8C-AD2C-067FA5432A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CF9933-7407-48BD-9FBB-D3CA727DA48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04004E66-DAF9-43E6-B7FE-A45A7758303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4309AB-8D5E-4CAC-956D-68546B97E2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76A94996-3721-4D2E-B942-346334D252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9106504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A499B7-F403-44FD-AD33-52E7C9C8D1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64790C-FA4E-4409-8B52-345E0EBEA0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284AA2A-ACB1-4B8C-9E2E-C659046E34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C888BB1D-ABE6-4308-B68B-B9BBEEB2429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CEE3EF-C483-436F-B1F2-8D3C1B14F5C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345E4FC9-E3BA-46B7-9639-59D566F6BF1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A6989329-4634-4B51-B013-E7901DE9E43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34F9F33-6687-4932-A5C4-8C7F87E396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6D494B9-64A0-4C42-80D7-AD295538490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4A015429-62AC-4C28-B9DA-B04F5E400E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17469675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CD5B6B-E37E-42C1-9902-455A9AFB8B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75B21E-723E-42F0-823F-4334E99332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EF7D2B1-2B30-472B-A4AB-DC8723E4C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7D66977-6D7C-4808-BE4B-60A87610AF6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177736-949B-4944-ABFC-7597A03C69D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040613EA-27E9-483E-9E2D-1192F615F89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19007FC0-B6C6-4ED0-A26F-3C0D01D98B2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50EEB53-837A-45F7-BCDF-968E70DFDCC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E4666B76-0F78-40F0-9B35-5269EEEDB04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FA37DBCB-02EB-471F-B9BF-60A5EC50A1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6541528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E38A5E-75D1-4807-A1EE-455E9A1A9D0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0CBB50-E685-4D10-8FE3-5E5D767FAFF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6C5ED414-9F16-40CA-BA56-07A712BE2721}"/>
              </a:ext>
            </a:extLst>
          </p:cNvPr>
          <p:cNvPicPr>
            <a:picLocks xmlns:a="http://schemas.openxmlformats.org/drawingml/2006/main" noChangeAspect="1"/>
          </p:cNvPicPr>
          <p:nvPr/>
        </p:nvPicPr>
        <p:blipFill>
          <a:blip xmlns:r="http://schemas.openxmlformats.org/officeDocument/2006/relationships" xmlns:a="http://schemas.openxmlformats.org/drawingml/2006/main" r:embed="Rc92e387fb1d344bd"/>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8012430-16EC-4A0A-8DE6-5C97D2AE953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DDB1DD-1946-42D8-9CE0-798450F25AB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91068E0A-DA24-495A-A4E0-D40C2EB0F8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10687797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5E8D7C-F0FF-4B53-A5D5-1005AD8EAD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EBC679-66C2-4135-B5F8-9A8CADEE69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9BED3E8-64A1-4AFA-9174-312B8E23A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4DF228C7-0BC7-4A97-87AD-74442F1DCE8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BE3E274-50A8-4A0E-BB37-1961551F2B2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3BD9B669-F5CE-4CE8-88F8-95BB9FA3E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15258658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64BFB0-757A-4710-83F0-DE3A85BED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97851B-51A1-40D0-B730-2519AFF000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E570E93-5E59-49B9-8681-F3D7EE7CF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425E99F0-8CAE-4794-B0C0-DB7C38B9557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3DE5037-866A-4780-9060-0A2019BF27F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79D02A98-83F5-45C5-B421-8B4C7791935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47057282-2910-46AA-A41B-9197D2904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17553986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1EF369-AEAE-4A74-9D9A-AC9CA06949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E23B0B-BBAA-477B-9BC5-4BCCD85F45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B14CC2A-735D-4876-98C1-F055F0CE3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60B04F99-C834-4479-A9F9-2A6A0BB52FA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AD98BE-6A12-4635-816F-2AD13FCDC6D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5455FA34-46AB-4F9D-8E09-F9B781DAF3C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9D8AA144-EAE5-4491-869A-5E079248DFF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4757D90C-0665-4DEC-A9B9-EC9A5C8A442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F98B1A7D-911F-47EA-960C-6A2FE5AFB72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517D9E6-17E0-4EF0-8B04-7DDB336454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17321527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DB1A7C-E151-4BA4-9915-BA6F772BED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946504-6F6E-4F99-9E1A-85742B9B03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DDF190-6919-4C74-8869-635DF3569A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21350A84-79FE-4663-A390-0EDBFDEBBE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2A009E-296A-4E9A-A0A9-4501501E19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3CD05587-98CF-44AC-87D8-7B5B199BE30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725814-E1CD-43BC-A29D-71988335520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4D43527A-B03D-433A-8A18-6EE6A3F3450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23E9D2-F849-4426-BC46-0C693BDCBBA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04FE9235-830C-4A3D-8F57-9B32D9B953D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2D85CD-E54D-47E4-B014-EA5F1059470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FD5EE46-381C-43FB-B27E-700993CAA3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17177433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7AA001-FA44-448E-9F24-980C4158C8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DB7E2D-2F98-483A-8583-25F2411063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28EB3B-6B0C-46B7-8DBC-E242932305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3BC356BB-C5B5-48B7-A9D7-82342A5C468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84A227-8ED4-487A-BCC5-0FDA73902FD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FA0A6D80-255F-4521-AE9C-E9254E9799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1B0598-C377-4918-B227-3EDD7BA90D7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DE4A318B-0B3F-47BA-BCFC-2448CF7E77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188E5E6C-CA5D-4D40-864D-5DFF60C0EBA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93D43EB-751D-4DC4-BCAD-B197FEB66C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4F5C5324-E12A-4438-B147-FAFE08552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113804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E00C2D-9009-42E9-BAA2-F3456AA13C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8C7743-A071-421A-98D1-12C79CE7DD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D725A8-CCE8-4004-A0A2-C6E16DFCD1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74A234A1-D400-4FEB-BC3A-46695220A0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D4442D-221E-4353-A99D-787AC627399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633B864-25D4-44F2-8562-C43DDC0489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E62472CE-481C-4AA8-95ED-46BD2183FD6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711C2A45-6839-4923-9B20-62289A805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5473580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27C0F-E624-4490-8A9B-9A0AAD6821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1F3F1-8A9C-42A7-81BB-FD4DA9675A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42D4AA-46BE-40CE-B77B-70733D781B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7829325A-A4BF-4F6D-B9D0-DE23639BFF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4849ED-D0ED-483D-B4AF-FFFEA2E384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EF4F0505-3DBC-431C-AED9-15622BD070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3C5156-340D-4922-8905-9132D7B0286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07A72B80-4339-4338-87B7-403A0DB9C6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0CBD4C-2ACF-493C-90B9-79373E1D14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A1E50DE3-3B03-4F07-98C1-4CD068525F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4108880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FB988C-CF15-49C6-AE18-006C0D4B61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49D45B-26F2-4BC3-9613-79BC3FEFD2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85BB514-40A0-4C2A-B07A-B51AD1B67E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9823F2BD-0B6C-4F4E-9DCD-9392D791BAC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1CD9DE8-4049-485E-9AB0-51227F9F532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93E527BF-BE97-467E-8B25-0DBE0B97B8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20344108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54FC1E-4309-4697-A22B-6EC7181A51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397DC7-AEB9-4AFA-8FEF-117A7F8F0F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33ABEBE-2604-4531-8617-8BF870310A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995EC0A4-001C-408A-9D55-8C3FE6C86A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F1379F-07ED-4359-9E5F-529CD8EEBA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D66B1D61-6030-415F-9AD3-8DF3BCC921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66A807-9182-4715-8ECE-34D9CE25074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501A9506-6CC3-41D0-B872-8EDD5449AE7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124F9058-9C3F-4150-AD1A-C769075F16E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3D5CC6E6-3FB1-462A-8FE9-C11FF25869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14922172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967658-F88B-472C-A193-ACF1C7409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704FA9-120B-4C37-8F62-B037F2BBEE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AC9F004-03CD-459A-9635-B20D65E7EF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CC0FCBBE-A6CB-4C25-B9D8-742ECA50473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DDFE12B-6F94-4FF2-B2EA-4C71471499F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268235D8-7054-415B-BCDE-A53C005194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17</a:t>
            </a:r>
          </a:p>
        </p:txBody>
      </p:sp>
    </p:spTree>
    <p:extLst>
      <p:ext uri="{BB962C8B-B14F-4D97-AF65-F5344CB8AC3E}">
        <p14:creationId xmlns:p14="http://schemas.microsoft.com/office/powerpoint/2010/main" val="170081705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DCE684-307A-47E6-B7F1-E0137473EC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D2382F-2F74-474D-9467-00EDA5B5A8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FF87DE-C17E-4528-95BA-53B5EE2967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5B9C5C6A-933A-4D00-8F53-4C5BB870AF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68D602-2519-4556-9515-B44338783B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66B8D154-88C6-4778-ABED-03D43E9B7B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9C8E5C-30F3-4BB6-BAC1-459D259EE2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A260E91C-E14B-4236-A685-451FF6C068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CCDBDB-5B7E-4E72-A65C-61B542EF3C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CBD8CADE-82C9-4D22-A34F-532EFDAC1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8128952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2AC8C7-AC96-4967-BB05-91E2B4FB49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74960-F9B7-420D-8502-1349080160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583AAA8-76AC-48F0-9735-F8355723E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A0E1EBF5-CB03-4126-8D9E-417E47782EC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288751-39FC-43A4-93C7-897EAC8F950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E6FD587A-816F-4FEF-A033-DCB6E77CD11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CD56C2-5DA0-4677-B802-6427296310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1C15B0BF-BD38-4875-A6C7-D7CC5224B94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F3079346-A045-46F2-B6C4-3E9251FEDB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B99ED048-34EB-4C53-BFB0-03E77503D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6731758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B1E50F-DEE7-42BE-AA33-26C56DBD48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30DD9A-B203-4631-9320-CAA82CCABF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392044-BAFF-408B-A7F1-1A53B5EF09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6A4E40CE-E893-476A-8A29-2BD9983EDD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07CE63-4E73-45AF-87E9-291AF861785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9EE502E3-E9C3-46CD-878D-32B56309050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91D5AF-E8F5-42F3-943C-D0C45BBD9C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B7CA0A4C-2031-4883-ACFE-90047E717C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557414-F394-4CBB-ADB8-02A0966D91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F59779F3-0F14-42EA-AF22-53F1E7304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18868443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D082BE-1BCB-4CE2-9007-0B00AA28E9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3C1649-239A-4628-A9A6-FB7A443D80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628669D-F275-4D81-BFC1-BD348927CB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C458C9EC-5873-4060-9096-440A5E38B00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CD089FB-23B3-4165-98BA-AF8917BDDEA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2AE5009D-5897-484A-81AB-2F9DA896BF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92791727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64F686-DCB5-44FE-95D4-ABBBD1705C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AA6DE4-F158-4BB0-BC65-409CC94D98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842994-6F33-4711-AE0E-BEBBE16EFB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7986F7C3-05B7-43DE-A210-F4A6F88344A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C97D91-13A2-4B3C-B32D-2236404C892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D46591BE-0B20-4F6C-9911-825895FBA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115D30E-E09D-4DAF-B601-E4FE99BF04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5B97F0E3-434C-4C30-8AB6-E67763CDF01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63F8D386-C221-4540-BB09-0D38932143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DBF0DAE5-5E6A-4CC2-B2C1-AB1944AD8D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153656556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071715-382A-4F0A-8AD4-F374AC87A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CF881B-3CBB-4B29-BF4C-14066C14A9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27D7C7-4830-4086-B0E8-B9929A021F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BB016D67-1CE8-4F4E-92AA-58FFBBF823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67C905-39CF-49B2-89AC-23E320D9E6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3B6A245C-9893-4353-913A-E01B7CEBE0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A6A024-B003-44B1-BB1E-00CEF34B3B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8EB8D20C-E113-439E-9644-3A3602F838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E2EC3A-DDD2-40DB-9D94-B2C8069930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08C3F579-2857-40E6-8709-0DCD96BC3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10311451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58C329C-96D6-45FA-9FBC-C1F6022DC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729DE3-2047-4E5D-BB83-D375F277AC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F32BA6-3836-47D4-AFDC-49E50DAE78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272197E5-3E08-43FA-8EDC-9239F51187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540047-9989-4F89-AAA0-A4210277E8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39304FC4-BBAE-432E-A3C9-698B9700EEF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C4885EE-7B1C-43F4-8E4A-8ABE4B990C2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72572136-15A4-4A3B-88A7-CF8B63421F9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1FB302F2-9528-45B1-B57B-2C5B8CD1AE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4135516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0C55BA-B566-4C1B-9F11-C3DF7C612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508A4C-98EB-4AB6-9CBB-0149D8882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2BF6A4-E5FF-4481-B6C1-B2023C7E62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981C041-451E-4EE9-AFA5-31F261259E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542B87-BC79-42EB-9043-048F471204E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245F1570-2B04-43AA-AC25-BEA4814784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E99413-73DF-4DED-8B03-2761D32C23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77F56EC9-5170-4C19-ABA3-AF6903EB6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6B23B7-76D4-49B1-A128-16E62991265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95019F87-C6B7-40E6-954C-661F86D768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8049066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0DED97-36A2-48E8-9C67-72E792EF9D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A5C945-9332-4344-B4BC-804F6DC91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AC3497-0A5E-44AB-93B5-4935EBEDFD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7F7F5FA0-53BC-42D7-AE8D-3B68777E72C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4F72BFF-7E05-4D7B-97ED-E322BB21FDF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0B332761-2B39-40E3-8A58-1B0D8CA65FC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F2B374-C324-4C28-AAB5-9857E536A01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6CC0C481-33C4-405E-B959-CE2CE19B571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712AA7FC-4100-458B-9E74-9463C47DE8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138FEA44-5726-4319-BFB1-4F7C78A0B6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163363946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743901-B26F-4830-A86A-2ADEDCAAC9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6BA3E9-6F74-4B6A-8EC4-1878EAF14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5918C4-0570-47B3-868D-D666D354EC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16F2B17B-602B-4455-8E63-6EBBD5D7B3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351FB-B2BD-48EA-916B-96AB617CF8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41D392B0-6A1F-4344-B1A8-7DBF9AAD26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5EB265-1AB9-478D-8ED2-1D13EE3882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03E717F5-C255-4BE3-8917-34A98DF229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25F4FB-FED9-45C7-A9BF-4A230C92C7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7E65953C-6108-43C4-AEBE-2DAA0A4EF5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16319781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357D43-21D9-4C15-A23D-45B2BAC26E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EC37FD-EBC2-4CBF-B0EA-0A2942412D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FB90AA1-BB83-427A-87BB-DBC2CADC5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0D3067F0-C50A-4DF8-B6E5-B75AF6BB29D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72623B-EA55-4F11-B8A1-07D808AED8E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291B278B-FA17-479C-8264-0549D4A3C6C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B0ADD369-5C1A-4BAC-82BF-94B9540243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C8322DB7-2B90-4D96-8E01-26131B61130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1DE5DC05-F9EB-4802-A4DF-099D5E0053F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68CF85E5-B8F6-4CAD-A505-67C6EA7149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14080375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16A024-D29A-438B-A218-F85A3E9AC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778176-A739-4EAB-A4E6-77BFC15D2F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80F731-AA35-4676-A7E9-32132EAD1F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82725F54-CF4E-475D-9558-91DCA9393A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A6CE62-5186-433D-9D96-55C90966D0D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19C1284-D98A-4FC2-B022-3FA2875A2F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C4431BC2-E838-4A69-83DB-5501404D4F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E4CE11E1-9F2E-4874-92D4-BFDB09FA5E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1101814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3698BF-A1EB-46C4-835F-3BE507EBB9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5C0292-51CA-4E8E-A29E-B946D36DE9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1B054A-9B92-452A-A18E-1E36B6191A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E3B4D697-35FF-4C23-BA38-FF739210DF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3C573D-13E7-4949-82FB-B1B8657E41D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BFA088A4-FC39-4729-8312-29A94F4D23A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73E7C1-32D6-4A0D-9CED-882512C9426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1A5AAA4-B557-4D4A-88BC-A961CABE5FB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7BF340C-0AF1-40D5-B2E1-E40D31B4AC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29D83D7F-12A1-444A-AACA-EB356547E9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104238459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AE0C2B-8B05-4C8F-8E8B-29ABFA105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A81CB1-114D-4D0B-A322-42BFA7EA2A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01CA8AF-B78F-4D01-A36D-29C884C506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E7078077-E3AA-45B7-8CD5-0C8CC01273D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588A333-A4BD-42C9-AB0B-3DA61E3692F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2B5EA6BF-A5C5-4FC0-8A06-E76928E9E7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20868780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8A0EDD-BA58-486D-A68E-A7ADA563C1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2E159-86E4-4626-BB98-64F3F395AF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9A99CF-CA72-4FDF-8DD3-BBF2FA2F8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4F8794C7-7A8B-4DD3-9EE0-73EDABFB51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61AEE0-1FDC-47D7-8D40-FCAFB02FC3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0B4D9F94-8556-40E5-8C86-6DF4BE94BE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97FD63-87D7-404F-9874-964838B89D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AD64F47-0505-45D2-9BC8-DB84CE9E5B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EE5E7E-9B17-4818-9E93-570C8E56E31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0EDC9CDD-4238-4FF7-BD59-6438885AD6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39886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2E1295-5656-4097-ABE9-73E3B0B450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E4A29F-1DE2-4289-9EA9-166355C0F6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07CC9EA-BBC4-435A-A5CA-6C80A752A5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C960C5DE-98F2-418C-9C50-A45B1277ED87}"/>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6B13BD-CA3C-4617-B3EF-4DBA009647FF}"/>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32C073D0-1B42-410F-88A6-0DDB2C605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81873090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5ED307-14DE-4728-B2B6-7584222E9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EC08F5-F8CE-4D3C-881C-2B427F2DEB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E423011-19FA-45F2-ABD8-4F8C076A8B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8AD85E24-F2FC-4578-A0BE-43C92C5BD5F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A80BEFB-6E41-491E-90D7-9B13967EA3F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76CF76A3-C412-447F-9993-DBEEC7245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185415212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3A9A4F-7AED-4D4D-96BE-D294FB111E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54B234-5BE9-4EF5-9080-5832D46D1F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C732F8-4D94-46A4-A434-A2C26A6DE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81064A67-CB43-4A60-A727-A0AACDD24AB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C010B3-BE59-418E-807C-893EC0CA87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B555B151-5364-4BB7-B316-A01AC48B91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55191AE-ACB1-4552-8089-B82F9F14FD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074B236C-F440-451E-B880-30D268AF5D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E2C2FC0C-D71A-4F1D-9D5F-EA338A9010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5CE460A4-536A-416C-ACCB-EA828F178A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208790329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A32B7B-8F45-43D3-B9F2-CC73D47799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FCE167-D3D0-473D-B03F-3999995A0F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875D69-46A0-4233-87C1-CC6D6CA4C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2D56289D-916F-4CAF-B1C8-C344D8D9C9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00A2D9-6140-4F12-8AC3-D4E7D0B26D8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4DC44503-59DC-4CE2-9B0C-BDC08C7182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3AFFA1-E6EF-49AD-BDF5-BB119199EB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A9CD5C5F-512F-440E-92C0-BA0ABD83BD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9BAB32-7CCA-4409-B4CD-1F658C72CC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62249E81-C522-4786-AB68-08D771D17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356608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CF9026-9510-49FE-8AC6-E810F605EC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A7FD19-DD12-4FE3-ACD0-90D60227A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540DBD-47E8-4ACA-89DD-6DD98FA710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90FAD58B-C1CD-48E6-BA2A-3AE2F69B8E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00A0FA-8C23-431E-B91D-78B105EA680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8EA2C47C-5426-4096-AE8F-F53261B139D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2173EAC-6D80-4C96-ACFB-5AE76BB188E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0C28A92B-3421-4F59-B022-9873C2A6DA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1B437E5F-D8A2-4CCB-92C5-557AAC3A1E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028D9B18-7360-40C4-B20E-3701594E23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18498091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D12458-54DD-45DE-9F6D-275E913440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539A68-9BD3-4F9F-81D3-434D7CDDAC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7FE2BB-28D0-4E0F-A454-9262D5C5F3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A9218F27-C106-4B2D-A481-47CBF827495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F2AC42E-4C68-4B9B-A394-B8245607A0B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D536E9E3-32A7-4407-A6DB-C68FC3B07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155103446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AE11DD-ADAD-4AC9-AE18-4BF469610D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59D9FF-28FA-4601-909A-3261AB3F5D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18D2B2-E8F4-4E5A-AAA5-8D0CDE7E7D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7AAF2EDE-C60F-412A-A87A-3E0342A476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4C7200-5F62-4D3E-9197-CF8DD7C4B0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9708F8D7-88F9-4D1C-AC8B-2E7F27D89A9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47D9A9-4134-46F2-94A3-0DBEE49EFF0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2BA61F82-015A-4D2F-9372-93FF6CED3C5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7FAE1-4B06-437B-9F2D-3827CDDAE2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16172E7D-5393-45BC-80D8-8919081E6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13599968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204905-9A86-4CEF-BA89-F50BCA41C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4A701-1BAD-4753-9979-88467CFBAC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AC5137-2091-461D-8979-62545F7948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8C0EC525-EB22-43BD-BF2A-5613E91C02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9A92EDB-1155-4795-9B67-6C3B5591D4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6B8CEF42-8D3D-4054-B86A-BD216B59292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F2CA292-240A-4B0F-B357-B9C3E139BA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BA19D9EC-B9BB-436F-9EAC-8D45C07CC13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2ACCC1E-CC81-484B-8FC6-8417702372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B6CC526-32BA-459F-B13F-20BF17660B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232556EB-BD56-4B03-9FD8-FDA3CED39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895698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326E89-903B-4697-9474-57B340D52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EBED3A-E6EE-418A-A5F8-AB340A79F3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DBF71B-3D21-437B-BD00-1649947A34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65275FD5-4797-4CB8-AD99-41BCD246902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9440A5A-C85C-42CA-BD80-B25228DAD9A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E89DDE87-A536-453C-A023-8754CF4468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98503138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1E068-D6CB-45DE-B43D-B83BC8D4CC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EF2573-96D5-48D4-859F-21764F979A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299D7-2041-4D90-8CDD-F91656352A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44E1686B-FFE9-46DA-A746-BC6D0E55779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34E1AA-9493-440A-BB8A-51B5AA7224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ED3CC52-3B53-40B4-93B8-D90E010EA96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00AA973F-BA10-4FE7-B20B-07EF60737A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CA5C32A6-E59E-495C-BF86-4BFC1B2183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211599398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24597A-2AFB-4523-8901-71C4544D58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287A05-5B95-46E5-B049-E7654D3BC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0A5169-403A-43C7-852F-F2F32DBDB9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F3C02A0-6885-4797-A47A-80A68FAD54B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220F66-66F2-4E2A-BCFD-754CC1288E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A47B7275-DA14-403C-83BD-AFA1E118F7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3B5F9BA-D4D8-43B2-A187-68B3746447B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31D598DF-D428-4BD9-9B3F-347FCD0AAA0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AB166762-C443-4CF9-9DDA-A7CABBE4DB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89966384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420405-D718-4CF8-99A5-0C462279B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7C4D1D-9358-4767-B9A4-08ED4DE8C0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8C8B7A2-3B63-416D-86D7-14140B0B8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FEBD5696-2269-4FC9-8840-649459CD2E6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FFDF03B-1F5D-48F8-B61F-5109EAF13B7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CDDA8683-8B89-4600-8600-3E87354B71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148642614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15EB52-3479-4192-85D0-BAA459006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68FB98-F1EF-419A-BF39-5A442F06D3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A82B5F-EABD-4015-8308-0EB95B292E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9CA9BDAD-30AF-4876-AA46-9795184F9B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6B2383-87FE-44C3-8101-18872B0250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B6B9DC0F-9C23-4C9B-9846-8CD10ECC08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8256D9-EEA2-4DCC-B485-6B51C5136F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FA3F03DF-F89C-4C2A-AFA6-5A85676375A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3C7421-F8AF-4E4B-B313-5A7D5086305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52719B0B-B8CF-4841-86A3-8D0872D9D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45</a:t>
            </a:r>
          </a:p>
        </p:txBody>
      </p:sp>
    </p:spTree>
    <p:extLst>
      <p:ext uri="{BB962C8B-B14F-4D97-AF65-F5344CB8AC3E}">
        <p14:creationId xmlns:p14="http://schemas.microsoft.com/office/powerpoint/2010/main" val="147742781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D74E5A-E924-4CAB-89B7-9A54230162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050982-26CD-4E20-9EC8-C1BD225D9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CDE03C3-D4F2-44AE-A2C4-AE2FB213D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2479823D-EBDA-4939-B79E-2E0349C130C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2F736B-1C82-4C5D-BAB2-36C704C9ED7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E85009D4-E61C-430B-B65C-96845DDC1D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159698092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93F975-2AF3-4F3F-90CD-143B48CAA6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9F2552-5622-41E6-BE87-272EAD26E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04946A7-37DA-4724-9E90-5710C1BDBA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6E1A94F9-9D93-4901-9CE3-A89E3EE703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E8FB45C-6154-4A86-8213-03D1C8B67AC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93F59644-D97F-41B6-93DE-7DD5A076BA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815738-D6E3-463C-B3AF-9CC63E60D2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DDE82005-605B-45C7-A760-2249E12DECA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5681BD0B-BCA0-4DA0-9462-57849F5919E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3BA94EAE-E19B-4838-9AB4-1AED10F350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150295238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081C12-EDF5-4A6C-B0A9-1D8E74BD2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A97B35-232F-4F2B-8E58-3890D2E71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17F6B9-83D0-44A5-857E-7F6F143FDA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42A02A03-54AF-4DA7-BCFF-F615ECF953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73D21B-8707-4400-8CA0-DA09C40BBC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C31C01B3-3D3A-4E03-94DD-171DE038231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A6DD58-310B-4548-968A-0FA495597C0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23FD0170-F62B-41A4-84E8-EEEFE701B5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981370-954E-4117-9D2C-8A545849C60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CA5FDCC1-C478-463D-8E46-13A8FDA3B7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p14:creationId xmlns:p14="http://schemas.microsoft.com/office/powerpoint/2010/main" val="45030482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D0743-0BC4-4166-9F0F-343885326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EE1095-E0C6-4361-B615-4A9DDB2E43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99F8BE3-CED3-4056-AAA9-47FBF689BF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49DF715F-FB78-4AFC-85B7-B7F61505EAD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56B441-3DD5-42D3-948A-760D1CF762F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3292F476-5347-46E8-83D9-57BA863E68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86FD62AA-AD3E-4DC7-8C56-404F794F25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185156898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61674E-B655-41E5-9438-90E7A3A10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509989-1EB7-4E35-9613-B393A081C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39362B-E7A3-41B1-89A7-550AC2971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D016C279-4971-43F1-AF74-5334271FD1C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82AB3B1-5D11-494A-85CC-65C5EF59C21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66D69C66-18D6-4F6B-AC6A-C22FA3A2E8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0B781D09-9977-4284-BD30-F5A81F89A5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128500644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8FE6263-D65E-4CD5-973D-0FE7D4D90E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9B5091-95E9-4F23-BAA9-A40E8496F4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07CF37-FF7F-42F5-BC51-34893EA293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8E590596-4B96-4A4C-AA98-97FEADEE34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F9B8DB-D3BA-46BB-80CC-7C36909DE1E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E5A1D590-58E2-462B-820E-61797B14782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7E60CD-3B2C-4A60-95A3-1BBE5C2C26B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CE235971-C10F-4B23-8FAC-4713557F41C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C3C5A0-F9E5-4120-AF2E-D8CDEE5D45B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930F2561-6CB5-4CE3-83A6-311A9A3511D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8E678B-EE4B-4B16-9306-8D5A918D841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64EC4826-CD6C-44C1-9420-099251BDF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51</a:t>
            </a:r>
          </a:p>
        </p:txBody>
      </p:sp>
    </p:spTree>
    <p:extLst>
      <p:ext uri="{BB962C8B-B14F-4D97-AF65-F5344CB8AC3E}">
        <p14:creationId xmlns:p14="http://schemas.microsoft.com/office/powerpoint/2010/main" val="116994913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BA710B-196A-437B-88EA-50D5244A891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0352D-6C44-4C39-8132-602FED6DE2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A69AD797-3735-4C68-A503-1768620CEEE2}"/>
              </a:ext>
            </a:extLst>
          </p:cNvPr>
          <p:cNvPicPr>
            <a:picLocks xmlns:a="http://schemas.openxmlformats.org/drawingml/2006/main" noChangeAspect="1"/>
          </p:cNvPicPr>
          <p:nvPr/>
        </p:nvPicPr>
        <p:blipFill>
          <a:blip xmlns:r="http://schemas.openxmlformats.org/officeDocument/2006/relationships" xmlns:a="http://schemas.openxmlformats.org/drawingml/2006/main" r:embed="Rdccdbd8c2a3947ed"/>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FF642C6-82DE-49B6-A53F-3E183AE73C1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27B7B1-8F66-4E63-A53E-2C409F5C2E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B987CD20-9008-4361-B4BA-15D2A2B06C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71571002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2B6D7C-5133-472F-AFFB-97EB31186B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7CE8C4-BD50-4A76-B38C-37210C855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9EDDDE-326C-410F-9A1F-3B54F6BAB1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BE8AD6D1-BC86-43EF-B48D-97507AA773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5BA3C43-DE67-4AE7-A8F0-7EE78DB44E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9E3A3257-4B42-4EFF-9596-F3E973DC2E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39A5EEE-ED2F-446B-83E6-25717A97C0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5C1C875-E79B-4BBE-AA6F-DA21AABC32F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D880FED2-F61C-4E34-839C-8A9510AB6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4EBF2A21-8101-47FD-811F-855548C371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158903741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403558-B888-4C1A-AE70-D14E4F2E70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5680DD-95D6-4900-9D07-995A8CBE31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5BB3AF-A98F-4A88-B3DE-01B684259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A5D8300A-4673-495F-BC07-435DC2CFD5C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26A50C6-7346-47E9-A6CC-0E8A632EBF2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6ED35655-EE88-42DE-BDFC-EF563DA249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176019180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14447A-121A-4C39-B6B7-E9A6036D3D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D9E703-9626-44FD-A284-BC7881FFE3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1604B-695A-470E-998A-5DD20292D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934F7602-CFEF-4543-B809-CF05C7AE8B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719517-73A4-4931-A17C-F7A89B83F2C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6EFB826F-9064-47A2-9089-B6D6EB6FEA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C6BDDA-4E13-4F43-B119-B108EF80FA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9D947E1F-B58A-44C8-9BDF-542E5500EB6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E87B9A-9D7E-4404-BB15-2D33BAF816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18D53B3F-77BC-498E-BB7F-B87A9AAD9C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101780917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9AE773-9153-440E-A2D2-B943AAE9FD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4AD9C1-EBA7-4A62-BEF8-72DDBB3383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EC673A-2ED9-4FF4-89E5-968C4F7484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026ECF05-8EAF-47BD-BADE-4EF2CFC3AA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73F849-DBE7-4016-9209-E353A396A86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DA74530A-6714-4131-8900-3518F426F0F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D4EA241-5837-4345-ACAF-2BF0E81837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8411C86F-DDA4-4B7A-95A9-30A5079728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E9BF5FFE-13B3-4586-85F7-F44C4AFD647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80F240B-13DD-4B57-964D-92C60DCD02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AD9D10A8-8FF0-4EC2-AAE4-5809CC52C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30258010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D4F8E3-AD30-45FB-9203-CB765E7A6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333098-399F-4D73-9329-CA1C8FE25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FD5AF0-1FBC-4F3E-B833-A485EE5207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06815C4A-6A77-4716-B84E-29D44274E7D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AB14C0-2F23-4843-B1B0-6E6F96C204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102EC496-A9A3-476A-A98A-0B47B266C1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D6E505-81C5-43B9-A745-3D0D5D986F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161F3D31-10CA-4388-8027-96903BB7C0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3FDE64-1BDA-4149-BD5C-D19BB46E53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02BB6A0C-4C17-46CC-AC28-2F2CC38FD9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74282317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DBFF7F-8D21-4B70-AB95-01C47B0C1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6365C7-1680-46F0-BF28-BE3EBAB93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631216-2313-47E8-9A3C-2296777501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4DAF5721-BACF-4178-B355-C005BB1CEF1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6059D7-7C77-485D-B945-F590BA8AD2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03C2406-84C6-4115-B912-3DBA46971B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AA1B7E92-CCBA-4F06-99E9-7E9F425B12A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D0848B6B-5804-4DE6-B0A4-D6D2CF0B04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58</a:t>
            </a:r>
          </a:p>
        </p:txBody>
      </p:sp>
    </p:spTree>
    <p:extLst>
      <p:ext uri="{BB962C8B-B14F-4D97-AF65-F5344CB8AC3E}">
        <p14:creationId xmlns:p14="http://schemas.microsoft.com/office/powerpoint/2010/main" val="77982851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4E40417-531A-44BE-BB63-9FC8B4C5AC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ECFF4D-5E7E-4A28-AFE8-47A2149B0C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36C6BE-E1D0-43A1-92DB-40EC752A39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B3431E06-1216-4D65-9BE0-B274C58BD76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A09873-B025-41E6-9FD6-C7C67870552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8BCB689E-C29E-4D8C-98A1-E804AC18CB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3AD48A3-C236-40B3-97F5-EFA3CB9FB1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9CB0D0D-15BA-4F9D-9041-E26D42FACCB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A754059-D86B-4661-A1AB-A2EDEB1C071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7FBD197C-797C-4E03-8843-839E07107E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55DD0AF8-2212-4A19-BE59-63A98770A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193594953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96ADD8-9E6A-4420-9CAE-3307F84D6B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834EEB-7AF9-4F90-9AF2-5A37FAECF3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63BF027-1CA2-46A9-931E-56FA00EB7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83838311-9299-4E85-A05C-A97DC98E987F}"/>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C298BB0-2519-4CFB-8E45-51BFFFD1527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8E5B3181-542D-4C9D-A590-8C8CFA6793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60</a:t>
            </a:r>
          </a:p>
        </p:txBody>
      </p:sp>
    </p:spTree>
    <p:extLst>
      <p:ext uri="{BB962C8B-B14F-4D97-AF65-F5344CB8AC3E}">
        <p14:creationId xmlns:p14="http://schemas.microsoft.com/office/powerpoint/2010/main" val="4385171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2AB37B-ED59-41BD-99F2-C53855BE84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8F6331-D7E5-4EDC-9CF9-B7C978881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01F861-D003-4A47-B47E-C4F850EDC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5E93A31-AC0D-4E58-8C63-FD4807AD9F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C011D8-FCAE-47BB-86DC-C6C544407E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57C8E092-3130-4AA0-A5BA-2FFD8F52BC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B10734-A1D4-47AC-AFEC-D91DD570942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FE8628A3-8692-4DCF-B830-05BFEED8BFD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D18D0B-ED39-4BF3-8B56-6554E4F578D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F77BB500-C2E4-44D0-AE48-B1C5A1D96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61</a:t>
            </a:r>
          </a:p>
        </p:txBody>
      </p:sp>
    </p:spTree>
    <p:extLst>
      <p:ext uri="{BB962C8B-B14F-4D97-AF65-F5344CB8AC3E}">
        <p14:creationId xmlns:p14="http://schemas.microsoft.com/office/powerpoint/2010/main" val="200024654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2C89EEE-6578-4CFE-974E-5A3B27710A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F60237-180F-43B6-B2A6-DAAB5873FF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EFFEFB-D197-4482-93E1-B3C6674A90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311D2A8C-B675-4AAF-9AA0-E03A02C6888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C0A6D64-6754-40E4-83C8-D27DEB2649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B23F394B-6819-47C8-A313-E3E4A050DC2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5CE2297-E78E-4ABC-AA99-3DCB06A1F0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9D37E71-5B97-4083-8C89-30BAF45748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7534A7D-05EE-400C-A125-6644FBF909D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B8850ADF-0DD0-4E85-898E-142290AF20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FBFE65C-2EE5-475C-9850-CD609DFC1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62</a:t>
            </a:r>
          </a:p>
        </p:txBody>
      </p:sp>
    </p:spTree>
    <p:extLst>
      <p:ext uri="{BB962C8B-B14F-4D97-AF65-F5344CB8AC3E}">
        <p14:creationId xmlns:p14="http://schemas.microsoft.com/office/powerpoint/2010/main" val="88822464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0BE289-FA3E-425D-9B70-C603D893C8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F9AC43-5ECB-4525-ABE5-29F97A17E2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025BDF-24BC-44EC-96E8-8AD54B562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4A9F8613-EF3A-4360-AC81-7BCDBFA6A0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D2316D-BFDF-448B-8CA7-D831DA1D19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F8C5EEE-A2F7-4FFE-BC08-728112EC21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4EBD4225-4B39-46CA-982B-2843DE985EA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3CB7AA1F-99AC-4FFA-B9FE-151955FD2C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63</a:t>
            </a:r>
          </a:p>
        </p:txBody>
      </p:sp>
    </p:spTree>
    <p:extLst>
      <p:ext uri="{BB962C8B-B14F-4D97-AF65-F5344CB8AC3E}">
        <p14:creationId xmlns:p14="http://schemas.microsoft.com/office/powerpoint/2010/main" val="654726345"/>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E59D0F-E7DE-48A0-9941-0A84E177C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AED768-53C6-4DC6-B223-4E03BC6B42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994B801-D822-4785-9BF9-B35EE7FA87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A858B98B-0008-4322-921A-84775F9CCD6A}"/>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FF6B8D-2A90-4CDB-ACA5-97375940C49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91F91993-5A45-487F-A8F8-7BB97CBB8F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64</a:t>
            </a:r>
          </a:p>
        </p:txBody>
      </p:sp>
    </p:spTree>
    <p:extLst>
      <p:ext uri="{BB962C8B-B14F-4D97-AF65-F5344CB8AC3E}">
        <p14:creationId xmlns:p14="http://schemas.microsoft.com/office/powerpoint/2010/main" val="5841360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2D88F4-9576-49D9-BF34-FB4472524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15B89A-DB9C-48AD-84D8-2E2FEE013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6F1964-C0F1-4E55-A882-DB54B69E6D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837A615E-5C34-4A4F-95B9-B972709B70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7DFB27-38D3-4809-8447-A3AE49CD24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959E86EC-67C3-4E7E-BB8E-ACD8A9765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1D5F27-1D07-4F94-A628-65662FAC085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A478E072-4C53-4BD5-A0B4-8BFF1531C0C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9A53FD-FF87-4689-82EF-20D9B57FC8D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067733F4-8CBA-42D2-9FD6-96B5E8AAF9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65</a:t>
            </a:r>
          </a:p>
        </p:txBody>
      </p:sp>
    </p:spTree>
    <p:extLst>
      <p:ext uri="{BB962C8B-B14F-4D97-AF65-F5344CB8AC3E}">
        <p14:creationId xmlns:p14="http://schemas.microsoft.com/office/powerpoint/2010/main" val="75288731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7C69CA-F008-404E-81E6-B87CF994A6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A59E31-6566-4E1C-9086-243EA2F81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1AC4B-FA00-4237-8CB6-B7EC6BC6F6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02967AD8-2265-4111-AF20-79500B51CA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FA362B-6F79-4707-A875-06885EEBC1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22D34575-50FB-4325-BC06-C789249BB6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3DD4BA-191D-4CEA-8982-4B8EB1E090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AC6D2174-B17B-496F-AB85-2429FD9196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558D3-64E8-4C4A-A30E-D5E15C8C79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00AB0D38-1348-4AAD-B103-FFFE9ED16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66</a:t>
            </a:r>
          </a:p>
        </p:txBody>
      </p:sp>
    </p:spTree>
    <p:extLst>
      <p:ext uri="{BB962C8B-B14F-4D97-AF65-F5344CB8AC3E}">
        <p14:creationId xmlns:p14="http://schemas.microsoft.com/office/powerpoint/2010/main" val="133337824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E1E8A-BB2E-4AF7-9D33-A640621775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E97944-CECF-476B-944D-05730BCD9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0A28CC-4DF8-42DE-991B-1F0719E17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1C9D06ED-A1B1-48D4-A370-7869EA2FD7C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7190FA-DA81-4CF4-9CF3-E01C50AF7B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10BEBFC-01A0-4B9A-B58D-91178515455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39A08B1-E916-4029-91E3-E14B9EFC798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33D05A64-8E1F-44A4-BBA9-7E7509590FC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1DCDF13D-4F1F-4462-A5AA-A62E52E48E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0B490D0B-B688-4F89-912D-2726649E19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67</a:t>
            </a:r>
          </a:p>
        </p:txBody>
      </p:sp>
    </p:spTree>
    <p:extLst>
      <p:ext uri="{BB962C8B-B14F-4D97-AF65-F5344CB8AC3E}">
        <p14:creationId xmlns:p14="http://schemas.microsoft.com/office/powerpoint/2010/main" val="78406927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6DA168-2C7A-49B4-BD35-BB463F2C12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EC0AEE-124B-46DD-AA2A-30BC6F2654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E66689-EC65-4913-A648-FDC8A6D02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84A8C849-60C7-4743-AC6A-B8CE66F4C1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F06C85-1FBC-4972-9DD1-1E1FE688B4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EFB17493-43FF-403A-8FB1-61DB0194F6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43D2BA-222F-41A5-A841-A9E9F5AA44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0DC7E7BC-0234-4A93-A9F1-63CA136A61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B83C5-6BA7-4EF0-8632-45192A936B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C5FC721B-091F-4E8B-AB2F-6B14D96A3E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68</a:t>
            </a:r>
          </a:p>
        </p:txBody>
      </p:sp>
    </p:spTree>
    <p:extLst>
      <p:ext uri="{BB962C8B-B14F-4D97-AF65-F5344CB8AC3E}">
        <p14:creationId xmlns:p14="http://schemas.microsoft.com/office/powerpoint/2010/main" val="167065446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0755A6-F026-424D-BA33-94CCCC4B6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241561-58A6-465C-9093-1DF1C88DF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AC6503-EDF8-47E8-8E41-67A3A26EE2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A5AFCB81-D2ED-4009-8C9A-1243469E69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2579AA-C7B2-4CE5-AD1E-5201E5CD17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2E1BD149-2DD1-4794-B3E6-143A47259F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9A9932-A945-4C43-9F1D-298DA9B30A2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646B280B-DD78-4016-A2DA-00E7E4F1E8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1BB214-7593-476D-94EE-6ACDF80652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B3B6B284-33B5-4A02-AD1C-8D09FFE968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69</a:t>
            </a:r>
          </a:p>
        </p:txBody>
      </p:sp>
    </p:spTree>
    <p:extLst>
      <p:ext uri="{BB962C8B-B14F-4D97-AF65-F5344CB8AC3E}">
        <p14:creationId xmlns:p14="http://schemas.microsoft.com/office/powerpoint/2010/main" val="127254170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88B9C5-64E3-4A33-A019-AA26A9D691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3C5FCA-2D1B-4AEE-83C4-026853FC8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6297A6-D303-4EC6-8E27-92E9AC5D9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894695D3-6003-4C1D-ACEE-696F3FD390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5169A9-7D97-4EA4-BA8A-66579B3E53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4FF4DA93-A259-43FE-B56B-05E82A97D9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3E5CB3-83EE-4AC1-B752-135C43BC62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D4092265-FA56-4EB1-B973-E7E758F406C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8E3D0-550E-4FD3-8FE9-9334D75DD9B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A2EFBA7F-14C2-453E-AF03-1A2BCC0D60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70</a:t>
            </a:r>
          </a:p>
        </p:txBody>
      </p:sp>
    </p:spTree>
    <p:extLst>
      <p:ext uri="{BB962C8B-B14F-4D97-AF65-F5344CB8AC3E}">
        <p14:creationId xmlns:p14="http://schemas.microsoft.com/office/powerpoint/2010/main" val="162664180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85CB15-E9E1-447F-9BE4-8CE11CDBF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6B07EF-8BAB-4C52-9426-A9BE78E37E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5484D3-0AC8-4815-88CA-D42B6F16C7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FB45BCB6-BDB4-4D77-8B06-B32D7895FB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CAE777-EA29-4747-AFEF-587355A61B7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851CF006-D190-4928-AF15-A8F1F1671BE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424BCA9D-30B9-4CF9-A1C2-620410E290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B4A90F73-6D9D-4D4C-BF74-9BAFAFDA53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71</a:t>
            </a:r>
          </a:p>
        </p:txBody>
      </p:sp>
    </p:spTree>
    <p:extLst>
      <p:ext uri="{BB962C8B-B14F-4D97-AF65-F5344CB8AC3E}">
        <p14:creationId xmlns:p14="http://schemas.microsoft.com/office/powerpoint/2010/main" val="175281395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8CFEA4-EBFB-48CC-AAF9-540FE24EAC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CB89CD-A73C-47C5-9629-5972735B52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4BFD57-5550-4816-94F1-EAE7C1A074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6C376B16-4F95-4B59-AC0B-65B9BB64DE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37E2AC-63C0-4CA1-A948-51D0FDB262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3E14AF3-096E-4DCD-B909-D427D9E8F4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FC3A85E5-129A-4E8A-9948-FEB46209219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0D8F55CF-98BA-4992-94F6-BC94EB21FD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72</a:t>
            </a:r>
          </a:p>
        </p:txBody>
      </p:sp>
    </p:spTree>
    <p:extLst>
      <p:ext uri="{BB962C8B-B14F-4D97-AF65-F5344CB8AC3E}">
        <p14:creationId xmlns:p14="http://schemas.microsoft.com/office/powerpoint/2010/main" val="1168765593"/>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7D3160-F164-427B-8127-EC1AEB7455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01EF10-057D-4710-A127-0AF723910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AECA8F-1E3E-41A7-B3A0-1A2AFB630C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24CC2241-54DA-4654-85DA-3E6990B2F7A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124EF3-E17E-4A00-AFD1-88BF715F0B2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2A05BC43-0C27-450F-A69B-EDE6F580BDB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DDEA84ED-A0F0-44C1-AEA0-97F388CD7D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28D117A2-2226-45D8-A8A8-776A5981D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73</a:t>
            </a:r>
          </a:p>
        </p:txBody>
      </p:sp>
    </p:spTree>
    <p:extLst>
      <p:ext uri="{BB962C8B-B14F-4D97-AF65-F5344CB8AC3E}">
        <p14:creationId xmlns:p14="http://schemas.microsoft.com/office/powerpoint/2010/main" val="171801896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178662-A496-4D0E-9CB0-E0A207BD8A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A9D7EC-24BC-42B0-AB99-9287B8ABD2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1481F-CC41-4A24-BC21-E5EC848486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87D9939-344A-4AE1-B1BB-FF2A91146C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462AFA-BC56-4AB4-85F0-9C02B4A073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DBE669D-ADC8-4A2C-9BE3-F2FC80387E8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C9D8D543-F245-4270-9A1F-05A76F71B4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B06D9986-2A21-49E0-B36B-39253C2A3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74</a:t>
            </a:r>
          </a:p>
        </p:txBody>
      </p:sp>
    </p:spTree>
    <p:extLst>
      <p:ext uri="{BB962C8B-B14F-4D97-AF65-F5344CB8AC3E}">
        <p14:creationId xmlns:p14="http://schemas.microsoft.com/office/powerpoint/2010/main" val="1433281772"/>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33F7A1-E84D-489C-A3D9-487817CEF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260727-9EBB-4819-9710-8DA026886B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DCCA56-0C37-4959-AAD1-0620441EA9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20DB6F02-2B75-4D65-9DBD-808F8A23BD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C18404-AE4A-41F2-B67E-EDBA20C0BA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F892164C-F567-4594-8F5F-74ED0B6DFF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A75B17-9C31-49A3-861E-B3A5AC94A9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D3DD3287-F0AC-46F6-954A-3E9514FC38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D69A04-05C6-49D3-A931-7C8AB374801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708E1D9F-90DD-4279-98EC-BB9C1D6C4A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75</a:t>
            </a:r>
          </a:p>
        </p:txBody>
      </p:sp>
    </p:spTree>
    <p:extLst>
      <p:ext uri="{BB962C8B-B14F-4D97-AF65-F5344CB8AC3E}">
        <p14:creationId xmlns:p14="http://schemas.microsoft.com/office/powerpoint/2010/main" val="156787170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2CFB1E-E48D-43C6-92B8-44D05BBAFA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4CA2D1-1675-45F3-8AFB-97B7E953C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EA950C-23E8-469F-975E-2EA5AF3D69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5016668A-B181-442F-8F4D-5FD309D13BA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EE4D2D-24A6-4E65-A679-771AF3BA412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28A9AC97-757A-45B1-9CDD-04C954A4BDE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71108B04-1152-4FFB-97E8-6CE6C5777A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76</a:t>
            </a:r>
          </a:p>
        </p:txBody>
      </p:sp>
    </p:spTree>
    <p:extLst>
      <p:ext uri="{BB962C8B-B14F-4D97-AF65-F5344CB8AC3E}">
        <p14:creationId xmlns:p14="http://schemas.microsoft.com/office/powerpoint/2010/main" val="65676348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0A791B-9A0F-490D-82A2-16F7FAD60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B3745A-A576-4D7F-A0A0-41DE520768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847EAB-C669-4031-82F5-2EEC6831D0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B12C322-036E-4B8B-A9A7-36C09D419A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2A021E-093C-4BA0-897F-5A7E77BD8C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B99A768C-3442-4C3A-96F4-B8DEAB799ED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3E85C2-AB84-4087-A993-BBC8325FCF0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2FAABE2-5855-47FE-AECF-BA23C24BA12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F32931-5986-4C8F-ADC6-00D9A4202FF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5FDDDA15-597F-4D91-ABDB-7BF4F9A0061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D014CF-96D3-4FD4-8173-C0C5CF8A135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7E2DFD4B-41B9-4BDE-B200-F424C1C87E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77</a:t>
            </a:r>
          </a:p>
        </p:txBody>
      </p:sp>
    </p:spTree>
    <p:extLst>
      <p:ext uri="{BB962C8B-B14F-4D97-AF65-F5344CB8AC3E}">
        <p14:creationId xmlns:p14="http://schemas.microsoft.com/office/powerpoint/2010/main" val="786781353"/>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FA0923-D526-41E8-B642-475BBEC7C3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F3A16D-3B30-4FE6-9D81-28CEA8A2F4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48BCF88-F360-452F-AB4B-C73FED7931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E93C3B53-6C3C-4CB1-A0C9-82AE0992EC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46F114-50FA-4C71-865E-E892E0F12F11}"/>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029C55F7-4754-4354-829E-80B7258D6DB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29D3AC-C181-475A-BD4A-7B9623FFA24A}"/>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F7DDB8B2-910C-484E-BE21-2C82AFF746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78</a:t>
            </a:r>
          </a:p>
        </p:txBody>
      </p:sp>
    </p:spTree>
    <p:extLst>
      <p:ext uri="{BB962C8B-B14F-4D97-AF65-F5344CB8AC3E}">
        <p14:creationId xmlns:p14="http://schemas.microsoft.com/office/powerpoint/2010/main" val="1691606745"/>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61C3F5-B6BB-41E6-AC39-24E7450B9A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ED30F2-9366-4C16-8025-4ACF426C4F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9430EF-E506-4E69-924E-8145F5403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33F73F66-E956-4297-84EA-C230D1AD0C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A36457-3109-4F64-BCB8-955FC26688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4879C2F0-7AF0-4C30-9B78-6387E883E9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677ED3-B920-4823-96FB-1106D64A20B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02AC190A-0B74-4793-8BA6-4BA494EEDC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14A8F7-9B49-46DE-BE60-E561C1CC37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5673132F-0CF0-4C01-8A5B-6A8B2D69A3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79</a:t>
            </a:r>
          </a:p>
        </p:txBody>
      </p:sp>
    </p:spTree>
    <p:extLst>
      <p:ext uri="{BB962C8B-B14F-4D97-AF65-F5344CB8AC3E}">
        <p14:creationId xmlns:p14="http://schemas.microsoft.com/office/powerpoint/2010/main" val="15539151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C01302-539F-43CF-8B7A-70D0AC404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2CCE27-4A54-4242-ACC1-CE810A40A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A4A69A-ED61-4088-AC6F-54B524341A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E4FEF2CC-F544-45DC-878A-EAAB0E748B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06D1CD-40EB-49DA-943F-24C38A19C13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1B889DF9-2F60-495B-8896-78DA58E6FEB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0B927B-0181-4F87-9BD6-7F37ABEA25B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36DA121-697B-4C8F-B77A-53A50CB027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4A0F18-3E16-4B38-B1BB-B70755EF3EF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FED66A9-6E5C-4ED5-B1D5-8D5DA59F3C9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F8D9FFB-AF9F-4AD7-9F08-0A71C2A418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C38797A0-E5B3-423F-A32B-AABFEC7951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80</a:t>
            </a:r>
          </a:p>
        </p:txBody>
      </p:sp>
    </p:spTree>
    <p:extLst>
      <p:ext uri="{BB962C8B-B14F-4D97-AF65-F5344CB8AC3E}">
        <p14:creationId xmlns:p14="http://schemas.microsoft.com/office/powerpoint/2010/main" val="99382837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812F7-6B77-41C8-9FFC-F2D9E486A6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441F6B-D838-43E3-89B2-0ABBA074C1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6272D5-BD58-4633-A3B6-3AB3048030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D278E82-3F6A-4DD3-B563-C08F7488B8D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1BBE3-F81C-48FD-886E-94E19C9B89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DA18208F-8B62-4DE6-A97B-6A009E3C857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342FB962-1744-4827-A11A-B07B2E7986E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7627BC7-C038-4CE6-80DA-3EB842EC2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81</a:t>
            </a:r>
          </a:p>
        </p:txBody>
      </p:sp>
    </p:spTree>
    <p:extLst>
      <p:ext uri="{BB962C8B-B14F-4D97-AF65-F5344CB8AC3E}">
        <p14:creationId xmlns:p14="http://schemas.microsoft.com/office/powerpoint/2010/main" val="111457881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668F74-2A04-4700-8FC4-B2E3DF3A7B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D7F4EF-1423-4E42-9530-BA9F5FE03F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03ADFC9-EF8C-4A1D-8342-9D41D702C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8F5E4166-8778-4EC7-AD1E-75B7AE16C9A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CC8D7C-1801-4F19-9D8D-25723D0FBDD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5221C00-78C5-46FC-ADBD-A843C8C4FF3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7F4BB8F-082E-4A97-9315-34A757F3E4B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6DD1C4B-347E-4B97-9169-9C422F6BE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82</a:t>
            </a:r>
          </a:p>
        </p:txBody>
      </p:sp>
    </p:spTree>
    <p:extLst>
      <p:ext uri="{BB962C8B-B14F-4D97-AF65-F5344CB8AC3E}">
        <p14:creationId xmlns:p14="http://schemas.microsoft.com/office/powerpoint/2010/main" val="200654031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A31ED2-CD31-4000-BBF0-E0B6D97A80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86EF08-0333-4E23-B2A5-B4E341B1CA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9CA3DC5-41B7-4266-8510-D96B7E5D57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9DB94AC4-C429-419F-8017-F006F7A7226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321895-F818-43D2-94FB-368946E67A1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24CE6F50-33BA-4E33-A550-11169766BDC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E2BBCCD-5805-4F1F-BC3F-2FFF4F57772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260261A-81E1-4FFE-9C04-EC9D6B914A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83</a:t>
            </a:r>
          </a:p>
        </p:txBody>
      </p:sp>
    </p:spTree>
    <p:extLst>
      <p:ext uri="{BB962C8B-B14F-4D97-AF65-F5344CB8AC3E}">
        <p14:creationId xmlns:p14="http://schemas.microsoft.com/office/powerpoint/2010/main" val="41062485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21ECE7-E118-4576-BA60-2C6B9DC45D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8213B7-9875-4470-BA45-804057B30C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A49ACF1-BB2C-4CC1-98E8-1CF2020C4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A9792D76-7AE5-4F92-BD4B-8466BE79CEA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CA6EAAD-5CFE-41ED-977C-75B35931909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4D62589B-8AB8-431F-A091-0C7760CFCE2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9190FD6-163C-441B-ABAA-CB5BFBEFDDD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BE4C4F9-E337-406F-8AAB-9073FBE6B5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84</a:t>
            </a:r>
          </a:p>
        </p:txBody>
      </p:sp>
    </p:spTree>
    <p:extLst>
      <p:ext uri="{BB962C8B-B14F-4D97-AF65-F5344CB8AC3E}">
        <p14:creationId xmlns:p14="http://schemas.microsoft.com/office/powerpoint/2010/main" val="32955391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91C577-62FC-44EC-8BE7-B760BEC7BE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FC49A5-6EDC-4FBB-96A7-CCCFF0C799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8F3B5C-95F0-46DE-BCD4-FE0EE66F4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441D5FD1-92D6-49D1-BCC0-6369429A1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F15526-B664-4259-AEBF-7F30E1C573D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694BE6D9-9A61-4E0F-A445-D053B6258E3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5FF3612-F721-41E1-A4F2-B25699A9966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9FA3D13-6438-4DDB-945F-11FDDA605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85</a:t>
            </a:r>
          </a:p>
        </p:txBody>
      </p:sp>
    </p:spTree>
    <p:extLst>
      <p:ext uri="{BB962C8B-B14F-4D97-AF65-F5344CB8AC3E}">
        <p14:creationId xmlns:p14="http://schemas.microsoft.com/office/powerpoint/2010/main" val="1500656804"/>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7B8AD74-4EB1-4F68-A649-AF4F9A5DBD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E4D2E3-A5E4-4100-91F6-8248EC0125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6BD3A6E-9AA8-40A5-8168-4C7915A596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1F5137BD-0589-498A-8846-D9483614B1D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31BF98-B6F2-4E16-9878-909635EECE9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10:55 Kampala</a:t>
            </a:r>
          </a:p>
        </p:txBody>
      </p:sp>
      <p:sp>
        <p:nvSpPr>
          <p:cNvPr id="6" name="">
            <a:extLst xmlns:a="http://schemas.openxmlformats.org/drawingml/2006/main">
              <a:ext uri="{FF2B5EF4-FFF2-40B4-BE49-F238E27FC236}">
                <a16:creationId xmlns:a16="http://schemas.microsoft.com/office/drawing/2014/main" id="{393A8A22-B6F8-4B77-98AE-7C95A60A91B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C67CC4-926C-42B4-BF88-3793799C576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CB30B36F-0329-4DAB-8158-2AD9D90CA05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BB6330-5F10-41CD-AEE3-29485795D56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F88508-8DE0-421B-B5FE-B3FB295077E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D20924-65B7-4CA2-8835-B0F097AB6AB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6B216BA-985B-4396-8AE8-1C855C72240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DCFFE5D-BF87-4571-BA1A-5C86193661D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993ca01c25e4c5c"/>
              </a:rPr>
              <a:t>Open W03 assignment form</a:t>
            </a:r>
          </a:p>
        </p:txBody>
      </p:sp>
      <p:sp>
        <p:nvSpPr>
          <p:cNvPr id="14" name="">
            <a:extLst xmlns:a="http://schemas.openxmlformats.org/drawingml/2006/main">
              <a:ext uri="{FF2B5EF4-FFF2-40B4-BE49-F238E27FC236}">
                <a16:creationId xmlns:a16="http://schemas.microsoft.com/office/drawing/2014/main" id="{203906EC-3750-4EB8-8E54-D856866C1A1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7F611CF9-1788-4C89-912C-E933061D1D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86</a:t>
            </a:r>
          </a:p>
        </p:txBody>
      </p:sp>
    </p:spTree>
    <p:extLst>
      <p:ext uri="{BB962C8B-B14F-4D97-AF65-F5344CB8AC3E}">
        <p14:creationId xmlns:p14="http://schemas.microsoft.com/office/powerpoint/2010/main" val="1537396258"/>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21955F0-D017-47DA-A9D5-1FCEE4356F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7F91D5-7F20-4651-8F74-D0A395C062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3422A05-B908-4111-9861-69FA0309E5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0CE6D1F2-12CD-4EF8-9DFB-D6F88CA817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AB4AA5-136A-4179-B769-DD8393335E2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9BD4802-3B81-4D98-B0BC-18095DFB0F0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8C9012-0C15-4DF7-9604-EF686FDA890B}"/>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450E8AD-1306-4DD6-BFE6-46AF62D164B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AF209A-B2CD-463D-9C4B-C85AC1552F9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BFD3FB2-1B95-4749-8E15-68C64AC9B5F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C860BD-3270-403E-A05A-E686F9939BEA}"/>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93E75CE-ABD1-463D-833B-EE91B7B2F740}"/>
              </a:ext>
            </a:extLst>
          </p:cNvPr>
          <p:cNvPicPr>
            <a:picLocks xmlns:a="http://schemas.openxmlformats.org/drawingml/2006/main" noChangeAspect="1"/>
          </p:cNvPicPr>
          <p:nvPr/>
        </p:nvPicPr>
        <p:blipFill>
          <a:blip xmlns:r="http://schemas.openxmlformats.org/officeDocument/2006/relationships" xmlns:a="http://schemas.openxmlformats.org/drawingml/2006/main" r:embed="R539c100b7df44a7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2C9083C-FC33-4C15-93C2-1CD0520077E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B0F824A-E149-4F67-A05B-044E0CC0EF7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59BAE7C0-CD7B-46DB-9870-B032238D76F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1f1280e459e4ca7"/>
              </a:rPr>
              <a:t>Open this week’s quiz</a:t>
            </a:r>
          </a:p>
        </p:txBody>
      </p:sp>
      <p:sp>
        <p:nvSpPr>
          <p:cNvPr id="16" name="">
            <a:extLst xmlns:a="http://schemas.openxmlformats.org/drawingml/2006/main">
              <a:ext uri="{FF2B5EF4-FFF2-40B4-BE49-F238E27FC236}">
                <a16:creationId xmlns:a16="http://schemas.microsoft.com/office/drawing/2014/main" id="{2529BDFE-2CFC-4AEB-9E49-4BC56E72562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xmlns:a="http://schemas.openxmlformats.org/drawingml/2006/main">
              <a:ext uri="{FF2B5EF4-FFF2-40B4-BE49-F238E27FC236}">
                <a16:creationId xmlns:a16="http://schemas.microsoft.com/office/drawing/2014/main" id="{1FD13979-1B6D-49B8-B3A0-19CFEABAF2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87</a:t>
            </a:r>
          </a:p>
        </p:txBody>
      </p:sp>
    </p:spTree>
    <p:extLst>
      <p:ext uri="{BB962C8B-B14F-4D97-AF65-F5344CB8AC3E}">
        <p14:creationId xmlns:p14="http://schemas.microsoft.com/office/powerpoint/2010/main" val="133127004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87D3BE-BF1B-415E-AFB3-04C5CAAE8E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93CB6BE-E71A-4391-AD07-905AE07B13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E89F1E0-23DD-4C5D-B119-3A715BCC03D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22DC413-B2CC-4516-9145-F49A0FF7F7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FD1FD830-E11D-4559-B66F-CA473160C0E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20C0F34-E31F-4B0B-A934-0D480C6644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88</a:t>
            </a:r>
          </a:p>
        </p:txBody>
      </p:sp>
    </p:spTree>
    <p:extLst>
      <p:ext uri="{BB962C8B-B14F-4D97-AF65-F5344CB8AC3E}">
        <p14:creationId xmlns:p14="http://schemas.microsoft.com/office/powerpoint/2010/main" val="643305572"/>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E536C3D-9CE0-432E-A969-2B046CCE85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6F81B1-7A1C-4AC6-B9D3-5892AD2B87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22F5C4B-F23D-4B83-82BE-13962436E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A18F6CF-DFDB-4EAA-A0C4-06391257BE5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892A85-C933-40F2-B536-D5B499FF043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AF5845-8DBF-4470-B4A8-F310660928E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F194B7-744E-4063-8AD7-71A6A8F8A6B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90EC818B-AA00-48CA-9300-7BD17E3FB7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C3EC98-108F-488C-9BA7-9EEFC40F5FB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E8398C46-523C-492D-86EB-7A812EBE0BB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427F60-4A07-4C26-BA9C-86888FF9A51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CAD8AD0A-9D76-4980-9F2A-BD35DC84E24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2E896CD3-6C0C-4FD7-B88E-2F828DE7A0B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b8011ce51294c28"/>
              </a:rPr>
              <a:t>Open explainer video</a:t>
            </a:r>
          </a:p>
        </p:txBody>
      </p:sp>
      <p:sp>
        <p:nvSpPr>
          <p:cNvPr id="14" name="">
            <a:extLst xmlns:a="http://schemas.openxmlformats.org/drawingml/2006/main">
              <a:ext uri="{FF2B5EF4-FFF2-40B4-BE49-F238E27FC236}">
                <a16:creationId xmlns:a16="http://schemas.microsoft.com/office/drawing/2014/main" id="{ED9A46B5-3C08-4F65-936E-8D78CA8AEC4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FBEB667A-7B01-4059-BB6E-D07999FC24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89</a:t>
            </a:r>
          </a:p>
        </p:txBody>
      </p:sp>
    </p:spTree>
    <p:extLst>
      <p:ext uri="{BB962C8B-B14F-4D97-AF65-F5344CB8AC3E}">
        <p14:creationId xmlns:p14="http://schemas.microsoft.com/office/powerpoint/2010/main" val="1606223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2026-10-20T17:59:25.7890000Z</dcterms:created>
  <dcterms:modified xsi:type="dcterms:W3CDTF">2026-10-20T17:59:25.7890000Z</dcterms:modified>
</coreProperties>
</file>