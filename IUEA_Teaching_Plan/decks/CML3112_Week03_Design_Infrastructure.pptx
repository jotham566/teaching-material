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3e06affa3a4429" /><Relationship Type="http://schemas.openxmlformats.org/officeDocument/2006/relationships/extended-properties" Target="/docProps/app.xml" Id="Rdf7ee3bc01cb431e" /><Relationship Type="http://schemas.openxmlformats.org/officeDocument/2006/relationships/officeDocument" Target="/ppt/presentation.xml" Id="Rf932a65a7c684384" /></Relationships>
</file>

<file path=ppt/presentation.xml><?xml version="1.0" encoding="utf-8"?>
<p:presentation xmlns:p="http://schemas.openxmlformats.org/presentationml/2006/main">
  <p:sldMasterIdLst>
    <p:sldMasterId xmlns:r="http://schemas.openxmlformats.org/officeDocument/2006/relationships" id="2147483648" r:id="R086dc7a0ced741ed"/>
  </p:sldMasterIdLst>
  <p:notesMasterIdLst>
    <p:notesMasterId xmlns:r="http://schemas.openxmlformats.org/officeDocument/2006/relationships" r:id="Rb18410e6a0734e28"/>
  </p:notesMasterIdLst>
  <p:sldIdLst>
    <p:sldId xmlns:r="http://schemas.openxmlformats.org/officeDocument/2006/relationships" id="256" r:id="R8866d16490634ad4"/>
    <p:sldId xmlns:r="http://schemas.openxmlformats.org/officeDocument/2006/relationships" id="257" r:id="R626935a705c541ae"/>
    <p:sldId xmlns:r="http://schemas.openxmlformats.org/officeDocument/2006/relationships" id="258" r:id="Ra7be94cadf984ca1"/>
    <p:sldId xmlns:r="http://schemas.openxmlformats.org/officeDocument/2006/relationships" id="259" r:id="Rba71598045bc40a1"/>
    <p:sldId xmlns:r="http://schemas.openxmlformats.org/officeDocument/2006/relationships" id="260" r:id="R23645bb96a5a4906"/>
    <p:sldId xmlns:r="http://schemas.openxmlformats.org/officeDocument/2006/relationships" id="261" r:id="Rd55c2e3ae7a543fe"/>
    <p:sldId xmlns:r="http://schemas.openxmlformats.org/officeDocument/2006/relationships" id="262" r:id="R64a1af46e32846ec"/>
    <p:sldId xmlns:r="http://schemas.openxmlformats.org/officeDocument/2006/relationships" id="263" r:id="R14c8b0f15faa4db6"/>
    <p:sldId xmlns:r="http://schemas.openxmlformats.org/officeDocument/2006/relationships" id="264" r:id="R0bd828a866cd482b"/>
    <p:sldId xmlns:r="http://schemas.openxmlformats.org/officeDocument/2006/relationships" id="265" r:id="Rb80bd798f15f4c19"/>
    <p:sldId xmlns:r="http://schemas.openxmlformats.org/officeDocument/2006/relationships" id="266" r:id="R42da8435a40b4c40"/>
    <p:sldId xmlns:r="http://schemas.openxmlformats.org/officeDocument/2006/relationships" id="267" r:id="R0543b4e35d964377"/>
    <p:sldId xmlns:r="http://schemas.openxmlformats.org/officeDocument/2006/relationships" id="268" r:id="R70a999ead4614058"/>
    <p:sldId xmlns:r="http://schemas.openxmlformats.org/officeDocument/2006/relationships" id="269" r:id="R3832317f2b014ed1"/>
    <p:sldId xmlns:r="http://schemas.openxmlformats.org/officeDocument/2006/relationships" id="270" r:id="R695e6a2c415744b4"/>
    <p:sldId xmlns:r="http://schemas.openxmlformats.org/officeDocument/2006/relationships" id="271" r:id="R9709cab7199c44bc"/>
    <p:sldId xmlns:r="http://schemas.openxmlformats.org/officeDocument/2006/relationships" id="272" r:id="R3c2d7153a100477e"/>
    <p:sldId xmlns:r="http://schemas.openxmlformats.org/officeDocument/2006/relationships" id="273" r:id="R17764378b5a94d3d"/>
    <p:sldId xmlns:r="http://schemas.openxmlformats.org/officeDocument/2006/relationships" id="274" r:id="Rb9198d78d1214bcf"/>
    <p:sldId xmlns:r="http://schemas.openxmlformats.org/officeDocument/2006/relationships" id="275" r:id="R630d9740155f4f0e"/>
    <p:sldId xmlns:r="http://schemas.openxmlformats.org/officeDocument/2006/relationships" id="276" r:id="Re150cf1ca8cb44de"/>
    <p:sldId xmlns:r="http://schemas.openxmlformats.org/officeDocument/2006/relationships" id="277" r:id="Rd900fb33c9094ff7"/>
    <p:sldId xmlns:r="http://schemas.openxmlformats.org/officeDocument/2006/relationships" id="278" r:id="R4db5e4ee755f4f6f"/>
    <p:sldId xmlns:r="http://schemas.openxmlformats.org/officeDocument/2006/relationships" id="279" r:id="Rc1d21b1bbab14637"/>
    <p:sldId xmlns:r="http://schemas.openxmlformats.org/officeDocument/2006/relationships" id="280" r:id="R16bed38eda464b2e"/>
    <p:sldId xmlns:r="http://schemas.openxmlformats.org/officeDocument/2006/relationships" id="281" r:id="Red4636f77bd141ee"/>
    <p:sldId xmlns:r="http://schemas.openxmlformats.org/officeDocument/2006/relationships" id="282" r:id="Ref6d62ee7b574654"/>
    <p:sldId xmlns:r="http://schemas.openxmlformats.org/officeDocument/2006/relationships" id="283" r:id="Rcfcc49059c5b40d5"/>
    <p:sldId xmlns:r="http://schemas.openxmlformats.org/officeDocument/2006/relationships" id="284" r:id="Rc5272a01b1274781"/>
    <p:sldId xmlns:r="http://schemas.openxmlformats.org/officeDocument/2006/relationships" id="285" r:id="R278528a9ca1a4f84"/>
    <p:sldId xmlns:r="http://schemas.openxmlformats.org/officeDocument/2006/relationships" id="286" r:id="R8649ad91025241fc"/>
    <p:sldId xmlns:r="http://schemas.openxmlformats.org/officeDocument/2006/relationships" id="287" r:id="R1302013c051a416e"/>
    <p:sldId xmlns:r="http://schemas.openxmlformats.org/officeDocument/2006/relationships" id="288" r:id="R53f9cc6c41844a63"/>
    <p:sldId xmlns:r="http://schemas.openxmlformats.org/officeDocument/2006/relationships" id="289" r:id="R89e2cc4b8da04abc"/>
    <p:sldId xmlns:r="http://schemas.openxmlformats.org/officeDocument/2006/relationships" id="290" r:id="R8c6a613850384886"/>
    <p:sldId xmlns:r="http://schemas.openxmlformats.org/officeDocument/2006/relationships" id="291" r:id="R77b42a0a9f1b4ebf"/>
    <p:sldId xmlns:r="http://schemas.openxmlformats.org/officeDocument/2006/relationships" id="292" r:id="R7fbe1b5c17044402"/>
    <p:sldId xmlns:r="http://schemas.openxmlformats.org/officeDocument/2006/relationships" id="293" r:id="R8b2501176b254900"/>
    <p:sldId xmlns:r="http://schemas.openxmlformats.org/officeDocument/2006/relationships" id="294" r:id="Rd857bf6ab4644d92"/>
    <p:sldId xmlns:r="http://schemas.openxmlformats.org/officeDocument/2006/relationships" id="295" r:id="R9b2b639d38e445eb"/>
    <p:sldId xmlns:r="http://schemas.openxmlformats.org/officeDocument/2006/relationships" id="296" r:id="R145a52ec705d4942"/>
    <p:sldId xmlns:r="http://schemas.openxmlformats.org/officeDocument/2006/relationships" id="297" r:id="R5d4ce6f3bcb3438b"/>
    <p:sldId xmlns:r="http://schemas.openxmlformats.org/officeDocument/2006/relationships" id="298" r:id="Rb603b910fcc5449c"/>
    <p:sldId xmlns:r="http://schemas.openxmlformats.org/officeDocument/2006/relationships" id="299" r:id="Rb0ca781e0f0c4704"/>
    <p:sldId xmlns:r="http://schemas.openxmlformats.org/officeDocument/2006/relationships" id="300" r:id="Rc14dc50b5fe542fb"/>
    <p:sldId xmlns:r="http://schemas.openxmlformats.org/officeDocument/2006/relationships" id="301" r:id="R4a9187c64b15443e"/>
    <p:sldId xmlns:r="http://schemas.openxmlformats.org/officeDocument/2006/relationships" id="302" r:id="Rf989b4687ec44c7f"/>
    <p:sldId xmlns:r="http://schemas.openxmlformats.org/officeDocument/2006/relationships" id="303" r:id="R85bf06dcdceb422a"/>
    <p:sldId xmlns:r="http://schemas.openxmlformats.org/officeDocument/2006/relationships" id="304" r:id="R85dd25d0fa974b16"/>
    <p:sldId xmlns:r="http://schemas.openxmlformats.org/officeDocument/2006/relationships" id="305" r:id="R7c347adc13c24115"/>
    <p:sldId xmlns:r="http://schemas.openxmlformats.org/officeDocument/2006/relationships" id="306" r:id="R18c1598d4ab04f72"/>
    <p:sldId xmlns:r="http://schemas.openxmlformats.org/officeDocument/2006/relationships" id="307" r:id="Re3c02c0083f041f6"/>
    <p:sldId xmlns:r="http://schemas.openxmlformats.org/officeDocument/2006/relationships" id="308" r:id="R31c857e57c644c87"/>
    <p:sldId xmlns:r="http://schemas.openxmlformats.org/officeDocument/2006/relationships" id="309" r:id="Re9503e400cf0455f"/>
    <p:sldId xmlns:r="http://schemas.openxmlformats.org/officeDocument/2006/relationships" id="310" r:id="Rba1250531df24f29"/>
    <p:sldId xmlns:r="http://schemas.openxmlformats.org/officeDocument/2006/relationships" id="311" r:id="Rb35e6c9173e5469f"/>
    <p:sldId xmlns:r="http://schemas.openxmlformats.org/officeDocument/2006/relationships" id="312" r:id="R8999f4ab56294690"/>
    <p:sldId xmlns:r="http://schemas.openxmlformats.org/officeDocument/2006/relationships" id="313" r:id="R7b1132a41264473b"/>
    <p:sldId xmlns:r="http://schemas.openxmlformats.org/officeDocument/2006/relationships" id="314" r:id="R4ff0bfc006d84dbe"/>
    <p:sldId xmlns:r="http://schemas.openxmlformats.org/officeDocument/2006/relationships" id="315" r:id="R1dd03155af964605"/>
    <p:sldId xmlns:r="http://schemas.openxmlformats.org/officeDocument/2006/relationships" id="316" r:id="R89ec803a77324ee2"/>
    <p:sldId xmlns:r="http://schemas.openxmlformats.org/officeDocument/2006/relationships" id="317" r:id="R8d61a15264544942"/>
    <p:sldId xmlns:r="http://schemas.openxmlformats.org/officeDocument/2006/relationships" id="318" r:id="R4bc5eb01d2b9452f"/>
    <p:sldId xmlns:r="http://schemas.openxmlformats.org/officeDocument/2006/relationships" id="319" r:id="R75ba74f7d914494b"/>
    <p:sldId xmlns:r="http://schemas.openxmlformats.org/officeDocument/2006/relationships" id="320" r:id="R0ce5c15c73f3436d"/>
    <p:sldId xmlns:r="http://schemas.openxmlformats.org/officeDocument/2006/relationships" id="321" r:id="R7520581f63774bc6"/>
    <p:sldId xmlns:r="http://schemas.openxmlformats.org/officeDocument/2006/relationships" id="322" r:id="R7ecbc866b51b4d2a"/>
    <p:sldId xmlns:r="http://schemas.openxmlformats.org/officeDocument/2006/relationships" id="323" r:id="R9d04fbdf59bc454d"/>
    <p:sldId xmlns:r="http://schemas.openxmlformats.org/officeDocument/2006/relationships" id="324" r:id="Rc020bb30eb884cd4"/>
    <p:sldId xmlns:r="http://schemas.openxmlformats.org/officeDocument/2006/relationships" id="325" r:id="R6c6573ebcfcb4fa5"/>
    <p:sldId xmlns:r="http://schemas.openxmlformats.org/officeDocument/2006/relationships" id="326" r:id="R4c189fdabbb8404e"/>
    <p:sldId xmlns:r="http://schemas.openxmlformats.org/officeDocument/2006/relationships" id="327" r:id="R27dc3c8682674c57"/>
    <p:sldId xmlns:r="http://schemas.openxmlformats.org/officeDocument/2006/relationships" id="328" r:id="R173afe663b7b4fca"/>
    <p:sldId xmlns:r="http://schemas.openxmlformats.org/officeDocument/2006/relationships" id="329" r:id="R00d1ebf239a24f6b"/>
    <p:sldId xmlns:r="http://schemas.openxmlformats.org/officeDocument/2006/relationships" id="330" r:id="R15e3dae4f0324678"/>
    <p:sldId xmlns:r="http://schemas.openxmlformats.org/officeDocument/2006/relationships" id="331" r:id="Rac25f3df32364078"/>
    <p:sldId xmlns:r="http://schemas.openxmlformats.org/officeDocument/2006/relationships" id="332" r:id="Re13b4497f7f746f0"/>
    <p:sldId xmlns:r="http://schemas.openxmlformats.org/officeDocument/2006/relationships" id="333" r:id="R64ec1085e89344a4"/>
    <p:sldId xmlns:r="http://schemas.openxmlformats.org/officeDocument/2006/relationships" id="334" r:id="Rd6664dffca084e26"/>
    <p:sldId xmlns:r="http://schemas.openxmlformats.org/officeDocument/2006/relationships" id="335" r:id="Rf3f3d39b76364a4f"/>
    <p:sldId xmlns:r="http://schemas.openxmlformats.org/officeDocument/2006/relationships" id="336" r:id="R7223dccb948d4ef5"/>
    <p:sldId xmlns:r="http://schemas.openxmlformats.org/officeDocument/2006/relationships" id="337" r:id="R9afc9141db5f44d6"/>
    <p:sldId xmlns:r="http://schemas.openxmlformats.org/officeDocument/2006/relationships" id="338" r:id="Rfa0ebd60604b4de1"/>
    <p:sldId xmlns:r="http://schemas.openxmlformats.org/officeDocument/2006/relationships" id="339" r:id="Rc0fe53ca79e348e0"/>
    <p:sldId xmlns:r="http://schemas.openxmlformats.org/officeDocument/2006/relationships" id="340" r:id="R7a97e73b64554680"/>
    <p:sldId xmlns:r="http://schemas.openxmlformats.org/officeDocument/2006/relationships" id="341" r:id="R8d40f96d30824003"/>
    <p:sldId xmlns:r="http://schemas.openxmlformats.org/officeDocument/2006/relationships" id="342" r:id="Rdc10ee6cc65447a1"/>
    <p:sldId xmlns:r="http://schemas.openxmlformats.org/officeDocument/2006/relationships" id="343" r:id="R2a85563424ca4c1d"/>
    <p:sldId xmlns:r="http://schemas.openxmlformats.org/officeDocument/2006/relationships" id="344" r:id="R0d3a7bdda4cd4eb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fb9df8fe7045c1" /><Relationship Type="http://schemas.openxmlformats.org/officeDocument/2006/relationships/slideMaster" Target="/ppt/slideMasters/slideMaster1.xml" Id="R086dc7a0ced741ed" /><Relationship Type="http://schemas.openxmlformats.org/officeDocument/2006/relationships/notesMaster" Target="/ppt/notesMasters/notesMaster1.xml" Id="Rb18410e6a0734e28" /><Relationship Type="http://schemas.openxmlformats.org/officeDocument/2006/relationships/presProps" Target="/ppt/presProps.xml" Id="R24cfc66023af49f4" /><Relationship Type="http://schemas.openxmlformats.org/officeDocument/2006/relationships/tableStyles" Target="/ppt/tableStyles.xml" Id="Rc0eb8f85b9754bed" /><Relationship Type="http://schemas.openxmlformats.org/officeDocument/2006/relationships/slide" Target="/ppt/slides/slide1.xml" Id="R8866d16490634ad4" /><Relationship Type="http://schemas.openxmlformats.org/officeDocument/2006/relationships/slide" Target="/ppt/slides/slide2.xml" Id="R626935a705c541ae" /><Relationship Type="http://schemas.openxmlformats.org/officeDocument/2006/relationships/slide" Target="/ppt/slides/slide3.xml" Id="Ra7be94cadf984ca1" /><Relationship Type="http://schemas.openxmlformats.org/officeDocument/2006/relationships/slide" Target="/ppt/slides/slide4.xml" Id="Rba71598045bc40a1" /><Relationship Type="http://schemas.openxmlformats.org/officeDocument/2006/relationships/slide" Target="/ppt/slides/slide5.xml" Id="R23645bb96a5a4906" /><Relationship Type="http://schemas.openxmlformats.org/officeDocument/2006/relationships/slide" Target="/ppt/slides/slide6.xml" Id="Rd55c2e3ae7a543fe" /><Relationship Type="http://schemas.openxmlformats.org/officeDocument/2006/relationships/slide" Target="/ppt/slides/slide7.xml" Id="R64a1af46e32846ec" /><Relationship Type="http://schemas.openxmlformats.org/officeDocument/2006/relationships/slide" Target="/ppt/slides/slide8.xml" Id="R14c8b0f15faa4db6" /><Relationship Type="http://schemas.openxmlformats.org/officeDocument/2006/relationships/slide" Target="/ppt/slides/slide9.xml" Id="R0bd828a866cd482b" /><Relationship Type="http://schemas.openxmlformats.org/officeDocument/2006/relationships/slide" Target="/ppt/slides/slide10.xml" Id="Rb80bd798f15f4c19" /><Relationship Type="http://schemas.openxmlformats.org/officeDocument/2006/relationships/slide" Target="/ppt/slides/slide11.xml" Id="R42da8435a40b4c40" /><Relationship Type="http://schemas.openxmlformats.org/officeDocument/2006/relationships/slide" Target="/ppt/slides/slide12.xml" Id="R0543b4e35d964377" /><Relationship Type="http://schemas.openxmlformats.org/officeDocument/2006/relationships/slide" Target="/ppt/slides/slide13.xml" Id="R70a999ead4614058" /><Relationship Type="http://schemas.openxmlformats.org/officeDocument/2006/relationships/slide" Target="/ppt/slides/slide14.xml" Id="R3832317f2b014ed1" /><Relationship Type="http://schemas.openxmlformats.org/officeDocument/2006/relationships/slide" Target="/ppt/slides/slide15.xml" Id="R695e6a2c415744b4" /><Relationship Type="http://schemas.openxmlformats.org/officeDocument/2006/relationships/slide" Target="/ppt/slides/slide16.xml" Id="R9709cab7199c44bc" /><Relationship Type="http://schemas.openxmlformats.org/officeDocument/2006/relationships/slide" Target="/ppt/slides/slide17.xml" Id="R3c2d7153a100477e" /><Relationship Type="http://schemas.openxmlformats.org/officeDocument/2006/relationships/slide" Target="/ppt/slides/slide18.xml" Id="R17764378b5a94d3d" /><Relationship Type="http://schemas.openxmlformats.org/officeDocument/2006/relationships/slide" Target="/ppt/slides/slide19.xml" Id="Rb9198d78d1214bcf" /><Relationship Type="http://schemas.openxmlformats.org/officeDocument/2006/relationships/slide" Target="/ppt/slides/slide20.xml" Id="R630d9740155f4f0e" /><Relationship Type="http://schemas.openxmlformats.org/officeDocument/2006/relationships/slide" Target="/ppt/slides/slide21.xml" Id="Re150cf1ca8cb44de" /><Relationship Type="http://schemas.openxmlformats.org/officeDocument/2006/relationships/slide" Target="/ppt/slides/slide22.xml" Id="Rd900fb33c9094ff7" /><Relationship Type="http://schemas.openxmlformats.org/officeDocument/2006/relationships/slide" Target="/ppt/slides/slide23.xml" Id="R4db5e4ee755f4f6f" /><Relationship Type="http://schemas.openxmlformats.org/officeDocument/2006/relationships/slide" Target="/ppt/slides/slide24.xml" Id="Rc1d21b1bbab14637" /><Relationship Type="http://schemas.openxmlformats.org/officeDocument/2006/relationships/slide" Target="/ppt/slides/slide25.xml" Id="R16bed38eda464b2e" /><Relationship Type="http://schemas.openxmlformats.org/officeDocument/2006/relationships/slide" Target="/ppt/slides/slide26.xml" Id="Red4636f77bd141ee" /><Relationship Type="http://schemas.openxmlformats.org/officeDocument/2006/relationships/slide" Target="/ppt/slides/slide27.xml" Id="Ref6d62ee7b574654" /><Relationship Type="http://schemas.openxmlformats.org/officeDocument/2006/relationships/slide" Target="/ppt/slides/slide28.xml" Id="Rcfcc49059c5b40d5" /><Relationship Type="http://schemas.openxmlformats.org/officeDocument/2006/relationships/slide" Target="/ppt/slides/slide29.xml" Id="Rc5272a01b1274781" /><Relationship Type="http://schemas.openxmlformats.org/officeDocument/2006/relationships/slide" Target="/ppt/slides/slide30.xml" Id="R278528a9ca1a4f84" /><Relationship Type="http://schemas.openxmlformats.org/officeDocument/2006/relationships/slide" Target="/ppt/slides/slide31.xml" Id="R8649ad91025241fc" /><Relationship Type="http://schemas.openxmlformats.org/officeDocument/2006/relationships/slide" Target="/ppt/slides/slide32.xml" Id="R1302013c051a416e" /><Relationship Type="http://schemas.openxmlformats.org/officeDocument/2006/relationships/slide" Target="/ppt/slides/slide33.xml" Id="R53f9cc6c41844a63" /><Relationship Type="http://schemas.openxmlformats.org/officeDocument/2006/relationships/slide" Target="/ppt/slides/slide34.xml" Id="R89e2cc4b8da04abc" /><Relationship Type="http://schemas.openxmlformats.org/officeDocument/2006/relationships/slide" Target="/ppt/slides/slide35.xml" Id="R8c6a613850384886" /><Relationship Type="http://schemas.openxmlformats.org/officeDocument/2006/relationships/slide" Target="/ppt/slides/slide36.xml" Id="R77b42a0a9f1b4ebf" /><Relationship Type="http://schemas.openxmlformats.org/officeDocument/2006/relationships/slide" Target="/ppt/slides/slide37.xml" Id="R7fbe1b5c17044402" /><Relationship Type="http://schemas.openxmlformats.org/officeDocument/2006/relationships/slide" Target="/ppt/slides/slide38.xml" Id="R8b2501176b254900" /><Relationship Type="http://schemas.openxmlformats.org/officeDocument/2006/relationships/slide" Target="/ppt/slides/slide39.xml" Id="Rd857bf6ab4644d92" /><Relationship Type="http://schemas.openxmlformats.org/officeDocument/2006/relationships/slide" Target="/ppt/slides/slide40.xml" Id="R9b2b639d38e445eb" /><Relationship Type="http://schemas.openxmlformats.org/officeDocument/2006/relationships/slide" Target="/ppt/slides/slide41.xml" Id="R145a52ec705d4942" /><Relationship Type="http://schemas.openxmlformats.org/officeDocument/2006/relationships/slide" Target="/ppt/slides/slide42.xml" Id="R5d4ce6f3bcb3438b" /><Relationship Type="http://schemas.openxmlformats.org/officeDocument/2006/relationships/slide" Target="/ppt/slides/slide43.xml" Id="Rb603b910fcc5449c" /><Relationship Type="http://schemas.openxmlformats.org/officeDocument/2006/relationships/slide" Target="/ppt/slides/slide44.xml" Id="Rb0ca781e0f0c4704" /><Relationship Type="http://schemas.openxmlformats.org/officeDocument/2006/relationships/slide" Target="/ppt/slides/slide45.xml" Id="Rc14dc50b5fe542fb" /><Relationship Type="http://schemas.openxmlformats.org/officeDocument/2006/relationships/slide" Target="/ppt/slides/slide46.xml" Id="R4a9187c64b15443e" /><Relationship Type="http://schemas.openxmlformats.org/officeDocument/2006/relationships/slide" Target="/ppt/slides/slide47.xml" Id="Rf989b4687ec44c7f" /><Relationship Type="http://schemas.openxmlformats.org/officeDocument/2006/relationships/slide" Target="/ppt/slides/slide48.xml" Id="R85bf06dcdceb422a" /><Relationship Type="http://schemas.openxmlformats.org/officeDocument/2006/relationships/slide" Target="/ppt/slides/slide49.xml" Id="R85dd25d0fa974b16" /><Relationship Type="http://schemas.openxmlformats.org/officeDocument/2006/relationships/slide" Target="/ppt/slides/slide50.xml" Id="R7c347adc13c24115" /><Relationship Type="http://schemas.openxmlformats.org/officeDocument/2006/relationships/slide" Target="/ppt/slides/slide51.xml" Id="R18c1598d4ab04f72" /><Relationship Type="http://schemas.openxmlformats.org/officeDocument/2006/relationships/slide" Target="/ppt/slides/slide52.xml" Id="Re3c02c0083f041f6" /><Relationship Type="http://schemas.openxmlformats.org/officeDocument/2006/relationships/slide" Target="/ppt/slides/slide53.xml" Id="R31c857e57c644c87" /><Relationship Type="http://schemas.openxmlformats.org/officeDocument/2006/relationships/slide" Target="/ppt/slides/slide54.xml" Id="Re9503e400cf0455f" /><Relationship Type="http://schemas.openxmlformats.org/officeDocument/2006/relationships/slide" Target="/ppt/slides/slide55.xml" Id="Rba1250531df24f29" /><Relationship Type="http://schemas.openxmlformats.org/officeDocument/2006/relationships/slide" Target="/ppt/slides/slide56.xml" Id="Rb35e6c9173e5469f" /><Relationship Type="http://schemas.openxmlformats.org/officeDocument/2006/relationships/slide" Target="/ppt/slides/slide57.xml" Id="R8999f4ab56294690" /><Relationship Type="http://schemas.openxmlformats.org/officeDocument/2006/relationships/slide" Target="/ppt/slides/slide58.xml" Id="R7b1132a41264473b" /><Relationship Type="http://schemas.openxmlformats.org/officeDocument/2006/relationships/slide" Target="/ppt/slides/slide59.xml" Id="R4ff0bfc006d84dbe" /><Relationship Type="http://schemas.openxmlformats.org/officeDocument/2006/relationships/slide" Target="/ppt/slides/slide60.xml" Id="R1dd03155af964605" /><Relationship Type="http://schemas.openxmlformats.org/officeDocument/2006/relationships/slide" Target="/ppt/slides/slide61.xml" Id="R89ec803a77324ee2" /><Relationship Type="http://schemas.openxmlformats.org/officeDocument/2006/relationships/slide" Target="/ppt/slides/slide62.xml" Id="R8d61a15264544942" /><Relationship Type="http://schemas.openxmlformats.org/officeDocument/2006/relationships/slide" Target="/ppt/slides/slide63.xml" Id="R4bc5eb01d2b9452f" /><Relationship Type="http://schemas.openxmlformats.org/officeDocument/2006/relationships/slide" Target="/ppt/slides/slide64.xml" Id="R75ba74f7d914494b" /><Relationship Type="http://schemas.openxmlformats.org/officeDocument/2006/relationships/slide" Target="/ppt/slides/slide65.xml" Id="R0ce5c15c73f3436d" /><Relationship Type="http://schemas.openxmlformats.org/officeDocument/2006/relationships/slide" Target="/ppt/slides/slide66.xml" Id="R7520581f63774bc6" /><Relationship Type="http://schemas.openxmlformats.org/officeDocument/2006/relationships/slide" Target="/ppt/slides/slide67.xml" Id="R7ecbc866b51b4d2a" /><Relationship Type="http://schemas.openxmlformats.org/officeDocument/2006/relationships/slide" Target="/ppt/slides/slide68.xml" Id="R9d04fbdf59bc454d" /><Relationship Type="http://schemas.openxmlformats.org/officeDocument/2006/relationships/slide" Target="/ppt/slides/slide69.xml" Id="Rc020bb30eb884cd4" /><Relationship Type="http://schemas.openxmlformats.org/officeDocument/2006/relationships/slide" Target="/ppt/slides/slide70.xml" Id="R6c6573ebcfcb4fa5" /><Relationship Type="http://schemas.openxmlformats.org/officeDocument/2006/relationships/slide" Target="/ppt/slides/slide71.xml" Id="R4c189fdabbb8404e" /><Relationship Type="http://schemas.openxmlformats.org/officeDocument/2006/relationships/slide" Target="/ppt/slides/slide72.xml" Id="R27dc3c8682674c57" /><Relationship Type="http://schemas.openxmlformats.org/officeDocument/2006/relationships/slide" Target="/ppt/slides/slide73.xml" Id="R173afe663b7b4fca" /><Relationship Type="http://schemas.openxmlformats.org/officeDocument/2006/relationships/slide" Target="/ppt/slides/slide74.xml" Id="R00d1ebf239a24f6b" /><Relationship Type="http://schemas.openxmlformats.org/officeDocument/2006/relationships/slide" Target="/ppt/slides/slide75.xml" Id="R15e3dae4f0324678" /><Relationship Type="http://schemas.openxmlformats.org/officeDocument/2006/relationships/slide" Target="/ppt/slides/slide76.xml" Id="Rac25f3df32364078" /><Relationship Type="http://schemas.openxmlformats.org/officeDocument/2006/relationships/slide" Target="/ppt/slides/slide77.xml" Id="Re13b4497f7f746f0" /><Relationship Type="http://schemas.openxmlformats.org/officeDocument/2006/relationships/slide" Target="/ppt/slides/slide78.xml" Id="R64ec1085e89344a4" /><Relationship Type="http://schemas.openxmlformats.org/officeDocument/2006/relationships/slide" Target="/ppt/slides/slide79.xml" Id="Rd6664dffca084e26" /><Relationship Type="http://schemas.openxmlformats.org/officeDocument/2006/relationships/slide" Target="/ppt/slides/slide80.xml" Id="Rf3f3d39b76364a4f" /><Relationship Type="http://schemas.openxmlformats.org/officeDocument/2006/relationships/slide" Target="/ppt/slides/slide81.xml" Id="R7223dccb948d4ef5" /><Relationship Type="http://schemas.openxmlformats.org/officeDocument/2006/relationships/slide" Target="/ppt/slides/slide82.xml" Id="R9afc9141db5f44d6" /><Relationship Type="http://schemas.openxmlformats.org/officeDocument/2006/relationships/slide" Target="/ppt/slides/slide83.xml" Id="Rfa0ebd60604b4de1" /><Relationship Type="http://schemas.openxmlformats.org/officeDocument/2006/relationships/slide" Target="/ppt/slides/slide84.xml" Id="Rc0fe53ca79e348e0" /><Relationship Type="http://schemas.openxmlformats.org/officeDocument/2006/relationships/slide" Target="/ppt/slides/slide85.xml" Id="R7a97e73b64554680" /><Relationship Type="http://schemas.openxmlformats.org/officeDocument/2006/relationships/slide" Target="/ppt/slides/slide86.xml" Id="R8d40f96d30824003" /><Relationship Type="http://schemas.openxmlformats.org/officeDocument/2006/relationships/slide" Target="/ppt/slides/slide87.xml" Id="Rdc10ee6cc65447a1" /><Relationship Type="http://schemas.openxmlformats.org/officeDocument/2006/relationships/slide" Target="/ppt/slides/slide88.xml" Id="R2a85563424ca4c1d" /><Relationship Type="http://schemas.openxmlformats.org/officeDocument/2006/relationships/slide" Target="/ppt/slides/slide89.xml" Id="R0d3a7bdda4cd4e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3c84e0067c40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0b2457d2804f51" /><Relationship Type="http://schemas.openxmlformats.org/officeDocument/2006/relationships/notesMaster" Target="/ppt/notesMasters/notesMaster1.xml" Id="R58b6f4f949854a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0e5f2bc8264b9e" /><Relationship Type="http://schemas.openxmlformats.org/officeDocument/2006/relationships/notesMaster" Target="/ppt/notesMasters/notesMaster1.xml" Id="Re7f5d18a0be447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fed8feba9b4bec" /><Relationship Type="http://schemas.openxmlformats.org/officeDocument/2006/relationships/notesMaster" Target="/ppt/notesMasters/notesMaster1.xml" Id="Rebfefeba948343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4a8856f3a240b5" /><Relationship Type="http://schemas.openxmlformats.org/officeDocument/2006/relationships/notesMaster" Target="/ppt/notesMasters/notesMaster1.xml" Id="R17fa1f665e7b46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1208013b79443e" /><Relationship Type="http://schemas.openxmlformats.org/officeDocument/2006/relationships/notesMaster" Target="/ppt/notesMasters/notesMaster1.xml" Id="R4ad37d71be8547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27a0d7935e4dc2" /><Relationship Type="http://schemas.openxmlformats.org/officeDocument/2006/relationships/notesMaster" Target="/ppt/notesMasters/notesMaster1.xml" Id="Rb303d39b7c5041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5461d1f77a4e82" /><Relationship Type="http://schemas.openxmlformats.org/officeDocument/2006/relationships/notesMaster" Target="/ppt/notesMasters/notesMaster1.xml" Id="Re9afcdb94f6742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d5ec3987284376" /><Relationship Type="http://schemas.openxmlformats.org/officeDocument/2006/relationships/notesMaster" Target="/ppt/notesMasters/notesMaster1.xml" Id="R3b9063a5cd4640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a0f24429f54d95" /><Relationship Type="http://schemas.openxmlformats.org/officeDocument/2006/relationships/notesMaster" Target="/ppt/notesMasters/notesMaster1.xml" Id="Rf7c662a0797343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ca0f372d944fe1" /><Relationship Type="http://schemas.openxmlformats.org/officeDocument/2006/relationships/notesMaster" Target="/ppt/notesMasters/notesMaster1.xml" Id="Rda3fd8b45fdf42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b74e22330f48a1" /><Relationship Type="http://schemas.openxmlformats.org/officeDocument/2006/relationships/notesMaster" Target="/ppt/notesMasters/notesMaster1.xml" Id="R33dfa8a82523403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da0920984049e9" /><Relationship Type="http://schemas.openxmlformats.org/officeDocument/2006/relationships/notesMaster" Target="/ppt/notesMasters/notesMaster1.xml" Id="R74d00e946c7f46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e8db4cfc8eb4454" /><Relationship Type="http://schemas.openxmlformats.org/officeDocument/2006/relationships/notesMaster" Target="/ppt/notesMasters/notesMaster1.xml" Id="Rf13480c4025c441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3bf8ef858094a90" /><Relationship Type="http://schemas.openxmlformats.org/officeDocument/2006/relationships/notesMaster" Target="/ppt/notesMasters/notesMaster1.xml" Id="R3a2ad9f4b6634ef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2d16ca2973461c" /><Relationship Type="http://schemas.openxmlformats.org/officeDocument/2006/relationships/notesMaster" Target="/ppt/notesMasters/notesMaster1.xml" Id="R99f3ac06829c4a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505c31e3014b4b" /><Relationship Type="http://schemas.openxmlformats.org/officeDocument/2006/relationships/notesMaster" Target="/ppt/notesMasters/notesMaster1.xml" Id="R8f16ba302530400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76072adf5e4b59" /><Relationship Type="http://schemas.openxmlformats.org/officeDocument/2006/relationships/notesMaster" Target="/ppt/notesMasters/notesMaster1.xml" Id="R8f857045249749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3fc62736cc149bb" /><Relationship Type="http://schemas.openxmlformats.org/officeDocument/2006/relationships/notesMaster" Target="/ppt/notesMasters/notesMaster1.xml" Id="R090f93174bd34da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92e76899a2440b" /><Relationship Type="http://schemas.openxmlformats.org/officeDocument/2006/relationships/notesMaster" Target="/ppt/notesMasters/notesMaster1.xml" Id="Re318d67e94d8456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a119a539c7e4d02" /><Relationship Type="http://schemas.openxmlformats.org/officeDocument/2006/relationships/notesMaster" Target="/ppt/notesMasters/notesMaster1.xml" Id="Rf7a25a9f0f9944c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1d52ca1979a490f" /><Relationship Type="http://schemas.openxmlformats.org/officeDocument/2006/relationships/notesMaster" Target="/ppt/notesMasters/notesMaster1.xml" Id="R6667a556b0f241a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bd7ea5142b942a4" /><Relationship Type="http://schemas.openxmlformats.org/officeDocument/2006/relationships/notesMaster" Target="/ppt/notesMasters/notesMaster1.xml" Id="R449d3e198a624aa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7c7edb2d49415e" /><Relationship Type="http://schemas.openxmlformats.org/officeDocument/2006/relationships/notesMaster" Target="/ppt/notesMasters/notesMaster1.xml" Id="R82b5068e42ed4be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7685fe2bfa04e04" /><Relationship Type="http://schemas.openxmlformats.org/officeDocument/2006/relationships/notesMaster" Target="/ppt/notesMasters/notesMaster1.xml" Id="R94699751ad18403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f90abee734d4ec3" /><Relationship Type="http://schemas.openxmlformats.org/officeDocument/2006/relationships/notesMaster" Target="/ppt/notesMasters/notesMaster1.xml" Id="R36465be8079d4c4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39eb74178b04f09" /><Relationship Type="http://schemas.openxmlformats.org/officeDocument/2006/relationships/notesMaster" Target="/ppt/notesMasters/notesMaster1.xml" Id="R2253e0fd28f14ba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0558fbec43342ec" /><Relationship Type="http://schemas.openxmlformats.org/officeDocument/2006/relationships/notesMaster" Target="/ppt/notesMasters/notesMaster1.xml" Id="R86b9cab84740496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42cba7dd1014aef" /><Relationship Type="http://schemas.openxmlformats.org/officeDocument/2006/relationships/notesMaster" Target="/ppt/notesMasters/notesMaster1.xml" Id="R40584d8341a8412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5a0edb435384341" /><Relationship Type="http://schemas.openxmlformats.org/officeDocument/2006/relationships/notesMaster" Target="/ppt/notesMasters/notesMaster1.xml" Id="Re58f0ee2659b49a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659f224f52b404a" /><Relationship Type="http://schemas.openxmlformats.org/officeDocument/2006/relationships/notesMaster" Target="/ppt/notesMasters/notesMaster1.xml" Id="Re7b3056c66324b0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8078630c5394f4d" /><Relationship Type="http://schemas.openxmlformats.org/officeDocument/2006/relationships/notesMaster" Target="/ppt/notesMasters/notesMaster1.xml" Id="Rf4eb3d29029c4ad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903891545014143" /><Relationship Type="http://schemas.openxmlformats.org/officeDocument/2006/relationships/notesMaster" Target="/ppt/notesMasters/notesMaster1.xml" Id="R6e444d06d56845c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6af2a32b3a44b15" /><Relationship Type="http://schemas.openxmlformats.org/officeDocument/2006/relationships/notesMaster" Target="/ppt/notesMasters/notesMaster1.xml" Id="R6d21fb8d24db43e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98d9b31e7e84bb6" /><Relationship Type="http://schemas.openxmlformats.org/officeDocument/2006/relationships/notesMaster" Target="/ppt/notesMasters/notesMaster1.xml" Id="Ra4af34c5468b43e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4a3938291b94c88" /><Relationship Type="http://schemas.openxmlformats.org/officeDocument/2006/relationships/notesMaster" Target="/ppt/notesMasters/notesMaster1.xml" Id="Re3f1ecacf9ac469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c54800c4af24dca" /><Relationship Type="http://schemas.openxmlformats.org/officeDocument/2006/relationships/notesMaster" Target="/ppt/notesMasters/notesMaster1.xml" Id="R6008ada8938a495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80214048c1941d0" /><Relationship Type="http://schemas.openxmlformats.org/officeDocument/2006/relationships/notesMaster" Target="/ppt/notesMasters/notesMaster1.xml" Id="Re6941e2d2b7841c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12c921ac55d43e6" /><Relationship Type="http://schemas.openxmlformats.org/officeDocument/2006/relationships/notesMaster" Target="/ppt/notesMasters/notesMaster1.xml" Id="Rbcb1cd02542b459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7819ba103184824" /><Relationship Type="http://schemas.openxmlformats.org/officeDocument/2006/relationships/notesMaster" Target="/ppt/notesMasters/notesMaster1.xml" Id="R1f71e6e1c6a64ec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87772bc50774b23" /><Relationship Type="http://schemas.openxmlformats.org/officeDocument/2006/relationships/notesMaster" Target="/ppt/notesMasters/notesMaster1.xml" Id="Re2cbaf9739154c6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22eaa79404a425e" /><Relationship Type="http://schemas.openxmlformats.org/officeDocument/2006/relationships/notesMaster" Target="/ppt/notesMasters/notesMaster1.xml" Id="Rf9c2b8b7dcd74a5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f41ce60dc0942cb" /><Relationship Type="http://schemas.openxmlformats.org/officeDocument/2006/relationships/notesMaster" Target="/ppt/notesMasters/notesMaster1.xml" Id="R123acb2975c540c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4ecf548dd7b4380" /><Relationship Type="http://schemas.openxmlformats.org/officeDocument/2006/relationships/notesMaster" Target="/ppt/notesMasters/notesMaster1.xml" Id="R172cd02df7c44b9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004a17ca3214882" /><Relationship Type="http://schemas.openxmlformats.org/officeDocument/2006/relationships/notesMaster" Target="/ppt/notesMasters/notesMaster1.xml" Id="R709a9522707d486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a7ee379bcae4e98" /><Relationship Type="http://schemas.openxmlformats.org/officeDocument/2006/relationships/notesMaster" Target="/ppt/notesMasters/notesMaster1.xml" Id="Rbec650a07ad74d8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d2c36f965044a13" /><Relationship Type="http://schemas.openxmlformats.org/officeDocument/2006/relationships/notesMaster" Target="/ppt/notesMasters/notesMaster1.xml" Id="R224f1656f62b456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0e94a29aa554ac2" /><Relationship Type="http://schemas.openxmlformats.org/officeDocument/2006/relationships/notesMaster" Target="/ppt/notesMasters/notesMaster1.xml" Id="Rb05ce63ba77e440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1c48c8addfd4135" /><Relationship Type="http://schemas.openxmlformats.org/officeDocument/2006/relationships/notesMaster" Target="/ppt/notesMasters/notesMaster1.xml" Id="R3ec58673ae6d4a6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3b3c9da79134383" /><Relationship Type="http://schemas.openxmlformats.org/officeDocument/2006/relationships/notesMaster" Target="/ppt/notesMasters/notesMaster1.xml" Id="R98fbf434577a404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1ee93955ab74309" /><Relationship Type="http://schemas.openxmlformats.org/officeDocument/2006/relationships/notesMaster" Target="/ppt/notesMasters/notesMaster1.xml" Id="Reee469ba354f4e9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7abd67e66344ec2" /><Relationship Type="http://schemas.openxmlformats.org/officeDocument/2006/relationships/notesMaster" Target="/ppt/notesMasters/notesMaster1.xml" Id="Rba43158d4a074c1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6664c3055cb49ee" /><Relationship Type="http://schemas.openxmlformats.org/officeDocument/2006/relationships/notesMaster" Target="/ppt/notesMasters/notesMaster1.xml" Id="R603fcfa89b5944d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371f595325442c0" /><Relationship Type="http://schemas.openxmlformats.org/officeDocument/2006/relationships/notesMaster" Target="/ppt/notesMasters/notesMaster1.xml" Id="Rc1a49e24f745465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23850316a9f4022" /><Relationship Type="http://schemas.openxmlformats.org/officeDocument/2006/relationships/notesMaster" Target="/ppt/notesMasters/notesMaster1.xml" Id="Ra481a474cbb4438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2a0712388a64810" /><Relationship Type="http://schemas.openxmlformats.org/officeDocument/2006/relationships/notesMaster" Target="/ppt/notesMasters/notesMaster1.xml" Id="Rabeced488620459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312fcfe42d04b72" /><Relationship Type="http://schemas.openxmlformats.org/officeDocument/2006/relationships/notesMaster" Target="/ppt/notesMasters/notesMaster1.xml" Id="R349572d63bcc4d6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ccb45fd4109489c" /><Relationship Type="http://schemas.openxmlformats.org/officeDocument/2006/relationships/notesMaster" Target="/ppt/notesMasters/notesMaster1.xml" Id="Rc4a431f2511a443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eaa6153a333410c" /><Relationship Type="http://schemas.openxmlformats.org/officeDocument/2006/relationships/notesMaster" Target="/ppt/notesMasters/notesMaster1.xml" Id="R8323db97f1bd479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ae357411fd04a97" /><Relationship Type="http://schemas.openxmlformats.org/officeDocument/2006/relationships/notesMaster" Target="/ppt/notesMasters/notesMaster1.xml" Id="R1b9556dcb037420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829e13557074077" /><Relationship Type="http://schemas.openxmlformats.org/officeDocument/2006/relationships/notesMaster" Target="/ppt/notesMasters/notesMaster1.xml" Id="R3a88452b41cb4d9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1fa922101bc4bc5" /><Relationship Type="http://schemas.openxmlformats.org/officeDocument/2006/relationships/notesMaster" Target="/ppt/notesMasters/notesMaster1.xml" Id="R9c910daef43e44a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78eab7f91ca41a5" /><Relationship Type="http://schemas.openxmlformats.org/officeDocument/2006/relationships/notesMaster" Target="/ppt/notesMasters/notesMaster1.xml" Id="Rab61bd9ab716489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b4a609af6664278" /><Relationship Type="http://schemas.openxmlformats.org/officeDocument/2006/relationships/notesMaster" Target="/ppt/notesMasters/notesMaster1.xml" Id="Rc4390893da7742c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e3278e3a23a470e" /><Relationship Type="http://schemas.openxmlformats.org/officeDocument/2006/relationships/notesMaster" Target="/ppt/notesMasters/notesMaster1.xml" Id="Racf8f1eb01b24a4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efcc5999e3d4587" /><Relationship Type="http://schemas.openxmlformats.org/officeDocument/2006/relationships/notesMaster" Target="/ppt/notesMasters/notesMaster1.xml" Id="Rda9a5d2f7b7446b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8334139299047a2" /><Relationship Type="http://schemas.openxmlformats.org/officeDocument/2006/relationships/notesMaster" Target="/ppt/notesMasters/notesMaster1.xml" Id="R5ffab0ac79784fd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7c3f3a592ae4a05" /><Relationship Type="http://schemas.openxmlformats.org/officeDocument/2006/relationships/notesMaster" Target="/ppt/notesMasters/notesMaster1.xml" Id="Rb713b86edb1b4f8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2f42064f43f4bab" /><Relationship Type="http://schemas.openxmlformats.org/officeDocument/2006/relationships/notesMaster" Target="/ppt/notesMasters/notesMaster1.xml" Id="R0f22719c7758420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637daa0cb934f1e" /><Relationship Type="http://schemas.openxmlformats.org/officeDocument/2006/relationships/notesMaster" Target="/ppt/notesMasters/notesMaster1.xml" Id="Recaa76b97add4bd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4306526043b4b2b" /><Relationship Type="http://schemas.openxmlformats.org/officeDocument/2006/relationships/notesMaster" Target="/ppt/notesMasters/notesMaster1.xml" Id="R2d70d5f1212647f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c84869ce03943ab" /><Relationship Type="http://schemas.openxmlformats.org/officeDocument/2006/relationships/notesMaster" Target="/ppt/notesMasters/notesMaster1.xml" Id="Rdad8b79e5ce645b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e96562f9da348f9" /><Relationship Type="http://schemas.openxmlformats.org/officeDocument/2006/relationships/notesMaster" Target="/ppt/notesMasters/notesMaster1.xml" Id="R7e1b77161695416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557cc4bc62e46f7" /><Relationship Type="http://schemas.openxmlformats.org/officeDocument/2006/relationships/notesMaster" Target="/ppt/notesMasters/notesMaster1.xml" Id="R275a2645473047a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5e670866fe54987" /><Relationship Type="http://schemas.openxmlformats.org/officeDocument/2006/relationships/notesMaster" Target="/ppt/notesMasters/notesMaster1.xml" Id="R881460f302294c0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f5ce9bea0ca4809" /><Relationship Type="http://schemas.openxmlformats.org/officeDocument/2006/relationships/notesMaster" Target="/ppt/notesMasters/notesMaster1.xml" Id="R261353e7eb57412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a1cae2047214955" /><Relationship Type="http://schemas.openxmlformats.org/officeDocument/2006/relationships/notesMaster" Target="/ppt/notesMasters/notesMaster1.xml" Id="R03a5811fe62940c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97934c2e65846d0" /><Relationship Type="http://schemas.openxmlformats.org/officeDocument/2006/relationships/notesMaster" Target="/ppt/notesMasters/notesMaster1.xml" Id="R75a584c4f070445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d9ac48d74ca4291" /><Relationship Type="http://schemas.openxmlformats.org/officeDocument/2006/relationships/notesMaster" Target="/ppt/notesMasters/notesMaster1.xml" Id="R378eae4c463e4da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6d95535b32f45d4" /><Relationship Type="http://schemas.openxmlformats.org/officeDocument/2006/relationships/notesMaster" Target="/ppt/notesMasters/notesMaster1.xml" Id="Rdd1384bc064f4e9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ce6883d32b04c6f" /><Relationship Type="http://schemas.openxmlformats.org/officeDocument/2006/relationships/notesMaster" Target="/ppt/notesMasters/notesMaster1.xml" Id="R3bdc2e9a9b65475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2b6df2be63d44f3" /><Relationship Type="http://schemas.openxmlformats.org/officeDocument/2006/relationships/notesMaster" Target="/ppt/notesMasters/notesMaster1.xml" Id="R82694bbde12d4dc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767a6cccd5c4326" /><Relationship Type="http://schemas.openxmlformats.org/officeDocument/2006/relationships/notesMaster" Target="/ppt/notesMasters/notesMaster1.xml" Id="R269c0ba955d94b0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fae83610f814458" /><Relationship Type="http://schemas.openxmlformats.org/officeDocument/2006/relationships/notesMaster" Target="/ppt/notesMasters/notesMaster1.xml" Id="R739272e8bbaf462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d094684a09f404e" /><Relationship Type="http://schemas.openxmlformats.org/officeDocument/2006/relationships/notesMaster" Target="/ppt/notesMasters/notesMaster1.xml" Id="R680ed20374d54be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b9b49e8cc6349d4" /><Relationship Type="http://schemas.openxmlformats.org/officeDocument/2006/relationships/notesMaster" Target="/ppt/notesMasters/notesMaster1.xml" Id="Ra750fb92bc2749b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54f5c27ac9a242e6" /><Relationship Type="http://schemas.openxmlformats.org/officeDocument/2006/relationships/notesMaster" Target="/ppt/notesMasters/notesMaster1.xml" Id="R2a5db612b7c0489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bb85550117b4f36" /><Relationship Type="http://schemas.openxmlformats.org/officeDocument/2006/relationships/notesMaster" Target="/ppt/notesMasters/notesMaster1.xml" Id="Rb7f94ad920474a7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2421520645b46e9" /><Relationship Type="http://schemas.openxmlformats.org/officeDocument/2006/relationships/notesMaster" Target="/ppt/notesMasters/notesMaster1.xml" Id="Ra41855a8568d498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95e03a1215846e4" /><Relationship Type="http://schemas.openxmlformats.org/officeDocument/2006/relationships/notesMaster" Target="/ppt/notesMasters/notesMaster1.xml" Id="R7c7dd74553f84f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calculations and reusable functions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Python calculations and reusable functions.</a:t>
            </a:r>
          </a:p>
          <a:p xmlns:a="http://schemas.openxmlformats.org/drawingml/2006/main">
            <a:r>
              <a:t/>
            </a:r>
          </a:p>
          <a:p xmlns:a="http://schemas.openxmlformats.org/drawingml/2006/main">
            <a:r>
              <a:t>EXPLAIN</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How to read the examples.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to read the examples</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Each example separates the instructions you type from the output Python displays.</a:t>
            </a:r>
          </a:p>
          <a:p xmlns:a="http://schemas.openxmlformats.org/drawingml/2006/main">
            <a:r>
              <a:t/>
            </a:r>
          </a:p>
          <a:p xmlns:a="http://schemas.openxmlformats.org/drawingml/2006/main">
            <a:r>
              <a:t>The lecturer explains the symbols first, then runs the example and traces its result. Keep the displayed output for revision.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engineering context.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Previous slide: How to read the examples.</a:t>
            </a:r>
          </a:p>
          <a:p xmlns:a="http://schemas.openxmlformats.org/drawingml/2006/main">
            <a:r>
              <a:t/>
            </a:r>
          </a:p>
          <a:p xmlns:a="http://schemas.openxmlformats.org/drawingml/2006/main">
            <a:r>
              <a:t>EXPLAIN</a:t>
            </a:r>
          </a:p>
          <a:p xmlns:a="http://schemas.openxmlformats.org/drawingml/2006/main">
            <a:r>
              <a:t>A building team records indoor temperature to investigate comfort.</a:t>
            </a:r>
          </a:p>
          <a:p xmlns:a="http://schemas.openxmlformats.org/drawingml/2006/main">
            <a:r>
              <a:t/>
            </a:r>
          </a:p>
          <a:p xmlns:a="http://schemas.openxmlformats.org/drawingml/2006/main">
            <a:r>
              <a:t>Civil students can discuss construction and inspection; architecture students can discuss shading and ventilation.</a:t>
            </a:r>
          </a:p>
          <a:p xmlns:a="http://schemas.openxmlformats.org/drawingml/2006/main">
            <a:r>
              <a:t/>
            </a:r>
          </a:p>
          <a:p xmlns:a="http://schemas.openxmlformats.org/drawingml/2006/main">
            <a:r>
              <a:t>A measurement includes a number and its unit.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Start with numbers and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Previous slide: The engineering context.</a:t>
            </a:r>
          </a:p>
          <a:p xmlns:a="http://schemas.openxmlformats.org/drawingml/2006/main">
            <a:r>
              <a:t/>
            </a:r>
          </a:p>
          <a:p xmlns:a="http://schemas.openxmlformats.org/drawingml/2006/main">
            <a:r>
              <a:t>EXPLAIN</a:t>
            </a:r>
          </a:p>
          <a:p xmlns:a="http://schemas.openxmlformats.org/drawingml/2006/main">
            <a:r>
              <a:t>Number: A number expresses how much or how many: 3 items or 2.5 metres. Whole numbers count; decimal numbers can describe a part of a unit.</a:t>
            </a:r>
          </a:p>
          <a:p xmlns:a="http://schemas.openxmlformats.org/drawingml/2006/main">
            <a:r>
              <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Words we will use.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Previous slide: Start with numbers and values.</a:t>
            </a:r>
          </a:p>
          <a:p xmlns:a="http://schemas.openxmlformats.org/drawingml/2006/main">
            <a:r>
              <a:t/>
            </a:r>
          </a:p>
          <a:p xmlns:a="http://schemas.openxmlformats.org/drawingml/2006/main">
            <a:r>
              <a:t>EXPLAIN</a:t>
            </a:r>
          </a:p>
          <a:p xmlns:a="http://schemas.openxmlformats.org/drawingml/2006/main">
            <a:r>
              <a:t>Variable: A name referring to a value. In length_m = 5, the right side is evaluated and assigned to length_m.</a:t>
            </a:r>
          </a:p>
          <a:p xmlns:a="http://schemas.openxmlformats.org/drawingml/2006/main">
            <a:r>
              <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variable refers to its current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Previous slide: Words we will use.</a:t>
            </a:r>
          </a:p>
          <a:p xmlns:a="http://schemas.openxmlformats.org/drawingml/2006/main">
            <a:r>
              <a:t/>
            </a:r>
          </a:p>
          <a:p xmlns:a="http://schemas.openxmlformats.org/drawingml/2006/main">
            <a:r>
              <a:t>EXPLAIN</a:t>
            </a:r>
          </a:p>
          <a:p xmlns:a="http://schemas.openxmlformats.org/drawingml/2006/main">
            <a:r>
              <a:t>After reassignment, thickness refers to 0.20.</a:t>
            </a:r>
          </a:p>
          <a:p xmlns:a="http://schemas.openxmlformats.org/drawingml/2006/main">
            <a:r>
              <a:t/>
            </a:r>
          </a:p>
          <a:p xmlns:a="http://schemas.openxmlformats.org/drawingml/2006/main">
            <a:r>
              <a:t>LECTURER CUE</a:t>
            </a:r>
          </a:p>
          <a:p xmlns:a="http://schemas.openxmlformats.org/drawingml/2006/main">
            <a:r>
              <a:t>This box is a simplified model of a name referring to a value. Other names could still refer to an earlier object.</a:t>
            </a:r>
          </a:p>
          <a:p xmlns:a="http://schemas.openxmlformats.org/drawingml/2006/main">
            <a:r>
              <a:t>Source: existing course illustration figs/variable_box.png.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Python values have types.</a:t>
            </a:r>
          </a:p>
          <a:p xmlns:a="http://schemas.openxmlformats.org/drawingml/2006/main">
            <a:r>
              <a:t/>
            </a:r>
          </a:p>
          <a:p xmlns:a="http://schemas.openxmlformats.org/drawingml/2006/main">
            <a:r>
              <a:t>REFERENCES</a:t>
            </a:r>
          </a:p>
          <a:p xmlns:a="http://schemas.openxmlformats.org/drawingml/2006/main">
            <a:r>
              <a:t>Source: existing course illustration figs/variable_box.png.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Previous slide: A variable refers to its current value.</a:t>
            </a:r>
          </a:p>
          <a:p xmlns:a="http://schemas.openxmlformats.org/drawingml/2006/main">
            <a:r>
              <a:t/>
            </a:r>
          </a:p>
          <a:p xmlns:a="http://schemas.openxmlformats.org/drawingml/2006/main">
            <a:r>
              <a:t>EXPLAIN</a:t>
            </a:r>
          </a:p>
          <a:p xmlns:a="http://schemas.openxmlformats.org/drawingml/2006/main">
            <a:r>
              <a:t>Type | Example | Meaning</a:t>
            </a:r>
          </a:p>
          <a:p xmlns:a="http://schemas.openxmlformats.org/drawingml/2006/main">
            <a:r>
              <a:t/>
            </a:r>
          </a:p>
          <a:p xmlns:a="http://schemas.openxmlformats.org/drawingml/2006/main">
            <a:r>
              <a:t>int | 3 | Whole number</a:t>
            </a:r>
          </a:p>
          <a:p xmlns:a="http://schemas.openxmlformats.org/drawingml/2006/main">
            <a:r>
              <a:t/>
            </a:r>
          </a:p>
          <a:p xmlns:a="http://schemas.openxmlformats.org/drawingml/2006/main">
            <a:r>
              <a:t>float | 3.5 | Decimal approximation</a:t>
            </a:r>
          </a:p>
          <a:p xmlns:a="http://schemas.openxmlformats.org/drawingml/2006/main">
            <a:r>
              <a:t/>
            </a:r>
          </a:p>
          <a:p xmlns:a="http://schemas.openxmlformats.org/drawingml/2006/main">
            <a:r>
              <a:t>str | "3.5" | Text in quotes</a:t>
            </a:r>
          </a:p>
          <a:p xmlns:a="http://schemas.openxmlformats.org/drawingml/2006/main">
            <a:r>
              <a:t/>
            </a:r>
          </a:p>
          <a:p xmlns:a="http://schemas.openxmlformats.org/drawingml/2006/main">
            <a:r>
              <a:t>bool | True / False | Logical value</a:t>
            </a:r>
          </a:p>
          <a:p xmlns:a="http://schemas.openxmlformats.org/drawingml/2006/main">
            <a:r>
              <a:t/>
            </a:r>
          </a:p>
          <a:p xmlns:a="http://schemas.openxmlformats.org/drawingml/2006/main">
            <a:r>
              <a:t>NoneType | None | No value supplied</a:t>
            </a:r>
          </a:p>
          <a:p xmlns:a="http://schemas.openxmlformats.org/drawingml/2006/main">
            <a:r>
              <a:t/>
            </a:r>
          </a:p>
          <a:p xmlns:a="http://schemas.openxmlformats.org/drawingml/2006/main">
            <a:r>
              <a:t>3.5 + 2 gives 5.5. "3.5" + "2" joins text into "3.52".</a:t>
            </a:r>
          </a:p>
          <a:p xmlns:a="http://schemas.openxmlformats.org/drawingml/2006/main">
            <a:r>
              <a:t/>
            </a:r>
          </a:p>
          <a:p xmlns:a="http://schemas.openxmlformats.org/drawingml/2006/main">
            <a:r>
              <a:t>LECTURER CUE</a:t>
            </a:r>
          </a:p>
          <a:p xmlns:a="http://schemas.openxmlformats.org/drawingml/2006/main">
            <a:r>
              <a:t>3.5 + 2 gives 5.5. "3.5" + "2" joins text into "3.52".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Operator.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Previous slide: Python values have types.</a:t>
            </a:r>
          </a:p>
          <a:p xmlns:a="http://schemas.openxmlformats.org/drawingml/2006/main">
            <a:r>
              <a:t/>
            </a:r>
          </a:p>
          <a:p xmlns:a="http://schemas.openxmlformats.org/drawingml/2006/main">
            <a:r>
              <a:t>EXPLAIN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a function call before using 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Previous slide: Operator.</a:t>
            </a:r>
          </a:p>
          <a:p xmlns:a="http://schemas.openxmlformats.org/drawingml/2006/main">
            <a:r>
              <a:t/>
            </a:r>
          </a:p>
          <a:p xmlns:a="http://schemas.openxmlformats.org/drawingml/2006/main">
            <a:r>
              <a:t>EXPLAIN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Python symbols.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Previous slide: Read a function call before using it.</a:t>
            </a:r>
          </a:p>
          <a:p xmlns:a="http://schemas.openxmlformats.org/drawingml/2006/main">
            <a:r>
              <a:t/>
            </a:r>
          </a:p>
          <a:p xmlns:a="http://schemas.openxmlformats.org/drawingml/2006/main">
            <a:r>
              <a:t>EXPLAIN</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Names, conversion and comments.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Previous slide: Reading Python symbols.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length_m = float("3.5")  # text to number</a:t>
            </a:r>
          </a:p>
          <a:p xmlns:a="http://schemas.openxmlformats.org/drawingml/2006/main">
            <a:r>
              <a:t>width_m = 2</a:t>
            </a:r>
          </a:p>
          <a:p xmlns:a="http://schemas.openxmlformats.org/drawingml/2006/main">
            <a:r>
              <a:t>area_m2 = length_m * width_m</a:t>
            </a:r>
          </a:p>
          <a:p xmlns:a="http://schemas.openxmlformats.org/drawingml/2006/main">
            <a:r>
              <a:t>print(area_m2)</a:t>
            </a:r>
          </a:p>
          <a:p xmlns:a="http://schemas.openxmlformats.org/drawingml/2006/main">
            <a:r>
              <a:t>print(type(length_m))</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type reports the kind of value: for example, float.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7.0 then &lt;class 'float'&gt;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3 continuation.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continuation</a:t>
            </a:r>
          </a:p>
          <a:p xmlns:a="http://schemas.openxmlformats.org/drawingml/2006/main">
            <a:r>
              <a:t/>
            </a:r>
          </a:p>
          <a:p xmlns:a="http://schemas.openxmlformats.org/drawingml/2006/main">
            <a:r>
              <a:t>CONNECT</a:t>
            </a:r>
          </a:p>
          <a:p xmlns:a="http://schemas.openxmlformats.org/drawingml/2006/main">
            <a:r>
              <a:t>Previous slide: Names, conversion and comments.</a:t>
            </a:r>
          </a:p>
          <a:p xmlns:a="http://schemas.openxmlformats.org/drawingml/2006/main">
            <a:r>
              <a:t/>
            </a:r>
          </a:p>
          <a:p xmlns:a="http://schemas.openxmlformats.org/drawingml/2006/main">
            <a:r>
              <a:t>EXPLAIN</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Python expression.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Python expression</a:t>
            </a:r>
          </a:p>
          <a:p xmlns:a="http://schemas.openxmlformats.org/drawingml/2006/main">
            <a:r>
              <a:t/>
            </a:r>
          </a:p>
          <a:p xmlns:a="http://schemas.openxmlformats.org/drawingml/2006/main">
            <a:r>
              <a:t>CONNECT</a:t>
            </a:r>
          </a:p>
          <a:p xmlns:a="http://schemas.openxmlformats.org/drawingml/2006/main">
            <a:r>
              <a:t>Previous slide: Week 3 continuation.</a:t>
            </a:r>
          </a:p>
          <a:p xmlns:a="http://schemas.openxmlformats.org/drawingml/2006/main">
            <a:r>
              <a:t/>
            </a:r>
          </a:p>
          <a:p xmlns:a="http://schemas.openxmlformats.org/drawingml/2006/main">
            <a:r>
              <a:t>EXPLAIN</a:t>
            </a:r>
          </a:p>
          <a:p xmlns:a="http://schemas.openxmlformats.org/drawingml/2006/main">
            <a:r>
              <a:t>An expression is code that produces a value. In 7 + 2, the inputs are 7 and 2; the operator + tells Python to add them.</a:t>
            </a:r>
          </a:p>
          <a:p xmlns:a="http://schemas.openxmlformats.org/drawingml/2006/main">
            <a:r>
              <a:t/>
            </a:r>
          </a:p>
          <a:p xmlns:a="http://schemas.openxmlformats.org/drawingml/2006/main">
            <a:r>
              <a:t>A statement is an instruction. total = 7 + 2 calculates 9, then gives it the name total. print(total) displays the stored value.</a:t>
            </a:r>
          </a:p>
          <a:p xmlns:a="http://schemas.openxmlformats.org/drawingml/2006/main">
            <a:r>
              <a:t/>
            </a:r>
          </a:p>
          <a:p xmlns:a="http://schemas.openxmlformats.org/drawingml/2006/main">
            <a:r>
              <a:t>Read each symbol before running. Code is what you type; output is what Python displays. Do not type the word “Output”.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Addition subtraction multiplication and division.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Addition subtraction multiplication and division</a:t>
            </a:r>
          </a:p>
          <a:p xmlns:a="http://schemas.openxmlformats.org/drawingml/2006/main">
            <a:r>
              <a:t/>
            </a:r>
          </a:p>
          <a:p xmlns:a="http://schemas.openxmlformats.org/drawingml/2006/main">
            <a:r>
              <a:t>CONNECT</a:t>
            </a:r>
          </a:p>
          <a:p xmlns:a="http://schemas.openxmlformats.org/drawingml/2006/main">
            <a:r>
              <a:t>Previous slide: Reading a Python expression.</a:t>
            </a:r>
          </a:p>
          <a:p xmlns:a="http://schemas.openxmlformats.org/drawingml/2006/main">
            <a:r>
              <a:t/>
            </a:r>
          </a:p>
          <a:p xmlns:a="http://schemas.openxmlformats.org/drawingml/2006/main">
            <a:r>
              <a:t>EXPLAIN</a:t>
            </a:r>
          </a:p>
          <a:p xmlns:a="http://schemas.openxmlformats.org/drawingml/2006/main">
            <a:r>
              <a:t>Operator | Meaning | Example and result</a:t>
            </a:r>
          </a:p>
          <a:p xmlns:a="http://schemas.openxmlformats.org/drawingml/2006/main">
            <a:r>
              <a:t/>
            </a:r>
          </a:p>
          <a:p xmlns:a="http://schemas.openxmlformats.org/drawingml/2006/main">
            <a:r>
              <a:t>+ | Add | 7 + 2 gives 9</a:t>
            </a:r>
          </a:p>
          <a:p xmlns:a="http://schemas.openxmlformats.org/drawingml/2006/main">
            <a:r>
              <a:t/>
            </a:r>
          </a:p>
          <a:p xmlns:a="http://schemas.openxmlformats.org/drawingml/2006/main">
            <a:r>
              <a:t>- | Subtract | 7 - 2 gives 5</a:t>
            </a:r>
          </a:p>
          <a:p xmlns:a="http://schemas.openxmlformats.org/drawingml/2006/main">
            <a:r>
              <a:t/>
            </a:r>
          </a:p>
          <a:p xmlns:a="http://schemas.openxmlformats.org/drawingml/2006/main">
            <a:r>
              <a:t>* | Multiply | 7 * 2 gives 14</a:t>
            </a:r>
          </a:p>
          <a:p xmlns:a="http://schemas.openxmlformats.org/drawingml/2006/main">
            <a:r>
              <a:t/>
            </a:r>
          </a:p>
          <a:p xmlns:a="http://schemas.openxmlformats.org/drawingml/2006/main">
            <a:r>
              <a:t>/ | Divide | 7 / 2 gives 3.5</a:t>
            </a:r>
          </a:p>
          <a:p xmlns:a="http://schemas.openxmlformats.org/drawingml/2006/main">
            <a:r>
              <a:t/>
            </a:r>
          </a:p>
          <a:p xmlns:a="http://schemas.openxmlformats.org/drawingml/2006/main">
            <a:r>
              <a:t>Python uses * for multiplication, not ×. / can produce a fractional result.</a:t>
            </a:r>
          </a:p>
          <a:p xmlns:a="http://schemas.openxmlformats.org/drawingml/2006/main">
            <a:r>
              <a:t/>
            </a:r>
          </a:p>
          <a:p xmlns:a="http://schemas.openxmlformats.org/drawingml/2006/main">
            <a:r>
              <a:t>Read the rows in order. Python uses * for multiplication, not ×. / can produce a fractional result.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the four arithmetic operations.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the four arithmetic operations</a:t>
            </a:r>
          </a:p>
          <a:p xmlns:a="http://schemas.openxmlformats.org/drawingml/2006/main">
            <a:r>
              <a:t/>
            </a:r>
          </a:p>
          <a:p xmlns:a="http://schemas.openxmlformats.org/drawingml/2006/main">
            <a:r>
              <a:t>CONNECT</a:t>
            </a:r>
          </a:p>
          <a:p xmlns:a="http://schemas.openxmlformats.org/drawingml/2006/main">
            <a:r>
              <a:t>Previous slide: Addition subtraction multiplication and division.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print(7 * 2)</a:t>
            </a:r>
          </a:p>
          <a:p xmlns:a="http://schemas.openxmlformats.org/drawingml/2006/main">
            <a:r>
              <a:t>print(7 / 2)</a:t>
            </a:r>
          </a:p>
          <a:p xmlns:a="http://schemas.openxmlformats.org/drawingml/2006/main">
            <a:r>
              <a:t/>
            </a:r>
          </a:p>
          <a:p xmlns:a="http://schemas.openxmlformats.org/drawingml/2006/main">
            <a:r>
              <a:t>Each print call displays one calculated result.</a:t>
            </a:r>
          </a:p>
          <a:p xmlns:a="http://schemas.openxmlformats.org/drawingml/2006/main">
            <a:r>
              <a:t/>
            </a:r>
          </a:p>
          <a:p xmlns:a="http://schemas.openxmlformats.org/drawingml/2006/main">
            <a:r>
              <a:t>The numbers have no units until we assign a meaning to them.</a:t>
            </a:r>
          </a:p>
          <a:p xmlns:a="http://schemas.openxmlformats.org/drawingml/2006/main">
            <a:r>
              <a:t/>
            </a:r>
          </a:p>
          <a:p xmlns:a="http://schemas.openxmlformats.org/drawingml/2006/main">
            <a:r>
              <a:t>Output: 9; 5; 14; 3.5</a:t>
            </a:r>
          </a:p>
          <a:p xmlns:a="http://schemas.openxmlformats.org/drawingml/2006/main">
            <a:r>
              <a:t/>
            </a:r>
          </a:p>
          <a:p xmlns:a="http://schemas.openxmlformats.org/drawingml/2006/main">
            <a:r>
              <a:t>Expected printed output:</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a:p xmlns:a="http://schemas.openxmlformats.org/drawingml/2006/main">
            <a:r>
              <a:t/>
            </a:r>
          </a:p>
          <a:p xmlns:a="http://schemas.openxmlformats.org/drawingml/2006/main">
            <a:r>
              <a:t>Run the complete cell, then trace each line. Expected output:</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Floor division remainder and powers.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Floor division remainder and powers</a:t>
            </a:r>
          </a:p>
          <a:p xmlns:a="http://schemas.openxmlformats.org/drawingml/2006/main">
            <a:r>
              <a:t/>
            </a:r>
          </a:p>
          <a:p xmlns:a="http://schemas.openxmlformats.org/drawingml/2006/main">
            <a:r>
              <a:t>CONNECT</a:t>
            </a:r>
          </a:p>
          <a:p xmlns:a="http://schemas.openxmlformats.org/drawingml/2006/main">
            <a:r>
              <a:t>Previous slide: Run the four arithmetic operations.</a:t>
            </a:r>
          </a:p>
          <a:p xmlns:a="http://schemas.openxmlformats.org/drawingml/2006/main">
            <a:r>
              <a:t/>
            </a:r>
          </a:p>
          <a:p xmlns:a="http://schemas.openxmlformats.org/drawingml/2006/main">
            <a:r>
              <a:t>EXPLAIN</a:t>
            </a:r>
          </a:p>
          <a:p xmlns:a="http://schemas.openxmlformats.org/drawingml/2006/main">
            <a:r>
              <a:t>Operator | Meaning | Example and result</a:t>
            </a:r>
          </a:p>
          <a:p xmlns:a="http://schemas.openxmlformats.org/drawingml/2006/main">
            <a:r>
              <a:t/>
            </a:r>
          </a:p>
          <a:p xmlns:a="http://schemas.openxmlformats.org/drawingml/2006/main">
            <a:r>
              <a:t>// | Floor the quotient | 7 // 2 gives 3</a:t>
            </a:r>
          </a:p>
          <a:p xmlns:a="http://schemas.openxmlformats.org/drawingml/2006/main">
            <a:r>
              <a:t/>
            </a:r>
          </a:p>
          <a:p xmlns:a="http://schemas.openxmlformats.org/drawingml/2006/main">
            <a:r>
              <a:t>% | Remainder | 7 % 2 gives 1</a:t>
            </a:r>
          </a:p>
          <a:p xmlns:a="http://schemas.openxmlformats.org/drawingml/2006/main">
            <a:r>
              <a:t/>
            </a:r>
          </a:p>
          <a:p xmlns:a="http://schemas.openxmlformats.org/drawingml/2006/main">
            <a:r>
              <a:t>** | Raise to a power | 2 ** 3 gives 8</a:t>
            </a:r>
          </a:p>
          <a:p xmlns:a="http://schemas.openxmlformats.org/drawingml/2006/main">
            <a:r>
              <a:t/>
            </a:r>
          </a:p>
          <a:p xmlns:a="http://schemas.openxmlformats.org/drawingml/2006/main">
            <a:r>
              <a:t>7 contains three groups of 2 with 1 left over: 7 = 3 × 2 + 1.</a:t>
            </a:r>
          </a:p>
          <a:p xmlns:a="http://schemas.openxmlformats.org/drawingml/2006/main">
            <a:r>
              <a:t/>
            </a:r>
          </a:p>
          <a:p xmlns:a="http://schemas.openxmlformats.org/drawingml/2006/main">
            <a:r>
              <a:t>Read the rows in order. 7 contains three groups of 2 with 1 left over: 7 = 3 × 2 + 1.</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powers signs and remainders.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powers signs and remainders</a:t>
            </a:r>
          </a:p>
          <a:p xmlns:a="http://schemas.openxmlformats.org/drawingml/2006/main">
            <a:r>
              <a:t/>
            </a:r>
          </a:p>
          <a:p xmlns:a="http://schemas.openxmlformats.org/drawingml/2006/main">
            <a:r>
              <a:t>CONNECT</a:t>
            </a:r>
          </a:p>
          <a:p xmlns:a="http://schemas.openxmlformats.org/drawingml/2006/main">
            <a:r>
              <a:t>Previous slide: Floor division remainder and powers.</a:t>
            </a:r>
          </a:p>
          <a:p xmlns:a="http://schemas.openxmlformats.org/drawingml/2006/main">
            <a:r>
              <a:t/>
            </a:r>
          </a:p>
          <a:p xmlns:a="http://schemas.openxmlformats.org/drawingml/2006/main">
            <a:r>
              <a:t>EXPLAIN</a:t>
            </a:r>
          </a:p>
          <a:p xmlns:a="http://schemas.openxmlformats.org/drawingml/2006/main">
            <a:r>
              <a:t>2 ** 3 means 2 × 2 × 2. It does not mean 2 × 3. The left value is the base; the right value is the exponent.</a:t>
            </a:r>
          </a:p>
          <a:p xmlns:a="http://schemas.openxmlformats.org/drawingml/2006/main">
            <a:r>
              <a:t/>
            </a:r>
          </a:p>
          <a:p xmlns:a="http://schemas.openxmlformats.org/drawingml/2006/main">
            <a:r>
              <a:t>A leading minus makes a number negative: -7. Floor division rounds the quotient down: -7 / 2 is -3.5, so -7 // 2 is -4.</a:t>
            </a:r>
          </a:p>
          <a:p xmlns:a="http://schemas.openxmlformats.org/drawingml/2006/main">
            <a:r>
              <a:t/>
            </a:r>
          </a:p>
          <a:p xmlns:a="http://schemas.openxmlformats.org/drawingml/2006/main">
            <a:r>
              <a:t>% is remainder, not percentage. To turn 75% into a fraction, calculate 75 / 100. Do not divide by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floor division remainder and powers.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floor division remainder and powers</a:t>
            </a:r>
          </a:p>
          <a:p xmlns:a="http://schemas.openxmlformats.org/drawingml/2006/main">
            <a:r>
              <a:t/>
            </a:r>
          </a:p>
          <a:p xmlns:a="http://schemas.openxmlformats.org/drawingml/2006/main">
            <a:r>
              <a:t>CONNECT</a:t>
            </a:r>
          </a:p>
          <a:p xmlns:a="http://schemas.openxmlformats.org/drawingml/2006/main">
            <a:r>
              <a:t>Previous slide: Reading powers signs and remainders.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print(2 ** 3)</a:t>
            </a:r>
          </a:p>
          <a:p xmlns:a="http://schemas.openxmlformats.org/drawingml/2006/main">
            <a:r>
              <a:t>print(-7 // 2)</a:t>
            </a:r>
          </a:p>
          <a:p xmlns:a="http://schemas.openxmlformats.org/drawingml/2006/main">
            <a:r>
              <a:t>print(75 / 100)</a:t>
            </a:r>
          </a:p>
          <a:p xmlns:a="http://schemas.openxmlformats.org/drawingml/2006/main">
            <a:r>
              <a:t/>
            </a:r>
          </a:p>
          <a:p xmlns:a="http://schemas.openxmlformats.org/drawingml/2006/main">
            <a:r>
              <a:t>** repeats multiplication.</a:t>
            </a:r>
          </a:p>
          <a:p xmlns:a="http://schemas.openxmlformats.org/drawingml/2006/main">
            <a:r>
              <a:t/>
            </a:r>
          </a:p>
          <a:p xmlns:a="http://schemas.openxmlformats.org/drawingml/2006/main">
            <a:r>
              <a:t>A negative floor result rounds toward the smaller integer.</a:t>
            </a:r>
          </a:p>
          <a:p xmlns:a="http://schemas.openxmlformats.org/drawingml/2006/main">
            <a:r>
              <a:t/>
            </a:r>
          </a:p>
          <a:p xmlns:a="http://schemas.openxmlformats.org/drawingml/2006/main">
            <a:r>
              <a:t>Output: 3; 1; 8; -4; 0.75</a:t>
            </a:r>
          </a:p>
          <a:p xmlns:a="http://schemas.openxmlformats.org/drawingml/2006/main">
            <a:r>
              <a:t/>
            </a:r>
          </a:p>
          <a:p xmlns:a="http://schemas.openxmlformats.org/drawingml/2006/main">
            <a:r>
              <a:t>Expected printed output:</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a:p xmlns:a="http://schemas.openxmlformats.org/drawingml/2006/main">
            <a:r>
              <a:t/>
            </a:r>
          </a:p>
          <a:p xmlns:a="http://schemas.openxmlformats.org/drawingml/2006/main">
            <a:r>
              <a:t>Run the complete cell, then trace each line. Expected output:</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Which operation happens first.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Which operation happens first</a:t>
            </a:r>
          </a:p>
          <a:p xmlns:a="http://schemas.openxmlformats.org/drawingml/2006/main">
            <a:r>
              <a:t/>
            </a:r>
          </a:p>
          <a:p xmlns:a="http://schemas.openxmlformats.org/drawingml/2006/main">
            <a:r>
              <a:t>CONNECT</a:t>
            </a:r>
          </a:p>
          <a:p xmlns:a="http://schemas.openxmlformats.org/drawingml/2006/main">
            <a:r>
              <a:t>Previous slide: Run floor division remainder and powers.</a:t>
            </a:r>
          </a:p>
          <a:p xmlns:a="http://schemas.openxmlformats.org/drawingml/2006/main">
            <a:r>
              <a:t/>
            </a:r>
          </a:p>
          <a:p xmlns:a="http://schemas.openxmlformats.org/drawingml/2006/main">
            <a:r>
              <a:t>EXPLAIN</a:t>
            </a:r>
          </a:p>
          <a:p xmlns:a="http://schemas.openxmlformats.org/drawingml/2006/main">
            <a:r>
              <a:t>Parentheses group a calculation: do (2 + 3) before multiplying it by 4.</a:t>
            </a:r>
          </a:p>
          <a:p xmlns:a="http://schemas.openxmlformats.org/drawingml/2006/main">
            <a:r>
              <a:t/>
            </a:r>
          </a:p>
          <a:p xmlns:a="http://schemas.openxmlformats.org/drawingml/2006/main">
            <a:r>
              <a:t>Powers come before multiplication and division. Multiplication, /, // and % come before addition and subtraction. Equal-level * and / run left to right.</a:t>
            </a:r>
          </a:p>
          <a:p xmlns:a="http://schemas.openxmlformats.org/drawingml/2006/main">
            <a:r>
              <a:t/>
            </a:r>
          </a:p>
          <a:p xmlns:a="http://schemas.openxmlformats.org/drawingml/2006/main">
            <a:r>
              <a:t>Use parentheses when the intended grouping might be unclear. For a negative base, write (-2) ** 2. This gives 4; -(2 ** 2) gives -4.</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an expression before its output.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an expression before its output</a:t>
            </a:r>
          </a:p>
          <a:p xmlns:a="http://schemas.openxmlformats.org/drawingml/2006/main">
            <a:r>
              <a:t/>
            </a:r>
          </a:p>
          <a:p xmlns:a="http://schemas.openxmlformats.org/drawingml/2006/main">
            <a:r>
              <a:t>CONNECT</a:t>
            </a:r>
          </a:p>
          <a:p xmlns:a="http://schemas.openxmlformats.org/drawingml/2006/main">
            <a:r>
              <a:t>Previous slide: Which operation happens first.</a:t>
            </a:r>
          </a:p>
          <a:p xmlns:a="http://schemas.openxmlformats.org/drawingml/2006/main">
            <a:r>
              <a:t/>
            </a:r>
          </a:p>
          <a:p xmlns:a="http://schemas.openxmlformats.org/drawingml/2006/main">
            <a:r>
              <a:t>EXPLAIN</a:t>
            </a:r>
          </a:p>
          <a:p xmlns:a="http://schemas.openxmlformats.org/drawingml/2006/main">
            <a:r>
              <a:t>Expression | First calculation | Result</a:t>
            </a:r>
          </a:p>
          <a:p xmlns:a="http://schemas.openxmlformats.org/drawingml/2006/main">
            <a:r>
              <a:t/>
            </a:r>
          </a:p>
          <a:p xmlns:a="http://schemas.openxmlformats.org/drawingml/2006/main">
            <a:r>
              <a:t>2 + 3 * 4 | 3 * 4 gives 12 | 2 + 12 gives 14</a:t>
            </a:r>
          </a:p>
          <a:p xmlns:a="http://schemas.openxmlformats.org/drawingml/2006/main">
            <a:r>
              <a:t/>
            </a:r>
          </a:p>
          <a:p xmlns:a="http://schemas.openxmlformats.org/drawingml/2006/main">
            <a:r>
              <a:t>(2 + 3) * 4 | 2 + 3 gives 5 | 5 * 4 gives 20</a:t>
            </a:r>
          </a:p>
          <a:p xmlns:a="http://schemas.openxmlformats.org/drawingml/2006/main">
            <a:r>
              <a:t/>
            </a:r>
          </a:p>
          <a:p xmlns:a="http://schemas.openxmlformats.org/drawingml/2006/main">
            <a:r>
              <a:t>12 / 3 * 2 | 12 / 3 gives 4.0 | 4.0 * 2 gives 8.0</a:t>
            </a:r>
          </a:p>
          <a:p xmlns:a="http://schemas.openxmlformats.org/drawingml/2006/main">
            <a:r>
              <a:t/>
            </a:r>
          </a:p>
          <a:p xmlns:a="http://schemas.openxmlformats.org/drawingml/2006/main">
            <a:r>
              <a:t>Changing parentheses can change the answer even when the numbers stay the same.</a:t>
            </a:r>
          </a:p>
          <a:p xmlns:a="http://schemas.openxmlformats.org/drawingml/2006/main">
            <a:r>
              <a:t/>
            </a:r>
          </a:p>
          <a:p xmlns:a="http://schemas.openxmlformats.org/drawingml/2006/main">
            <a:r>
              <a:t>Read the rows in order. Changing parentheses can change the answer even when the numbers stay the same.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Check operation order.</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Check operation order</a:t>
            </a:r>
          </a:p>
          <a:p xmlns:a="http://schemas.openxmlformats.org/drawingml/2006/main">
            <a:r>
              <a:t/>
            </a:r>
          </a:p>
          <a:p xmlns:a="http://schemas.openxmlformats.org/drawingml/2006/main">
            <a:r>
              <a:t>CONNECT</a:t>
            </a:r>
          </a:p>
          <a:p xmlns:a="http://schemas.openxmlformats.org/drawingml/2006/main">
            <a:r>
              <a:t>Previous slide: Trace an expression before its output.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print(2 + 3 * 4)</a:t>
            </a:r>
          </a:p>
          <a:p xmlns:a="http://schemas.openxmlformats.org/drawingml/2006/main">
            <a:r>
              <a:t>print((2 + 3) * 4)</a:t>
            </a:r>
          </a:p>
          <a:p xmlns:a="http://schemas.openxmlformats.org/drawingml/2006/main">
            <a:r>
              <a:t>print(12 / 3 * 2)</a:t>
            </a:r>
          </a:p>
          <a:p xmlns:a="http://schemas.openxmlformats.org/drawingml/2006/main">
            <a:r>
              <a:t/>
            </a:r>
          </a:p>
          <a:p xmlns:a="http://schemas.openxmlformats.org/drawingml/2006/main">
            <a:r>
              <a:t>Read the calculation from the trace table.</a:t>
            </a:r>
          </a:p>
          <a:p xmlns:a="http://schemas.openxmlformats.org/drawingml/2006/main">
            <a:r>
              <a:t/>
            </a:r>
          </a:p>
          <a:p xmlns:a="http://schemas.openxmlformats.org/drawingml/2006/main">
            <a:r>
              <a:t>Run first; then compare with the shown outputs.</a:t>
            </a:r>
          </a:p>
          <a:p xmlns:a="http://schemas.openxmlformats.org/drawingml/2006/main">
            <a:r>
              <a:t/>
            </a:r>
          </a:p>
          <a:p xmlns:a="http://schemas.openxmlformats.org/drawingml/2006/main">
            <a:r>
              <a:t>Output: 14; 20; 8.0</a:t>
            </a:r>
          </a:p>
          <a:p xmlns:a="http://schemas.openxmlformats.org/drawingml/2006/main">
            <a:r>
              <a:t/>
            </a:r>
          </a:p>
          <a:p xmlns:a="http://schemas.openxmlformats.org/drawingml/2006/main">
            <a:r>
              <a:t>Expected printed output:</a:t>
            </a:r>
          </a:p>
          <a:p xmlns:a="http://schemas.openxmlformats.org/drawingml/2006/main">
            <a:r>
              <a:t>14</a:t>
            </a:r>
          </a:p>
          <a:p xmlns:a="http://schemas.openxmlformats.org/drawingml/2006/main">
            <a:r>
              <a:t>20</a:t>
            </a:r>
          </a:p>
          <a:p xmlns:a="http://schemas.openxmlformats.org/drawingml/2006/main">
            <a:r>
              <a:t>8.0</a:t>
            </a:r>
          </a:p>
          <a:p xmlns:a="http://schemas.openxmlformats.org/drawingml/2006/main">
            <a:r>
              <a:t/>
            </a:r>
          </a:p>
          <a:p xmlns:a="http://schemas.openxmlformats.org/drawingml/2006/main">
            <a:r>
              <a:t>Run the complete cell, then trace each line. Expected output:</a:t>
            </a:r>
          </a:p>
          <a:p xmlns:a="http://schemas.openxmlformats.org/drawingml/2006/main">
            <a:r>
              <a:t>14</a:t>
            </a:r>
          </a:p>
          <a:p xmlns:a="http://schemas.openxmlformats.org/drawingml/2006/main">
            <a:r>
              <a:t>20</a:t>
            </a:r>
          </a:p>
          <a:p xmlns:a="http://schemas.openxmlformats.org/drawingml/2006/main">
            <a:r>
              <a:t>8.0</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Assigning and updating a named value.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Assigning and updating a named value</a:t>
            </a:r>
          </a:p>
          <a:p xmlns:a="http://schemas.openxmlformats.org/drawingml/2006/main">
            <a:r>
              <a:t/>
            </a:r>
          </a:p>
          <a:p xmlns:a="http://schemas.openxmlformats.org/drawingml/2006/main">
            <a:r>
              <a:t>CONNECT</a:t>
            </a:r>
          </a:p>
          <a:p xmlns:a="http://schemas.openxmlformats.org/drawingml/2006/main">
            <a:r>
              <a:t>Previous slide: Check operation order.</a:t>
            </a:r>
          </a:p>
          <a:p xmlns:a="http://schemas.openxmlformats.org/drawingml/2006/main">
            <a:r>
              <a:t/>
            </a:r>
          </a:p>
          <a:p xmlns:a="http://schemas.openxmlformats.org/drawingml/2006/main">
            <a:r>
              <a:t>EXPLAIN</a:t>
            </a:r>
          </a:p>
          <a:p xmlns:a="http://schemas.openxmlformats.org/drawingml/2006/main">
            <a:r>
              <a:t>count = 2 gives the name count the value 2. = means assignment; it does not ask whether two values are equal.</a:t>
            </a:r>
          </a:p>
          <a:p xmlns:a="http://schemas.openxmlformats.org/drawingml/2006/main">
            <a:r>
              <a:t/>
            </a:r>
          </a:p>
          <a:p xmlns:a="http://schemas.openxmlformats.org/drawingml/2006/main">
            <a:r>
              <a:t>count = count + 1 first reads the old value 2, calculates 3, then assigns 3 back to count.</a:t>
            </a:r>
          </a:p>
          <a:p xmlns:a="http://schemas.openxmlformats.org/drawingml/2006/main">
            <a:r>
              <a:t/>
            </a:r>
          </a:p>
          <a:p xmlns:a="http://schemas.openxmlformats.org/drawingml/2006/main">
            <a:r>
              <a:t>After the update, print(count) displays 3. Re-running only the update cell changes count again; restart and run from the beginning for the shown result.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one update.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one update</a:t>
            </a:r>
          </a:p>
          <a:p xmlns:a="http://schemas.openxmlformats.org/drawingml/2006/main">
            <a:r>
              <a:t/>
            </a:r>
          </a:p>
          <a:p xmlns:a="http://schemas.openxmlformats.org/drawingml/2006/main">
            <a:r>
              <a:t>CONNECT</a:t>
            </a:r>
          </a:p>
          <a:p xmlns:a="http://schemas.openxmlformats.org/drawingml/2006/main">
            <a:r>
              <a:t>Previous slide: Assigning and updating a named value.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count = 2</a:t>
            </a:r>
          </a:p>
          <a:p xmlns:a="http://schemas.openxmlformats.org/drawingml/2006/main">
            <a:r>
              <a:t>print(count)</a:t>
            </a:r>
          </a:p>
          <a:p xmlns:a="http://schemas.openxmlformats.org/drawingml/2006/main">
            <a:r>
              <a:t>count = count + 1</a:t>
            </a:r>
          </a:p>
          <a:p xmlns:a="http://schemas.openxmlformats.org/drawingml/2006/main">
            <a:r>
              <a:t>print(count)</a:t>
            </a:r>
          </a:p>
          <a:p xmlns:a="http://schemas.openxmlformats.org/drawingml/2006/main">
            <a:r>
              <a:t/>
            </a:r>
          </a:p>
          <a:p xmlns:a="http://schemas.openxmlformats.org/drawingml/2006/main">
            <a:r>
              <a:t>The right side is calculated before the left side changes.</a:t>
            </a:r>
          </a:p>
          <a:p xmlns:a="http://schemas.openxmlformats.org/drawingml/2006/main">
            <a:r>
              <a:t/>
            </a:r>
          </a:p>
          <a:p xmlns:a="http://schemas.openxmlformats.org/drawingml/2006/main">
            <a:r>
              <a:t>Output: 2; 3</a:t>
            </a:r>
          </a:p>
          <a:p xmlns:a="http://schemas.openxmlformats.org/drawingml/2006/main">
            <a:r>
              <a:t/>
            </a:r>
          </a:p>
          <a:p xmlns:a="http://schemas.openxmlformats.org/drawingml/2006/main">
            <a:r>
              <a:t>Expected printed output:</a:t>
            </a:r>
          </a:p>
          <a:p xmlns:a="http://schemas.openxmlformats.org/drawingml/2006/main">
            <a:r>
              <a:t>2</a:t>
            </a:r>
          </a:p>
          <a:p xmlns:a="http://schemas.openxmlformats.org/drawingml/2006/main">
            <a:r>
              <a:t>3</a:t>
            </a:r>
          </a:p>
          <a:p xmlns:a="http://schemas.openxmlformats.org/drawingml/2006/main">
            <a:r>
              <a:t/>
            </a:r>
          </a:p>
          <a:p xmlns:a="http://schemas.openxmlformats.org/drawingml/2006/main">
            <a:r>
              <a:t>Run the complete cell, then trace each line. Expected output:</a:t>
            </a:r>
          </a:p>
          <a:p xmlns:a="http://schemas.openxmlformats.org/drawingml/2006/main">
            <a:r>
              <a:t>2</a:t>
            </a:r>
          </a:p>
          <a:p xmlns:a="http://schemas.openxmlformats.org/drawingml/2006/main">
            <a:r>
              <a:t>3</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Numbers text and conversion.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Numbers text and conversion</a:t>
            </a:r>
          </a:p>
          <a:p xmlns:a="http://schemas.openxmlformats.org/drawingml/2006/main">
            <a:r>
              <a:t/>
            </a:r>
          </a:p>
          <a:p xmlns:a="http://schemas.openxmlformats.org/drawingml/2006/main">
            <a:r>
              <a:t>CONNECT</a:t>
            </a:r>
          </a:p>
          <a:p xmlns:a="http://schemas.openxmlformats.org/drawingml/2006/main">
            <a:r>
              <a:t>Previous slide: Trace one update.</a:t>
            </a:r>
          </a:p>
          <a:p xmlns:a="http://schemas.openxmlformats.org/drawingml/2006/main">
            <a:r>
              <a:t/>
            </a:r>
          </a:p>
          <a:p xmlns:a="http://schemas.openxmlformats.org/drawingml/2006/main">
            <a:r>
              <a:t>EXPLAIN</a:t>
            </a:r>
          </a:p>
          <a:p xmlns:a="http://schemas.openxmlformats.org/drawingml/2006/main">
            <a:r>
              <a:t>7 is an integer. 7.0 is a decimal-valued float. "7" is text because it is inside quotes. Both single and double quotes can enclose text.</a:t>
            </a:r>
          </a:p>
          <a:p xmlns:a="http://schemas.openxmlformats.org/drawingml/2006/main">
            <a:r>
              <a:t/>
            </a:r>
          </a:p>
          <a:p xmlns:a="http://schemas.openxmlformats.org/drawingml/2006/main">
            <a:r>
              <a:t>"7" + "2" joins text into "72". To add those digits as numbers, convert each first: int("7") + int("2") gives 9.</a:t>
            </a:r>
          </a:p>
          <a:p xmlns:a="http://schemas.openxmlformats.org/drawingml/2006/main">
            <a:r>
              <a:t/>
            </a:r>
          </a:p>
          <a:p xmlns:a="http://schemas.openxmlformats.org/drawingml/2006/main">
            <a:r>
              <a:t>int converts valid integer text; float converts valid decimal text. str turns a value into text. print displays a value; type reports its Python type.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Compare numeric addition with text joining.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Compare numeric addition with text joining</a:t>
            </a:r>
          </a:p>
          <a:p xmlns:a="http://schemas.openxmlformats.org/drawingml/2006/main">
            <a:r>
              <a:t/>
            </a:r>
          </a:p>
          <a:p xmlns:a="http://schemas.openxmlformats.org/drawingml/2006/main">
            <a:r>
              <a:t>CONNECT</a:t>
            </a:r>
          </a:p>
          <a:p xmlns:a="http://schemas.openxmlformats.org/drawingml/2006/main">
            <a:r>
              <a:t>Previous slide: Numbers text and conversion.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print(int("7") + int("2"))</a:t>
            </a:r>
          </a:p>
          <a:p xmlns:a="http://schemas.openxmlformats.org/drawingml/2006/main">
            <a:r>
              <a:t>print(float("2.5"))</a:t>
            </a:r>
          </a:p>
          <a:p xmlns:a="http://schemas.openxmlformats.org/drawingml/2006/main">
            <a:r>
              <a:t/>
            </a:r>
          </a:p>
          <a:p xmlns:a="http://schemas.openxmlformats.org/drawingml/2006/main">
            <a:r>
              <a:t>Quotes change the type and therefore what + does.</a:t>
            </a:r>
          </a:p>
          <a:p xmlns:a="http://schemas.openxmlformats.org/drawingml/2006/main">
            <a:r>
              <a:t/>
            </a:r>
          </a:p>
          <a:p xmlns:a="http://schemas.openxmlformats.org/drawingml/2006/main">
            <a:r>
              <a:t>Conversion happens before the addition.</a:t>
            </a:r>
          </a:p>
          <a:p xmlns:a="http://schemas.openxmlformats.org/drawingml/2006/main">
            <a:r>
              <a:t/>
            </a:r>
          </a:p>
          <a:p xmlns:a="http://schemas.openxmlformats.org/drawingml/2006/main">
            <a:r>
              <a:t>Output: 9; 72; 9; 2.5</a:t>
            </a:r>
          </a:p>
          <a:p xmlns:a="http://schemas.openxmlformats.org/drawingml/2006/main">
            <a:r>
              <a:t/>
            </a:r>
          </a:p>
          <a:p xmlns:a="http://schemas.openxmlformats.org/drawingml/2006/main">
            <a:r>
              <a:t>Expected printed output:</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a:p xmlns:a="http://schemas.openxmlformats.org/drawingml/2006/main">
            <a:r>
              <a:t/>
            </a:r>
          </a:p>
          <a:p xmlns:a="http://schemas.openxmlformats.org/drawingml/2006/main">
            <a:r>
              <a:t>Run the complete cell, then trace each line. Expected output:</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Arithmetic that needs care.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Previous slide: Compare numeric addition with text joining.</a:t>
            </a:r>
          </a:p>
          <a:p xmlns:a="http://schemas.openxmlformats.org/drawingml/2006/main">
            <a:r>
              <a:t/>
            </a:r>
          </a:p>
          <a:p xmlns:a="http://schemas.openxmlformats.org/drawingml/2006/main">
            <a:r>
              <a:t>EXPLAIN</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LECTURER CUE</a:t>
            </a:r>
          </a:p>
          <a:p xmlns:a="http://schemas.openxmlformats.org/drawingml/2006/main">
            <a:r>
              <a:t>Floor division rounds down. Use parentheses to state the intended calculation. Keep units in variable names.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quantities in your programme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Previous slide: Arithmetic that needs care.</a:t>
            </a:r>
          </a:p>
          <a:p xmlns:a="http://schemas.openxmlformats.org/drawingml/2006/main">
            <a:r>
              <a:t/>
            </a:r>
          </a:p>
          <a:p xmlns:a="http://schemas.openxmlformats.org/drawingml/2006/main">
            <a:r>
              <a:t>EXPLAIN</a:t>
            </a:r>
          </a:p>
          <a:p xmlns:a="http://schemas.openxmlformats.org/drawingml/2006/main">
            <a:r>
              <a:t>Length, width and area: Length and width are distances in metres (m). A rectangle’s area is length × width, measured in square metres (m²).</a:t>
            </a:r>
          </a:p>
          <a:p xmlns:a="http://schemas.openxmlformats.org/drawingml/2006/main">
            <a:r>
              <a:t/>
            </a:r>
          </a:p>
          <a:p xmlns:a="http://schemas.openxmlformats.org/drawingml/2006/main">
            <a:r>
              <a:t>Thickness and density: Thickness is the third distance. Area × thickness gives volume in m³. Density is mass per volume, in kg/m³; volume × density gives mass in kg.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calculation for your programme.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Previous slide: Read the quantities in your programme example.</a:t>
            </a:r>
          </a:p>
          <a:p xmlns:a="http://schemas.openxmlformats.org/drawingml/2006/main">
            <a:r>
              <a:t/>
            </a:r>
          </a:p>
          <a:p xmlns:a="http://schemas.openxmlformats.org/drawingml/2006/main">
            <a:r>
              <a:t>EXPLAIN</a:t>
            </a:r>
          </a:p>
          <a:p xmlns:a="http://schemas.openxmlformats.org/drawingml/2006/main">
            <a:r>
              <a:t>A rectangular floor is 5 m long and 3 m wide.</a:t>
            </a:r>
          </a:p>
          <a:p xmlns:a="http://schemas.openxmlformats.org/drawingml/2006/main">
            <a:r>
              <a:t/>
            </a:r>
          </a:p>
          <a:p xmlns:a="http://schemas.openxmlformats.org/drawingml/2006/main">
            <a:r>
              <a:t>Area = length × width = 15 m².</a:t>
            </a:r>
          </a:p>
          <a:p xmlns:a="http://schemas.openxmlformats.org/drawingml/2006/main">
            <a:r>
              <a:t/>
            </a:r>
          </a:p>
          <a:p xmlns:a="http://schemas.openxmlformats.org/drawingml/2006/main">
            <a:r>
              <a:t>LECTURER CUE</a:t>
            </a:r>
          </a:p>
          <a:p xmlns:a="http://schemas.openxmlformats.org/drawingml/2006/main">
            <a:r>
              <a:t>A rectangular floor is 5 m long and 3 m wide. Area = length × width = 15 m².</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calculation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Previous slide: A calculation for your programme.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length_m = 5</a:t>
            </a:r>
          </a:p>
          <a:p xmlns:a="http://schemas.openxmlformats.org/drawingml/2006/main">
            <a:r>
              <a:t>width_m = 3</a:t>
            </a:r>
          </a:p>
          <a:p xmlns:a="http://schemas.openxmlformats.org/drawingml/2006/main">
            <a:r>
              <a:t>area_m2 = length_m * width_m</a:t>
            </a:r>
          </a:p>
          <a:p xmlns:a="http://schemas.openxmlformats.org/drawingml/2006/main">
            <a:r>
              <a:t>print(area_m2)</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Read each name and unit. = assigns the number, * multiplies and / divides. print displays the result. A rectangular floor is 5 m long and 3 m wide. Area = length × width = 15 m².</a:t>
            </a:r>
          </a:p>
          <a:p xmlns:a="http://schemas.openxmlformats.org/drawingml/2006/main">
            <a:r>
              <a:t/>
            </a:r>
          </a:p>
          <a:p xmlns:a="http://schemas.openxmlformats.org/drawingml/2006/main">
            <a:r>
              <a:t>Complete practice code:</a:t>
            </a:r>
          </a:p>
          <a:p xmlns:a="http://schemas.openxmlformats.org/drawingml/2006/main">
            <a:r>
              <a:t>length_m = 5</a:t>
            </a:r>
          </a:p>
          <a:p xmlns:a="http://schemas.openxmlformats.org/drawingml/2006/main">
            <a:r>
              <a:t>width_m = 3</a:t>
            </a:r>
          </a:p>
          <a:p xmlns:a="http://schemas.openxmlformats.org/drawingml/2006/main">
            <a:r>
              <a:t>area_m2 = length_m * width_m</a:t>
            </a:r>
          </a:p>
          <a:p xmlns:a="http://schemas.openxmlformats.org/drawingml/2006/main">
            <a:r>
              <a:t>print(area_m2)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an error message.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Previous slide: The calculation in Python.</a:t>
            </a:r>
          </a:p>
          <a:p xmlns:a="http://schemas.openxmlformats.org/drawingml/2006/main">
            <a:r>
              <a:t/>
            </a:r>
          </a:p>
          <a:p xmlns:a="http://schemas.openxmlformats.org/drawingml/2006/main">
            <a:r>
              <a:t>EXPLAIN</a:t>
            </a:r>
          </a:p>
          <a:p xmlns:a="http://schemas.openxmlformats.org/drawingml/2006/main">
            <a:r>
              <a:t>Message | Meaning | First check</a:t>
            </a:r>
          </a:p>
          <a:p xmlns:a="http://schemas.openxmlformats.org/drawingml/2006/main">
            <a:r>
              <a:t/>
            </a:r>
          </a:p>
          <a:p xmlns:a="http://schemas.openxmlformats.org/drawingml/2006/main">
            <a:r>
              <a:t>NameError | A name is unavailable | Spelling and run order</a:t>
            </a:r>
          </a:p>
          <a:p xmlns:a="http://schemas.openxmlformats.org/drawingml/2006/main">
            <a:r>
              <a:t/>
            </a:r>
          </a:p>
          <a:p xmlns:a="http://schemas.openxmlformats.org/drawingml/2006/main">
            <a:r>
              <a:t>TypeError | Wrong kind of value | Text versus number</a:t>
            </a:r>
          </a:p>
          <a:p xmlns:a="http://schemas.openxmlformats.org/drawingml/2006/main">
            <a:r>
              <a:t/>
            </a:r>
          </a:p>
          <a:p xmlns:a="http://schemas.openxmlformats.org/drawingml/2006/main">
            <a:r>
              <a:t>SyntaxError | Python cannot parse a line | Quotes, brackets, colon</a:t>
            </a:r>
          </a:p>
          <a:p xmlns:a="http://schemas.openxmlformats.org/drawingml/2006/main">
            <a:r>
              <a:t/>
            </a:r>
          </a:p>
          <a:p xmlns:a="http://schemas.openxmlformats.org/drawingml/2006/main">
            <a:r>
              <a:t>IndentationError | Block spacing is invalid | Consistent spaces</a:t>
            </a:r>
          </a:p>
          <a:p xmlns:a="http://schemas.openxmlformats.org/drawingml/2006/main">
            <a:r>
              <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comparison produces a Boolean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produces a Boolean value</a:t>
            </a:r>
          </a:p>
          <a:p xmlns:a="http://schemas.openxmlformats.org/drawingml/2006/main">
            <a:r>
              <a:t/>
            </a:r>
          </a:p>
          <a:p xmlns:a="http://schemas.openxmlformats.org/drawingml/2006/main">
            <a:r>
              <a:t>CONNECT</a:t>
            </a:r>
          </a:p>
          <a:p xmlns:a="http://schemas.openxmlformats.org/drawingml/2006/main">
            <a:r>
              <a:t>Previous slide: Reading an error message.</a:t>
            </a:r>
          </a:p>
          <a:p xmlns:a="http://schemas.openxmlformats.org/drawingml/2006/main">
            <a:r>
              <a:t/>
            </a:r>
          </a:p>
          <a:p xmlns:a="http://schemas.openxmlformats.org/drawingml/2006/main">
            <a:r>
              <a:t>EXPLAIN</a:t>
            </a:r>
          </a:p>
          <a:p xmlns:a="http://schemas.openxmlformats.org/drawingml/2006/main">
            <a:r>
              <a:t>A comparison asks a yes/no question about values. Its Python result is True or False, written with capital first letters and no quotes.</a:t>
            </a:r>
          </a:p>
          <a:p xmlns:a="http://schemas.openxmlformats.org/drawingml/2006/main">
            <a:r>
              <a:t/>
            </a:r>
          </a:p>
          <a:p xmlns:a="http://schemas.openxmlformats.org/drawingml/2006/main">
            <a:r>
              <a:t>30 &gt;= 30 asks “Is 30 at least 30?” The answer is True. 28 &gt;= 30 gives False.</a:t>
            </a:r>
          </a:p>
          <a:p xmlns:a="http://schemas.openxmlformats.org/drawingml/2006/main">
            <a:r>
              <a:t/>
            </a:r>
          </a:p>
          <a:p xmlns:a="http://schemas.openxmlformats.org/drawingml/2006/main">
            <a:r>
              <a:t>True and False have type bool. "False" is text, not the Boolean value False. Conditions use Boolean results to choose what happens next.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Equality and difference.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Equality and difference</a:t>
            </a:r>
          </a:p>
          <a:p xmlns:a="http://schemas.openxmlformats.org/drawingml/2006/main">
            <a:r>
              <a:t/>
            </a:r>
          </a:p>
          <a:p xmlns:a="http://schemas.openxmlformats.org/drawingml/2006/main">
            <a:r>
              <a:t>CONNECT</a:t>
            </a:r>
          </a:p>
          <a:p xmlns:a="http://schemas.openxmlformats.org/drawingml/2006/main">
            <a:r>
              <a:t>Previous slide: A comparison produces a Boolean value.</a:t>
            </a:r>
          </a:p>
          <a:p xmlns:a="http://schemas.openxmlformats.org/drawingml/2006/main">
            <a:r>
              <a:t/>
            </a:r>
          </a:p>
          <a:p xmlns:a="http://schemas.openxmlformats.org/drawingml/2006/main">
            <a:r>
              <a:t>EXPLAIN</a:t>
            </a:r>
          </a:p>
          <a:p xmlns:a="http://schemas.openxmlformats.org/drawingml/2006/main">
            <a:r>
              <a:t>Symbol | Question | Example and result</a:t>
            </a:r>
          </a:p>
          <a:p xmlns:a="http://schemas.openxmlformats.org/drawingml/2006/main">
            <a:r>
              <a:t/>
            </a:r>
          </a:p>
          <a:p xmlns:a="http://schemas.openxmlformats.org/drawingml/2006/main">
            <a:r>
              <a:t>== | Equal values? | 3 == 3 gives True</a:t>
            </a:r>
          </a:p>
          <a:p xmlns:a="http://schemas.openxmlformats.org/drawingml/2006/main">
            <a:r>
              <a:t/>
            </a:r>
          </a:p>
          <a:p xmlns:a="http://schemas.openxmlformats.org/drawingml/2006/main">
            <a:r>
              <a:t>!= | Different values? | 3 != 4 gives True</a:t>
            </a:r>
          </a:p>
          <a:p xmlns:a="http://schemas.openxmlformats.org/drawingml/2006/main">
            <a:r>
              <a:t/>
            </a:r>
          </a:p>
          <a:p xmlns:a="http://schemas.openxmlformats.org/drawingml/2006/main">
            <a:r>
              <a:t>= assigns a value. == compares values. They have different jobs.</a:t>
            </a:r>
          </a:p>
          <a:p xmlns:a="http://schemas.openxmlformats.org/drawingml/2006/main">
            <a:r>
              <a:t/>
            </a:r>
          </a:p>
          <a:p xmlns:a="http://schemas.openxmlformats.org/drawingml/2006/main">
            <a:r>
              <a:t>Read the rows in order. = assigns a value. == compares values. They have different jobs.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sizes and boundaries.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sizes and boundaries</a:t>
            </a:r>
          </a:p>
          <a:p xmlns:a="http://schemas.openxmlformats.org/drawingml/2006/main">
            <a:r>
              <a:t/>
            </a:r>
          </a:p>
          <a:p xmlns:a="http://schemas.openxmlformats.org/drawingml/2006/main">
            <a:r>
              <a:t>CONNECT</a:t>
            </a:r>
          </a:p>
          <a:p xmlns:a="http://schemas.openxmlformats.org/drawingml/2006/main">
            <a:r>
              <a:t>Previous slide: Equality and difference.</a:t>
            </a:r>
          </a:p>
          <a:p xmlns:a="http://schemas.openxmlformats.org/drawingml/2006/main">
            <a:r>
              <a:t/>
            </a:r>
          </a:p>
          <a:p xmlns:a="http://schemas.openxmlformats.org/drawingml/2006/main">
            <a:r>
              <a:t>EXPLAIN</a:t>
            </a:r>
          </a:p>
          <a:p xmlns:a="http://schemas.openxmlformats.org/drawingml/2006/main">
            <a:r>
              <a:t>Symbol | Question | Example and result</a:t>
            </a:r>
          </a:p>
          <a:p xmlns:a="http://schemas.openxmlformats.org/drawingml/2006/main">
            <a:r>
              <a:t/>
            </a:r>
          </a:p>
          <a:p xmlns:a="http://schemas.openxmlformats.org/drawingml/2006/main">
            <a:r>
              <a:t>&gt; | Greater than? | 3 &gt; 3 gives False</a:t>
            </a:r>
          </a:p>
          <a:p xmlns:a="http://schemas.openxmlformats.org/drawingml/2006/main">
            <a:r>
              <a:t/>
            </a:r>
          </a:p>
          <a:p xmlns:a="http://schemas.openxmlformats.org/drawingml/2006/main">
            <a:r>
              <a:t>&gt;= | Greater than or equal? | 3 &gt;= 3 gives True</a:t>
            </a:r>
          </a:p>
          <a:p xmlns:a="http://schemas.openxmlformats.org/drawingml/2006/main">
            <a:r>
              <a:t/>
            </a:r>
          </a:p>
          <a:p xmlns:a="http://schemas.openxmlformats.org/drawingml/2006/main">
            <a:r>
              <a:t>&lt; | Less than? | 2 &lt; 3 gives True</a:t>
            </a:r>
          </a:p>
          <a:p xmlns:a="http://schemas.openxmlformats.org/drawingml/2006/main">
            <a:r>
              <a:t/>
            </a:r>
          </a:p>
          <a:p xmlns:a="http://schemas.openxmlformats.org/drawingml/2006/main">
            <a:r>
              <a:t>&lt;= | Less than or equal? | 3 &lt;= 3 gives True</a:t>
            </a:r>
          </a:p>
          <a:p xmlns:a="http://schemas.openxmlformats.org/drawingml/2006/main">
            <a:r>
              <a:t/>
            </a:r>
          </a:p>
          <a:p xmlns:a="http://schemas.openxmlformats.org/drawingml/2006/main">
            <a:r>
              <a:t>The = part of &gt;= and &lt;= includes the boundary value.</a:t>
            </a:r>
          </a:p>
          <a:p xmlns:a="http://schemas.openxmlformats.org/drawingml/2006/main">
            <a:r>
              <a:t/>
            </a:r>
          </a:p>
          <a:p xmlns:a="http://schemas.openxmlformats.org/drawingml/2006/main">
            <a:r>
              <a:t>Read the rows in order. The = part of &gt;= and &lt;= includes the boundary value.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Display comparison results.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Display comparison results</a:t>
            </a:r>
          </a:p>
          <a:p xmlns:a="http://schemas.openxmlformats.org/drawingml/2006/main">
            <a:r>
              <a:t/>
            </a:r>
          </a:p>
          <a:p xmlns:a="http://schemas.openxmlformats.org/drawingml/2006/main">
            <a:r>
              <a:t>CONNECT</a:t>
            </a:r>
          </a:p>
          <a:p xmlns:a="http://schemas.openxmlformats.org/drawingml/2006/main">
            <a:r>
              <a:t>Previous slide: Comparing sizes and boundaries.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30</a:t>
            </a:r>
          </a:p>
          <a:p xmlns:a="http://schemas.openxmlformats.org/drawingml/2006/main">
            <a:r>
              <a:t>print(reading == 30)</a:t>
            </a:r>
          </a:p>
          <a:p xmlns:a="http://schemas.openxmlformats.org/drawingml/2006/main">
            <a:r>
              <a:t>print(reading != 30)</a:t>
            </a:r>
          </a:p>
          <a:p xmlns:a="http://schemas.openxmlformats.org/drawingml/2006/main">
            <a:r>
              <a:t>print(reading &gt; 30)</a:t>
            </a:r>
          </a:p>
          <a:p xmlns:a="http://schemas.openxmlformats.org/drawingml/2006/main">
            <a:r>
              <a:t>print(reading &gt;= 30)</a:t>
            </a:r>
          </a:p>
          <a:p xmlns:a="http://schemas.openxmlformats.org/drawingml/2006/main">
            <a:r>
              <a:t>print(reading &lt; 30)</a:t>
            </a:r>
          </a:p>
          <a:p xmlns:a="http://schemas.openxmlformats.org/drawingml/2006/main">
            <a:r>
              <a:t>print(reading &lt;= 30)</a:t>
            </a:r>
          </a:p>
          <a:p xmlns:a="http://schemas.openxmlformats.org/drawingml/2006/main">
            <a:r>
              <a:t/>
            </a:r>
          </a:p>
          <a:p xmlns:a="http://schemas.openxmlformats.org/drawingml/2006/main">
            <a:r>
              <a:t>Each comparison produces a Boolean.</a:t>
            </a:r>
          </a:p>
          <a:p xmlns:a="http://schemas.openxmlformats.org/drawingml/2006/main">
            <a:r>
              <a:t/>
            </a:r>
          </a:p>
          <a:p xmlns:a="http://schemas.openxmlformats.org/drawingml/2006/main">
            <a:r>
              <a:t>No branch has run yet; print only displays the answers.</a:t>
            </a:r>
          </a:p>
          <a:p xmlns:a="http://schemas.openxmlformats.org/drawingml/2006/main">
            <a:r>
              <a:t/>
            </a:r>
          </a:p>
          <a:p xmlns:a="http://schemas.openxmlformats.org/drawingml/2006/main">
            <a:r>
              <a:t>Output: True; False; False; True; False; True</a:t>
            </a:r>
          </a:p>
          <a:p xmlns:a="http://schemas.openxmlformats.org/drawingml/2006/main">
            <a:r>
              <a:t/>
            </a:r>
          </a:p>
          <a:p xmlns:a="http://schemas.openxmlformats.org/drawingml/2006/main">
            <a:r>
              <a:t>Expected printed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a:p xmlns:a="http://schemas.openxmlformats.org/drawingml/2006/main">
            <a:r>
              <a:t/>
            </a:r>
          </a:p>
          <a:p xmlns:a="http://schemas.openxmlformats.org/drawingml/2006/main">
            <a:r>
              <a:t>Run the complete cell, then trace each line. Expected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condition and an if block.</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condition and an if block</a:t>
            </a:r>
          </a:p>
          <a:p xmlns:a="http://schemas.openxmlformats.org/drawingml/2006/main">
            <a:r>
              <a:t/>
            </a:r>
          </a:p>
          <a:p xmlns:a="http://schemas.openxmlformats.org/drawingml/2006/main">
            <a:r>
              <a:t>CONNECT</a:t>
            </a:r>
          </a:p>
          <a:p xmlns:a="http://schemas.openxmlformats.org/drawingml/2006/main">
            <a:r>
              <a:t>Previous slide: Display comparison results.</a:t>
            </a:r>
          </a:p>
          <a:p xmlns:a="http://schemas.openxmlformats.org/drawingml/2006/main">
            <a:r>
              <a:t/>
            </a:r>
          </a:p>
          <a:p xmlns:a="http://schemas.openxmlformats.org/drawingml/2006/main">
            <a:r>
              <a:t>EXPLAIN</a:t>
            </a:r>
          </a:p>
          <a:p xmlns:a="http://schemas.openxmlformats.org/drawingml/2006/main">
            <a:r>
              <a:t>A condition is the question tested by an if statement. if reading &gt;= 30: checks whether reading is at least 30.</a:t>
            </a:r>
          </a:p>
          <a:p xmlns:a="http://schemas.openxmlformats.org/drawingml/2006/main">
            <a:r>
              <a:t/>
            </a:r>
          </a:p>
          <a:p xmlns:a="http://schemas.openxmlformats.org/drawingml/2006/main">
            <a:r>
              <a:t>The colon ends the header. The next line starts with four spaces; those spaces place it inside the block controlled by if.</a:t>
            </a:r>
          </a:p>
          <a:p xmlns:a="http://schemas.openxmlformats.org/drawingml/2006/main">
            <a:r>
              <a:t/>
            </a:r>
          </a:p>
          <a:p xmlns:a="http://schemas.openxmlformats.org/drawingml/2006/main">
            <a:r>
              <a:t>If the condition is True, run the block. If it is False, skip it. The next line without those four spaces is outside the block and runs afterwards.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if statement without else.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if statement without else</a:t>
            </a:r>
          </a:p>
          <a:p xmlns:a="http://schemas.openxmlformats.org/drawingml/2006/main">
            <a:r>
              <a:t/>
            </a:r>
          </a:p>
          <a:p xmlns:a="http://schemas.openxmlformats.org/drawingml/2006/main">
            <a:r>
              <a:t>CONNECT</a:t>
            </a:r>
          </a:p>
          <a:p xmlns:a="http://schemas.openxmlformats.org/drawingml/2006/main">
            <a:r>
              <a:t>Previous slide: A condition and an if block.</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28</a:t>
            </a:r>
          </a:p>
          <a:p xmlns:a="http://schemas.openxmlformats.org/drawingml/2006/main">
            <a:r>
              <a:t>if reading &gt;= 30:</a:t>
            </a:r>
          </a:p>
          <a:p xmlns:a="http://schemas.openxmlformats.org/drawingml/2006/main">
            <a:r>
              <a:t>    print("warm")</a:t>
            </a:r>
          </a:p>
          <a:p xmlns:a="http://schemas.openxmlformats.org/drawingml/2006/main">
            <a:r>
              <a:t>print("check finished")</a:t>
            </a:r>
          </a:p>
          <a:p xmlns:a="http://schemas.openxmlformats.org/drawingml/2006/main">
            <a:r>
              <a:t/>
            </a:r>
          </a:p>
          <a:p xmlns:a="http://schemas.openxmlformats.org/drawingml/2006/main">
            <a:r>
              <a:t>28 &gt;= 30 is False, so the indented print is skipped.</a:t>
            </a:r>
          </a:p>
          <a:p xmlns:a="http://schemas.openxmlformats.org/drawingml/2006/main">
            <a:r>
              <a:t/>
            </a:r>
          </a:p>
          <a:p xmlns:a="http://schemas.openxmlformats.org/drawingml/2006/main">
            <a:r>
              <a:t>The final print is outside the block.</a:t>
            </a:r>
          </a:p>
          <a:p xmlns:a="http://schemas.openxmlformats.org/drawingml/2006/main">
            <a:r>
              <a:t/>
            </a:r>
          </a:p>
          <a:p xmlns:a="http://schemas.openxmlformats.org/drawingml/2006/main">
            <a:r>
              <a:t>Output: check finished</a:t>
            </a:r>
          </a:p>
          <a:p xmlns:a="http://schemas.openxmlformats.org/drawingml/2006/main">
            <a:r>
              <a:t/>
            </a:r>
          </a:p>
          <a:p xmlns:a="http://schemas.openxmlformats.org/drawingml/2006/main">
            <a:r>
              <a:t>Expected printed output:</a:t>
            </a:r>
          </a:p>
          <a:p xmlns:a="http://schemas.openxmlformats.org/drawingml/2006/main">
            <a:r>
              <a:t>check finished</a:t>
            </a:r>
          </a:p>
          <a:p xmlns:a="http://schemas.openxmlformats.org/drawingml/2006/main">
            <a:r>
              <a:t/>
            </a:r>
          </a:p>
          <a:p xmlns:a="http://schemas.openxmlformats.org/drawingml/2006/main">
            <a:r>
              <a:t>Run the complete cell, then trace each line. Expected output:</a:t>
            </a:r>
          </a:p>
          <a:p xmlns:a="http://schemas.openxmlformats.org/drawingml/2006/main">
            <a:r>
              <a:t>check finished</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both paths through if.</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both paths through if</a:t>
            </a:r>
          </a:p>
          <a:p xmlns:a="http://schemas.openxmlformats.org/drawingml/2006/main">
            <a:r>
              <a:t/>
            </a:r>
          </a:p>
          <a:p xmlns:a="http://schemas.openxmlformats.org/drawingml/2006/main">
            <a:r>
              <a:t>CONNECT</a:t>
            </a:r>
          </a:p>
          <a:p xmlns:a="http://schemas.openxmlformats.org/drawingml/2006/main">
            <a:r>
              <a:t>Previous slide: An if statement without else.</a:t>
            </a:r>
          </a:p>
          <a:p xmlns:a="http://schemas.openxmlformats.org/drawingml/2006/main">
            <a:r>
              <a:t/>
            </a:r>
          </a:p>
          <a:p xmlns:a="http://schemas.openxmlformats.org/drawingml/2006/main">
            <a:r>
              <a:t>EXPLAIN</a:t>
            </a:r>
          </a:p>
          <a:p xmlns:a="http://schemas.openxmlformats.org/drawingml/2006/main">
            <a:r>
              <a:t>Value of reading | reading &gt;= 30 | Displayed lines</a:t>
            </a:r>
          </a:p>
          <a:p xmlns:a="http://schemas.openxmlformats.org/drawingml/2006/main">
            <a:r>
              <a:t/>
            </a:r>
          </a:p>
          <a:p xmlns:a="http://schemas.openxmlformats.org/drawingml/2006/main">
            <a:r>
              <a:t>28 | False | check finished</a:t>
            </a:r>
          </a:p>
          <a:p xmlns:a="http://schemas.openxmlformats.org/drawingml/2006/main">
            <a:r>
              <a:t/>
            </a:r>
          </a:p>
          <a:p xmlns:a="http://schemas.openxmlformats.org/drawingml/2006/main">
            <a:r>
              <a:t>30 | True | warm; check finished</a:t>
            </a:r>
          </a:p>
          <a:p xmlns:a="http://schemas.openxmlformats.org/drawingml/2006/main">
            <a:r>
              <a:t/>
            </a:r>
          </a:p>
          <a:p xmlns:a="http://schemas.openxmlformats.org/drawingml/2006/main">
            <a:r>
              <a:t>31 | True | warm; check finished</a:t>
            </a:r>
          </a:p>
          <a:p xmlns:a="http://schemas.openxmlformats.org/drawingml/2006/main">
            <a:r>
              <a:t/>
            </a:r>
          </a:p>
          <a:p xmlns:a="http://schemas.openxmlformats.org/drawingml/2006/main">
            <a:r>
              <a:t>Only the indented line is conditional. The outside line runs on either path.</a:t>
            </a:r>
          </a:p>
          <a:p xmlns:a="http://schemas.openxmlformats.org/drawingml/2006/main">
            <a:r>
              <a:t/>
            </a:r>
          </a:p>
          <a:p xmlns:a="http://schemas.openxmlformats.org/drawingml/2006/main">
            <a:r>
              <a:t>Read the rows in order. Only the indented line is conditional. The outside line runs on either path.</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else gives the other path.</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else gives the other path</a:t>
            </a:r>
          </a:p>
          <a:p xmlns:a="http://schemas.openxmlformats.org/drawingml/2006/main">
            <a:r>
              <a:t/>
            </a:r>
          </a:p>
          <a:p xmlns:a="http://schemas.openxmlformats.org/drawingml/2006/main">
            <a:r>
              <a:t>CONNECT</a:t>
            </a:r>
          </a:p>
          <a:p xmlns:a="http://schemas.openxmlformats.org/drawingml/2006/main">
            <a:r>
              <a:t>Previous slide: Trace both paths through if.</a:t>
            </a:r>
          </a:p>
          <a:p xmlns:a="http://schemas.openxmlformats.org/drawingml/2006/main">
            <a:r>
              <a:t/>
            </a:r>
          </a:p>
          <a:p xmlns:a="http://schemas.openxmlformats.org/drawingml/2006/main">
            <a:r>
              <a:t>EXPLAIN</a:t>
            </a:r>
          </a:p>
          <a:p xmlns:a="http://schemas.openxmlformats.org/drawingml/2006/main">
            <a:r>
              <a:t>else means “otherwise”. It has a colon but no extra condition. Align else with its matching if.</a:t>
            </a:r>
          </a:p>
          <a:p xmlns:a="http://schemas.openxmlformats.org/drawingml/2006/main">
            <a:r>
              <a:t/>
            </a:r>
          </a:p>
          <a:p xmlns:a="http://schemas.openxmlformats.org/drawingml/2006/main">
            <a:r>
              <a:t>The if block runs when its condition is True. The else block runs when that same condition is False. Only one of these blocks runs.</a:t>
            </a:r>
          </a:p>
          <a:p xmlns:a="http://schemas.openxmlformats.org/drawingml/2006/main">
            <a:r>
              <a:t/>
            </a:r>
          </a:p>
          <a:p xmlns:a="http://schemas.openxmlformats.org/drawingml/2006/main">
            <a:r>
              <a:t>Both branch bodies are indented by four spaces. Returning to the left margin ends the whole decision.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decision needs a colon and indentation.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Previous slide: else gives the other path.</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temperature = 28</a:t>
            </a:r>
          </a:p>
          <a:p xmlns:a="http://schemas.openxmlformats.org/drawingml/2006/main">
            <a:r>
              <a:t>if temperature &gt;= 30:</a:t>
            </a:r>
          </a:p>
          <a:p xmlns:a="http://schemas.openxmlformats.org/drawingml/2006/main">
            <a:r>
              <a:t>    print("warm")</a:t>
            </a:r>
          </a:p>
          <a:p xmlns:a="http://schemas.openxmlformats.org/drawingml/2006/main">
            <a:r>
              <a:t>else:</a:t>
            </a:r>
          </a:p>
          <a:p xmlns:a="http://schemas.openxmlformats.org/drawingml/2006/main">
            <a:r>
              <a:t>    print("below 30")</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&gt;= compares values. Only the chosen indented block runs.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below 30. Change 28 to 30 and predict warm. This is a toy threshold, not an engineering limit.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both paths through if else.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both paths through if else</a:t>
            </a:r>
          </a:p>
          <a:p xmlns:a="http://schemas.openxmlformats.org/drawingml/2006/main">
            <a:r>
              <a:t/>
            </a:r>
          </a:p>
          <a:p xmlns:a="http://schemas.openxmlformats.org/drawingml/2006/main">
            <a:r>
              <a:t>CONNECT</a:t>
            </a:r>
          </a:p>
          <a:p xmlns:a="http://schemas.openxmlformats.org/drawingml/2006/main">
            <a:r>
              <a:t>Previous slide: A decision needs a colon and indentation.</a:t>
            </a:r>
          </a:p>
          <a:p xmlns:a="http://schemas.openxmlformats.org/drawingml/2006/main">
            <a:r>
              <a:t/>
            </a:r>
          </a:p>
          <a:p xmlns:a="http://schemas.openxmlformats.org/drawingml/2006/main">
            <a:r>
              <a:t>EXPLAIN</a:t>
            </a:r>
          </a:p>
          <a:p xmlns:a="http://schemas.openxmlformats.org/drawingml/2006/main">
            <a:r>
              <a:t>temperature | temperature &gt;= 30 | Selected output</a:t>
            </a:r>
          </a:p>
          <a:p xmlns:a="http://schemas.openxmlformats.org/drawingml/2006/main">
            <a:r>
              <a:t/>
            </a:r>
          </a:p>
          <a:p xmlns:a="http://schemas.openxmlformats.org/drawingml/2006/main">
            <a:r>
              <a:t>28 | False | below 30</a:t>
            </a:r>
          </a:p>
          <a:p xmlns:a="http://schemas.openxmlformats.org/drawingml/2006/main">
            <a:r>
              <a:t/>
            </a:r>
          </a:p>
          <a:p xmlns:a="http://schemas.openxmlformats.org/drawingml/2006/main">
            <a:r>
              <a:t>30 | True | warm</a:t>
            </a:r>
          </a:p>
          <a:p xmlns:a="http://schemas.openxmlformats.org/drawingml/2006/main">
            <a:r>
              <a:t/>
            </a:r>
          </a:p>
          <a:p xmlns:a="http://schemas.openxmlformats.org/drawingml/2006/main">
            <a:r>
              <a:t>31 | True | warm</a:t>
            </a:r>
          </a:p>
          <a:p xmlns:a="http://schemas.openxmlformats.org/drawingml/2006/main">
            <a:r>
              <a:t/>
            </a:r>
          </a:p>
          <a:p xmlns:a="http://schemas.openxmlformats.org/drawingml/2006/main">
            <a:r>
              <a:t>Re-run the complete previous example for each value. Exactly one branch prints.</a:t>
            </a:r>
          </a:p>
          <a:p xmlns:a="http://schemas.openxmlformats.org/drawingml/2006/main">
            <a:r>
              <a:t/>
            </a:r>
          </a:p>
          <a:p xmlns:a="http://schemas.openxmlformats.org/drawingml/2006/main">
            <a:r>
              <a:t>Read the rows in order. Re-run the complete previous example for each value. Exactly one branch prints.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More than two branches.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More than two branches</a:t>
            </a:r>
          </a:p>
          <a:p xmlns:a="http://schemas.openxmlformats.org/drawingml/2006/main">
            <a:r>
              <a:t/>
            </a:r>
          </a:p>
          <a:p xmlns:a="http://schemas.openxmlformats.org/drawingml/2006/main">
            <a:r>
              <a:t>CONNECT</a:t>
            </a:r>
          </a:p>
          <a:p xmlns:a="http://schemas.openxmlformats.org/drawingml/2006/main">
            <a:r>
              <a:t>Previous slide: Trace both paths through if else.</a:t>
            </a:r>
          </a:p>
          <a:p xmlns:a="http://schemas.openxmlformats.org/drawingml/2006/main">
            <a:r>
              <a:t/>
            </a:r>
          </a:p>
          <a:p xmlns:a="http://schemas.openxmlformats.org/drawingml/2006/main">
            <a:r>
              <a:t>EXPLAIN</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Tracing an if elif else chain.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an if elif else chain</a:t>
            </a:r>
          </a:p>
          <a:p xmlns:a="http://schemas.openxmlformats.org/drawingml/2006/main">
            <a:r>
              <a:t/>
            </a:r>
          </a:p>
          <a:p xmlns:a="http://schemas.openxmlformats.org/drawingml/2006/main">
            <a:r>
              <a:t>CONNECT</a:t>
            </a:r>
          </a:p>
          <a:p xmlns:a="http://schemas.openxmlformats.org/drawingml/2006/main">
            <a:r>
              <a:t>Previous slide: More than two branches.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level = 7</a:t>
            </a:r>
          </a:p>
          <a:p xmlns:a="http://schemas.openxmlformats.org/drawingml/2006/main">
            <a:r>
              <a:t>if level &gt;= 10:</a:t>
            </a:r>
          </a:p>
          <a:p xmlns:a="http://schemas.openxmlformats.org/drawingml/2006/main">
            <a:r>
              <a:t>    print("high")</a:t>
            </a:r>
          </a:p>
          <a:p xmlns:a="http://schemas.openxmlformats.org/drawingml/2006/main">
            <a:r>
              <a:t>elif level &gt;= 5:</a:t>
            </a:r>
          </a:p>
          <a:p xmlns:a="http://schemas.openxmlformats.org/drawingml/2006/main">
            <a:r>
              <a:t>    print("medium")</a:t>
            </a:r>
          </a:p>
          <a:p xmlns:a="http://schemas.openxmlformats.org/drawingml/2006/main">
            <a:r>
              <a:t>else:</a:t>
            </a:r>
          </a:p>
          <a:p xmlns:a="http://schemas.openxmlformats.org/drawingml/2006/main">
            <a:r>
              <a:t>    print("low")</a:t>
            </a:r>
          </a:p>
          <a:p xmlns:a="http://schemas.openxmlformats.org/drawingml/2006/main">
            <a:r>
              <a:t/>
            </a:r>
          </a:p>
          <a:p xmlns:a="http://schemas.openxmlformats.org/drawingml/2006/main">
            <a:r>
              <a:t>elif is checked only after the earlier condition fails.</a:t>
            </a:r>
          </a:p>
          <a:p xmlns:a="http://schemas.openxmlformats.org/drawingml/2006/main">
            <a:r>
              <a:t/>
            </a:r>
          </a:p>
          <a:p xmlns:a="http://schemas.openxmlformats.org/drawingml/2006/main">
            <a:r>
              <a:t>Output: medium. The first condition is false; the second is true.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if elif else chain.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if elif else chain</a:t>
            </a:r>
          </a:p>
          <a:p xmlns:a="http://schemas.openxmlformats.org/drawingml/2006/main">
            <a:r>
              <a:t/>
            </a:r>
          </a:p>
          <a:p xmlns:a="http://schemas.openxmlformats.org/drawingml/2006/main">
            <a:r>
              <a:t>CONNECT</a:t>
            </a:r>
          </a:p>
          <a:p xmlns:a="http://schemas.openxmlformats.org/drawingml/2006/main">
            <a:r>
              <a:t>Previous slide: Tracing an if elif else chain.</a:t>
            </a:r>
          </a:p>
          <a:p xmlns:a="http://schemas.openxmlformats.org/drawingml/2006/main">
            <a:r>
              <a:t/>
            </a:r>
          </a:p>
          <a:p xmlns:a="http://schemas.openxmlformats.org/drawingml/2006/main">
            <a:r>
              <a:t>EXPLAIN</a:t>
            </a:r>
          </a:p>
          <a:p xmlns:a="http://schemas.openxmlformats.org/drawingml/2006/main">
            <a:r>
              <a:t>level | Tests in order | Output</a:t>
            </a:r>
          </a:p>
          <a:p xmlns:a="http://schemas.openxmlformats.org/drawingml/2006/main">
            <a:r>
              <a:t/>
            </a:r>
          </a:p>
          <a:p xmlns:a="http://schemas.openxmlformats.org/drawingml/2006/main">
            <a:r>
              <a:t>7 | 7 &gt;= 10: False; 7 &gt;= 5: True | medium</a:t>
            </a:r>
          </a:p>
          <a:p xmlns:a="http://schemas.openxmlformats.org/drawingml/2006/main">
            <a:r>
              <a:t/>
            </a:r>
          </a:p>
          <a:p xmlns:a="http://schemas.openxmlformats.org/drawingml/2006/main">
            <a:r>
              <a:t>10 | 10 &gt;= 10: True; stop testing | high</a:t>
            </a:r>
          </a:p>
          <a:p xmlns:a="http://schemas.openxmlformats.org/drawingml/2006/main">
            <a:r>
              <a:t/>
            </a:r>
          </a:p>
          <a:p xmlns:a="http://schemas.openxmlformats.org/drawingml/2006/main">
            <a:r>
              <a:t>3 | 3 &gt;= 10: False; 3 &gt;= 5: False | low</a:t>
            </a:r>
          </a:p>
          <a:p xmlns:a="http://schemas.openxmlformats.org/drawingml/2006/main">
            <a:r>
              <a:t/>
            </a:r>
          </a:p>
          <a:p xmlns:a="http://schemas.openxmlformats.org/drawingml/2006/main">
            <a:r>
              <a:t>Python stops at the first True branch. else runs when neither test passes.</a:t>
            </a:r>
          </a:p>
          <a:p xmlns:a="http://schemas.openxmlformats.org/drawingml/2006/main">
            <a:r>
              <a:t/>
            </a:r>
          </a:p>
          <a:p xmlns:a="http://schemas.openxmlformats.org/drawingml/2006/main">
            <a:r>
              <a:t>Read the rows in order. Python stops at the first True branch. else runs when neither test passes.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Combining and reversing conditions.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Combining and reversing conditions</a:t>
            </a:r>
          </a:p>
          <a:p xmlns:a="http://schemas.openxmlformats.org/drawingml/2006/main">
            <a:r>
              <a:t/>
            </a:r>
          </a:p>
          <a:p xmlns:a="http://schemas.openxmlformats.org/drawingml/2006/main">
            <a:r>
              <a:t>CONNECT</a:t>
            </a:r>
          </a:p>
          <a:p xmlns:a="http://schemas.openxmlformats.org/drawingml/2006/main">
            <a:r>
              <a:t>Previous slide: Trace the if elif else chain.</a:t>
            </a:r>
          </a:p>
          <a:p xmlns:a="http://schemas.openxmlformats.org/drawingml/2006/main">
            <a:r>
              <a:t/>
            </a:r>
          </a:p>
          <a:p xmlns:a="http://schemas.openxmlformats.org/drawingml/2006/main">
            <a:r>
              <a:t>EXPLAIN</a:t>
            </a:r>
          </a:p>
          <a:p xmlns:a="http://schemas.openxmlformats.org/drawingml/2006/main">
            <a:r>
              <a:t>and asks for both conditions to be True. or asks for at least one to be True. not reverses a Boolean answer.</a:t>
            </a:r>
          </a:p>
          <a:p xmlns:a="http://schemas.openxmlformats.org/drawingml/2006/main">
            <a:r>
              <a:t/>
            </a:r>
          </a:p>
          <a:p xmlns:a="http://schemas.openxmlformats.org/drawingml/2006/main">
            <a:r>
              <a:t>Use parentheses to make each comparison readable: (reading &gt;= 20) and (reading &lt;= 30). This is an inclusive range check.</a:t>
            </a:r>
          </a:p>
          <a:p xmlns:a="http://schemas.openxmlformats.org/drawingml/2006/main">
            <a:r>
              <a:t/>
            </a:r>
          </a:p>
          <a:p xmlns:a="http://schemas.openxmlformats.org/drawingml/2006/main">
            <a:r>
              <a:t>For these lessons we combine comparisons, so their results are Boolean. Python also permits other operand types; those are not needed for the shown checks.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and and or with Boolean inputs.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and and or with Boolean inputs</a:t>
            </a:r>
          </a:p>
          <a:p xmlns:a="http://schemas.openxmlformats.org/drawingml/2006/main">
            <a:r>
              <a:t/>
            </a:r>
          </a:p>
          <a:p xmlns:a="http://schemas.openxmlformats.org/drawingml/2006/main">
            <a:r>
              <a:t>CONNECT</a:t>
            </a:r>
          </a:p>
          <a:p xmlns:a="http://schemas.openxmlformats.org/drawingml/2006/main">
            <a:r>
              <a:t>Previous slide: Combining and reversing conditions.</a:t>
            </a:r>
          </a:p>
          <a:p xmlns:a="http://schemas.openxmlformats.org/drawingml/2006/main">
            <a:r>
              <a:t/>
            </a:r>
          </a:p>
          <a:p xmlns:a="http://schemas.openxmlformats.org/drawingml/2006/main">
            <a:r>
              <a:t>EXPLAIN</a:t>
            </a:r>
          </a:p>
          <a:p xmlns:a="http://schemas.openxmlformats.org/drawingml/2006/main">
            <a:r>
              <a:t>Inputs | and result | or result</a:t>
            </a:r>
          </a:p>
          <a:p xmlns:a="http://schemas.openxmlformats.org/drawingml/2006/main">
            <a:r>
              <a:t/>
            </a:r>
          </a:p>
          <a:p xmlns:a="http://schemas.openxmlformats.org/drawingml/2006/main">
            <a:r>
              <a:t>True, True | True | True</a:t>
            </a:r>
          </a:p>
          <a:p xmlns:a="http://schemas.openxmlformats.org/drawingml/2006/main">
            <a:r>
              <a:t/>
            </a:r>
          </a:p>
          <a:p xmlns:a="http://schemas.openxmlformats.org/drawingml/2006/main">
            <a:r>
              <a:t>True, False | False | True</a:t>
            </a:r>
          </a:p>
          <a:p xmlns:a="http://schemas.openxmlformats.org/drawingml/2006/main">
            <a:r>
              <a:t/>
            </a:r>
          </a:p>
          <a:p xmlns:a="http://schemas.openxmlformats.org/drawingml/2006/main">
            <a:r>
              <a:t>False, True | False | True</a:t>
            </a:r>
          </a:p>
          <a:p xmlns:a="http://schemas.openxmlformats.org/drawingml/2006/main">
            <a:r>
              <a:t/>
            </a:r>
          </a:p>
          <a:p xmlns:a="http://schemas.openxmlformats.org/drawingml/2006/main">
            <a:r>
              <a:t>False, False | False | False</a:t>
            </a:r>
          </a:p>
          <a:p xmlns:a="http://schemas.openxmlformats.org/drawingml/2006/main">
            <a:r>
              <a:t/>
            </a:r>
          </a:p>
          <a:p xmlns:a="http://schemas.openxmlformats.org/drawingml/2006/main">
            <a:r>
              <a:t>not True gives False; not False gives True.</a:t>
            </a:r>
          </a:p>
          <a:p xmlns:a="http://schemas.openxmlformats.org/drawingml/2006/main">
            <a:r>
              <a:t/>
            </a:r>
          </a:p>
          <a:p xmlns:a="http://schemas.openxmlformats.org/drawingml/2006/main">
            <a:r>
              <a:t>Read the rows in order. not True gives False; not False gives True.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Check a permitted range.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Check a permitted range</a:t>
            </a:r>
          </a:p>
          <a:p xmlns:a="http://schemas.openxmlformats.org/drawingml/2006/main">
            <a:r>
              <a:t/>
            </a:r>
          </a:p>
          <a:p xmlns:a="http://schemas.openxmlformats.org/drawingml/2006/main">
            <a:r>
              <a:t>CONNECT</a:t>
            </a:r>
          </a:p>
          <a:p xmlns:a="http://schemas.openxmlformats.org/drawingml/2006/main">
            <a:r>
              <a:t>Previous slide: and and or with Boolean inputs.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25</a:t>
            </a:r>
          </a:p>
          <a:p xmlns:a="http://schemas.openxmlformats.org/drawingml/2006/main">
            <a:r>
              <a:t>inside = (reading &gt;= 20) and (reading &lt;= 30)</a:t>
            </a:r>
          </a:p>
          <a:p xmlns:a="http://schemas.openxmlformats.org/drawingml/2006/main">
            <a:r>
              <a:t>print(inside)</a:t>
            </a:r>
          </a:p>
          <a:p xmlns:a="http://schemas.openxmlformats.org/drawingml/2006/main">
            <a:r>
              <a:t>print((reading &lt; 20) or (reading &gt; 30))</a:t>
            </a:r>
          </a:p>
          <a:p xmlns:a="http://schemas.openxmlformats.org/drawingml/2006/main">
            <a:r>
              <a:t>print(not inside)</a:t>
            </a:r>
          </a:p>
          <a:p xmlns:a="http://schemas.openxmlformats.org/drawingml/2006/main">
            <a:r>
              <a:t/>
            </a:r>
          </a:p>
          <a:p xmlns:a="http://schemas.openxmlformats.org/drawingml/2006/main">
            <a:r>
              <a:t>Both range comparisons are True.</a:t>
            </a:r>
          </a:p>
          <a:p xmlns:a="http://schemas.openxmlformats.org/drawingml/2006/main">
            <a:r>
              <a:t/>
            </a:r>
          </a:p>
          <a:p xmlns:a="http://schemas.openxmlformats.org/drawingml/2006/main">
            <a:r>
              <a:t>The outside-range comparisons are both False.</a:t>
            </a:r>
          </a:p>
          <a:p xmlns:a="http://schemas.openxmlformats.org/drawingml/2006/main">
            <a:r>
              <a:t/>
            </a:r>
          </a:p>
          <a:p xmlns:a="http://schemas.openxmlformats.org/drawingml/2006/main">
            <a:r>
              <a:t>Output: True; False; False</a:t>
            </a:r>
          </a:p>
          <a:p xmlns:a="http://schemas.openxmlformats.org/drawingml/2006/main">
            <a:r>
              <a:t/>
            </a:r>
          </a:p>
          <a:p xmlns:a="http://schemas.openxmlformats.org/drawingml/2006/main">
            <a:r>
              <a:t>Expected printed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
            </a:r>
          </a:p>
          <a:p xmlns:a="http://schemas.openxmlformats.org/drawingml/2006/main">
            <a:r>
              <a:t>Run the complete cell, then trace each line. Expected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a zero check comes first.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a zero check comes first</a:t>
            </a:r>
          </a:p>
          <a:p xmlns:a="http://schemas.openxmlformats.org/drawingml/2006/main">
            <a:r>
              <a:t/>
            </a:r>
          </a:p>
          <a:p xmlns:a="http://schemas.openxmlformats.org/drawingml/2006/main">
            <a:r>
              <a:t>CONNECT</a:t>
            </a:r>
          </a:p>
          <a:p xmlns:a="http://schemas.openxmlformats.org/drawingml/2006/main">
            <a:r>
              <a:t>Previous slide: Check a permitted range.</a:t>
            </a:r>
          </a:p>
          <a:p xmlns:a="http://schemas.openxmlformats.org/drawingml/2006/main">
            <a:r>
              <a:t/>
            </a:r>
          </a:p>
          <a:p xmlns:a="http://schemas.openxmlformats.org/drawingml/2006/main">
            <a:r>
              <a:t>EXPLAIN</a:t>
            </a:r>
          </a:p>
          <a:p xmlns:a="http://schemas.openxmlformats.org/drawingml/2006/main">
            <a:r>
              <a:t>Python evaluates and from left to right. When the first Boolean comparison is False, it does not need to evaluate the second.</a:t>
            </a:r>
          </a:p>
          <a:p xmlns:a="http://schemas.openxmlformats.org/drawingml/2006/main">
            <a:r>
              <a:t/>
            </a:r>
          </a:p>
          <a:p xmlns:a="http://schemas.openxmlformats.org/drawingml/2006/main">
            <a:r>
              <a:t>For a simple zero guard, use if denominator == 0: before the division and return or handle that case explicitly.</a:t>
            </a:r>
          </a:p>
          <a:p xmlns:a="http://schemas.openxmlformats.org/drawingml/2006/main">
            <a:r>
              <a:t/>
            </a:r>
          </a:p>
          <a:p xmlns:a="http://schemas.openxmlformats.org/drawingml/2006/main">
            <a:r>
              <a:t>We will demonstrate that guard inside a function after learning how def and return work.</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Function.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Previous slide: Why a zero check comes first.</a:t>
            </a:r>
          </a:p>
          <a:p xmlns:a="http://schemas.openxmlformats.org/drawingml/2006/main">
            <a:r>
              <a:t/>
            </a:r>
          </a:p>
          <a:p xmlns:a="http://schemas.openxmlformats.org/drawingml/2006/main">
            <a:r>
              <a:t>EXPLAIN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Indentation and return.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Previous slide: Function.</a:t>
            </a:r>
          </a:p>
          <a:p xmlns:a="http://schemas.openxmlformats.org/drawingml/2006/main">
            <a:r>
              <a:t/>
            </a:r>
          </a:p>
          <a:p xmlns:a="http://schemas.openxmlformats.org/drawingml/2006/main">
            <a:r>
              <a:t>EXPLAIN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function definition and a 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Previous slide: Indentation and return.</a:t>
            </a:r>
          </a:p>
          <a:p xmlns:a="http://schemas.openxmlformats.org/drawingml/2006/main">
            <a:r>
              <a:t/>
            </a:r>
          </a:p>
          <a:p xmlns:a="http://schemas.openxmlformats.org/drawingml/2006/main">
            <a:r>
              <a:t>EXPLAIN</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Inputs, instructions and a returned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Previous slide: A function definition and a call.</a:t>
            </a:r>
          </a:p>
          <a:p xmlns:a="http://schemas.openxmlformats.org/drawingml/2006/main">
            <a:r>
              <a:t/>
            </a:r>
          </a:p>
          <a:p xmlns:a="http://schemas.openxmlformats.org/drawingml/2006/main">
            <a:r>
              <a:t>EXPLAIN</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LECTURER CUE</a:t>
            </a:r>
          </a:p>
          <a:p xmlns:a="http://schemas.openxmlformats.org/drawingml/2006/main">
            <a:r>
              <a:t>Read def, the name, parameters, colon, indentation, return and call. Definition creates the function. Its body waits for a call. Distinguish print, which displays, from return, which passes a value back.</a:t>
            </a:r>
          </a:p>
          <a:p xmlns:a="http://schemas.openxmlformats.org/drawingml/2006/main">
            <a:r>
              <a:t>Source: existing course illustration figs/function_anatomy.png.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Defining and calling double_value.</a:t>
            </a:r>
          </a:p>
          <a:p xmlns:a="http://schemas.openxmlformats.org/drawingml/2006/main">
            <a:r>
              <a:t/>
            </a:r>
          </a:p>
          <a:p xmlns:a="http://schemas.openxmlformats.org/drawingml/2006/main">
            <a:r>
              <a:t>REFERENCES</a:t>
            </a:r>
          </a:p>
          <a:p xmlns:a="http://schemas.openxmlformats.org/drawingml/2006/main">
            <a:r>
              <a:t>Source: existing course illustration figs/function_anatomy.png.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Defining and calling double_value</a:t>
            </a:r>
          </a:p>
          <a:p xmlns:a="http://schemas.openxmlformats.org/drawingml/2006/main">
            <a:r>
              <a:t/>
            </a:r>
          </a:p>
          <a:p xmlns:a="http://schemas.openxmlformats.org/drawingml/2006/main">
            <a:r>
              <a:t>CONNECT</a:t>
            </a:r>
          </a:p>
          <a:p xmlns:a="http://schemas.openxmlformats.org/drawingml/2006/main">
            <a:r>
              <a:t>Previous slide: Inputs, instructions and a returned result.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answer = double_value(4)</a:t>
            </a:r>
          </a:p>
          <a:p xmlns:a="http://schemas.openxmlformats.org/drawingml/2006/main">
            <a:r>
              <a:t>print(answer)</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Output: 8. Calling passes 4 to x; return sends 8 back; print displays it.</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one function 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one function call</a:t>
            </a:r>
          </a:p>
          <a:p xmlns:a="http://schemas.openxmlformats.org/drawingml/2006/main">
            <a:r>
              <a:t/>
            </a:r>
          </a:p>
          <a:p xmlns:a="http://schemas.openxmlformats.org/drawingml/2006/main">
            <a:r>
              <a:t>CONNECT</a:t>
            </a:r>
          </a:p>
          <a:p xmlns:a="http://schemas.openxmlformats.org/drawingml/2006/main">
            <a:r>
              <a:t>Previous slide: Defining and calling double_value.</a:t>
            </a:r>
          </a:p>
          <a:p xmlns:a="http://schemas.openxmlformats.org/drawingml/2006/main">
            <a:r>
              <a:t/>
            </a:r>
          </a:p>
          <a:p xmlns:a="http://schemas.openxmlformats.org/drawingml/2006/main">
            <a:r>
              <a:t>EXPLAIN</a:t>
            </a:r>
          </a:p>
          <a:p xmlns:a="http://schemas.openxmlformats.org/drawingml/2006/main">
            <a:r>
              <a:t>Step | What Python does | Value</a:t>
            </a:r>
          </a:p>
          <a:p xmlns:a="http://schemas.openxmlformats.org/drawingml/2006/main">
            <a:r>
              <a:t/>
            </a:r>
          </a:p>
          <a:p xmlns:a="http://schemas.openxmlformats.org/drawingml/2006/main">
            <a:r>
              <a:t>Define | Store the body; do not run it | No printed output</a:t>
            </a:r>
          </a:p>
          <a:p xmlns:a="http://schemas.openxmlformats.org/drawingml/2006/main">
            <a:r>
              <a:t/>
            </a:r>
          </a:p>
          <a:p xmlns:a="http://schemas.openxmlformats.org/drawingml/2006/main">
            <a:r>
              <a:t>Call double_value(4) | Give parameter x the argument | x is 4</a:t>
            </a:r>
          </a:p>
          <a:p xmlns:a="http://schemas.openxmlformats.org/drawingml/2006/main">
            <a:r>
              <a:t/>
            </a:r>
          </a:p>
          <a:p xmlns:a="http://schemas.openxmlformats.org/drawingml/2006/main">
            <a:r>
              <a:t>return x * 2 | Calculate and return | 8</a:t>
            </a:r>
          </a:p>
          <a:p xmlns:a="http://schemas.openxmlformats.org/drawingml/2006/main">
            <a:r>
              <a:t/>
            </a:r>
          </a:p>
          <a:p xmlns:a="http://schemas.openxmlformats.org/drawingml/2006/main">
            <a:r>
              <a:t>Assign and print | Store returned 8 in answer; display | 8</a:t>
            </a:r>
          </a:p>
          <a:p xmlns:a="http://schemas.openxmlformats.org/drawingml/2006/main">
            <a:r>
              <a:t/>
            </a:r>
          </a:p>
          <a:p xmlns:a="http://schemas.openxmlformats.org/drawingml/2006/main">
            <a:r>
              <a:t>return sends a value back to the caller. print displays it. These are different actions.</a:t>
            </a:r>
          </a:p>
          <a:p xmlns:a="http://schemas.openxmlformats.org/drawingml/2006/main">
            <a:r>
              <a:t/>
            </a:r>
          </a:p>
          <a:p xmlns:a="http://schemas.openxmlformats.org/drawingml/2006/main">
            <a:r>
              <a:t>Read the rows in order. return sends a value back to the caller. print displays it. These are different actions.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Passing inputs by position or by name.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Passing inputs by position or by name</a:t>
            </a:r>
          </a:p>
          <a:p xmlns:a="http://schemas.openxmlformats.org/drawingml/2006/main">
            <a:r>
              <a:t/>
            </a:r>
          </a:p>
          <a:p xmlns:a="http://schemas.openxmlformats.org/drawingml/2006/main">
            <a:r>
              <a:t>CONNECT</a:t>
            </a:r>
          </a:p>
          <a:p xmlns:a="http://schemas.openxmlformats.org/drawingml/2006/main">
            <a:r>
              <a:t>Previous slide: Trace one function call.</a:t>
            </a:r>
          </a:p>
          <a:p xmlns:a="http://schemas.openxmlformats.org/drawingml/2006/main">
            <a:r>
              <a:t/>
            </a:r>
          </a:p>
          <a:p xmlns:a="http://schemas.openxmlformats.org/drawingml/2006/main">
            <a:r>
              <a:t>EXPLAIN</a:t>
            </a:r>
          </a:p>
          <a:p xmlns:a="http://schemas.openxmlformats.org/drawingml/2006/main">
            <a:r>
              <a:t>In def rectangle_area(length, width):, length and width are parameter names. A call supplies an argument value for each.</a:t>
            </a:r>
          </a:p>
          <a:p xmlns:a="http://schemas.openxmlformats.org/drawingml/2006/main">
            <a:r>
              <a:t/>
            </a:r>
          </a:p>
          <a:p xmlns:a="http://schemas.openxmlformats.org/drawingml/2006/main">
            <a:r>
              <a:t>rectangle_area(3, 2) binds 3 to length and 2 to width by position. rectangle_area(width=2, length=3) binds them by name.</a:t>
            </a:r>
          </a:p>
          <a:p xmlns:a="http://schemas.openxmlformats.org/drawingml/2006/main">
            <a:r>
              <a:t/>
            </a:r>
          </a:p>
          <a:p xmlns:a="http://schemas.openxmlformats.org/drawingml/2006/main">
            <a:r>
              <a:t>The = inside a named argument labels an input for the call. Both calls run the same function body with the same two values.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Positional and named inputs.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Previous slide: Passing inputs by position or by name.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rectangle_area(length, width):</a:t>
            </a:r>
          </a:p>
          <a:p xmlns:a="http://schemas.openxmlformats.org/drawingml/2006/main">
            <a:r>
              <a:t>    return length * width</a:t>
            </a:r>
          </a:p>
          <a:p xmlns:a="http://schemas.openxmlformats.org/drawingml/2006/main">
            <a:r>
              <a:t/>
            </a:r>
          </a:p>
          <a:p xmlns:a="http://schemas.openxmlformats.org/drawingml/2006/main">
            <a:r>
              <a:t>print(rectangle_area(3, 2))</a:t>
            </a:r>
          </a:p>
          <a:p xmlns:a="http://schemas.openxmlformats.org/drawingml/2006/main">
            <a:r>
              <a:t>print(rectangle_area(width=2, length=3))</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Both calls supply the same inputs. return makes the result reusable.</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6 then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None means there is no result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None means there is no result value</a:t>
            </a:r>
          </a:p>
          <a:p xmlns:a="http://schemas.openxmlformats.org/drawingml/2006/main">
            <a:r>
              <a:t/>
            </a:r>
          </a:p>
          <a:p xmlns:a="http://schemas.openxmlformats.org/drawingml/2006/main">
            <a:r>
              <a:t>CONNECT</a:t>
            </a:r>
          </a:p>
          <a:p xmlns:a="http://schemas.openxmlformats.org/drawingml/2006/main">
            <a:r>
              <a:t>Previous slide: Positional and named inputs.</a:t>
            </a:r>
          </a:p>
          <a:p xmlns:a="http://schemas.openxmlformats.org/drawingml/2006/main">
            <a:r>
              <a:t/>
            </a:r>
          </a:p>
          <a:p xmlns:a="http://schemas.openxmlformats.org/drawingml/2006/main">
            <a:r>
              <a:t>EXPLAIN</a:t>
            </a:r>
          </a:p>
          <a:p xmlns:a="http://schemas.openxmlformats.org/drawingml/2006/main">
            <a:r>
              <a:t>None is a Python value used here to mean “no calculated answer”. It is not zero, an empty string, or the word "None".</a:t>
            </a:r>
          </a:p>
          <a:p xmlns:a="http://schemas.openxmlformats.org/drawingml/2006/main">
            <a:r>
              <a:t/>
            </a:r>
          </a:p>
          <a:p xmlns:a="http://schemas.openxmlformats.org/drawingml/2006/main">
            <a:r>
              <a:t>A function returns None explicitly with return None. A function also returns None if it reaches its end without a return value.</a:t>
            </a:r>
          </a:p>
          <a:p xmlns:a="http://schemas.openxmlformats.org/drawingml/2006/main">
            <a:r>
              <a:t/>
            </a:r>
          </a:p>
          <a:p xmlns:a="http://schemas.openxmlformats.org/drawingml/2006/main">
            <a:r>
              <a:t>A caller must handle None before trying arithmetic with the result. The next example returns it for division by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input check before division.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input check before division</a:t>
            </a:r>
          </a:p>
          <a:p xmlns:a="http://schemas.openxmlformats.org/drawingml/2006/main">
            <a:r>
              <a:t/>
            </a:r>
          </a:p>
          <a:p xmlns:a="http://schemas.openxmlformats.org/drawingml/2006/main">
            <a:r>
              <a:t>CONNECT</a:t>
            </a:r>
          </a:p>
          <a:p xmlns:a="http://schemas.openxmlformats.org/drawingml/2006/main">
            <a:r>
              <a:t>Previous slide: None means there is no result value.</a:t>
            </a:r>
          </a:p>
          <a:p xmlns:a="http://schemas.openxmlformats.org/drawingml/2006/main">
            <a:r>
              <a:t/>
            </a:r>
          </a:p>
          <a:p xmlns:a="http://schemas.openxmlformats.org/drawingml/2006/main">
            <a:r>
              <a:t>EXPLAIN</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function with a zero-input check.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with a zero-input check</a:t>
            </a:r>
          </a:p>
          <a:p xmlns:a="http://schemas.openxmlformats.org/drawingml/2006/main">
            <a:r>
              <a:t/>
            </a:r>
          </a:p>
          <a:p xmlns:a="http://schemas.openxmlformats.org/drawingml/2006/main">
            <a:r>
              <a:t>CONNECT</a:t>
            </a:r>
          </a:p>
          <a:p xmlns:a="http://schemas.openxmlformats.org/drawingml/2006/main">
            <a:r>
              <a:t>Previous slide: An input check before division.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print(safe_share(12, 3))</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Output: 4.0. safe_share(12, 0) returns None before any division.</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division guard.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division guard</a:t>
            </a:r>
          </a:p>
          <a:p xmlns:a="http://schemas.openxmlformats.org/drawingml/2006/main">
            <a:r>
              <a:t/>
            </a:r>
          </a:p>
          <a:p xmlns:a="http://schemas.openxmlformats.org/drawingml/2006/main">
            <a:r>
              <a:t>CONNECT</a:t>
            </a:r>
          </a:p>
          <a:p xmlns:a="http://schemas.openxmlformats.org/drawingml/2006/main">
            <a:r>
              <a:t>Previous slide: A function with a zero-input check.</a:t>
            </a:r>
          </a:p>
          <a:p xmlns:a="http://schemas.openxmlformats.org/drawingml/2006/main">
            <a:r>
              <a:t/>
            </a:r>
          </a:p>
          <a:p xmlns:a="http://schemas.openxmlformats.org/drawingml/2006/main">
            <a:r>
              <a:t>EXPLAIN</a:t>
            </a:r>
          </a:p>
          <a:p xmlns:a="http://schemas.openxmlformats.org/drawingml/2006/main">
            <a:r>
              <a:t>Call | First test | Returned result</a:t>
            </a:r>
          </a:p>
          <a:p xmlns:a="http://schemas.openxmlformats.org/drawingml/2006/main">
            <a:r>
              <a:t/>
            </a:r>
          </a:p>
          <a:p xmlns:a="http://schemas.openxmlformats.org/drawingml/2006/main">
            <a:r>
              <a:t>safe_share(12, 3) | 3 == 0 is False | 12 / 3 gives 4.0</a:t>
            </a:r>
          </a:p>
          <a:p xmlns:a="http://schemas.openxmlformats.org/drawingml/2006/main">
            <a:r>
              <a:t/>
            </a:r>
          </a:p>
          <a:p xmlns:a="http://schemas.openxmlformats.org/drawingml/2006/main">
            <a:r>
              <a:t>safe_share(12, 0) | 0 == 0 is True | None; division is skipped</a:t>
            </a:r>
          </a:p>
          <a:p xmlns:a="http://schemas.openxmlformats.org/drawingml/2006/main">
            <a:r>
              <a:t/>
            </a:r>
          </a:p>
          <a:p xmlns:a="http://schemas.openxmlformats.org/drawingml/2006/main">
            <a:r>
              <a:t>return ends this function call immediately. Later lines inside it do not run.</a:t>
            </a:r>
          </a:p>
          <a:p xmlns:a="http://schemas.openxmlformats.org/drawingml/2006/main">
            <a:r>
              <a:t/>
            </a:r>
          </a:p>
          <a:p xmlns:a="http://schemas.openxmlformats.org/drawingml/2006/main">
            <a:r>
              <a:t>Read the rows in order. return ends this function call immediately. Later lines inside it do not run.</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branch with a clear boundary.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Previous slide: Trace the division guard.</a:t>
            </a:r>
          </a:p>
          <a:p xmlns:a="http://schemas.openxmlformats.org/drawingml/2006/main">
            <a:r>
              <a:t/>
            </a:r>
          </a:p>
          <a:p xmlns:a="http://schemas.openxmlformats.org/drawingml/2006/main">
            <a:r>
              <a:t>EXPLAIN</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branch with a clear boundary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Previous slide: A branch with a clear boundary.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Complete practice code:</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One value and a collection of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value and a collection of values</a:t>
            </a:r>
          </a:p>
          <a:p xmlns:a="http://schemas.openxmlformats.org/drawingml/2006/main">
            <a:r>
              <a:t/>
            </a:r>
          </a:p>
          <a:p xmlns:a="http://schemas.openxmlformats.org/drawingml/2006/main">
            <a:r>
              <a:t>CONNECT</a:t>
            </a:r>
          </a:p>
          <a:p xmlns:a="http://schemas.openxmlformats.org/drawingml/2006/main">
            <a:r>
              <a:t>Previous slide: A branch with a clear boundary in Python.</a:t>
            </a:r>
          </a:p>
          <a:p xmlns:a="http://schemas.openxmlformats.org/drawingml/2006/main">
            <a:r>
              <a:t/>
            </a:r>
          </a:p>
          <a:p xmlns:a="http://schemas.openxmlformats.org/drawingml/2006/main">
            <a:r>
              <a:t>EXPLAIN</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Lists dictionaries tuples and sets.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dictionaries tuples and sets</a:t>
            </a:r>
          </a:p>
          <a:p xmlns:a="http://schemas.openxmlformats.org/drawingml/2006/main">
            <a:r>
              <a:t/>
            </a:r>
          </a:p>
          <a:p xmlns:a="http://schemas.openxmlformats.org/drawingml/2006/main">
            <a:r>
              <a:t>CONNECT</a:t>
            </a:r>
          </a:p>
          <a:p xmlns:a="http://schemas.openxmlformats.org/drawingml/2006/main">
            <a:r>
              <a:t>Previous slide: One value and a collection of values.</a:t>
            </a:r>
          </a:p>
          <a:p xmlns:a="http://schemas.openxmlformats.org/drawingml/2006/main">
            <a:r>
              <a:t/>
            </a:r>
          </a:p>
          <a:p xmlns:a="http://schemas.openxmlformats.org/drawingml/2006/main">
            <a:r>
              <a:t>EXPLAIN</a:t>
            </a:r>
          </a:p>
          <a:p xmlns:a="http://schemas.openxmlformats.org/drawingml/2006/main">
            <a:r>
              <a:t>Type | Example | Choose it for</a:t>
            </a:r>
          </a:p>
          <a:p xmlns:a="http://schemas.openxmlformats.org/drawingml/2006/main">
            <a:r>
              <a:t/>
            </a:r>
          </a:p>
          <a:p xmlns:a="http://schemas.openxmlformats.org/drawingml/2006/main">
            <a:r>
              <a:t>list | [98, 105, 92] | Values in a changeable order</a:t>
            </a:r>
          </a:p>
          <a:p xmlns:a="http://schemas.openxmlformats.org/drawingml/2006/main">
            <a:r>
              <a:t/>
            </a:r>
          </a:p>
          <a:p xmlns:a="http://schemas.openxmlformats.org/drawingml/2006/main">
            <a:r>
              <a:t>dict | {"reading": 98} | Values found by named keys</a:t>
            </a:r>
          </a:p>
          <a:p xmlns:a="http://schemas.openxmlformats.org/drawingml/2006/main">
            <a:r>
              <a:t/>
            </a:r>
          </a:p>
          <a:p xmlns:a="http://schemas.openxmlformats.org/drawingml/2006/main">
            <a:r>
              <a:t>tuple | (2, 3) | Positions you will not reassign</a:t>
            </a:r>
          </a:p>
          <a:p xmlns:a="http://schemas.openxmlformats.org/drawingml/2006/main">
            <a:r>
              <a:t/>
            </a:r>
          </a:p>
          <a:p xmlns:a="http://schemas.openxmlformats.org/drawingml/2006/main">
            <a:r>
              <a:t>set | {"A", "B"} | Distinct items and membership</a:t>
            </a:r>
          </a:p>
          <a:p xmlns:a="http://schemas.openxmlformats.org/drawingml/2006/main">
            <a:r>
              <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list stores values in positions.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values in positions</a:t>
            </a:r>
          </a:p>
          <a:p xmlns:a="http://schemas.openxmlformats.org/drawingml/2006/main">
            <a:r>
              <a:t/>
            </a:r>
          </a:p>
          <a:p xmlns:a="http://schemas.openxmlformats.org/drawingml/2006/main">
            <a:r>
              <a:t>CONNECT</a:t>
            </a:r>
          </a:p>
          <a:p xmlns:a="http://schemas.openxmlformats.org/drawingml/2006/main">
            <a:r>
              <a:t>Previous slide: Lists dictionaries tuples and sets.</a:t>
            </a:r>
          </a:p>
          <a:p xmlns:a="http://schemas.openxmlformats.org/drawingml/2006/main">
            <a:r>
              <a:t/>
            </a:r>
          </a:p>
          <a:p xmlns:a="http://schemas.openxmlformats.org/drawingml/2006/main">
            <a:r>
              <a:t>EXPLAIN</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 items before choosing a position.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 items before choosing a position</a:t>
            </a:r>
          </a:p>
          <a:p xmlns:a="http://schemas.openxmlformats.org/drawingml/2006/main">
            <a:r>
              <a:t/>
            </a:r>
          </a:p>
          <a:p xmlns:a="http://schemas.openxmlformats.org/drawingml/2006/main">
            <a:r>
              <a:t>CONNECT</a:t>
            </a:r>
          </a:p>
          <a:p xmlns:a="http://schemas.openxmlformats.org/drawingml/2006/main">
            <a:r>
              <a:t>Previous slide: A list stores values in positions.</a:t>
            </a:r>
          </a:p>
          <a:p xmlns:a="http://schemas.openxmlformats.org/drawingml/2006/main">
            <a:r>
              <a:t/>
            </a:r>
          </a:p>
          <a:p xmlns:a="http://schemas.openxmlformats.org/drawingml/2006/main">
            <a:r>
              <a:t>EXPLAIN</a:t>
            </a:r>
          </a:p>
          <a:p xmlns:a="http://schemas.openxmlformats.org/drawingml/2006/main">
            <a:r>
              <a:t>len(readings) is a built-in function call that returns how many items the list contains. len([98, 105, 92]) is 3.</a:t>
            </a:r>
          </a:p>
          <a:p xmlns:a="http://schemas.openxmlformats.org/drawingml/2006/main">
            <a:r>
              <a:t/>
            </a:r>
          </a:p>
          <a:p xmlns:a="http://schemas.openxmlformats.org/drawingml/2006/main">
            <a:r>
              <a:t>A count and an index are different: the count is 3, while the valid positions are 0, 1 and 2.</a:t>
            </a:r>
          </a:p>
          <a:p xmlns:a="http://schemas.openxmlformats.org/drawingml/2006/main">
            <a:r>
              <a:t/>
            </a:r>
          </a:p>
          <a:p xmlns:a="http://schemas.openxmlformats.org/drawingml/2006/main">
            <a:r>
              <a:t>print(readings) displays the whole list. print(readings[0]) displays only the value at its first position.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Creating and reading a list.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reading a list</a:t>
            </a:r>
          </a:p>
          <a:p xmlns:a="http://schemas.openxmlformats.org/drawingml/2006/main">
            <a:r>
              <a:t/>
            </a:r>
          </a:p>
          <a:p xmlns:a="http://schemas.openxmlformats.org/drawingml/2006/main">
            <a:r>
              <a:t>CONNECT</a:t>
            </a:r>
          </a:p>
          <a:p xmlns:a="http://schemas.openxmlformats.org/drawingml/2006/main">
            <a:r>
              <a:t>Previous slide: Count items before choosing a position.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[98, 105, 92]</a:t>
            </a:r>
          </a:p>
          <a:p xmlns:a="http://schemas.openxmlformats.org/drawingml/2006/main">
            <a:r>
              <a:t>print(readings)</a:t>
            </a:r>
          </a:p>
          <a:p xmlns:a="http://schemas.openxmlformats.org/drawingml/2006/main">
            <a:r>
              <a:t>print(readings[0])</a:t>
            </a:r>
          </a:p>
          <a:p xmlns:a="http://schemas.openxmlformats.org/drawingml/2006/main">
            <a:r>
              <a:t>print(len(readings))</a:t>
            </a:r>
          </a:p>
          <a:p xmlns:a="http://schemas.openxmlformats.org/drawingml/2006/main">
            <a:r>
              <a:t/>
            </a:r>
          </a:p>
          <a:p xmlns:a="http://schemas.openxmlformats.org/drawingml/2006/main">
            <a:r>
              <a:t>[ ] creates a list or selects a position.</a:t>
            </a:r>
          </a:p>
          <a:p xmlns:a="http://schemas.openxmlformats.org/drawingml/2006/main">
            <a:r>
              <a:t/>
            </a:r>
          </a:p>
          <a:p xmlns:a="http://schemas.openxmlformats.org/drawingml/2006/main">
            <a:r>
              <a:t>len counts the items; it is a built-in function.</a:t>
            </a:r>
          </a:p>
          <a:p xmlns:a="http://schemas.openxmlformats.org/drawingml/2006/main">
            <a:r>
              <a:t/>
            </a:r>
          </a:p>
          <a:p xmlns:a="http://schemas.openxmlformats.org/drawingml/2006/main">
            <a:r>
              <a:t>Output: [98, 105, 92], then 98, then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Choosing the right collection.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the right collection</a:t>
            </a:r>
          </a:p>
          <a:p xmlns:a="http://schemas.openxmlformats.org/drawingml/2006/main">
            <a:r>
              <a:t/>
            </a:r>
          </a:p>
          <a:p xmlns:a="http://schemas.openxmlformats.org/drawingml/2006/main">
            <a:r>
              <a:t>CONNECT</a:t>
            </a:r>
          </a:p>
          <a:p xmlns:a="http://schemas.openxmlformats.org/drawingml/2006/main">
            <a:r>
              <a:t>Previous slide: Creating and reading a list.</a:t>
            </a:r>
          </a:p>
          <a:p xmlns:a="http://schemas.openxmlformats.org/drawingml/2006/main">
            <a:r>
              <a:t/>
            </a:r>
          </a:p>
          <a:p xmlns:a="http://schemas.openxmlformats.org/drawingml/2006/main">
            <a:r>
              <a:t>EXPLAIN</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method belongs to a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method belongs to a value</a:t>
            </a:r>
          </a:p>
          <a:p xmlns:a="http://schemas.openxmlformats.org/drawingml/2006/main">
            <a:r>
              <a:t/>
            </a:r>
          </a:p>
          <a:p xmlns:a="http://schemas.openxmlformats.org/drawingml/2006/main">
            <a:r>
              <a:t>CONNECT</a:t>
            </a:r>
          </a:p>
          <a:p xmlns:a="http://schemas.openxmlformats.org/drawingml/2006/main">
            <a:r>
              <a:t>Previous slide: Choosing the right collection.</a:t>
            </a:r>
          </a:p>
          <a:p xmlns:a="http://schemas.openxmlformats.org/drawingml/2006/main">
            <a:r>
              <a:t/>
            </a:r>
          </a:p>
          <a:p xmlns:a="http://schemas.openxmlformats.org/drawingml/2006/main">
            <a:r>
              <a:t>EXPLAIN</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Selecting a largest error without loops.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Previous slide: A method belongs to a value.</a:t>
            </a:r>
          </a:p>
          <a:p xmlns:a="http://schemas.openxmlformats.org/drawingml/2006/main">
            <a:r>
              <a:t/>
            </a:r>
          </a:p>
          <a:p xmlns:a="http://schemas.openxmlformats.org/drawingml/2006/main">
            <a:r>
              <a:t>EXPLAIN</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Selecting a largest error without loops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Previous slide: Selecting a largest error without loops.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Complete practice code:</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 the reading beside its signed error.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Previous slide: Selecting a largest error without loops in Python.</a:t>
            </a:r>
          </a:p>
          <a:p xmlns:a="http://schemas.openxmlformats.org/drawingml/2006/main">
            <a:r>
              <a:t/>
            </a:r>
          </a:p>
          <a:p xmlns:a="http://schemas.openxmlformats.org/drawingml/2006/main">
            <a:r>
              <a:t>EXPLAIN</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Find a position, then recover the original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Previous slide: Keep the reading beside its signed error.</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92 -8. The largest size is 8; the signed error is -8.</a:t>
            </a:r>
          </a:p>
          <a:p xmlns:a="http://schemas.openxmlformats.org/drawingml/2006/main">
            <a:r>
              <a:t/>
            </a:r>
          </a:p>
          <a:p xmlns:a="http://schemas.openxmlformats.org/drawingml/2006/main">
            <a:r>
              <a:t>LECTURER CUE</a:t>
            </a:r>
          </a:p>
          <a:p xmlns:a="http://schemas.openxmlformats.org/drawingml/2006/main">
            <a:r>
              <a:t>Expected: 92 -8. The largest size is 8; the signed error is -8.</a:t>
            </a:r>
          </a:p>
          <a:p xmlns:a="http://schemas.openxmlformats.org/drawingml/2006/main">
            <a:r>
              <a:t/>
            </a:r>
          </a:p>
          <a:p xmlns:a="http://schemas.openxmlformats.org/drawingml/2006/main">
            <a:r>
              <a:t>Complete practice code:</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Find a position, then recover the original values.</a:t>
            </a:r>
          </a:p>
          <a:p xmlns:a="http://schemas.openxmlformats.org/drawingml/2006/main">
            <a:r>
              <a:t/>
            </a:r>
          </a:p>
          <a:p xmlns:a="http://schemas.openxmlformats.org/drawingml/2006/main">
            <a:r>
              <a:t>EXPLAIN</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triple_value returns x * 3. The calls give 15 and None respectively. The guard returns before division when people is zero.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quantities before the formulas.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programme formula.</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Previous slide: Read the quantities before the formulas.</a:t>
            </a:r>
          </a:p>
          <a:p xmlns:a="http://schemas.openxmlformats.org/drawingml/2006/main">
            <a:r>
              <a:t/>
            </a:r>
          </a:p>
          <a:p xmlns:a="http://schemas.openxmlformats.org/drawingml/2006/main">
            <a:r>
              <a:t>EXPLAIN</a:t>
            </a:r>
          </a:p>
          <a:p xmlns:a="http://schemas.openxmlformats.org/drawingml/2006/main">
            <a:r>
              <a:t>Slab mass = area × thickness × density. Use metres and 2400 kg/m³ as specified.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Your programme formula.</a:t>
            </a:r>
          </a:p>
          <a:p xmlns:a="http://schemas.openxmlformats.org/drawingml/2006/main">
            <a:r>
              <a:t/>
            </a:r>
          </a:p>
          <a:p xmlns:a="http://schemas.openxmlformats.org/drawingml/2006/main">
            <a:r>
              <a:t>EXPLAIN</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Unit conversions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Unit conversions for the assignment</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Unit conversions for the assignment.</a:t>
            </a:r>
          </a:p>
          <a:p xmlns:a="http://schemas.openxmlformats.org/drawingml/2006/main">
            <a:r>
              <a:t/>
            </a:r>
          </a:p>
          <a:p xmlns:a="http://schemas.openxmlformats.org/drawingml/2006/main">
            <a:r>
              <a:t>EXPLAIN</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W03: variables and functions</a:t>
            </a:r>
          </a:p>
          <a:p xmlns:a="http://schemas.openxmlformats.org/drawingml/2006/main">
            <a:r>
              <a:t>CML3112. Complete each named output. Save as STUDENT_ID_W03.ipynb.</a:t>
            </a:r>
          </a:p>
          <a:p xmlns:a="http://schemas.openxmlformats.org/drawingml/2006/main">
            <a:r>
              <a:t>## q1: 3 marks</a:t>
            </a:r>
          </a:p>
          <a:p xmlns:a="http://schemas.openxmlformats.org/drawingml/2006/main">
            <a:r>
              <a:t>A 40 kg motor sits on a bench. Set weight_n to its weight in newtons, taking g = 9.81.</a:t>
            </a:r>
          </a:p>
          <a:p xmlns:a="http://schemas.openxmlformats.org/drawingml/2006/main">
            <a:r>
              <a:t>## q2: 4 marks</a:t>
            </a:r>
          </a:p>
          <a:p xmlns:a="http://schemas.openxmlformats.org/drawingml/2006/main">
            <a:r>
              <a:t>Write percent_error(measured, expected) returning the signed percent error.</a:t>
            </a:r>
          </a:p>
          <a:p xmlns:a="http://schemas.openxmlformats.org/drawingml/2006/main">
            <a:r>
              <a:t>## q3: 3 marks</a:t>
            </a:r>
          </a:p>
          <a:p xmlns:a="http://schemas.openxmlformats.org/drawingml/2006/main">
            <a:r>
              <a:t>Write slab_mass(area_m2, thickness_m) returning the mass of the concrete slab in kg, taking concrete as 2400 kg/m3.</a:t>
            </a:r>
          </a:p>
          <a:p xmlns:a="http://schemas.openxmlformats.org/drawingml/2006/main">
            <a:r>
              <a:t>## q4: 5 marks</a:t>
            </a:r>
          </a:p>
          <a:p xmlns:a="http://schemas.openxmlformats.org/drawingml/2006/main">
            <a:r>
              <a:t>Write efficiency(out_w, in_w) returning the percentage, and returning None when in_w is zero or negative.</a:t>
            </a:r>
          </a:p>
          <a:p xmlns:a="http://schemas.openxmlformats.org/drawingml/2006/main">
            <a:r>
              <a:t>## q5: 5 marks</a:t>
            </a:r>
          </a:p>
          <a:p xmlns:a="http://schemas.openxmlformats.org/drawingml/2006/main">
            <a:r>
              <a:t>READINGS is given in the notebook. Using your own percent_error against a nominal of 100, set worst_reading to the reading with the largest error by size, and worst_error to that reading's signed percent error.</a:t>
            </a:r>
          </a:p>
          <a:p xmlns:a="http://schemas.openxmlformats.org/drawingml/2006/main">
            <a:r>
              <a:t>You may compare these six readings directly; a loop is not required this week.</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q1: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q2: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Previous slide: q1: 3 marks.</a:t>
            </a:r>
          </a:p>
          <a:p xmlns:a="http://schemas.openxmlformats.org/drawingml/2006/main">
            <a:r>
              <a:t/>
            </a:r>
          </a:p>
          <a:p xmlns:a="http://schemas.openxmlformats.org/drawingml/2006/main">
            <a:r>
              <a:t>EXPLAIN</a:t>
            </a:r>
          </a:p>
          <a:p xmlns:a="http://schemas.openxmlformats.org/drawingml/2006/main">
            <a:r>
              <a:t>Write percent_error(measured, expected) returning the signed percent error.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q3: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Previous slide: q2: 4 marks.</a:t>
            </a:r>
          </a:p>
          <a:p xmlns:a="http://schemas.openxmlformats.org/drawingml/2006/main">
            <a:r>
              <a:t/>
            </a:r>
          </a:p>
          <a:p xmlns:a="http://schemas.openxmlformats.org/drawingml/2006/main">
            <a:r>
              <a:t>EXPLAIN</a:t>
            </a:r>
          </a:p>
          <a:p xmlns:a="http://schemas.openxmlformats.org/drawingml/2006/main">
            <a:r>
              <a:t>Write slab_mass(area_m2, thickness_m) returning the mass of the concrete slab in kg, taking concrete as 2400 kg/m3.</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q4: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Previous slide: q3: 3 marks.</a:t>
            </a:r>
          </a:p>
          <a:p xmlns:a="http://schemas.openxmlformats.org/drawingml/2006/main">
            <a:r>
              <a:t/>
            </a:r>
          </a:p>
          <a:p xmlns:a="http://schemas.openxmlformats.org/drawingml/2006/main">
            <a:r>
              <a:t>EXPLAIN</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q5: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Previous slide: q4: 5 marks.</a:t>
            </a:r>
          </a:p>
          <a:p xmlns:a="http://schemas.openxmlformats.org/drawingml/2006/main">
            <a:r>
              <a:t/>
            </a:r>
          </a:p>
          <a:p xmlns:a="http://schemas.openxmlformats.org/drawingml/2006/main">
            <a:r>
              <a:t>EXPLAIN</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functions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Previous slide: q5: 5 marks.</a:t>
            </a:r>
          </a:p>
          <a:p xmlns:a="http://schemas.openxmlformats.org/drawingml/2006/main">
            <a:r>
              <a:t/>
            </a:r>
          </a:p>
          <a:p xmlns:a="http://schemas.openxmlformats.org/drawingml/2006/main">
            <a:r>
              <a:t>EXPLAIN</a:t>
            </a:r>
          </a:p>
          <a:p xmlns:a="http://schemas.openxmlformats.org/drawingml/2006/main">
            <a:r>
              <a:t>Opens: 22 Sep 2026, 10:55 Kampala</a:t>
            </a:r>
          </a:p>
          <a:p xmlns:a="http://schemas.openxmlformats.org/drawingml/2006/main">
            <a:r>
              <a:t/>
            </a:r>
          </a:p>
          <a:p xmlns:a="http://schemas.openxmlformats.org/drawingml/2006/main">
            <a:r>
              <a:t>Deadline: 29 Sep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3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Previous slide: Engineering functions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open_W3_CML3112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3 quiz.</a:t>
            </a:r>
          </a:p>
          <a:p xmlns:a="http://schemas.openxmlformats.org/drawingml/2006/main">
            <a:r>
              <a:t/>
            </a:r>
          </a:p>
          <a:p xmlns:a="http://schemas.openxmlformats.org/drawingml/2006/main">
            <a:r>
              <a:t>EXPLAIN</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LECTURER CUE</a:t>
            </a:r>
          </a:p>
          <a:p xmlns:a="http://schemas.openxmlformats.org/drawingml/2006/main">
            <a:r>
              <a:t>Title/channel and subject confirmed from the original YouTube listing. Exact excerpt content has not been fully watched; keep the local worked example as the fallback.</a:t>
            </a:r>
          </a:p>
          <a:p xmlns:a="http://schemas.openxmlformats.org/drawingml/2006/main">
            <a:r>
              <a:t>After viewing: Calculate 7 / 2 and 7 // 2 in Colab and explain the difference.</a:t>
            </a:r>
          </a:p>
          <a:p xmlns:a="http://schemas.openxmlformats.org/drawingml/2006/main">
            <a:r>
              <a:t>Preview before class and stop after the selected short excerpt. If playback fails, teach the worked example. Video is optional. Source: https://www.youtube.com/watch?v=khKv-8q7YmY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a8cfc84a2649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6767ea8864f1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9c8efc5f4a4a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e52691b226e40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034ef3c45546f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428e62193c41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93FE0F3-4449-4335-ABCD-26056A93387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22F15AA-65BC-4BBA-89FB-50D94D4DBEB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37562DD-C0B7-498B-BFBB-6C6EE3FD0AC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DB0C9D3-E3E7-4FEB-B233-F99D4206483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AB9CFFC-1AF7-4FD4-AD91-A632E1D449C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A0E77E9-59F8-42A9-9501-AF18F9F9B3E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A34C6BB-677E-465B-BF0E-3865DD37C28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E0F2048-15F9-47F8-947B-673CA8BF59E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AC3700E-077F-4AB6-A830-0DB544EED34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70D274C-5617-49C3-935C-2CEF188349B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B537176-0CA0-49E2-8E6C-8ACBBFEA415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9917AC56-2AE2-4F6A-AA37-1EE4B940C21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090448F-F080-44D2-A62A-54E99E24C4F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26282A8-6261-47D3-9022-EBB893C98E5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0D76554-3699-40E8-B6B6-207950CED53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854d636aec429d" /><Relationship Type="http://schemas.openxmlformats.org/officeDocument/2006/relationships/slideLayout" Target="/ppt/slideLayouts/slideLayout1.xml" Id="R158b7203af3349a1" /><Relationship Type="http://schemas.openxmlformats.org/officeDocument/2006/relationships/slideLayout" Target="/ppt/slideLayouts/slideLayout2.xml" Id="R2201778e5d7048dc" /><Relationship Type="http://schemas.openxmlformats.org/officeDocument/2006/relationships/slideLayout" Target="/ppt/slideLayouts/slideLayout3.xml" Id="Racd9e67ad6964624" /><Relationship Type="http://schemas.openxmlformats.org/officeDocument/2006/relationships/slideLayout" Target="/ppt/slideLayouts/slideLayout4.xml" Id="R4517cc54a90440e9" /><Relationship Type="http://schemas.openxmlformats.org/officeDocument/2006/relationships/slideLayout" Target="/ppt/slideLayouts/slideLayout5.xml" Id="Rce0d8e221b2d4f53" /><Relationship Type="http://schemas.openxmlformats.org/officeDocument/2006/relationships/slideLayout" Target="/ppt/slideLayouts/slideLayout6.xml" Id="R49769b3401504e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8b7203af3349a1"/>
    <p:sldLayoutId xmlns:r="http://schemas.openxmlformats.org/officeDocument/2006/relationships" id="2147483650" r:id="R2201778e5d7048dc"/>
    <p:sldLayoutId xmlns:r="http://schemas.openxmlformats.org/officeDocument/2006/relationships" id="2147483651" r:id="Racd9e67ad6964624"/>
    <p:sldLayoutId xmlns:r="http://schemas.openxmlformats.org/officeDocument/2006/relationships" id="2147483652" r:id="R4517cc54a90440e9"/>
    <p:sldLayoutId xmlns:r="http://schemas.openxmlformats.org/officeDocument/2006/relationships" id="2147483653" r:id="Rce0d8e221b2d4f53"/>
    <p:sldLayoutId xmlns:r="http://schemas.openxmlformats.org/officeDocument/2006/relationships" id="2147483654" r:id="R49769b3401504e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b53b53d72924bb6" /><Relationship Type="http://schemas.openxmlformats.org/officeDocument/2006/relationships/image" Target="/ppt/media/image.png" Id="Rde81cee30f824561" /><Relationship Type="http://schemas.openxmlformats.org/officeDocument/2006/relationships/notesSlide" Target="/ppt/notesSlides/notesSlide1.xml" Id="R0237a13e46e740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fe6f643b3a742c6" /><Relationship Type="http://schemas.openxmlformats.org/officeDocument/2006/relationships/notesSlide" Target="/ppt/notesSlides/notesSlide2.xml" Id="R4605eda1ad0e43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b6fe9b096a447dc" /><Relationship Type="http://schemas.openxmlformats.org/officeDocument/2006/relationships/notesSlide" Target="/ppt/notesSlides/notesSlide3.xml" Id="R75e5bbc976234e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cd867c97c634488" /><Relationship Type="http://schemas.openxmlformats.org/officeDocument/2006/relationships/notesSlide" Target="/ppt/notesSlides/notesSlide4.xml" Id="R881129ec570a4b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de749ce7e34d92" /><Relationship Type="http://schemas.openxmlformats.org/officeDocument/2006/relationships/notesSlide" Target="/ppt/notesSlides/notesSlide5.xml" Id="R285129435faf46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76d0855a9694cfb" /><Relationship Type="http://schemas.openxmlformats.org/officeDocument/2006/relationships/notesSlide" Target="/ppt/notesSlides/notesSlide6.xml" Id="Ra3741c7674dc4f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ae3f3c3be94090" /><Relationship Type="http://schemas.openxmlformats.org/officeDocument/2006/relationships/image" Target="/ppt/media/image2.png" Id="R7c74be742c37483b" /><Relationship Type="http://schemas.openxmlformats.org/officeDocument/2006/relationships/notesSlide" Target="/ppt/notesSlides/notesSlide7.xml" Id="R6042542040d14e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89f970bfaa4d35" /><Relationship Type="http://schemas.openxmlformats.org/officeDocument/2006/relationships/notesSlide" Target="/ppt/notesSlides/notesSlide8.xml" Id="Ra60cedc5dd75487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46cdbc22be64cba" /><Relationship Type="http://schemas.openxmlformats.org/officeDocument/2006/relationships/notesSlide" Target="/ppt/notesSlides/notesSlide9.xml" Id="R8d4ce1addf2d45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f742878dc1f4dde" /><Relationship Type="http://schemas.openxmlformats.org/officeDocument/2006/relationships/notesSlide" Target="/ppt/notesSlides/notesSlide10.xml" Id="Rb65399150d5843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b1bd273f4c74d75" /><Relationship Type="http://schemas.openxmlformats.org/officeDocument/2006/relationships/notesSlide" Target="/ppt/notesSlides/notesSlide11.xml" Id="Rf9058cb323fa46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2523f4753c04a51" /><Relationship Type="http://schemas.openxmlformats.org/officeDocument/2006/relationships/notesSlide" Target="/ppt/notesSlides/notesSlide12.xml" Id="R0c84246cbd294d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80e84d28d7b4154" /><Relationship Type="http://schemas.openxmlformats.org/officeDocument/2006/relationships/notesSlide" Target="/ppt/notesSlides/notesSlide13.xml" Id="R972c32c2996349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1c707faf9d2411d" /><Relationship Type="http://schemas.openxmlformats.org/officeDocument/2006/relationships/notesSlide" Target="/ppt/notesSlides/notesSlide14.xml" Id="Re34da249c74b403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1d7c590e3fb4dcb" /><Relationship Type="http://schemas.openxmlformats.org/officeDocument/2006/relationships/notesSlide" Target="/ppt/notesSlides/notesSlide15.xml" Id="Ra67c9a4f77ef440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ec150834e34f15" /><Relationship Type="http://schemas.openxmlformats.org/officeDocument/2006/relationships/notesSlide" Target="/ppt/notesSlides/notesSlide16.xml" Id="R2c648e4d080446c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56a906bc7e74d48" /><Relationship Type="http://schemas.openxmlformats.org/officeDocument/2006/relationships/notesSlide" Target="/ppt/notesSlides/notesSlide17.xml" Id="R07f6ef8f136e4d1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dfef821196d4e00" /><Relationship Type="http://schemas.openxmlformats.org/officeDocument/2006/relationships/notesSlide" Target="/ppt/notesSlides/notesSlide18.xml" Id="Rfca2efc1bed34a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41149dba19f41a0" /><Relationship Type="http://schemas.openxmlformats.org/officeDocument/2006/relationships/notesSlide" Target="/ppt/notesSlides/notesSlide19.xml" Id="R4ee2449ff31c4a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e015b94e04d4c43" /><Relationship Type="http://schemas.openxmlformats.org/officeDocument/2006/relationships/notesSlide" Target="/ppt/notesSlides/notesSlide20.xml" Id="R1a1149e651b1438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3168088488b4f44" /><Relationship Type="http://schemas.openxmlformats.org/officeDocument/2006/relationships/notesSlide" Target="/ppt/notesSlides/notesSlide21.xml" Id="R4a59044ced1b48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f6f802926d848c4" /><Relationship Type="http://schemas.openxmlformats.org/officeDocument/2006/relationships/notesSlide" Target="/ppt/notesSlides/notesSlide22.xml" Id="R0838a35789694f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cd7453ce34b42e2" /><Relationship Type="http://schemas.openxmlformats.org/officeDocument/2006/relationships/notesSlide" Target="/ppt/notesSlides/notesSlide23.xml" Id="R8a5ad31d9356405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7da1a58ed9643e6" /><Relationship Type="http://schemas.openxmlformats.org/officeDocument/2006/relationships/notesSlide" Target="/ppt/notesSlides/notesSlide24.xml" Id="Re2c8ff09d332451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d5cb5ad971b4d53" /><Relationship Type="http://schemas.openxmlformats.org/officeDocument/2006/relationships/notesSlide" Target="/ppt/notesSlides/notesSlide25.xml" Id="R60887fb141254b2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b3a221935de495a" /><Relationship Type="http://schemas.openxmlformats.org/officeDocument/2006/relationships/notesSlide" Target="/ppt/notesSlides/notesSlide26.xml" Id="Rae9df3960bd548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80be1b6a0d44223" /><Relationship Type="http://schemas.openxmlformats.org/officeDocument/2006/relationships/notesSlide" Target="/ppt/notesSlides/notesSlide27.xml" Id="R389f2b0587fd4aa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28983b7e1c0425a" /><Relationship Type="http://schemas.openxmlformats.org/officeDocument/2006/relationships/notesSlide" Target="/ppt/notesSlides/notesSlide28.xml" Id="Ra26cc084a71a483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5998235039146cb" /><Relationship Type="http://schemas.openxmlformats.org/officeDocument/2006/relationships/notesSlide" Target="/ppt/notesSlides/notesSlide29.xml" Id="R46042877a538410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6bbba086c5446af" /><Relationship Type="http://schemas.openxmlformats.org/officeDocument/2006/relationships/notesSlide" Target="/ppt/notesSlides/notesSlide30.xml" Id="R0ee53777903c4ee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73c1dbc822f45f4" /><Relationship Type="http://schemas.openxmlformats.org/officeDocument/2006/relationships/notesSlide" Target="/ppt/notesSlides/notesSlide31.xml" Id="R72c4b9cf609049b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0720301ae9f48d2" /><Relationship Type="http://schemas.openxmlformats.org/officeDocument/2006/relationships/notesSlide" Target="/ppt/notesSlides/notesSlide32.xml" Id="R74b2fd9ef4024a6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3c0d8d53ec04240" /><Relationship Type="http://schemas.openxmlformats.org/officeDocument/2006/relationships/notesSlide" Target="/ppt/notesSlides/notesSlide33.xml" Id="Rca59639aa5d747a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8b7943fe65e4769" /><Relationship Type="http://schemas.openxmlformats.org/officeDocument/2006/relationships/notesSlide" Target="/ppt/notesSlides/notesSlide34.xml" Id="Re1c2d1fcda6442c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1253cac066f41d1" /><Relationship Type="http://schemas.openxmlformats.org/officeDocument/2006/relationships/notesSlide" Target="/ppt/notesSlides/notesSlide35.xml" Id="R0d41645348c94ee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7aff17f22db45e7" /><Relationship Type="http://schemas.openxmlformats.org/officeDocument/2006/relationships/notesSlide" Target="/ppt/notesSlides/notesSlide36.xml" Id="R2610763bd7a8442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768a7eb87af4a27" /><Relationship Type="http://schemas.openxmlformats.org/officeDocument/2006/relationships/notesSlide" Target="/ppt/notesSlides/notesSlide37.xml" Id="R7faabb1c4d47442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07fbbc74b974914" /><Relationship Type="http://schemas.openxmlformats.org/officeDocument/2006/relationships/notesSlide" Target="/ppt/notesSlides/notesSlide38.xml" Id="R18ab71f0f496495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259371a8b594ad1" /><Relationship Type="http://schemas.openxmlformats.org/officeDocument/2006/relationships/notesSlide" Target="/ppt/notesSlides/notesSlide39.xml" Id="R5e92a404278f4e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55699d97b0ac4e6c" /><Relationship Type="http://schemas.openxmlformats.org/officeDocument/2006/relationships/notesSlide" Target="/ppt/notesSlides/notesSlide40.xml" Id="Rbe77ebdf1b35423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ef0fc9ad7ff4b78" /><Relationship Type="http://schemas.openxmlformats.org/officeDocument/2006/relationships/notesSlide" Target="/ppt/notesSlides/notesSlide41.xml" Id="Rc12014c140a74f7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da638d38e724ad4" /><Relationship Type="http://schemas.openxmlformats.org/officeDocument/2006/relationships/notesSlide" Target="/ppt/notesSlides/notesSlide42.xml" Id="R301ba0a1a7eb478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577a5f94c214852" /><Relationship Type="http://schemas.openxmlformats.org/officeDocument/2006/relationships/notesSlide" Target="/ppt/notesSlides/notesSlide43.xml" Id="R1f8c4e61fa0241c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07ed72b9e914ed8" /><Relationship Type="http://schemas.openxmlformats.org/officeDocument/2006/relationships/notesSlide" Target="/ppt/notesSlides/notesSlide44.xml" Id="Rf5e2ef9037384b1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addc6a62e234787" /><Relationship Type="http://schemas.openxmlformats.org/officeDocument/2006/relationships/notesSlide" Target="/ppt/notesSlides/notesSlide45.xml" Id="R437b1c81108340c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b05686110ec4d5b" /><Relationship Type="http://schemas.openxmlformats.org/officeDocument/2006/relationships/notesSlide" Target="/ppt/notesSlides/notesSlide46.xml" Id="R749a63ddc38b43d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2b62db598ee4061" /><Relationship Type="http://schemas.openxmlformats.org/officeDocument/2006/relationships/notesSlide" Target="/ppt/notesSlides/notesSlide47.xml" Id="R6c7ba98eb4534d7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eca20871d9542ef" /><Relationship Type="http://schemas.openxmlformats.org/officeDocument/2006/relationships/notesSlide" Target="/ppt/notesSlides/notesSlide48.xml" Id="R86342a74c6da46b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970923baa514485" /><Relationship Type="http://schemas.openxmlformats.org/officeDocument/2006/relationships/notesSlide" Target="/ppt/notesSlides/notesSlide49.xml" Id="Rae9ef2530b3b413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f25ed3003354484" /><Relationship Type="http://schemas.openxmlformats.org/officeDocument/2006/relationships/notesSlide" Target="/ppt/notesSlides/notesSlide50.xml" Id="R51c58007eee54b2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f9bf3b947ded4f9d" /><Relationship Type="http://schemas.openxmlformats.org/officeDocument/2006/relationships/notesSlide" Target="/ppt/notesSlides/notesSlide51.xml" Id="R16235def27b74f7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e0a98c1a1e845c9" /><Relationship Type="http://schemas.openxmlformats.org/officeDocument/2006/relationships/image" Target="/ppt/media/image3.png" Id="Re56bec3f8737412b" /><Relationship Type="http://schemas.openxmlformats.org/officeDocument/2006/relationships/notesSlide" Target="/ppt/notesSlides/notesSlide52.xml" Id="R1aa9208409164bb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eadff5acca74d67" /><Relationship Type="http://schemas.openxmlformats.org/officeDocument/2006/relationships/notesSlide" Target="/ppt/notesSlides/notesSlide53.xml" Id="R499797b55861409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ea41c7c19054c82" /><Relationship Type="http://schemas.openxmlformats.org/officeDocument/2006/relationships/notesSlide" Target="/ppt/notesSlides/notesSlide54.xml" Id="Rc7301eff4c574aa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e210609aebb48ea" /><Relationship Type="http://schemas.openxmlformats.org/officeDocument/2006/relationships/notesSlide" Target="/ppt/notesSlides/notesSlide55.xml" Id="R109f67fa1cd7443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1b0ce47392446be" /><Relationship Type="http://schemas.openxmlformats.org/officeDocument/2006/relationships/notesSlide" Target="/ppt/notesSlides/notesSlide56.xml" Id="Rcfd19d7550494f6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257e2a17d72439f" /><Relationship Type="http://schemas.openxmlformats.org/officeDocument/2006/relationships/notesSlide" Target="/ppt/notesSlides/notesSlide57.xml" Id="Rb232869644b34b1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bb1aba67c744d35" /><Relationship Type="http://schemas.openxmlformats.org/officeDocument/2006/relationships/notesSlide" Target="/ppt/notesSlides/notesSlide58.xml" Id="Rcdfe82fe1e334bd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d657be108c64035" /><Relationship Type="http://schemas.openxmlformats.org/officeDocument/2006/relationships/notesSlide" Target="/ppt/notesSlides/notesSlide59.xml" Id="R49e377d304d146e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e1b2c3646fd64538" /><Relationship Type="http://schemas.openxmlformats.org/officeDocument/2006/relationships/notesSlide" Target="/ppt/notesSlides/notesSlide60.xml" Id="R0186e093c9ee4f3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cd7e0634a77404b" /><Relationship Type="http://schemas.openxmlformats.org/officeDocument/2006/relationships/notesSlide" Target="/ppt/notesSlides/notesSlide61.xml" Id="R96e4dc1ae53445a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96c0bf27107482f" /><Relationship Type="http://schemas.openxmlformats.org/officeDocument/2006/relationships/notesSlide" Target="/ppt/notesSlides/notesSlide62.xml" Id="R31cc1e099ef54e1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f410c1f2e8645de" /><Relationship Type="http://schemas.openxmlformats.org/officeDocument/2006/relationships/notesSlide" Target="/ppt/notesSlides/notesSlide63.xml" Id="R99bb33d4ea6943d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0bafdc46996401b" /><Relationship Type="http://schemas.openxmlformats.org/officeDocument/2006/relationships/notesSlide" Target="/ppt/notesSlides/notesSlide64.xml" Id="Rb742ec31bf314c4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24187d119cc479a" /><Relationship Type="http://schemas.openxmlformats.org/officeDocument/2006/relationships/notesSlide" Target="/ppt/notesSlides/notesSlide65.xml" Id="R821f97b39736453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dde0ca5b14fe4ac7" /><Relationship Type="http://schemas.openxmlformats.org/officeDocument/2006/relationships/notesSlide" Target="/ppt/notesSlides/notesSlide66.xml" Id="R042f702109ef4a2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acb71f872a6f4b6f" /><Relationship Type="http://schemas.openxmlformats.org/officeDocument/2006/relationships/notesSlide" Target="/ppt/notesSlides/notesSlide67.xml" Id="R4ea716dd42b9426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a9804274cfb4499" /><Relationship Type="http://schemas.openxmlformats.org/officeDocument/2006/relationships/notesSlide" Target="/ppt/notesSlides/notesSlide68.xml" Id="R586b11a4082f4ce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e1b5f9b4fb84381" /><Relationship Type="http://schemas.openxmlformats.org/officeDocument/2006/relationships/notesSlide" Target="/ppt/notesSlides/notesSlide69.xml" Id="R4171737c977340d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c622368b6064737" /><Relationship Type="http://schemas.openxmlformats.org/officeDocument/2006/relationships/notesSlide" Target="/ppt/notesSlides/notesSlide70.xml" Id="Rdfa90649eaaf4b7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d2419b5f6530468f" /><Relationship Type="http://schemas.openxmlformats.org/officeDocument/2006/relationships/notesSlide" Target="/ppt/notesSlides/notesSlide71.xml" Id="R0d19bd1b2e05419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8dbd937487f4211" /><Relationship Type="http://schemas.openxmlformats.org/officeDocument/2006/relationships/notesSlide" Target="/ppt/notesSlides/notesSlide72.xml" Id="R28f6f8793592492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80e815c64314bb6" /><Relationship Type="http://schemas.openxmlformats.org/officeDocument/2006/relationships/notesSlide" Target="/ppt/notesSlides/notesSlide73.xml" Id="R65206bfd09d241c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f958ec7c10294657" /><Relationship Type="http://schemas.openxmlformats.org/officeDocument/2006/relationships/notesSlide" Target="/ppt/notesSlides/notesSlide74.xml" Id="R9b38a34cfd894cb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c776312d19f44f8" /><Relationship Type="http://schemas.openxmlformats.org/officeDocument/2006/relationships/notesSlide" Target="/ppt/notesSlides/notesSlide75.xml" Id="Rc931b11c9bfb4b7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6048c1fbddc4ecb" /><Relationship Type="http://schemas.openxmlformats.org/officeDocument/2006/relationships/notesSlide" Target="/ppt/notesSlides/notesSlide76.xml" Id="R07919c4d09d0420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2542095394a4911" /><Relationship Type="http://schemas.openxmlformats.org/officeDocument/2006/relationships/notesSlide" Target="/ppt/notesSlides/notesSlide77.xml" Id="R7ae2d6401de74fd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21540953a2404cda" /><Relationship Type="http://schemas.openxmlformats.org/officeDocument/2006/relationships/notesSlide" Target="/ppt/notesSlides/notesSlide78.xml" Id="Rf319eb2cd5ca4fe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3e73132ddc44867" /><Relationship Type="http://schemas.openxmlformats.org/officeDocument/2006/relationships/notesSlide" Target="/ppt/notesSlides/notesSlide79.xml" Id="Rdb9468f6f78d427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4678adc725042a6" /><Relationship Type="http://schemas.openxmlformats.org/officeDocument/2006/relationships/notesSlide" Target="/ppt/notesSlides/notesSlide80.xml" Id="Rb7cd30def4434c4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97547c31ff3044f7" /><Relationship Type="http://schemas.openxmlformats.org/officeDocument/2006/relationships/notesSlide" Target="/ppt/notesSlides/notesSlide81.xml" Id="R051d0ede57db4a3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aa7604a7477e4f7f" /><Relationship Type="http://schemas.openxmlformats.org/officeDocument/2006/relationships/notesSlide" Target="/ppt/notesSlides/notesSlide82.xml" Id="R9533d0e7b2f4485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853449daacb401c" /><Relationship Type="http://schemas.openxmlformats.org/officeDocument/2006/relationships/notesSlide" Target="/ppt/notesSlides/notesSlide83.xml" Id="R5774b65587534e6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f323cf931a2f47ca" /><Relationship Type="http://schemas.openxmlformats.org/officeDocument/2006/relationships/notesSlide" Target="/ppt/notesSlides/notesSlide84.xml" Id="R4ea37ede9c9c49d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fc179dd615b42ab" /><Relationship Type="http://schemas.openxmlformats.org/officeDocument/2006/relationships/notesSlide" Target="/ppt/notesSlides/notesSlide85.xml" Id="Rfcf67ae74bdd411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d707ecbee1d740a2" /><Relationship Type="http://schemas.openxmlformats.org/officeDocument/2006/relationships/hyperlink" Target="https://docs.google.com/forms/d/e/1FAIpQLSfK1T6vYI-m-ZaYLisO8AjovzezCEuc5lU9dvCed5P91w_zpA/viewform" TargetMode="External" Id="Rde9cddefeabc4909" /><Relationship Type="http://schemas.openxmlformats.org/officeDocument/2006/relationships/notesSlide" Target="/ppt/notesSlides/notesSlide86.xml" Id="Raec5db735cb84ef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686aee12628941f6" /><Relationship Type="http://schemas.openxmlformats.org/officeDocument/2006/relationships/image" Target="/ppt/media/image4.png" Id="R98f0e056ac2143c0" /><Relationship Type="http://schemas.openxmlformats.org/officeDocument/2006/relationships/hyperlink" Target="https://forms.gle/YEMYghGS7gqr4tts7" TargetMode="External" Id="Rd79a01db33354045" /><Relationship Type="http://schemas.openxmlformats.org/officeDocument/2006/relationships/notesSlide" Target="/ppt/notesSlides/notesSlide87.xml" Id="R63155fc94e0046a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79b744e924004f51" /><Relationship Type="http://schemas.openxmlformats.org/officeDocument/2006/relationships/notesSlide" Target="/ppt/notesSlides/notesSlide88.xml" Id="Rabdc2380331d4c9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ec7645fcf36843d0" /><Relationship Type="http://schemas.openxmlformats.org/officeDocument/2006/relationships/hyperlink" Target="https://www.youtube.com/watch?v=khKv-8q7YmY" TargetMode="External" Id="Rb22cbf1cc4814283" /><Relationship Type="http://schemas.openxmlformats.org/officeDocument/2006/relationships/notesSlide" Target="/ppt/notesSlides/notesSlide89.xml" Id="Rd8f66f73c6cf4b0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e81cee30f82456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ABC2648-9809-4B57-A622-528FF5DB3FB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2161FA3-B30D-45F6-A508-58E8385F3FD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3</a:t>
            </a:r>
          </a:p>
        </p:txBody>
      </p:sp>
      <p:sp>
        <p:nvSpPr>
          <p:cNvPr id="4" name="">
            <a:extLst xmlns:a="http://schemas.openxmlformats.org/drawingml/2006/main">
              <a:ext uri="{FF2B5EF4-FFF2-40B4-BE49-F238E27FC236}">
                <a16:creationId xmlns:a16="http://schemas.microsoft.com/office/drawing/2014/main" id="{829DF394-376D-495C-A342-74C147F6030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C0EA5D0A-D472-4ACA-A7A2-DF958BB0087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C36C127D-CF76-470C-A718-189F07CB6E7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22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2805688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F2F5D53-6A5D-4337-9619-7E6B76339B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E6869A-3CDB-49E6-9A50-6F3F678183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43A5288-557D-4595-A194-B8F38A4B8B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F4A9651-A333-4646-9807-478AF03CD3D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CE610-FBC0-47CE-A760-1454B8E0CC3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6E372040-C50A-4602-8CC5-EE8B9603019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67F1AA71-41D0-4A1A-A4C6-9E86888C9FD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960FCFC-B53B-4D3B-9A24-892BF183FDD2}"/>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DEE97A69-4BB3-4A50-B95D-019AF73F8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a:t>
            </a:r>
          </a:p>
        </p:txBody>
      </p:sp>
    </p:spTree>
    <p:extLst>
      <p:ext uri="{BB962C8B-B14F-4D97-AF65-F5344CB8AC3E}">
        <p14:creationId xmlns:p14="http://schemas.microsoft.com/office/powerpoint/2010/main" val="16685380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450EE7-FECD-490C-B27D-8A74F4AE7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970B85-FF20-43F4-8900-00EE684D71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C8199F-51D8-443E-9EC9-19E1D3570F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83CFB776-7DDD-44EF-8559-0BD6B6DEE4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E06179-4841-4D93-9CCC-B108D432AC3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AA35C7-2AEE-412F-BD25-2176154DCDF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Each example separates the instructions you type from the output Python displays.</a:t>
            </a:r>
          </a:p>
        </p:txBody>
      </p:sp>
      <p:sp>
        <p:nvSpPr>
          <p:cNvPr id="7" name="">
            <a:extLst xmlns:a="http://schemas.openxmlformats.org/drawingml/2006/main">
              <a:ext uri="{FF2B5EF4-FFF2-40B4-BE49-F238E27FC236}">
                <a16:creationId xmlns:a16="http://schemas.microsoft.com/office/drawing/2014/main" id="{2FC19488-211D-44ED-9C65-4B7E5339D0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lecturer explains the symbols first, then runs the example and traces its result. Keep the displayed output for revision.</a:t>
            </a:r>
          </a:p>
        </p:txBody>
      </p:sp>
      <p:sp>
        <p:nvSpPr>
          <p:cNvPr id="8" name="">
            <a:extLst xmlns:a="http://schemas.openxmlformats.org/drawingml/2006/main">
              <a:ext uri="{FF2B5EF4-FFF2-40B4-BE49-F238E27FC236}">
                <a16:creationId xmlns:a16="http://schemas.microsoft.com/office/drawing/2014/main" id="{0169DB45-C95C-4DE2-A2EE-41123175F0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a:t>
            </a:r>
          </a:p>
        </p:txBody>
      </p:sp>
    </p:spTree>
    <p:extLst>
      <p:ext uri="{BB962C8B-B14F-4D97-AF65-F5344CB8AC3E}">
        <p14:creationId xmlns:p14="http://schemas.microsoft.com/office/powerpoint/2010/main" val="18313774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009C94-D65F-4DE7-B787-6B58139C05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1C24C1-410B-4DBF-82CD-709DAAE65C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6D18329F-67D5-478F-A66D-BB3D64248A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8377A544-BEFE-48E9-95E8-DC2DB84461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4BDEEB-1153-4B65-9FC4-D492DAB38C3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A7BB9C4B-1830-4B9C-97D3-351B7EE1CB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1A6513-3AF0-4B71-B480-0DAD691D1C2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352D78C3-F198-43F1-87E5-5F403F97B78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B264D2-3A2B-4BE7-AE44-1D19435B6B8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051CE76B-DE7A-48B5-8F29-537B86FE1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a:t>
            </a:r>
          </a:p>
        </p:txBody>
      </p:sp>
    </p:spTree>
    <p:extLst>
      <p:ext uri="{BB962C8B-B14F-4D97-AF65-F5344CB8AC3E}">
        <p14:creationId xmlns:p14="http://schemas.microsoft.com/office/powerpoint/2010/main" val="11917239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16C1D5-C708-4FE6-9BD0-0DDABE1621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807F17-C735-427B-BF44-B57BED7BD6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BB3C62E-68FC-44E2-B293-719331919F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91CE1E06-A078-43B2-8BD7-B60EF211AAB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8CF021-66FC-4B55-BA4D-193364285D3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106E20B1-7CC0-49FF-9FD1-5996609262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4676B8AA-A7F7-4F14-9DA9-2DA21532E28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D06500D-1AAE-420F-84B1-3ED9C57FF99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B52E89C6-3D45-464D-BDE1-31A0F3A6E3B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8B4D85AE-8E6F-4CA2-BC46-8EFC4C2FC9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a:t>
            </a:r>
          </a:p>
        </p:txBody>
      </p:sp>
    </p:spTree>
    <p:extLst>
      <p:ext uri="{BB962C8B-B14F-4D97-AF65-F5344CB8AC3E}">
        <p14:creationId xmlns:p14="http://schemas.microsoft.com/office/powerpoint/2010/main" val="7296506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CDAC42-290D-4427-B927-E4CEC2C05A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B7532D-0733-497C-B3C3-29E8165FEC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3674FD-8E2D-4E98-8078-DE3479973E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B74C00E9-0791-4610-BB0E-E7F9816D825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FCB741-9B3E-4245-82B5-60D5ACC8FB7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63C67A89-1E0D-4480-98B7-1DC33205662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65435237-6D97-46B8-9AC3-5F73D3F67F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F38F47A-AE0A-4F66-BF21-EC74BF15DCB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EAFC2842-B4F9-4FA7-8021-64547B23933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C4C70FF7-F752-44C0-B44A-C882DF8046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a:t>
            </a:r>
          </a:p>
        </p:txBody>
      </p:sp>
    </p:spTree>
    <p:extLst>
      <p:ext uri="{BB962C8B-B14F-4D97-AF65-F5344CB8AC3E}">
        <p14:creationId xmlns:p14="http://schemas.microsoft.com/office/powerpoint/2010/main" val="5183334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216BC2-6BF0-4705-8081-640BDC100E0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9E70A4-7303-4882-8BB8-593F4F543F6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c74be742c37483b"/>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D6671A9-C17D-4E80-A3DA-5D5A80BF680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68E062-800F-49FA-8D17-B97F816982F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1774F343-CBF2-4085-945D-F72DCB0870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a:t>
            </a:r>
          </a:p>
        </p:txBody>
      </p:sp>
    </p:spTree>
    <p:extLst>
      <p:ext uri="{BB962C8B-B14F-4D97-AF65-F5344CB8AC3E}">
        <p14:creationId xmlns:p14="http://schemas.microsoft.com/office/powerpoint/2010/main" val="17444932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834D3C-818C-4CFB-B15C-D542F703A1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FE3172-C727-4B1F-8FFD-6F5C57229F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1A7CAA9-08F1-4473-B4BB-82A02E6BC0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A17924E-64DB-4720-A542-2D4B0539D82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DD1DB9A7-AC15-43BB-80D3-1B607401F7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a:t>
            </a:r>
          </a:p>
        </p:txBody>
      </p:sp>
    </p:spTree>
    <p:extLst>
      <p:ext uri="{BB962C8B-B14F-4D97-AF65-F5344CB8AC3E}">
        <p14:creationId xmlns:p14="http://schemas.microsoft.com/office/powerpoint/2010/main" val="5594559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5B68EB-0E53-4B1A-901C-3726563ADC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426AB9-6FC8-4073-BE26-E2D079A899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A5AAA30-E034-4CBD-A6CE-F7CE31CDF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A07894DF-A2BE-419F-B2F0-EECB5BFDB93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1D752D-320C-4B97-AAE7-03B1925DEB2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CE21ABBD-0186-42D1-A8B0-C34D585A23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8FDE9150-60AC-4A88-B9F9-D3EE2C7AAC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9</a:t>
            </a:r>
          </a:p>
        </p:txBody>
      </p:sp>
    </p:spTree>
    <p:extLst>
      <p:ext uri="{BB962C8B-B14F-4D97-AF65-F5344CB8AC3E}">
        <p14:creationId xmlns:p14="http://schemas.microsoft.com/office/powerpoint/2010/main" val="14956403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A4A711-594A-4677-826C-F036DE3C2D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679215-6574-4A02-BD96-90613683E6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04F5D2A-465A-4455-ABD4-606353DD6C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F97E5C39-0B14-480D-9AA8-81A7997FED9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ADF0D8-07AA-44DA-BBC2-5518B797E2F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3927FF11-4FD0-4E42-A655-1D1759D3746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2B2EEF40-1610-4A14-89E2-F6730DA6CB4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E9B703A-8E2D-4788-9EE6-2C217DACC8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7C15B23E-5587-4482-9389-1660CA23AA5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B65D7DB2-8D34-4C0D-9C5D-BDB00FD301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10</a:t>
            </a:r>
          </a:p>
        </p:txBody>
      </p:sp>
    </p:spTree>
    <p:extLst>
      <p:ext uri="{BB962C8B-B14F-4D97-AF65-F5344CB8AC3E}">
        <p14:creationId xmlns:p14="http://schemas.microsoft.com/office/powerpoint/2010/main" val="15300449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843CC-E301-437D-88F9-577D18ED99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F37BB8-EA4B-4F23-AE08-924BFA7B95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089178-BE1B-4CC9-8123-9C1EACEC6E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F50D7460-76FE-466E-8882-A87614900C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5ED68B-CE15-46C2-B979-5D38A59386B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D1FA6A30-2B36-42B4-8E4F-67AA7D6BC56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5A9BB4-96D9-49EB-8AF6-FC1D10B6FCB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57C442E6-1928-4536-B818-4DD83C29CAC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E45B47-7BE3-4D4D-B7CB-473FEE683A3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CC12EE5D-B3E1-4614-8FA2-09CF1A9CB30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9C607C-33DC-46C5-B818-62438666DB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EE2CFDFA-6142-4340-8F9D-CAAE21FF4A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11</a:t>
            </a:r>
          </a:p>
        </p:txBody>
      </p:sp>
    </p:spTree>
    <p:extLst>
      <p:ext uri="{BB962C8B-B14F-4D97-AF65-F5344CB8AC3E}">
        <p14:creationId xmlns:p14="http://schemas.microsoft.com/office/powerpoint/2010/main" val="118709466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71AA0D5-414D-4136-916B-7A5D94310B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7B3A4B-2BCD-4B11-B682-BDA197B5AD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FCCA61-3F93-4531-AC59-B3EB137B8B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DBD2369C-0139-4648-9312-078D6EB2E80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F90C73-8F35-4A07-8486-CE3AD7C3E37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1E0ECEB6-3169-40AE-9D9B-50E3B227B7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736597-ECA3-417B-A2B5-3A8C5BC8C6B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11377D05-3572-445F-B70A-476091287D6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460F75C3-7696-4526-A5BD-7BD51FD85AB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93B79F0-B2E5-446C-A06F-05EEEEFAA1E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23A26FF7-CE9A-41CC-B74E-4F2DBA270B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12</a:t>
            </a:r>
          </a:p>
        </p:txBody>
      </p:sp>
    </p:spTree>
    <p:extLst>
      <p:ext uri="{BB962C8B-B14F-4D97-AF65-F5344CB8AC3E}">
        <p14:creationId xmlns:p14="http://schemas.microsoft.com/office/powerpoint/2010/main" val="161423026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7F7170-13A7-4A6D-BDF8-EED50FC3F9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F6FC0B-125F-4BF1-94A3-E17D8EF451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AC151E-74A4-4E1C-BDF6-EADA53013B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99BE0C6F-4C68-4A1C-A1FF-58619C02C2D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123FFD-2396-4618-B40A-A6D7A71E8F1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FDBC35-E33D-4EBF-A99C-8AC4DD9C2BF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985F8417-E539-4C4C-ABAB-BDBCBCDF3F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D4417507-69E0-4328-8275-AB40BF326C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13</a:t>
            </a:r>
          </a:p>
        </p:txBody>
      </p:sp>
    </p:spTree>
    <p:extLst>
      <p:ext uri="{BB962C8B-B14F-4D97-AF65-F5344CB8AC3E}">
        <p14:creationId xmlns:p14="http://schemas.microsoft.com/office/powerpoint/2010/main" val="8731830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25774F-1E60-47D3-B81E-EBDABFDB0E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7F4A8A-8FDC-4E3D-9000-18F842CD58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870841-BAAD-4219-BDD5-190794933F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34F1F3BA-C34C-43BF-9734-2042F0D47B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322738-853E-443B-8612-2C66FB4F92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191393F0-BE1A-4B3B-BE3C-FED7A43D8F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9E665A-299E-444B-AE74-D448A65270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F517365E-CD6E-4DF2-8BF3-BB86CEB8634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A5D9CB-403E-427C-93FE-475AB1D6A44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590B508C-070E-4813-B46F-2B6C8687C3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14</a:t>
            </a:r>
          </a:p>
        </p:txBody>
      </p:sp>
    </p:spTree>
    <p:extLst>
      <p:ext uri="{BB962C8B-B14F-4D97-AF65-F5344CB8AC3E}">
        <p14:creationId xmlns:p14="http://schemas.microsoft.com/office/powerpoint/2010/main" val="2703202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F57E9E-E09E-4BD2-B49B-B8F80EDB00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445B11-2B78-48D3-86C2-42D04F8D55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1CBC083-5ECB-4918-B0F1-4AA3B80745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2493A31-59BA-4F93-99BA-1C6B67C858A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2991FAA1-CFFB-4D44-B1E3-8287B4E750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15</a:t>
            </a:r>
          </a:p>
        </p:txBody>
      </p:sp>
    </p:spTree>
    <p:extLst>
      <p:ext uri="{BB962C8B-B14F-4D97-AF65-F5344CB8AC3E}">
        <p14:creationId xmlns:p14="http://schemas.microsoft.com/office/powerpoint/2010/main" val="61474713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55D797-E6B2-41AE-B8EB-87D8FEC02A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8F99E6-FD63-4DF2-894E-BDE5103CCF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C7BD70-A480-493C-BCBB-57A5C3E712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B7967148-88B7-44C0-8CE7-0921969C59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D57A90-DDBC-4D09-9B30-1ED9EB2326C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C498AFDB-9CE6-4D3D-ACD6-7FFB1AC994B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1C9AAC7-8452-456C-8430-1E62B8F1C8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C37A68AB-8DE5-4F25-AACC-48444713DA2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78A737E1-B0C2-4177-BE44-8A1CF8C4CD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6EF86BBA-671E-4F3C-A08C-12E22F0048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16</a:t>
            </a:r>
          </a:p>
        </p:txBody>
      </p:sp>
    </p:spTree>
    <p:extLst>
      <p:ext uri="{BB962C8B-B14F-4D97-AF65-F5344CB8AC3E}">
        <p14:creationId xmlns:p14="http://schemas.microsoft.com/office/powerpoint/2010/main" val="173036629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1808DE-92E3-4EAF-9693-DE25FA66A3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5C1E4C-8F57-440B-8EFA-28D3382342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90C2F5-7C35-447C-A13F-AA73530555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6444B64-C3D5-4AA8-A573-CB875A955E3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E1396C49-8E63-4787-8F1E-2BD4D31488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17</a:t>
            </a:r>
          </a:p>
        </p:txBody>
      </p:sp>
    </p:spTree>
    <p:extLst>
      <p:ext uri="{BB962C8B-B14F-4D97-AF65-F5344CB8AC3E}">
        <p14:creationId xmlns:p14="http://schemas.microsoft.com/office/powerpoint/2010/main" val="12745335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AC8E79-8ABE-4FAF-BBBB-EFCE316E71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DA78F8-15CD-4F91-80A8-9E486644A1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B686CA-16EB-4BDC-84E4-D0449F7E3F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8EBC671E-DEF0-4AAB-8640-4DA6B8421E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CEB9EA-FD8F-411D-893B-FFFDA3A5F21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4060B985-712A-4434-8F05-9BF83B34C3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960D48-828A-44E1-8BE4-BB21DD240E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7E0992CF-69BE-4CDB-BE05-E8C441B1441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67A879-8610-4E55-A777-2BBF5F8ADD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4D2E7480-00B9-4C84-B055-F54D0317C4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18</a:t>
            </a:r>
          </a:p>
        </p:txBody>
      </p:sp>
    </p:spTree>
    <p:extLst>
      <p:ext uri="{BB962C8B-B14F-4D97-AF65-F5344CB8AC3E}">
        <p14:creationId xmlns:p14="http://schemas.microsoft.com/office/powerpoint/2010/main" val="44264458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A60FBD-7B2D-4DC8-9297-56F6925C78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0BDE8C-EDA5-4C90-A794-054DD1E4B0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75AB3AA-B8BC-4F5E-BF3B-0CA7DE494E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C9997AA0-CABD-4B25-93C0-39931FEA2A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974F11-5D00-4BF0-8109-B96D0B30B2F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848199E9-5664-44F5-84CB-418503D2D76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7142FCD-DA17-4DD5-862D-C54B4D98CA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0E37F3A8-2B2F-4495-8D8C-4676B907747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44BDCA3D-247F-43B3-AA51-FB89A58B8EF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87617565-4232-452D-91EB-7AB830017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19</a:t>
            </a:r>
          </a:p>
        </p:txBody>
      </p:sp>
    </p:spTree>
    <p:extLst>
      <p:ext uri="{BB962C8B-B14F-4D97-AF65-F5344CB8AC3E}">
        <p14:creationId xmlns:p14="http://schemas.microsoft.com/office/powerpoint/2010/main" val="134469325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375600-8006-48AF-8887-3FE05C1038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8A45C7-11D5-4D1E-A73F-7374DC8804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DD8956-CE82-4613-BC4C-634E9A8A5B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4EDD8E59-B136-4368-A023-3BBEF00788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756DAD6-6E38-4AEE-BC15-F7D7C2B1BBC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E36A7CE4-B415-4752-AEB5-E196EDBBB16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B4C974-661B-438D-AA41-DB1511FE2C0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1D4B6FF6-7086-41A2-8B5D-F6D099E625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F10065-ADE5-4FEC-9681-86ACE1E1BA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3B05E7C7-7EEB-45ED-8271-E2586E37F4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20</a:t>
            </a:r>
          </a:p>
        </p:txBody>
      </p:sp>
    </p:spTree>
    <p:extLst>
      <p:ext uri="{BB962C8B-B14F-4D97-AF65-F5344CB8AC3E}">
        <p14:creationId xmlns:p14="http://schemas.microsoft.com/office/powerpoint/2010/main" val="13623178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9FE3D9-CB39-4ABD-AFB5-2B0F325F4A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D5DC83-723A-4736-8468-F54AE365E9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2B45A9B-4543-479B-BCA1-0B344E9F2C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E0610AB-C369-4CF3-8892-B5E2529D6DE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58E6BADE-4081-4FA5-B52F-479576F3B7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21</a:t>
            </a:r>
          </a:p>
        </p:txBody>
      </p:sp>
    </p:spTree>
    <p:extLst>
      <p:ext uri="{BB962C8B-B14F-4D97-AF65-F5344CB8AC3E}">
        <p14:creationId xmlns:p14="http://schemas.microsoft.com/office/powerpoint/2010/main" val="1740224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097692-18B7-4B36-8E6F-139AF8A599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C5F8B7-8AFA-4886-A524-98B86C75FF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363345-5BF0-4475-BD4C-A288C8C67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AE9027A8-A40F-46EA-868A-8DE8EF0109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F193C3-E2C3-48AD-86A6-E9D0E5F9EFC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ABF4E591-EE05-4577-8ADE-0A3780A42FF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3045ABB-2D09-47AE-A2F8-1C449C2A9F0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E38C918E-FD4F-470B-894E-450136D0D4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2F502588-073A-4DA5-A0C0-7322C1F354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CAB5FCEA-DA7E-45F3-B95A-37BEE216E1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22</a:t>
            </a:r>
          </a:p>
        </p:txBody>
      </p:sp>
    </p:spTree>
    <p:extLst>
      <p:ext uri="{BB962C8B-B14F-4D97-AF65-F5344CB8AC3E}">
        <p14:creationId xmlns:p14="http://schemas.microsoft.com/office/powerpoint/2010/main" val="37469711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BADB97-1FFB-4E15-8D4E-E9F4378966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8A1789-2736-4CE1-AEFD-C77DEBC750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EF4E8C-46B6-403C-B8A7-6E97696800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90F76587-08D8-4EE2-9447-EE2BADC2E5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0EF0F1-A59A-4E80-ACC7-6BF4ED37AFA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DC1B8C20-5633-4D86-A032-A52F73A421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62C5C0-618F-43C3-A61A-A0F24DD25C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64DC4D89-D3DA-49BD-8E38-5C30611972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79EBEB-FAAE-447C-8715-A19DCBCBAD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19E43245-B4E4-4C41-8326-3A97571D57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23</a:t>
            </a:r>
          </a:p>
        </p:txBody>
      </p:sp>
    </p:spTree>
    <p:extLst>
      <p:ext uri="{BB962C8B-B14F-4D97-AF65-F5344CB8AC3E}">
        <p14:creationId xmlns:p14="http://schemas.microsoft.com/office/powerpoint/2010/main" val="119982251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AD7A5EA-D9F6-494F-A954-61A4122C29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7E3544-91EE-4AFA-9D56-1BE3552912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4C010C-A803-4E3F-8914-B1C13F4D8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C3458402-50A8-4FFA-AFBA-3D42EB36974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BEF9A8-24C0-4E8C-8310-230E66FA38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BE447EE9-0040-4CAA-9905-CD6B2269757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294486-B9EE-4F62-9CBE-B097F55482B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7F844584-9D6C-4065-944F-AAB6624DE7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0130D0AB-6BD4-4118-B548-D93F1A4B04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24</a:t>
            </a:r>
          </a:p>
        </p:txBody>
      </p:sp>
    </p:spTree>
    <p:extLst>
      <p:ext uri="{BB962C8B-B14F-4D97-AF65-F5344CB8AC3E}">
        <p14:creationId xmlns:p14="http://schemas.microsoft.com/office/powerpoint/2010/main" val="84941895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FD20C-C2C0-4BFE-AD1E-4FFF982EA9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C32331-D582-4E24-AD7E-7C3FDC87FF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A1E618-A98B-4CB2-85A1-7551D3A907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3A637AC4-24FD-444A-BAF9-FC20C8C03A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5EBCDA-E3B1-4865-94DE-982B123404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FE0C5905-2763-4865-9033-A424CBAFF98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B954EB-9B35-47A5-ACEC-FF8A1578D0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AA50516C-9ED7-4D3B-A840-60F085C7A14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7671B0-FA73-4682-9C5B-255B36E10F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98DA225E-F2C8-48CF-AD24-46860DAF67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25</a:t>
            </a:r>
          </a:p>
        </p:txBody>
      </p:sp>
    </p:spTree>
    <p:extLst>
      <p:ext uri="{BB962C8B-B14F-4D97-AF65-F5344CB8AC3E}">
        <p14:creationId xmlns:p14="http://schemas.microsoft.com/office/powerpoint/2010/main" val="106599566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4EF83E-8503-4080-B803-5DEB3DE7F6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E1E748-63B6-42B8-B7A7-3E6CAEC6FE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EBD3E6-E4A2-4E89-8773-E14D11F4F7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CD26A102-5E0F-4DBD-846E-B16DF3D7234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24086B-ECF1-40A7-BB0C-84B19016C6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58B80331-D052-4527-876E-8D51C85E166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17CC72-B215-4AAF-BF77-15CA6248BF6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4BA2E2F6-A43F-4948-BCBC-2C7A47F5D17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3B738389-FC75-420C-AAEB-1ED993469A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C6F4DF12-80E6-4B03-B6DA-42DC58EA4A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26</a:t>
            </a:r>
          </a:p>
        </p:txBody>
      </p:sp>
    </p:spTree>
    <p:extLst>
      <p:ext uri="{BB962C8B-B14F-4D97-AF65-F5344CB8AC3E}">
        <p14:creationId xmlns:p14="http://schemas.microsoft.com/office/powerpoint/2010/main" val="3704655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89566D-2B54-4E1D-AD65-7B66F78069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D11B59-B473-4900-A2A1-4C27F3E07F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5F5AA6-EDAF-4D7C-9DFC-97FC35134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02C76BC7-C56D-446A-87F8-52BCD40FE7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558B27-76F4-4ACE-BA0A-4B11E220FC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2CCF44C1-690F-4CE9-BB2C-7DF9D0EE5E5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F1398C-39A0-4680-8E86-AEC440E8D9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F290F92E-EE5B-4262-A85E-6BCC1D52C4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A49C58-A505-413E-A94A-41E710A6F46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3949C7BF-6222-41F4-941D-3836CD86E1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27</a:t>
            </a:r>
          </a:p>
        </p:txBody>
      </p:sp>
    </p:spTree>
    <p:extLst>
      <p:ext uri="{BB962C8B-B14F-4D97-AF65-F5344CB8AC3E}">
        <p14:creationId xmlns:p14="http://schemas.microsoft.com/office/powerpoint/2010/main" val="168761080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2063AC-919C-4CEA-9F42-912055C732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F183CD-7F1E-4AF8-9A36-65F998C424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7A9EE7F-1FE2-4599-A2D5-A3AC985301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79A72D32-E918-4347-BBE8-95957D32841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C14378-4231-403B-A8CD-0E53136197C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Length, width and area</a:t>
            </a:r>
          </a:p>
        </p:txBody>
      </p:sp>
      <p:sp>
        <p:nvSpPr>
          <p:cNvPr id="6" name="">
            <a:extLst xmlns:a="http://schemas.openxmlformats.org/drawingml/2006/main">
              <a:ext uri="{FF2B5EF4-FFF2-40B4-BE49-F238E27FC236}">
                <a16:creationId xmlns:a16="http://schemas.microsoft.com/office/drawing/2014/main" id="{E0F96080-68BA-41B5-B374-40E18EE9909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Length and width are distances in metres (m). A rectangle’s area is length × width, measured in square metres (m²).</a:t>
            </a:r>
          </a:p>
        </p:txBody>
      </p:sp>
      <p:sp>
        <p:nvSpPr>
          <p:cNvPr id="7" name="">
            <a:extLst xmlns:a="http://schemas.openxmlformats.org/drawingml/2006/main">
              <a:ext uri="{FF2B5EF4-FFF2-40B4-BE49-F238E27FC236}">
                <a16:creationId xmlns:a16="http://schemas.microsoft.com/office/drawing/2014/main" id="{82165AA1-165E-4C99-A8FB-C0491093397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0BE4A4D-0C14-4258-8886-C6B2428F6C0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Thickness and density</a:t>
            </a:r>
          </a:p>
        </p:txBody>
      </p:sp>
      <p:sp>
        <p:nvSpPr>
          <p:cNvPr id="9" name="">
            <a:extLst xmlns:a="http://schemas.openxmlformats.org/drawingml/2006/main">
              <a:ext uri="{FF2B5EF4-FFF2-40B4-BE49-F238E27FC236}">
                <a16:creationId xmlns:a16="http://schemas.microsoft.com/office/drawing/2014/main" id="{9C2E2F65-D8CA-40C9-BADC-6D63235A285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Thickness is the third distance. Area × thickness gives volume in m³. Density is mass per volume, in kg/m³; volume × density gives mass in kg.</a:t>
            </a:r>
          </a:p>
        </p:txBody>
      </p:sp>
      <p:sp>
        <p:nvSpPr>
          <p:cNvPr id="10" name="">
            <a:extLst xmlns:a="http://schemas.openxmlformats.org/drawingml/2006/main">
              <a:ext uri="{FF2B5EF4-FFF2-40B4-BE49-F238E27FC236}">
                <a16:creationId xmlns:a16="http://schemas.microsoft.com/office/drawing/2014/main" id="{C8AF6E85-73E9-41C8-8EC6-12D4E8CF5B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28</a:t>
            </a:r>
          </a:p>
        </p:txBody>
      </p:sp>
    </p:spTree>
    <p:extLst>
      <p:ext uri="{BB962C8B-B14F-4D97-AF65-F5344CB8AC3E}">
        <p14:creationId xmlns:p14="http://schemas.microsoft.com/office/powerpoint/2010/main" val="120037305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DBE590-3363-49E9-A881-0A58BD6702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698103-139E-43C9-8C72-11EA2045AD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C68505-C8EE-4513-BF3F-84DC09665B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BE21EF43-965C-4138-B7FD-C4BF0300584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40AC00-7216-45E7-8E08-4EBA641B404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8EFABB-4E79-4675-A92D-69C16E695DD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rectangular floor is 5 m long and 3 m wide.</a:t>
            </a:r>
          </a:p>
        </p:txBody>
      </p:sp>
      <p:sp>
        <p:nvSpPr>
          <p:cNvPr id="7" name="">
            <a:extLst xmlns:a="http://schemas.openxmlformats.org/drawingml/2006/main">
              <a:ext uri="{FF2B5EF4-FFF2-40B4-BE49-F238E27FC236}">
                <a16:creationId xmlns:a16="http://schemas.microsoft.com/office/drawing/2014/main" id="{640E6AF6-1E08-4082-B556-C2D69C19D81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Area = length × width = 15 m².</a:t>
            </a:r>
          </a:p>
        </p:txBody>
      </p:sp>
      <p:sp>
        <p:nvSpPr>
          <p:cNvPr id="8" name="">
            <a:extLst xmlns:a="http://schemas.openxmlformats.org/drawingml/2006/main">
              <a:ext uri="{FF2B5EF4-FFF2-40B4-BE49-F238E27FC236}">
                <a16:creationId xmlns:a16="http://schemas.microsoft.com/office/drawing/2014/main" id="{366F2532-970A-496D-A326-0F27471D69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29</a:t>
            </a:r>
          </a:p>
        </p:txBody>
      </p:sp>
    </p:spTree>
    <p:extLst>
      <p:ext uri="{BB962C8B-B14F-4D97-AF65-F5344CB8AC3E}">
        <p14:creationId xmlns:p14="http://schemas.microsoft.com/office/powerpoint/2010/main" val="188591530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BBFD39-9F7B-4ACA-90AD-291212EB1B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FF2344-51BF-4105-B92A-043B66FF2C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C258DD-53DD-4654-B26C-DB20230EC3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36F4587F-EA14-4F29-8E29-E91392B623A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5BD26C-E194-4499-A6B8-9D61660703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length_m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width_m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area_m2 = length_m * width_m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print(area_m2)</a:t>
            </a:r>
          </a:p>
        </p:txBody>
      </p:sp>
      <p:sp>
        <p:nvSpPr>
          <p:cNvPr id="6" name="">
            <a:extLst xmlns:a="http://schemas.openxmlformats.org/drawingml/2006/main">
              <a:ext uri="{FF2B5EF4-FFF2-40B4-BE49-F238E27FC236}">
                <a16:creationId xmlns:a16="http://schemas.microsoft.com/office/drawing/2014/main" id="{57FC07AF-A025-401A-B052-F59771A9259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CA33DCD-D0BE-4598-83DB-24801C03BA7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4C8FBF3-54DF-4A71-838F-A8094AFEB8B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053E6411-1DBB-49B2-9A93-F533513FB1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37AA6B70-27AC-4684-A3F2-7CBADDC278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30</a:t>
            </a:r>
          </a:p>
        </p:txBody>
      </p:sp>
    </p:spTree>
    <p:extLst>
      <p:ext uri="{BB962C8B-B14F-4D97-AF65-F5344CB8AC3E}">
        <p14:creationId xmlns:p14="http://schemas.microsoft.com/office/powerpoint/2010/main" val="141707437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B88BD2-F4DD-4843-8079-C43AB9714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495A36-046F-4968-A161-64BA990DD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C44FBFC-20F4-4218-9998-8E6EDBB7A9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9BE29C5-43B0-4912-9A14-F9049E2A672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958002CF-23D3-4AAF-BC5C-2647124EA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31</a:t>
            </a:r>
          </a:p>
        </p:txBody>
      </p:sp>
    </p:spTree>
    <p:extLst>
      <p:ext uri="{BB962C8B-B14F-4D97-AF65-F5344CB8AC3E}">
        <p14:creationId xmlns:p14="http://schemas.microsoft.com/office/powerpoint/2010/main" val="22150792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32E0E6-91EE-429B-8ED4-81300E2E0D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C87FE-67F2-4B97-BE88-BB91AD1462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387433-89EB-476D-B802-AA972C5E3E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03B2640A-E84C-4635-B19C-E3EF3936F3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1B8496-78DF-4021-A9B6-D5BF64D9AE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1A233D87-7AD0-4BD9-B761-28DE574FE97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CD6987-1B6E-444F-A21F-E43D05C7F0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7628AA69-D759-4F96-B6FC-D54D000B938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2DB160-245A-46B2-B4D4-F98450A7A8A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3DD0B8DA-41EA-4567-BEB2-070DA4ADD6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32</a:t>
            </a:r>
          </a:p>
        </p:txBody>
      </p:sp>
    </p:spTree>
    <p:extLst>
      <p:ext uri="{BB962C8B-B14F-4D97-AF65-F5344CB8AC3E}">
        <p14:creationId xmlns:p14="http://schemas.microsoft.com/office/powerpoint/2010/main" val="85350754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716E60-4F92-4122-9807-317A70E29C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97E157-4F45-424E-B010-03C74A74FF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49D5C8E-18F3-408E-858B-6D013BCA65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A9B21D9-0A35-425B-8789-03FFA908851B}"/>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02F74E86-CE61-4943-9D2E-C6365BF52C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33</a:t>
            </a:r>
          </a:p>
        </p:txBody>
      </p:sp>
    </p:spTree>
    <p:extLst>
      <p:ext uri="{BB962C8B-B14F-4D97-AF65-F5344CB8AC3E}">
        <p14:creationId xmlns:p14="http://schemas.microsoft.com/office/powerpoint/2010/main" val="124941335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C44872-D3DB-49C2-82CB-5D772EB8C3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749F1C-73A2-42D3-B904-1CEA5A5818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915B707-E049-46B1-B8F4-FEE4FCA141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FF13087-690E-410A-9FD9-FEC9EBAA7CE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7829ABCF-B132-4E5A-8082-6A82EF7B98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34</a:t>
            </a:r>
          </a:p>
        </p:txBody>
      </p:sp>
    </p:spTree>
    <p:extLst>
      <p:ext uri="{BB962C8B-B14F-4D97-AF65-F5344CB8AC3E}">
        <p14:creationId xmlns:p14="http://schemas.microsoft.com/office/powerpoint/2010/main" val="160976340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D7981B-86CD-453E-9511-D811539DE1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FFB1C9-5903-471B-8B5F-DDBCBD6D48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134428-FF77-45E9-91CC-0ADBADEBC2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0DF3E84D-306C-40B2-8687-8979891923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9BF501-E43B-4F41-8070-5A807EC995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9E548E0C-DAF3-492C-9670-66CA6695807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D2482E-06F6-48BF-B604-467A427816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F15C1F36-0956-439A-90B5-E7EAAB5BF85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8A580779-0BBF-484F-A0CA-569C133DC3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968FB59F-9A72-453C-8A96-50840353DD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35</a:t>
            </a:r>
          </a:p>
        </p:txBody>
      </p:sp>
    </p:spTree>
    <p:extLst>
      <p:ext uri="{BB962C8B-B14F-4D97-AF65-F5344CB8AC3E}">
        <p14:creationId xmlns:p14="http://schemas.microsoft.com/office/powerpoint/2010/main" val="7748926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B62A49-67A8-406D-910B-4A6AD2CAF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2B520F-64C7-4D2F-8683-0C77AA283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1AA7E1-AF2A-4135-B01D-B12CFE1CA4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416D353D-D20D-4A22-8860-E33F085AFB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DC81DE-64A9-4B98-A29F-03A9491E506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962DFCEF-25C2-41AD-A938-042FF7D167A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0DE94E-1988-47B6-85FE-1244690E1EC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EA8E24DA-B861-478D-980D-AE69A6B9CAE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363B64-C0BB-4CD6-A200-0ABDC0DF21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DA076B81-72AF-48E4-9D05-2F91AFAE12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36</a:t>
            </a:r>
          </a:p>
        </p:txBody>
      </p:sp>
    </p:spTree>
    <p:extLst>
      <p:ext uri="{BB962C8B-B14F-4D97-AF65-F5344CB8AC3E}">
        <p14:creationId xmlns:p14="http://schemas.microsoft.com/office/powerpoint/2010/main" val="109988745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E3067D-975B-4B16-AE92-BB18A7A551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BC7C41-3155-4D3A-9608-75E42A3B21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AA070B-0940-4606-A137-EDAFE1AA34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F3362533-270B-4244-BF47-95B17647B2D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133B1C-53E6-4D74-89FF-3F70299D31E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7709CA05-C23B-46B0-9C71-E24910F5B08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1C622D-2EA3-4AD9-82D8-6337491820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C55EC562-8968-4123-9E64-7BEC038523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148819A0-1616-47F3-AE49-78220A7BC9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D9FBD964-69CA-4E1E-A91E-13FE5372EF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37</a:t>
            </a:r>
          </a:p>
        </p:txBody>
      </p:sp>
    </p:spTree>
    <p:extLst>
      <p:ext uri="{BB962C8B-B14F-4D97-AF65-F5344CB8AC3E}">
        <p14:creationId xmlns:p14="http://schemas.microsoft.com/office/powerpoint/2010/main" val="25836204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39691D-2411-4881-9EC1-A7A8D570AE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7398C1-2199-43B1-A729-4BF2A2B0B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7C1EF04-079A-477C-B65D-B2E26B1652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B9FF686-E494-4138-9269-F7F4CF2830B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71CD79F5-E2AA-406B-A624-302AB60E5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38</a:t>
            </a:r>
          </a:p>
        </p:txBody>
      </p:sp>
    </p:spTree>
    <p:extLst>
      <p:ext uri="{BB962C8B-B14F-4D97-AF65-F5344CB8AC3E}">
        <p14:creationId xmlns:p14="http://schemas.microsoft.com/office/powerpoint/2010/main" val="18825562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F8BE70-D332-426F-9C69-C1C05E2D2B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9E8A11-C4DA-4720-ACF0-6ED5C754BF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E14AEA-42AD-4D85-8DEF-9E1265128B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7839FB16-0F01-489E-8E41-6E2EE783565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DCAADA-2E5C-4817-972D-FE28DA314A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48485172-CA04-4360-8B68-2206FB0B046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988195-0271-49B1-853D-66310F9CD10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4B2C7814-9AE4-4928-91E9-89553275504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B453D3-BDC8-464D-A173-8A305A83D3D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6E511A2D-9158-41E8-B399-D64A665F77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39</a:t>
            </a:r>
          </a:p>
        </p:txBody>
      </p:sp>
    </p:spTree>
    <p:extLst>
      <p:ext uri="{BB962C8B-B14F-4D97-AF65-F5344CB8AC3E}">
        <p14:creationId xmlns:p14="http://schemas.microsoft.com/office/powerpoint/2010/main" val="98457100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C52EE38-A136-4685-8FD6-3BA6776D28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C523A2-DD76-40B6-B668-F6FB4C10D3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E308462-757B-4931-B6C6-2776C73C38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F0920B00-BAEA-4F05-A4D8-B4C6B646CD5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CC6098-DA8C-44D9-AF12-AC7D87A68CC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82D7A7BC-F17F-408D-BE96-EC220AC34B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159A058-0282-497F-A8C5-705411C6112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EB583D6F-D85A-4087-8C0C-33183B7FA0D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D186FD6-12AB-4A39-AE77-E3D169832C7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1BC4B167-D4D7-4708-B21E-DC4F9AD623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C7B699BE-58D2-4ED0-BDE4-3C999E58C3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40</a:t>
            </a:r>
          </a:p>
        </p:txBody>
      </p:sp>
    </p:spTree>
    <p:extLst>
      <p:ext uri="{BB962C8B-B14F-4D97-AF65-F5344CB8AC3E}">
        <p14:creationId xmlns:p14="http://schemas.microsoft.com/office/powerpoint/2010/main" val="77135980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D5F370-61CC-4F76-B464-075B04018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C1B6B6-0DBB-418E-8D03-CD744A050D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298C91-69B5-4E09-AA39-3048BBFE7B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F9D1917-079B-449A-928D-9545917DD9E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71CF76A9-EEC9-491C-B9C5-B396F04C88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41</a:t>
            </a:r>
          </a:p>
        </p:txBody>
      </p:sp>
    </p:spTree>
    <p:extLst>
      <p:ext uri="{BB962C8B-B14F-4D97-AF65-F5344CB8AC3E}">
        <p14:creationId xmlns:p14="http://schemas.microsoft.com/office/powerpoint/2010/main" val="86502560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7A8871-6B14-469A-9836-D1E3A2062B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890FAD-C333-4000-B513-9A65D72AC6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9CEBA2-B830-44BD-9306-209A304CE3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C4321128-9970-4089-950A-88C9CCE0E56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41F76F-4565-45E8-84E5-058C0C41EDD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71E7F1-4010-490B-94C7-DDC8495892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69D28736-8703-4ADA-9637-90F36451AD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38702B15-1036-4D85-9D81-8DAD2E21DC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42</a:t>
            </a:r>
          </a:p>
        </p:txBody>
      </p:sp>
    </p:spTree>
    <p:extLst>
      <p:ext uri="{BB962C8B-B14F-4D97-AF65-F5344CB8AC3E}">
        <p14:creationId xmlns:p14="http://schemas.microsoft.com/office/powerpoint/2010/main" val="175994570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496E811-62AF-41A6-93D5-E72F61FE31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C0050F-3CBD-451B-BE1F-724025898C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A8FFD8-63F1-44E5-8D00-693ED9C968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C8E3B4FC-5464-4BE6-ADA9-9A5A832EC9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2ECE0F-9775-4EA4-9017-8260639DD86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382A5C4E-DB90-4C52-90D6-8D39D53FCC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BFA112A-CD10-4D29-BDDC-73EC42D109F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C7EF95F4-E038-48EF-8373-FA6E0BCD63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4FB50B5B-B1A5-4D49-89B2-0819C169A7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43</a:t>
            </a:r>
          </a:p>
        </p:txBody>
      </p:sp>
    </p:spTree>
    <p:extLst>
      <p:ext uri="{BB962C8B-B14F-4D97-AF65-F5344CB8AC3E}">
        <p14:creationId xmlns:p14="http://schemas.microsoft.com/office/powerpoint/2010/main" val="76314161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0ADAFF-C18E-4B0E-8352-79331A51F9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BDAD5D-F1E1-46DF-8CF7-B26E793139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85292F0-9D51-469F-9557-38879CD975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5C0DC75-5366-4ED9-A137-A7011C31828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7E1FA5AD-571A-4E6F-BA54-34AA9B1B5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44</a:t>
            </a:r>
          </a:p>
        </p:txBody>
      </p:sp>
    </p:spTree>
    <p:extLst>
      <p:ext uri="{BB962C8B-B14F-4D97-AF65-F5344CB8AC3E}">
        <p14:creationId xmlns:p14="http://schemas.microsoft.com/office/powerpoint/2010/main" val="89367497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1BDA91-3827-4F95-BE1E-FCEEDE49F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E45043-767D-4496-9696-4053B79D1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EA4031-25AE-4179-B83E-831E39A4A9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61917909-47C7-4D3D-B1E4-42E78C66A4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A24831-D286-4110-AA59-99F5A280B4D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2E08EB0F-CE49-400C-A2C6-5E17AF8E96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E7EB94-C705-4EFE-BFBE-D3A21A1132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0011BB2E-51D0-45DD-BF22-3D7BED30CDF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0FB4EF-C024-49E8-B7D3-9189923F13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9C82B909-7714-48D1-AD4D-5CFF95B26E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45</a:t>
            </a:r>
          </a:p>
        </p:txBody>
      </p:sp>
    </p:spTree>
    <p:extLst>
      <p:ext uri="{BB962C8B-B14F-4D97-AF65-F5344CB8AC3E}">
        <p14:creationId xmlns:p14="http://schemas.microsoft.com/office/powerpoint/2010/main" val="106681428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6BF8A0-5375-4433-80D1-6FF2A2E827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CB7CD7-EF5F-489A-92F0-C831C530FB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F699574-E3BC-4094-9574-5A8079DC4F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CA68952-B9A5-45D6-B359-B6552B07736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26D33B91-CD9E-4377-A26E-A3AE2AE6CF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46</a:t>
            </a:r>
          </a:p>
        </p:txBody>
      </p:sp>
    </p:spTree>
    <p:extLst>
      <p:ext uri="{BB962C8B-B14F-4D97-AF65-F5344CB8AC3E}">
        <p14:creationId xmlns:p14="http://schemas.microsoft.com/office/powerpoint/2010/main" val="165362657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7A5533-5BA5-4DFB-A505-8B9D1685BB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893BE7-85D7-44CF-85B9-E08DE6F10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BEBBD7-9996-4AAC-93BE-E82A0B4DC5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03C7CA31-56E6-4CB4-84FE-85C8584C603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FC185A-05C8-4FF9-BF8E-B17EABF882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C69C2C76-7587-4FBE-AB7B-E1B4FE90D91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66136FD-B229-4B0A-B0B0-837D67129CE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7C7EF8AD-E00C-48FC-92AF-E6E22CC8342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04DFB0D8-6159-40F8-8D2D-A16945F13A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BAD06FA8-3B2B-42E9-8A45-BB650084D7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47</a:t>
            </a:r>
          </a:p>
        </p:txBody>
      </p:sp>
    </p:spTree>
    <p:extLst>
      <p:ext uri="{BB962C8B-B14F-4D97-AF65-F5344CB8AC3E}">
        <p14:creationId xmlns:p14="http://schemas.microsoft.com/office/powerpoint/2010/main" val="45331111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8AFA3D-95C8-4A0A-B490-2D6AF54FCF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CCE229-7BF7-4E75-96D7-4F586D65E2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D82B3C-3E84-49FA-8DA8-B25E18F4E0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A0BBE349-BD94-413A-8AA5-C811EF8D85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B59745-68FF-49BC-ADA6-6DA8E73C0C5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76F5C3EC-7DC8-42D2-99C4-80BCCDD5853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2FCB26-C276-40BE-A98B-CFA30A33F6A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DDE2AE0A-9C21-48DA-BC22-6830DBFEE7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1D64D1-0E88-47A4-BC5D-B43C7A04BE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will demonstrate that guard inside a function after learning how def and return work.</a:t>
            </a:r>
          </a:p>
        </p:txBody>
      </p:sp>
      <p:sp>
        <p:nvSpPr>
          <p:cNvPr id="10" name="">
            <a:extLst xmlns:a="http://schemas.openxmlformats.org/drawingml/2006/main">
              <a:ext uri="{FF2B5EF4-FFF2-40B4-BE49-F238E27FC236}">
                <a16:creationId xmlns:a16="http://schemas.microsoft.com/office/drawing/2014/main" id="{D5C541E7-ADC8-4BF5-A4E3-4B44CDB9DA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48</a:t>
            </a:r>
          </a:p>
        </p:txBody>
      </p:sp>
    </p:spTree>
    <p:extLst>
      <p:ext uri="{BB962C8B-B14F-4D97-AF65-F5344CB8AC3E}">
        <p14:creationId xmlns:p14="http://schemas.microsoft.com/office/powerpoint/2010/main" val="134489685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C5C1EF-09FA-4795-82A8-FC1CE19577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D9E63B-FA8D-446A-9D91-A6E94A6FB3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5167192-3ACD-47E1-A7FA-9BD120FAE3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C1DA513F-5623-4907-BF15-21AD4D2EA45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487965-8DA9-49D7-9115-B5C91A4D067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A525F562-DBE3-4E8A-B38C-CCC982BD858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D9CDCA50-0AC4-4679-8C8E-DEF71AAC6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49</a:t>
            </a:r>
          </a:p>
        </p:txBody>
      </p:sp>
    </p:spTree>
    <p:extLst>
      <p:ext uri="{BB962C8B-B14F-4D97-AF65-F5344CB8AC3E}">
        <p14:creationId xmlns:p14="http://schemas.microsoft.com/office/powerpoint/2010/main" val="2979394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C9EB1F-0F22-49CA-ACCE-8A2FC5B56E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A318CA-214D-4C48-8C33-946C8ABF77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E0FC960-2ADF-46A9-89EE-4783E6F720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1CFF7409-25CB-44FE-9E1E-730482DB1BF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81FB55-8C6B-4558-9FF9-B4F3310E1C9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A96A04DB-7970-4E00-8390-29BF95350D3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4D9B68B4-9B0A-4ADE-A89F-368658ABC3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50</a:t>
            </a:r>
          </a:p>
        </p:txBody>
      </p:sp>
    </p:spTree>
    <p:extLst>
      <p:ext uri="{BB962C8B-B14F-4D97-AF65-F5344CB8AC3E}">
        <p14:creationId xmlns:p14="http://schemas.microsoft.com/office/powerpoint/2010/main" val="4597546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A50956-E895-47C4-B2D4-341B854C1A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EECDE8-18EE-4F77-9C7B-8E65FD7639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7A8961-CB45-43A1-AA14-E46C8C1160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729EE689-80DA-4275-8AB9-8263924A28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552D27-A943-41A8-B495-ABF939FC75F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9BE338DA-B751-42CE-874F-DA602908F50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F91BCD-EBE7-4727-8CD8-1B6587E78F0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16D0F711-D9EB-426D-8CD7-BFB12B0DA4E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0CAD17-29FA-44B3-A505-847719EE8C5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682D414F-34B2-4A6D-B3BA-5AADAF3A2EE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3EC2CC-E7B2-4BDA-9E7F-1F766724555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0D9EE92E-452E-46A1-9106-A0D51D386D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51</a:t>
            </a:r>
          </a:p>
        </p:txBody>
      </p:sp>
    </p:spTree>
    <p:extLst>
      <p:ext uri="{BB962C8B-B14F-4D97-AF65-F5344CB8AC3E}">
        <p14:creationId xmlns:p14="http://schemas.microsoft.com/office/powerpoint/2010/main" val="154287198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1A9B7E-390D-45B9-98BC-733E4CACFC7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6ED422-74EA-4134-BDB9-C5EFB574EC5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56bec3f8737412b"/>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E02A8E3-9352-4BD5-9317-4515EFC747D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285118-D7F0-4054-B718-FF30AAA93AD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2ED68783-A484-4727-803A-FE9A13FC30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52</a:t>
            </a:r>
          </a:p>
        </p:txBody>
      </p:sp>
    </p:spTree>
    <p:extLst>
      <p:ext uri="{BB962C8B-B14F-4D97-AF65-F5344CB8AC3E}">
        <p14:creationId xmlns:p14="http://schemas.microsoft.com/office/powerpoint/2010/main" val="193095253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37A6EC-AC44-4293-8BA4-605D93F396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ECDCB4-825E-4FDB-9F68-DFF38B051D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981066-72CF-4E60-9892-86D786879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D737CBE0-2E67-4C19-BED1-C0C13629A6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F0082A-3B1B-4E0A-96CC-5D35028384D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8657E997-57E0-4114-B18E-89FF7E55F2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4A4F3E3-6838-4982-8A5E-7B557CC05E5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F07E320-A788-4C25-ADDE-F51995714C0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9EB9981-AB5A-4C4B-8466-BAA41DCB239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D6020233-21DB-4BE4-9CEF-C74763671F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53</a:t>
            </a:r>
          </a:p>
        </p:txBody>
      </p:sp>
    </p:spTree>
    <p:extLst>
      <p:ext uri="{BB962C8B-B14F-4D97-AF65-F5344CB8AC3E}">
        <p14:creationId xmlns:p14="http://schemas.microsoft.com/office/powerpoint/2010/main" val="122825158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CF9E0D-3469-400B-AC42-FDB9D660C8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145D1-44D0-471D-B8F4-F2E709B07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04D3B74-F5F1-4E95-B6B2-39E615E67D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4A1AC34-9B60-43EF-81D3-6CE2B534403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0FBDADD9-58FC-45C4-B7C4-23C8E73182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54</a:t>
            </a:r>
          </a:p>
        </p:txBody>
      </p:sp>
    </p:spTree>
    <p:extLst>
      <p:ext uri="{BB962C8B-B14F-4D97-AF65-F5344CB8AC3E}">
        <p14:creationId xmlns:p14="http://schemas.microsoft.com/office/powerpoint/2010/main" val="105270784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10FD2B-6049-4563-8B17-F5FB0F98E8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15552B-BD58-4B5D-A0C3-285678D54D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8EB282-213F-4CF5-9DF4-8A75A81D9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F5D30A46-47AE-4360-96A7-D80F975733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AEC504-B838-4DD3-8134-09F1C97E85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336CBD91-1A02-4B73-B2A3-D165E21B52C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18BEE0-3BEC-4FDB-A0AA-0406172FB63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4705DB30-103A-4E1C-80DF-75F9036E68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DB39FA-F78B-422B-9415-01E66FF0EE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0FAF3F89-1CA8-46BF-AEFA-F96254B3F0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55</a:t>
            </a:r>
          </a:p>
        </p:txBody>
      </p:sp>
    </p:spTree>
    <p:extLst>
      <p:ext uri="{BB962C8B-B14F-4D97-AF65-F5344CB8AC3E}">
        <p14:creationId xmlns:p14="http://schemas.microsoft.com/office/powerpoint/2010/main" val="138027245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E8453E-A9E5-47C1-885E-DF38C69DAA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9354F5-27F9-46A8-B78B-1A8D98EE32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5F2D4A-0462-47AD-9878-CE05FD7A23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4BE74D4F-5893-4823-9EA5-44FEC3C12EF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01DFD2-0AC8-4619-93E2-24F71C524AF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A940FE02-8616-4C8F-9FB0-BB64A32DD8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F3BB63-7E9F-4979-9FD1-42A1690C3BB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01BE79B-FA81-42EF-841F-045D31D1B64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444FDFCE-4DCF-4338-91B6-2A3CAC5FD9F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262B095-DCB4-4EBF-90C6-825E924B151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7AAB6623-8610-4FFD-AABF-397083C8D5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56</a:t>
            </a:r>
          </a:p>
        </p:txBody>
      </p:sp>
    </p:spTree>
    <p:extLst>
      <p:ext uri="{BB962C8B-B14F-4D97-AF65-F5344CB8AC3E}">
        <p14:creationId xmlns:p14="http://schemas.microsoft.com/office/powerpoint/2010/main" val="173108431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818562-3847-4E66-86DB-F50D2897E9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E9498A-403E-40C9-9147-A628A85BD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D21D2E-E3E3-41B4-B55A-CC8850492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418DC23F-5E18-4A96-A984-3CE937E87C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2C0DDE-6284-430F-A8F2-555F4AB09DB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B39E4CFC-DD33-4317-BA92-E07E53ABFEA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11069C-7B2F-4570-9329-EA8420BF2F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FABD0BAF-E93C-419D-9064-840AA54546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2DBE6A-C10C-4AD0-8B35-C60FB46F28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964FF1AD-5096-4636-B922-BAB58666BF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57</a:t>
            </a:r>
          </a:p>
        </p:txBody>
      </p:sp>
    </p:spTree>
    <p:extLst>
      <p:ext uri="{BB962C8B-B14F-4D97-AF65-F5344CB8AC3E}">
        <p14:creationId xmlns:p14="http://schemas.microsoft.com/office/powerpoint/2010/main" val="203393730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1F323E-3F68-4C91-BF78-3294DB15A5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0D1023-DCA3-4A1B-B846-D776A77F8E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FDF2AE-9D81-4D45-90F7-875CD025F4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0FC522DF-4E12-44E7-A943-07F7CD1128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0069A8-F85C-4C50-AA9E-2E733B68B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2B2A771-FC40-4B72-9216-A9D2184E824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96945025-253E-4675-BE6E-9D9A7B17197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94DF09CF-F373-4300-B532-236A058074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58</a:t>
            </a:r>
          </a:p>
        </p:txBody>
      </p:sp>
    </p:spTree>
    <p:extLst>
      <p:ext uri="{BB962C8B-B14F-4D97-AF65-F5344CB8AC3E}">
        <p14:creationId xmlns:p14="http://schemas.microsoft.com/office/powerpoint/2010/main" val="98653908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B874E6-0431-455A-8256-F58FC0804A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8BF78E-75B5-4DF4-A5EF-0411AC8E83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5D8F32-7070-46E0-92F0-23A93A9CA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1E04DEAD-04CF-4FBC-914B-0F63D86B628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1EF154-8DC2-4DA2-8BB7-BD74AC9446D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204824AB-A7FC-4809-A9A2-C925D61A2B0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6CA9C9-38FE-4AE8-8B50-C6B604717F3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D41D323F-C099-409A-84D2-F1ED8C82A89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334C5E5-BBA9-40CC-959C-6C60FA39ACA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8135C4D8-0395-4D58-9B94-7E2A640085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026F1956-2E41-4357-899F-5145B91559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59</a:t>
            </a:r>
          </a:p>
        </p:txBody>
      </p:sp>
    </p:spTree>
    <p:extLst>
      <p:ext uri="{BB962C8B-B14F-4D97-AF65-F5344CB8AC3E}">
        <p14:creationId xmlns:p14="http://schemas.microsoft.com/office/powerpoint/2010/main" val="159230034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56B99C-04C1-442C-A151-0256A1D9D0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FF6C75-0462-4F89-BBF2-0A2E0932EF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177E0D1-8A8F-45C6-BE43-FC6359BFCA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8AC0634-C313-4349-A085-5A3F2774ED7E}"/>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09841602-DAB7-463F-A974-F0BD939813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60</a:t>
            </a:r>
          </a:p>
        </p:txBody>
      </p:sp>
    </p:spTree>
    <p:extLst>
      <p:ext uri="{BB962C8B-B14F-4D97-AF65-F5344CB8AC3E}">
        <p14:creationId xmlns:p14="http://schemas.microsoft.com/office/powerpoint/2010/main" val="134577136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960141-C1B7-467B-A00C-51D5CB86B0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8CA82E-9C63-4C31-B907-72A07929B5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2F38AC-D9DE-41D5-8BAA-5FC1292518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E065BD32-0010-40FC-B5B2-DC418C9425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4AF1CB-B4C9-46A4-90F5-ED71421EAF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220CF66A-B081-4D35-A005-0B8DF72FFD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3A5953-816E-46BC-A777-C3C211BBEA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9CB1BF51-6622-404A-BDBA-F50825BD1D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FB78F4-C7FA-4653-BBE1-FB0E1AB571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119A0646-4F6D-467B-9D97-DD8E724BB3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61</a:t>
            </a:r>
          </a:p>
        </p:txBody>
      </p:sp>
    </p:spTree>
    <p:extLst>
      <p:ext uri="{BB962C8B-B14F-4D97-AF65-F5344CB8AC3E}">
        <p14:creationId xmlns:p14="http://schemas.microsoft.com/office/powerpoint/2010/main" val="124292212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200E8F-67D0-4DC2-AC12-C54463C5CB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D5549B-3513-4854-B844-8E5E6CC1C1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19CC5B-3B12-41C2-860C-37BD93D823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A907BFA6-0DA5-49CB-AF2A-FA0534F1D97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7101FF-D2B0-4B64-B84E-5C160C51DFE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D4A9CEE4-1916-4B6A-BFCA-F9834D0215F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4DDFB25-0B15-4783-95FB-AB28F16F468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98F87E2-8C44-4549-8754-431DCA55250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BC35A5E-0C93-49A9-91AC-1979B33C005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D83A3702-B471-42DD-9F68-B739EEAC68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CC0995D-7873-4AEF-9067-215C3252CD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62</a:t>
            </a:r>
          </a:p>
        </p:txBody>
      </p:sp>
    </p:spTree>
    <p:extLst>
      <p:ext uri="{BB962C8B-B14F-4D97-AF65-F5344CB8AC3E}">
        <p14:creationId xmlns:p14="http://schemas.microsoft.com/office/powerpoint/2010/main" val="53991742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A5E1C9-8E4D-4C2A-896F-CDE9209B71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229428-90BB-44AC-9A76-9CEACC0707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B91DA6-591A-4DA5-8809-A0B91AE2C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17B416FB-8EB9-46C8-8B43-13CFE40B3DA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DEBCAE-B84E-464A-A050-1E7DC03900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BFEFA9-52A2-4041-A764-C19C90FC9A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CB9BF877-DF86-4268-86FA-93CA7D0BFD6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4C8991EB-969B-4C04-8094-1CAA681E6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63</a:t>
            </a:r>
          </a:p>
        </p:txBody>
      </p:sp>
    </p:spTree>
    <p:extLst>
      <p:ext uri="{BB962C8B-B14F-4D97-AF65-F5344CB8AC3E}">
        <p14:creationId xmlns:p14="http://schemas.microsoft.com/office/powerpoint/2010/main" val="110405359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06E483-4467-43D6-8D72-EC2D5B49DA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E38A01-046D-449C-829D-159CC80402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738795A-A66C-4431-B90B-506D48A27E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AABE622-B149-4392-925D-2ECC7532DD1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6A343CB8-85F4-40B3-852C-314241AE2E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64</a:t>
            </a:r>
          </a:p>
        </p:txBody>
      </p:sp>
    </p:spTree>
    <p:extLst>
      <p:ext uri="{BB962C8B-B14F-4D97-AF65-F5344CB8AC3E}">
        <p14:creationId xmlns:p14="http://schemas.microsoft.com/office/powerpoint/2010/main" val="102512325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3B229F-FCD7-4C8A-88E1-6E390E286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7DA280-2EC0-415E-9849-3545951F49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B639E5-49D6-4F3A-9A0D-8D15D60DBC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AE98DE5A-65EC-4040-8FF1-47A1C25FC0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EBD905-02DF-4C6B-96AE-77038B7970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464BEE9A-2392-4870-AB2A-411D5BCC9B4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554172-B1F1-4B00-9CF4-CB0B0168BF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50A3E8EA-8896-4BD2-AD63-290A1784617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2DBCA2-7547-4282-8211-2710089043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981DF369-8F61-4012-B474-58A452050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65</a:t>
            </a:r>
          </a:p>
        </p:txBody>
      </p:sp>
    </p:spTree>
    <p:extLst>
      <p:ext uri="{BB962C8B-B14F-4D97-AF65-F5344CB8AC3E}">
        <p14:creationId xmlns:p14="http://schemas.microsoft.com/office/powerpoint/2010/main" val="45884668"/>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35D01A-BA71-494C-BD82-FA04DE358B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472428-7290-48D6-BBB3-12D19C29A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00CCBA-AF4B-43E5-93EA-544C1ED4C5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5DF0F342-6575-427F-93CC-3A51E0BC22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CB31BA-5FF9-4454-ADBB-2895837EC6E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427F62D2-5D86-41F2-9E1D-7292368D30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7C263F-2AEC-4823-AA15-E4A3D0BAA9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2C9DDD8A-955D-48AD-9CEF-5002DF796A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293D9D-ECC1-42D9-82B7-FE8FF24A00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D7D9186A-E914-48EC-8B0E-F508D434A1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66</a:t>
            </a:r>
          </a:p>
        </p:txBody>
      </p:sp>
    </p:spTree>
    <p:extLst>
      <p:ext uri="{BB962C8B-B14F-4D97-AF65-F5344CB8AC3E}">
        <p14:creationId xmlns:p14="http://schemas.microsoft.com/office/powerpoint/2010/main" val="183281654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9322BA-735F-4858-AC10-0C63EB0999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2EF2CC-31BC-44CE-A77F-C6A309D49E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0595DD-64B8-4027-80AE-6DE8F0C81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2E8966CE-008C-4944-A4B3-C83B36D71E9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2E0FB4-9BFF-4FDD-8D7E-656A8FC3F1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CA1E4255-72B9-4E68-B155-34B2878E3F6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8B4F863-C5E2-4945-B0DA-12E79FFF463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270BFE9E-9A44-498F-AC5A-5FAD710AAC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6B64FAB6-FDFF-4C14-8CC9-8A0B19A17B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E939D7C0-DA02-4B2C-A6E5-0AC8C758D1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67</a:t>
            </a:r>
          </a:p>
        </p:txBody>
      </p:sp>
    </p:spTree>
    <p:extLst>
      <p:ext uri="{BB962C8B-B14F-4D97-AF65-F5344CB8AC3E}">
        <p14:creationId xmlns:p14="http://schemas.microsoft.com/office/powerpoint/2010/main" val="17079674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E4C350-8E77-4934-B3EB-B9F4DA1363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7E4103-BA94-4CA4-A481-9ABDABA5DB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B5B80A-DF6F-4E5B-BC17-13038DB370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46AF8D77-B8C6-4B8A-A9E4-6673B4A127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D62884-45C8-4A9D-9D3A-CF2025129EB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07F2DABF-B0F2-4598-AAFD-DD23B8B3AE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B3E932-3AF5-4EB4-B84B-3DC25D655A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02079C80-E776-42FF-AF12-2DD1145446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DEC6FD-3BFD-464C-8425-9E80D1F2C78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FAE3745C-9868-4635-823E-B1A5E9B1C9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68</a:t>
            </a:r>
          </a:p>
        </p:txBody>
      </p:sp>
    </p:spTree>
    <p:extLst>
      <p:ext uri="{BB962C8B-B14F-4D97-AF65-F5344CB8AC3E}">
        <p14:creationId xmlns:p14="http://schemas.microsoft.com/office/powerpoint/2010/main" val="136953303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250C7F-6D3D-4466-AC21-5C060D04FC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89F004-AF87-4EFF-8E54-12B6D4BDB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19888F-2A42-4A8E-A270-99F2E6DDA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4B3B1D01-3470-432F-9F98-A3C12C50C7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CF51F8-C2FB-4658-9DE0-901FA8D253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CFD163D6-B303-4755-B680-F048D16C35C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25BF6C-668E-4A82-B658-34C72512ED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AD03AD32-97D6-4BEE-A09F-6C59D1F1CF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BFB4B2-1D76-4357-BE85-4F678D0B295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36D993B9-D1AB-4657-9645-902F9C55E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69</a:t>
            </a:r>
          </a:p>
        </p:txBody>
      </p:sp>
    </p:spTree>
    <p:extLst>
      <p:ext uri="{BB962C8B-B14F-4D97-AF65-F5344CB8AC3E}">
        <p14:creationId xmlns:p14="http://schemas.microsoft.com/office/powerpoint/2010/main" val="459021185"/>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B7F115-DCAA-4AE9-BED8-FECD7D36FF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C5B26F-D670-4B7C-9FC0-3C60BC744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D9E872-D8BA-4562-B3FC-2394B16DFC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EF326C23-0DDC-4E40-8474-86C24FB43E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89FCE2-9FCD-47F3-B219-66DB57DB094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1B4EB4BC-7E46-427A-B5B9-DFA9A43C17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848381-B959-430F-B3B7-598A1D3B951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5EABDB1D-DE41-4378-BE66-9085676A384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84F667-2B34-446C-A3B5-74D673148F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09B44F52-FAF6-49D3-925C-337F923C6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70</a:t>
            </a:r>
          </a:p>
        </p:txBody>
      </p:sp>
    </p:spTree>
    <p:extLst>
      <p:ext uri="{BB962C8B-B14F-4D97-AF65-F5344CB8AC3E}">
        <p14:creationId xmlns:p14="http://schemas.microsoft.com/office/powerpoint/2010/main" val="29287851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D80C65-51DD-42E1-92FB-8169DFD074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9E194D-9215-4759-A5F6-F6B4C5555B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F33B70-421B-4858-9863-C34F2AC36D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DF0F225F-BC10-4565-B2BF-D7340209CA4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E1BCFD-1118-4C23-A43C-85478173980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1ED45059-D1B7-4486-8F49-73AAE5E0EE2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208AA595-0341-4F7E-B99C-991F485542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8B32786C-3D6C-4442-A902-B68D2AA08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71</a:t>
            </a:r>
          </a:p>
        </p:txBody>
      </p:sp>
    </p:spTree>
    <p:extLst>
      <p:ext uri="{BB962C8B-B14F-4D97-AF65-F5344CB8AC3E}">
        <p14:creationId xmlns:p14="http://schemas.microsoft.com/office/powerpoint/2010/main" val="71432761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F6A1D-1F0F-4011-ACFC-259620ED22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F40419-77EB-4AED-8EBE-318A3152F0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38D610-E6C3-468A-B63C-632F4B52BD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F5985DBA-C9AF-45A4-93E6-7E2AD7FFB6D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A62385-4F47-4B84-9209-22F2CBBD8F2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8E528D9-C789-4625-92EA-26AB6C433E3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50786F39-8EB8-4103-877F-560DAC26DBF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D9C4A7BA-D4CE-4BE6-AA9F-0976EC06DF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72</a:t>
            </a:r>
          </a:p>
        </p:txBody>
      </p:sp>
    </p:spTree>
    <p:extLst>
      <p:ext uri="{BB962C8B-B14F-4D97-AF65-F5344CB8AC3E}">
        <p14:creationId xmlns:p14="http://schemas.microsoft.com/office/powerpoint/2010/main" val="276223063"/>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D2922F-ED2D-4A5A-90DC-EBA913447F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45E643-2E1B-46A0-81B6-9FDD58AA51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2FB9BB-A2FD-4D39-A99A-F32701155B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2117B3E6-435D-45DB-B9C0-CA4D4DD8D7B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E21564-CEB3-4307-93AD-05D04951621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974D60E9-015E-4A69-B93B-189327D02CC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1FF715DF-0D00-4130-A0B2-AED054127C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DC2CCB0F-522E-42E9-826C-D9B994952D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73</a:t>
            </a:r>
          </a:p>
        </p:txBody>
      </p:sp>
    </p:spTree>
    <p:extLst>
      <p:ext uri="{BB962C8B-B14F-4D97-AF65-F5344CB8AC3E}">
        <p14:creationId xmlns:p14="http://schemas.microsoft.com/office/powerpoint/2010/main" val="1238022885"/>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9C0B5C-4C95-4AC3-A4A8-4A5891E8E5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845BDD-4733-491F-A088-9410199E2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651E2E-9334-4A3C-89C5-4A6B7F7948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45D32412-3973-4F00-8B9B-3E1267D0E3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48C973-9D7D-4EA3-B645-327A7399F36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431064-7982-4462-9C2C-445B1757DD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53AD1B26-220F-4044-93DF-F5F5606BBD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3E8A3D40-A3AE-4D6D-98CD-91BD92214B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74</a:t>
            </a:r>
          </a:p>
        </p:txBody>
      </p:sp>
    </p:spTree>
    <p:extLst>
      <p:ext uri="{BB962C8B-B14F-4D97-AF65-F5344CB8AC3E}">
        <p14:creationId xmlns:p14="http://schemas.microsoft.com/office/powerpoint/2010/main" val="6482552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57F6E9-79D8-415E-A38B-26E0CFCF1B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0B9EC-64F2-41D6-9844-011BD8231A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5DDBE4-9364-448C-9253-937BC62F47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CAD20B53-5F64-43F0-BCAD-1289034495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87761A-D3CB-4CDA-9A94-5401E055A7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F5C83024-F97F-4B8E-A363-B58F59A7A5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E3272D-BA44-42AD-B993-DD73B56EC7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544168BC-2F6D-44E1-B027-FDA5AEF24C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BE0B86-FA7B-4288-88F6-72E6335179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71510C5E-890B-4DAE-A19C-7510872F1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75</a:t>
            </a:r>
          </a:p>
        </p:txBody>
      </p:sp>
    </p:spTree>
    <p:extLst>
      <p:ext uri="{BB962C8B-B14F-4D97-AF65-F5344CB8AC3E}">
        <p14:creationId xmlns:p14="http://schemas.microsoft.com/office/powerpoint/2010/main" val="208186455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A4ED41-3CB3-40AD-8965-72CCF6F39C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BDFE14-121A-406D-9FFB-103DC43EE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54096C-FF99-4EB8-B159-3055A99ED1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579274E5-019F-4BF5-8A92-6C1F738BB28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DF9BD5-61C4-49A2-95AC-B05D251709F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Slab mass = area × thickness × density.</a:t>
            </a:r>
          </a:p>
        </p:txBody>
      </p:sp>
      <p:sp>
        <p:nvSpPr>
          <p:cNvPr id="6" name="">
            <a:extLst xmlns:a="http://schemas.openxmlformats.org/drawingml/2006/main">
              <a:ext uri="{FF2B5EF4-FFF2-40B4-BE49-F238E27FC236}">
                <a16:creationId xmlns:a16="http://schemas.microsoft.com/office/drawing/2014/main" id="{BE78116C-503F-4ED0-A8B2-71491484F3D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metres and 2400 kg/m³ as specified.</a:t>
            </a:r>
          </a:p>
        </p:txBody>
      </p:sp>
      <p:sp>
        <p:nvSpPr>
          <p:cNvPr id="7" name="">
            <a:extLst xmlns:a="http://schemas.openxmlformats.org/drawingml/2006/main">
              <a:ext uri="{FF2B5EF4-FFF2-40B4-BE49-F238E27FC236}">
                <a16:creationId xmlns:a16="http://schemas.microsoft.com/office/drawing/2014/main" id="{FAA20723-8894-4E8A-849C-CB7E64D272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76</a:t>
            </a:r>
          </a:p>
        </p:txBody>
      </p:sp>
    </p:spTree>
    <p:extLst>
      <p:ext uri="{BB962C8B-B14F-4D97-AF65-F5344CB8AC3E}">
        <p14:creationId xmlns:p14="http://schemas.microsoft.com/office/powerpoint/2010/main" val="1682126134"/>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3553E5-873A-4B86-B882-9CC4971081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6AB6A8-DAD7-4361-9D33-A6646A4284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B63C245-807E-45C0-951E-1EBB154F3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AF506CC-4839-42EE-AB0B-0538B99E7B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BA2F49-6A0C-40B8-A1B0-FBE694BF62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F406BC59-D097-41AC-A929-2CBDEC9469D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AEE183-D85A-4B6C-A7C6-FFF29993055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AB43898B-E279-4A0E-80BD-6E9D1E9F0E6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61EE63-8EFF-4233-9141-77D58DECC5B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BDDAB699-66E3-44DB-9B63-42E7E653DE4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8C14213-92FD-43A9-8A42-CB4AC2DD2DC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0AF81B24-73F0-4C92-9B28-B887A5E37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77</a:t>
            </a:r>
          </a:p>
        </p:txBody>
      </p:sp>
    </p:spTree>
    <p:extLst>
      <p:ext uri="{BB962C8B-B14F-4D97-AF65-F5344CB8AC3E}">
        <p14:creationId xmlns:p14="http://schemas.microsoft.com/office/powerpoint/2010/main" val="200114479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62FCFD-7C31-4E7A-9F70-D0C8CAD2F4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9427E6-9D9D-4AFD-BA15-DB9AA1C66C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BD0441E-6CED-4EE6-9E7F-7EB685BB3F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EFC8E6E7-1507-46F6-B189-65354D5840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4BABFB-041A-4EA0-AF19-2ACA347DD3A8}"/>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D646892C-BFA6-4694-90D7-79D0572622F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726248-2DB2-439C-BDEE-CD655CB96243}"/>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D91B3E74-2DEE-4186-B0A0-BCCDE211B6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78</a:t>
            </a:r>
          </a:p>
        </p:txBody>
      </p:sp>
    </p:spTree>
    <p:extLst>
      <p:ext uri="{BB962C8B-B14F-4D97-AF65-F5344CB8AC3E}">
        <p14:creationId xmlns:p14="http://schemas.microsoft.com/office/powerpoint/2010/main" val="463510289"/>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595EB5-3ECF-426E-A422-3CAD486ACB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4809AB-9DB5-46BE-9AF0-6DF4B6F41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3E47D8-D1D6-4BD3-A323-23C9642862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5CB04329-7A3C-489B-8423-98DF48B353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AB9A8F-0BDD-4E5F-B539-233C113111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E2371609-C2D9-4966-B83A-88A38B2604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CA4278-29FF-4A5B-96C9-C8AEA60D9D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1A97009A-307C-4DD4-BE0F-0651294A60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E32267-647D-468F-882D-E046575DE91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9131E8BD-9F82-4C87-81EC-3E87EFE014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79</a:t>
            </a:r>
          </a:p>
        </p:txBody>
      </p:sp>
    </p:spTree>
    <p:extLst>
      <p:ext uri="{BB962C8B-B14F-4D97-AF65-F5344CB8AC3E}">
        <p14:creationId xmlns:p14="http://schemas.microsoft.com/office/powerpoint/2010/main" val="580312732"/>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3402192-536A-4AB4-B00D-3CB1335D2A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470135-2F97-4456-9469-67D6431B32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56210F5-A885-40E2-BDA8-8427618C3F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4B84E471-A5C7-44C4-B1BB-75C1A9E149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AB2E3D-057D-456F-AB1F-CB7275D975C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EB229460-C3D2-4374-95FA-489EE86058E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05A245-74C2-41F7-B83A-77A33A58DF2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5D2C72BE-63C2-4E8E-8B61-6D795A4FC9B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65A593-E485-4B98-878A-E7980F6CB3B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7E8AE89F-92CD-49FA-BCB6-137E97D849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FE4075-7F47-4606-8A60-D3FFF2E2584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C2AD89E9-A780-4E99-8BDB-1CB166D715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80</a:t>
            </a:r>
          </a:p>
        </p:txBody>
      </p:sp>
    </p:spTree>
    <p:extLst>
      <p:ext uri="{BB962C8B-B14F-4D97-AF65-F5344CB8AC3E}">
        <p14:creationId xmlns:p14="http://schemas.microsoft.com/office/powerpoint/2010/main" val="1106155711"/>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FB8049-7955-469E-9E7D-E38CE86E78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D0B6D0-FCBD-48FE-9908-9E00DC535B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6EAC603-45FE-4ED8-AF9D-FB30D0E515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7BBC54BB-9698-42B6-AA6A-D777871D3D1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EDBAE5-0B5E-445A-80C1-8071D8DF003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0CC58F10-484F-496B-A8AE-A3C037C07A5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AE65F66-79EF-47C3-9C74-7143E5973AF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CFD48A4-BE1D-4439-8448-9D3FA87233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81</a:t>
            </a:r>
          </a:p>
        </p:txBody>
      </p:sp>
    </p:spTree>
    <p:extLst>
      <p:ext uri="{BB962C8B-B14F-4D97-AF65-F5344CB8AC3E}">
        <p14:creationId xmlns:p14="http://schemas.microsoft.com/office/powerpoint/2010/main" val="347503811"/>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1D601A-8869-4D7C-A972-3D4736958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A62B1F-D158-40C0-A68E-8979D877FB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557B2C5-65BC-4694-9814-19D3220B72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0A1F0DED-8DE8-4FE5-A820-2D0EF469D31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537E2-CD40-49F7-82FC-71A142108F5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CE43A3AE-E992-481A-85A7-758C8C74626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DB0583-6382-4755-A465-F25FEDF65F3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AE6C115-38D1-408B-8AAC-5E0843176E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82</a:t>
            </a:r>
          </a:p>
        </p:txBody>
      </p:sp>
    </p:spTree>
    <p:extLst>
      <p:ext uri="{BB962C8B-B14F-4D97-AF65-F5344CB8AC3E}">
        <p14:creationId xmlns:p14="http://schemas.microsoft.com/office/powerpoint/2010/main" val="88992889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ECF454-AEFD-4EDD-9698-624F8D6E6C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1DFEC7-4D9A-48B3-83DF-949F29D7D7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B773F1F-536E-4F25-B44A-8400128003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BDD5D8D1-A9F6-46E0-86B8-4D187F7D61D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DE95FB-92DA-4146-83FC-44D2D27C6A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slab_mass(area_m2, thickness_m) returning the mass of the concrete slab in kg, taking concrete as 2400 kg/m3.</a:t>
            </a:r>
          </a:p>
        </p:txBody>
      </p:sp>
      <p:sp>
        <p:nvSpPr>
          <p:cNvPr id="6" name="">
            <a:extLst xmlns:a="http://schemas.openxmlformats.org/drawingml/2006/main">
              <a:ext uri="{FF2B5EF4-FFF2-40B4-BE49-F238E27FC236}">
                <a16:creationId xmlns:a16="http://schemas.microsoft.com/office/drawing/2014/main" id="{9D0D84E7-7D7E-413F-A32F-5F8BA30BEB0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3B883A-1AB3-49C2-BC4E-F2331B260FB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70A403B-A079-4800-AF3D-E3FD24F834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83</a:t>
            </a:r>
          </a:p>
        </p:txBody>
      </p:sp>
    </p:spTree>
    <p:extLst>
      <p:ext uri="{BB962C8B-B14F-4D97-AF65-F5344CB8AC3E}">
        <p14:creationId xmlns:p14="http://schemas.microsoft.com/office/powerpoint/2010/main" val="157139352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EC0BA5-2546-40F0-AF25-4C13D13A51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0819CD-AFE2-4793-8A76-852C7D3671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8C31D7F-6E8C-4C04-B80D-1D663B328D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995ABADE-3227-40D3-B2B5-17C632113D1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646876-D364-4022-A83A-6781C121E4F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2C1C7E67-D5B7-4F42-A769-803C622A395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22DC79-2566-4C3C-AD9F-B8E892446FB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B04E6C4-C52A-4C23-9A16-963851DF32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84</a:t>
            </a:r>
          </a:p>
        </p:txBody>
      </p:sp>
    </p:spTree>
    <p:extLst>
      <p:ext uri="{BB962C8B-B14F-4D97-AF65-F5344CB8AC3E}">
        <p14:creationId xmlns:p14="http://schemas.microsoft.com/office/powerpoint/2010/main" val="157303716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3D1528-D8BD-413D-8F8D-352238DBDD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DC8326-52FF-4192-AA42-79CF2FB80B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2C28FA5-C2C2-41BB-B3F2-6857D4D4E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8564992F-73A8-40EF-B49A-FB9C499E60F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EABB60-3A97-42EA-A19F-792D9322776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26CB02EE-A444-4264-B685-541AC4F87C3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E99B003-E6D1-4551-8282-5068977AF89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BCDA33F-B316-49EA-A6EC-5DB37A046C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85</a:t>
            </a:r>
          </a:p>
        </p:txBody>
      </p:sp>
    </p:spTree>
    <p:extLst>
      <p:ext uri="{BB962C8B-B14F-4D97-AF65-F5344CB8AC3E}">
        <p14:creationId xmlns:p14="http://schemas.microsoft.com/office/powerpoint/2010/main" val="4779597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CB8D8EA-0BDB-4148-B0A2-4ECD67CD7C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38DCD5-3EB5-4199-B6A8-A753EF4A6C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F113784-8F03-4BC5-9E44-45C7C1943A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8B471D64-2E65-4E55-BB82-DBCB9BB4DF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440E84-ED4C-49A8-8C64-FC43DD17E98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22 Sep 2026, 10:55 Kampala</a:t>
            </a:r>
          </a:p>
        </p:txBody>
      </p:sp>
      <p:sp>
        <p:nvSpPr>
          <p:cNvPr id="6" name="">
            <a:extLst xmlns:a="http://schemas.openxmlformats.org/drawingml/2006/main">
              <a:ext uri="{FF2B5EF4-FFF2-40B4-BE49-F238E27FC236}">
                <a16:creationId xmlns:a16="http://schemas.microsoft.com/office/drawing/2014/main" id="{8FCD6B30-6DD8-48CF-B963-ACF2854BB1F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5FFBBF-E8D3-4E60-9E66-C48580C7C92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29 Sep 2026, 11:00 Kampala</a:t>
            </a:r>
          </a:p>
        </p:txBody>
      </p:sp>
      <p:sp>
        <p:nvSpPr>
          <p:cNvPr id="8" name="">
            <a:extLst xmlns:a="http://schemas.openxmlformats.org/drawingml/2006/main">
              <a:ext uri="{FF2B5EF4-FFF2-40B4-BE49-F238E27FC236}">
                <a16:creationId xmlns:a16="http://schemas.microsoft.com/office/drawing/2014/main" id="{E784BBB3-6293-479E-B38F-6E844511498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B4B792-38B7-4A23-B747-6A67C91EB34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15BC2AC-B247-4809-973F-CCAC5D308CC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DE41EF-4B6F-4578-AF3C-899D4EC46D1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6C466C8-28F9-4AF6-ADC7-A21759EBC08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10CF70-637A-4B5E-AD77-C4D55E0B0D7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e9cddefeabc4909"/>
              </a:rPr>
              <a:t>Open W03 assignment form</a:t>
            </a:r>
          </a:p>
        </p:txBody>
      </p:sp>
      <p:sp>
        <p:nvSpPr>
          <p:cNvPr id="14" name="">
            <a:extLst xmlns:a="http://schemas.openxmlformats.org/drawingml/2006/main">
              <a:ext uri="{FF2B5EF4-FFF2-40B4-BE49-F238E27FC236}">
                <a16:creationId xmlns:a16="http://schemas.microsoft.com/office/drawing/2014/main" id="{99FC7FEA-F2A6-4FAC-9A12-737F4FF5D50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https://docs.google.com/forms/d/e/1FAIpQLSfK1T6vYI-m-ZaYLisO8AjovzezCEuc5lU9dvCed5P91w_zpA/viewform</a:t>
            </a:r>
          </a:p>
        </p:txBody>
      </p:sp>
      <p:sp>
        <p:nvSpPr>
          <p:cNvPr id="15" name="">
            <a:extLst xmlns:a="http://schemas.openxmlformats.org/drawingml/2006/main">
              <a:ext uri="{FF2B5EF4-FFF2-40B4-BE49-F238E27FC236}">
                <a16:creationId xmlns:a16="http://schemas.microsoft.com/office/drawing/2014/main" id="{01CA0F26-F1D3-48F1-BFF5-D6E7040089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86</a:t>
            </a:r>
          </a:p>
        </p:txBody>
      </p:sp>
    </p:spTree>
    <p:extLst>
      <p:ext uri="{BB962C8B-B14F-4D97-AF65-F5344CB8AC3E}">
        <p14:creationId xmlns:p14="http://schemas.microsoft.com/office/powerpoint/2010/main" val="135316739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EFCBFDF-F307-4293-AB70-57877A3726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2B5C2C-09CB-47C9-99D8-AF6E7122D6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18974D1-ABED-402F-9940-A9399007FC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863E1F75-0D78-4F6A-9DF1-2CED7C8A156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64A701-C5FD-4938-B6C0-DAA95660730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7385CDD4-BB2E-4005-8E80-099BF98E26D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226F6E-99E8-489D-9BE4-7CAE6A03175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418ECDF-21EF-4193-B74B-A8B7885E57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AC59A9-14A8-498B-A98D-097686651E2D}"/>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17A1E51-41CE-42E0-B183-FF8534F126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B28E64-C006-42A9-BCFC-88282AE26F0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8f0e056ac2143c0"/>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CC0FB45C-BBD1-4334-8ADE-2F0E6B25607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BC181C0B-83B1-451B-AA38-A84B7D5EF61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43615A7-FC16-4DD7-9625-943264717D9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79a01db33354045"/>
              </a:rPr>
              <a:t>Open this week’s quiz</a:t>
            </a:r>
          </a:p>
        </p:txBody>
      </p:sp>
      <p:sp>
        <p:nvSpPr>
          <p:cNvPr id="16" name="">
            <a:extLst xmlns:a="http://schemas.openxmlformats.org/drawingml/2006/main">
              <a:ext uri="{FF2B5EF4-FFF2-40B4-BE49-F238E27FC236}">
                <a16:creationId xmlns:a16="http://schemas.microsoft.com/office/drawing/2014/main" id="{1D1E637D-5376-4CBB-844E-7E24AE91A9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https://forms.gle/YEMYghGS7gqr4tts7</a:t>
            </a:r>
          </a:p>
        </p:txBody>
      </p:sp>
      <p:sp>
        <p:nvSpPr>
          <p:cNvPr id="17" name="">
            <a:extLst xmlns:a="http://schemas.openxmlformats.org/drawingml/2006/main">
              <a:ext uri="{FF2B5EF4-FFF2-40B4-BE49-F238E27FC236}">
                <a16:creationId xmlns:a16="http://schemas.microsoft.com/office/drawing/2014/main" id="{01DE6C88-D9A1-4A8B-981E-C096E39ADF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87</a:t>
            </a:r>
          </a:p>
        </p:txBody>
      </p:sp>
    </p:spTree>
    <p:extLst>
      <p:ext uri="{BB962C8B-B14F-4D97-AF65-F5344CB8AC3E}">
        <p14:creationId xmlns:p14="http://schemas.microsoft.com/office/powerpoint/2010/main" val="1689042028"/>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8B1337-D546-4203-9BD6-5F3A034C3B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5B328CC-5BC5-490E-BFD2-66DD784E2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384AB6C-C7CD-4F6B-A9EF-707C5175E27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95DBA52-5DBF-43A3-A778-1F599A202FD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F2886B93-0701-44C3-AB5D-12335B5DEC3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CC93715-2CCC-4371-BC73-DB9731C503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88</a:t>
            </a:r>
          </a:p>
        </p:txBody>
      </p:sp>
    </p:spTree>
    <p:extLst>
      <p:ext uri="{BB962C8B-B14F-4D97-AF65-F5344CB8AC3E}">
        <p14:creationId xmlns:p14="http://schemas.microsoft.com/office/powerpoint/2010/main" val="1525860061"/>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CEDEED8-8DA6-4BA6-84F6-91FFC1EFED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23AC72-5FAB-4A6C-9B1F-7B62BC976C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5DEAC88A-C634-4350-9482-28424AE3F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5C514DD-47BC-42A0-9435-52BA5DED0E7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B73C61-9EF3-40D2-9FD3-04DEB10F60C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E6424A9-31DB-4E32-8515-0E8BE16B0DF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9CF95A-01DF-4AF0-B383-095F9EAD523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3EF1003B-F8B5-41FB-B1A0-168D9BB0E2E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1160A6-26E5-486C-B5D6-CA8FE133A9C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454D58E0-5A68-4324-85ED-8F25E52885E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06E3DF6-17F8-4255-9BB3-5C04B7E71B6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2C0D0E2D-6D8F-4E8B-A568-1961F97B05E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2E694E2-43E9-4F4D-AAF2-BB807402ED3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22cbf1cc4814283"/>
              </a:rPr>
              <a:t>Open explainer video</a:t>
            </a:r>
          </a:p>
        </p:txBody>
      </p:sp>
      <p:sp>
        <p:nvSpPr>
          <p:cNvPr id="14" name="">
            <a:extLst xmlns:a="http://schemas.openxmlformats.org/drawingml/2006/main">
              <a:ext uri="{FF2B5EF4-FFF2-40B4-BE49-F238E27FC236}">
                <a16:creationId xmlns:a16="http://schemas.microsoft.com/office/drawing/2014/main" id="{A9F2D79C-0B5E-47AF-AED9-21D79651DEC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B86ADC12-E6BB-46C4-B96D-B2FC5F2290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89</a:t>
            </a:r>
          </a:p>
        </p:txBody>
      </p:sp>
    </p:spTree>
    <p:extLst>
      <p:ext uri="{BB962C8B-B14F-4D97-AF65-F5344CB8AC3E}">
        <p14:creationId xmlns:p14="http://schemas.microsoft.com/office/powerpoint/2010/main" val="15429155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2026-09-28T21:44:43.7170000Z</dcterms:created>
  <dcterms:modified xsi:type="dcterms:W3CDTF">2026-09-28T21:44:43.7170000Z</dcterms:modified>
</coreProperties>
</file>