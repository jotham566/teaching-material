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24b788f985c4da8" /><Relationship Type="http://schemas.openxmlformats.org/officeDocument/2006/relationships/extended-properties" Target="/docProps/app.xml" Id="R7e8f86a8e7784c93" /><Relationship Type="http://schemas.openxmlformats.org/officeDocument/2006/relationships/officeDocument" Target="/ppt/presentation.xml" Id="Re9e0fbeaf14543a6" /></Relationships>
</file>

<file path=ppt/presentation.xml><?xml version="1.0" encoding="utf-8"?>
<p:presentation xmlns:p="http://schemas.openxmlformats.org/presentationml/2006/main">
  <p:sldMasterIdLst>
    <p:sldMasterId xmlns:r="http://schemas.openxmlformats.org/officeDocument/2006/relationships" id="2147483648" r:id="Re3b3d416af404e3a"/>
  </p:sldMasterIdLst>
  <p:notesMasterIdLst>
    <p:notesMasterId xmlns:r="http://schemas.openxmlformats.org/officeDocument/2006/relationships" r:id="Rf52368f813744ec0"/>
  </p:notesMasterIdLst>
  <p:sldIdLst>
    <p:sldId xmlns:r="http://schemas.openxmlformats.org/officeDocument/2006/relationships" id="256" r:id="R7040b9df4d6c48ef"/>
    <p:sldId xmlns:r="http://schemas.openxmlformats.org/officeDocument/2006/relationships" id="257" r:id="R2126b29cde144e88"/>
    <p:sldId xmlns:r="http://schemas.openxmlformats.org/officeDocument/2006/relationships" id="258" r:id="Rd3f21d26383d468e"/>
    <p:sldId xmlns:r="http://schemas.openxmlformats.org/officeDocument/2006/relationships" id="259" r:id="Rae196f4a224c4fb2"/>
    <p:sldId xmlns:r="http://schemas.openxmlformats.org/officeDocument/2006/relationships" id="260" r:id="R6c8b3100bb0149ca"/>
    <p:sldId xmlns:r="http://schemas.openxmlformats.org/officeDocument/2006/relationships" id="261" r:id="R89740a4ca2b8440d"/>
    <p:sldId xmlns:r="http://schemas.openxmlformats.org/officeDocument/2006/relationships" id="262" r:id="Rb98eb3977e8c4d7d"/>
    <p:sldId xmlns:r="http://schemas.openxmlformats.org/officeDocument/2006/relationships" id="263" r:id="R52b27817c4ad4c2e"/>
    <p:sldId xmlns:r="http://schemas.openxmlformats.org/officeDocument/2006/relationships" id="264" r:id="Ra192f17ea238428d"/>
    <p:sldId xmlns:r="http://schemas.openxmlformats.org/officeDocument/2006/relationships" id="265" r:id="R1f64997cf2ea4a1b"/>
    <p:sldId xmlns:r="http://schemas.openxmlformats.org/officeDocument/2006/relationships" id="266" r:id="Re3865da1d4d44611"/>
    <p:sldId xmlns:r="http://schemas.openxmlformats.org/officeDocument/2006/relationships" id="267" r:id="R7a9aa12319d64dcf"/>
    <p:sldId xmlns:r="http://schemas.openxmlformats.org/officeDocument/2006/relationships" id="268" r:id="Rd91a3339affa4f6e"/>
    <p:sldId xmlns:r="http://schemas.openxmlformats.org/officeDocument/2006/relationships" id="269" r:id="R5e81136fb2ad4c7d"/>
    <p:sldId xmlns:r="http://schemas.openxmlformats.org/officeDocument/2006/relationships" id="270" r:id="Rf5bf70b1ed9a4a70"/>
    <p:sldId xmlns:r="http://schemas.openxmlformats.org/officeDocument/2006/relationships" id="271" r:id="R3aad622a2aa5486b"/>
    <p:sldId xmlns:r="http://schemas.openxmlformats.org/officeDocument/2006/relationships" id="272" r:id="R655b99e574ee47aa"/>
    <p:sldId xmlns:r="http://schemas.openxmlformats.org/officeDocument/2006/relationships" id="273" r:id="R2222c89270f14dfa"/>
    <p:sldId xmlns:r="http://schemas.openxmlformats.org/officeDocument/2006/relationships" id="274" r:id="Rbf797d05ec6f4d47"/>
    <p:sldId xmlns:r="http://schemas.openxmlformats.org/officeDocument/2006/relationships" id="275" r:id="R90d7505a97d54814"/>
    <p:sldId xmlns:r="http://schemas.openxmlformats.org/officeDocument/2006/relationships" id="276" r:id="R1d516e6589ae4187"/>
    <p:sldId xmlns:r="http://schemas.openxmlformats.org/officeDocument/2006/relationships" id="277" r:id="R39a99c4f9a634d2a"/>
    <p:sldId xmlns:r="http://schemas.openxmlformats.org/officeDocument/2006/relationships" id="278" r:id="R91cfd9fc522f4389"/>
    <p:sldId xmlns:r="http://schemas.openxmlformats.org/officeDocument/2006/relationships" id="279" r:id="R3b1ec2a804254f2c"/>
    <p:sldId xmlns:r="http://schemas.openxmlformats.org/officeDocument/2006/relationships" id="280" r:id="Re918249fa871411e"/>
    <p:sldId xmlns:r="http://schemas.openxmlformats.org/officeDocument/2006/relationships" id="281" r:id="Rd98e39121bab4f3b"/>
    <p:sldId xmlns:r="http://schemas.openxmlformats.org/officeDocument/2006/relationships" id="282" r:id="R2ac7789add5b4715"/>
    <p:sldId xmlns:r="http://schemas.openxmlformats.org/officeDocument/2006/relationships" id="283" r:id="R141321d998b349c3"/>
    <p:sldId xmlns:r="http://schemas.openxmlformats.org/officeDocument/2006/relationships" id="284" r:id="Re608b74a56a44b08"/>
    <p:sldId xmlns:r="http://schemas.openxmlformats.org/officeDocument/2006/relationships" id="285" r:id="Rdbeb0c16f08f40a5"/>
    <p:sldId xmlns:r="http://schemas.openxmlformats.org/officeDocument/2006/relationships" id="286" r:id="R7a72ca53e5824f3f"/>
    <p:sldId xmlns:r="http://schemas.openxmlformats.org/officeDocument/2006/relationships" id="287" r:id="Re17c18e322f24a4a"/>
    <p:sldId xmlns:r="http://schemas.openxmlformats.org/officeDocument/2006/relationships" id="288" r:id="R9e95cdb87f0e4e0a"/>
    <p:sldId xmlns:r="http://schemas.openxmlformats.org/officeDocument/2006/relationships" id="289" r:id="R2a908779896e49a8"/>
    <p:sldId xmlns:r="http://schemas.openxmlformats.org/officeDocument/2006/relationships" id="290" r:id="R82671149f1ea48cb"/>
    <p:sldId xmlns:r="http://schemas.openxmlformats.org/officeDocument/2006/relationships" id="291" r:id="R42b0af91966f4081"/>
    <p:sldId xmlns:r="http://schemas.openxmlformats.org/officeDocument/2006/relationships" id="292" r:id="R278e566088734f49"/>
    <p:sldId xmlns:r="http://schemas.openxmlformats.org/officeDocument/2006/relationships" id="293" r:id="R796b91443fae4db3"/>
    <p:sldId xmlns:r="http://schemas.openxmlformats.org/officeDocument/2006/relationships" id="294" r:id="R8e7845473d3147d4"/>
    <p:sldId xmlns:r="http://schemas.openxmlformats.org/officeDocument/2006/relationships" id="295" r:id="Re3116337315f4de2"/>
    <p:sldId xmlns:r="http://schemas.openxmlformats.org/officeDocument/2006/relationships" id="296" r:id="Ra3f19006ea514d83"/>
    <p:sldId xmlns:r="http://schemas.openxmlformats.org/officeDocument/2006/relationships" id="297" r:id="Rf804370560be47ce"/>
    <p:sldId xmlns:r="http://schemas.openxmlformats.org/officeDocument/2006/relationships" id="298" r:id="R683229dac75d4a35"/>
    <p:sldId xmlns:r="http://schemas.openxmlformats.org/officeDocument/2006/relationships" id="299" r:id="R9e8b9674a5784e0d"/>
    <p:sldId xmlns:r="http://schemas.openxmlformats.org/officeDocument/2006/relationships" id="300" r:id="Refe534b931b14add"/>
    <p:sldId xmlns:r="http://schemas.openxmlformats.org/officeDocument/2006/relationships" id="301" r:id="R242fd70477014c58"/>
    <p:sldId xmlns:r="http://schemas.openxmlformats.org/officeDocument/2006/relationships" id="302" r:id="R9bf9b3326f724906"/>
    <p:sldId xmlns:r="http://schemas.openxmlformats.org/officeDocument/2006/relationships" id="303" r:id="Rd0553fb6f3c044b5"/>
    <p:sldId xmlns:r="http://schemas.openxmlformats.org/officeDocument/2006/relationships" id="304" r:id="Rad195777711b47e2"/>
    <p:sldId xmlns:r="http://schemas.openxmlformats.org/officeDocument/2006/relationships" id="305" r:id="R4515f531aee44610"/>
    <p:sldId xmlns:r="http://schemas.openxmlformats.org/officeDocument/2006/relationships" id="306" r:id="R1ccdab13543c44ed"/>
    <p:sldId xmlns:r="http://schemas.openxmlformats.org/officeDocument/2006/relationships" id="307" r:id="R90ebdfe9eea8459f"/>
    <p:sldId xmlns:r="http://schemas.openxmlformats.org/officeDocument/2006/relationships" id="308" r:id="Rba7e4de948ca4876"/>
    <p:sldId xmlns:r="http://schemas.openxmlformats.org/officeDocument/2006/relationships" id="309" r:id="Red659edd286e46e8"/>
    <p:sldId xmlns:r="http://schemas.openxmlformats.org/officeDocument/2006/relationships" id="310" r:id="R09a71cccb9004e2b"/>
    <p:sldId xmlns:r="http://schemas.openxmlformats.org/officeDocument/2006/relationships" id="311" r:id="R265fc7eff9fd47d4"/>
    <p:sldId xmlns:r="http://schemas.openxmlformats.org/officeDocument/2006/relationships" id="312" r:id="R72efc5f4a5b34635"/>
    <p:sldId xmlns:r="http://schemas.openxmlformats.org/officeDocument/2006/relationships" id="313" r:id="Rc45b7975ab084882"/>
    <p:sldId xmlns:r="http://schemas.openxmlformats.org/officeDocument/2006/relationships" id="314" r:id="Rde069f16e65944b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75f06ca63341ab" /><Relationship Type="http://schemas.openxmlformats.org/officeDocument/2006/relationships/slideMaster" Target="/ppt/slideMasters/slideMaster1.xml" Id="Re3b3d416af404e3a" /><Relationship Type="http://schemas.openxmlformats.org/officeDocument/2006/relationships/notesMaster" Target="/ppt/notesMasters/notesMaster1.xml" Id="Rf52368f813744ec0" /><Relationship Type="http://schemas.openxmlformats.org/officeDocument/2006/relationships/presProps" Target="/ppt/presProps.xml" Id="Rcf8e03a4ef884452" /><Relationship Type="http://schemas.openxmlformats.org/officeDocument/2006/relationships/tableStyles" Target="/ppt/tableStyles.xml" Id="R5ffee223f7b742c6" /><Relationship Type="http://schemas.openxmlformats.org/officeDocument/2006/relationships/slide" Target="/ppt/slides/slide1.xml" Id="R7040b9df4d6c48ef" /><Relationship Type="http://schemas.openxmlformats.org/officeDocument/2006/relationships/slide" Target="/ppt/slides/slide2.xml" Id="R2126b29cde144e88" /><Relationship Type="http://schemas.openxmlformats.org/officeDocument/2006/relationships/slide" Target="/ppt/slides/slide3.xml" Id="Rd3f21d26383d468e" /><Relationship Type="http://schemas.openxmlformats.org/officeDocument/2006/relationships/slide" Target="/ppt/slides/slide4.xml" Id="Rae196f4a224c4fb2" /><Relationship Type="http://schemas.openxmlformats.org/officeDocument/2006/relationships/slide" Target="/ppt/slides/slide5.xml" Id="R6c8b3100bb0149ca" /><Relationship Type="http://schemas.openxmlformats.org/officeDocument/2006/relationships/slide" Target="/ppt/slides/slide6.xml" Id="R89740a4ca2b8440d" /><Relationship Type="http://schemas.openxmlformats.org/officeDocument/2006/relationships/slide" Target="/ppt/slides/slide7.xml" Id="Rb98eb3977e8c4d7d" /><Relationship Type="http://schemas.openxmlformats.org/officeDocument/2006/relationships/slide" Target="/ppt/slides/slide8.xml" Id="R52b27817c4ad4c2e" /><Relationship Type="http://schemas.openxmlformats.org/officeDocument/2006/relationships/slide" Target="/ppt/slides/slide9.xml" Id="Ra192f17ea238428d" /><Relationship Type="http://schemas.openxmlformats.org/officeDocument/2006/relationships/slide" Target="/ppt/slides/slide10.xml" Id="R1f64997cf2ea4a1b" /><Relationship Type="http://schemas.openxmlformats.org/officeDocument/2006/relationships/slide" Target="/ppt/slides/slide11.xml" Id="Re3865da1d4d44611" /><Relationship Type="http://schemas.openxmlformats.org/officeDocument/2006/relationships/slide" Target="/ppt/slides/slide12.xml" Id="R7a9aa12319d64dcf" /><Relationship Type="http://schemas.openxmlformats.org/officeDocument/2006/relationships/slide" Target="/ppt/slides/slide13.xml" Id="Rd91a3339affa4f6e" /><Relationship Type="http://schemas.openxmlformats.org/officeDocument/2006/relationships/slide" Target="/ppt/slides/slide14.xml" Id="R5e81136fb2ad4c7d" /><Relationship Type="http://schemas.openxmlformats.org/officeDocument/2006/relationships/slide" Target="/ppt/slides/slide15.xml" Id="Rf5bf70b1ed9a4a70" /><Relationship Type="http://schemas.openxmlformats.org/officeDocument/2006/relationships/slide" Target="/ppt/slides/slide16.xml" Id="R3aad622a2aa5486b" /><Relationship Type="http://schemas.openxmlformats.org/officeDocument/2006/relationships/slide" Target="/ppt/slides/slide17.xml" Id="R655b99e574ee47aa" /><Relationship Type="http://schemas.openxmlformats.org/officeDocument/2006/relationships/slide" Target="/ppt/slides/slide18.xml" Id="R2222c89270f14dfa" /><Relationship Type="http://schemas.openxmlformats.org/officeDocument/2006/relationships/slide" Target="/ppt/slides/slide19.xml" Id="Rbf797d05ec6f4d47" /><Relationship Type="http://schemas.openxmlformats.org/officeDocument/2006/relationships/slide" Target="/ppt/slides/slide20.xml" Id="R90d7505a97d54814" /><Relationship Type="http://schemas.openxmlformats.org/officeDocument/2006/relationships/slide" Target="/ppt/slides/slide21.xml" Id="R1d516e6589ae4187" /><Relationship Type="http://schemas.openxmlformats.org/officeDocument/2006/relationships/slide" Target="/ppt/slides/slide22.xml" Id="R39a99c4f9a634d2a" /><Relationship Type="http://schemas.openxmlformats.org/officeDocument/2006/relationships/slide" Target="/ppt/slides/slide23.xml" Id="R91cfd9fc522f4389" /><Relationship Type="http://schemas.openxmlformats.org/officeDocument/2006/relationships/slide" Target="/ppt/slides/slide24.xml" Id="R3b1ec2a804254f2c" /><Relationship Type="http://schemas.openxmlformats.org/officeDocument/2006/relationships/slide" Target="/ppt/slides/slide25.xml" Id="Re918249fa871411e" /><Relationship Type="http://schemas.openxmlformats.org/officeDocument/2006/relationships/slide" Target="/ppt/slides/slide26.xml" Id="Rd98e39121bab4f3b" /><Relationship Type="http://schemas.openxmlformats.org/officeDocument/2006/relationships/slide" Target="/ppt/slides/slide27.xml" Id="R2ac7789add5b4715" /><Relationship Type="http://schemas.openxmlformats.org/officeDocument/2006/relationships/slide" Target="/ppt/slides/slide28.xml" Id="R141321d998b349c3" /><Relationship Type="http://schemas.openxmlformats.org/officeDocument/2006/relationships/slide" Target="/ppt/slides/slide29.xml" Id="Re608b74a56a44b08" /><Relationship Type="http://schemas.openxmlformats.org/officeDocument/2006/relationships/slide" Target="/ppt/slides/slide30.xml" Id="Rdbeb0c16f08f40a5" /><Relationship Type="http://schemas.openxmlformats.org/officeDocument/2006/relationships/slide" Target="/ppt/slides/slide31.xml" Id="R7a72ca53e5824f3f" /><Relationship Type="http://schemas.openxmlformats.org/officeDocument/2006/relationships/slide" Target="/ppt/slides/slide32.xml" Id="Re17c18e322f24a4a" /><Relationship Type="http://schemas.openxmlformats.org/officeDocument/2006/relationships/slide" Target="/ppt/slides/slide33.xml" Id="R9e95cdb87f0e4e0a" /><Relationship Type="http://schemas.openxmlformats.org/officeDocument/2006/relationships/slide" Target="/ppt/slides/slide34.xml" Id="R2a908779896e49a8" /><Relationship Type="http://schemas.openxmlformats.org/officeDocument/2006/relationships/slide" Target="/ppt/slides/slide35.xml" Id="R82671149f1ea48cb" /><Relationship Type="http://schemas.openxmlformats.org/officeDocument/2006/relationships/slide" Target="/ppt/slides/slide36.xml" Id="R42b0af91966f4081" /><Relationship Type="http://schemas.openxmlformats.org/officeDocument/2006/relationships/slide" Target="/ppt/slides/slide37.xml" Id="R278e566088734f49" /><Relationship Type="http://schemas.openxmlformats.org/officeDocument/2006/relationships/slide" Target="/ppt/slides/slide38.xml" Id="R796b91443fae4db3" /><Relationship Type="http://schemas.openxmlformats.org/officeDocument/2006/relationships/slide" Target="/ppt/slides/slide39.xml" Id="R8e7845473d3147d4" /><Relationship Type="http://schemas.openxmlformats.org/officeDocument/2006/relationships/slide" Target="/ppt/slides/slide40.xml" Id="Re3116337315f4de2" /><Relationship Type="http://schemas.openxmlformats.org/officeDocument/2006/relationships/slide" Target="/ppt/slides/slide41.xml" Id="Ra3f19006ea514d83" /><Relationship Type="http://schemas.openxmlformats.org/officeDocument/2006/relationships/slide" Target="/ppt/slides/slide42.xml" Id="Rf804370560be47ce" /><Relationship Type="http://schemas.openxmlformats.org/officeDocument/2006/relationships/slide" Target="/ppt/slides/slide43.xml" Id="R683229dac75d4a35" /><Relationship Type="http://schemas.openxmlformats.org/officeDocument/2006/relationships/slide" Target="/ppt/slides/slide44.xml" Id="R9e8b9674a5784e0d" /><Relationship Type="http://schemas.openxmlformats.org/officeDocument/2006/relationships/slide" Target="/ppt/slides/slide45.xml" Id="Refe534b931b14add" /><Relationship Type="http://schemas.openxmlformats.org/officeDocument/2006/relationships/slide" Target="/ppt/slides/slide46.xml" Id="R242fd70477014c58" /><Relationship Type="http://schemas.openxmlformats.org/officeDocument/2006/relationships/slide" Target="/ppt/slides/slide47.xml" Id="R9bf9b3326f724906" /><Relationship Type="http://schemas.openxmlformats.org/officeDocument/2006/relationships/slide" Target="/ppt/slides/slide48.xml" Id="Rd0553fb6f3c044b5" /><Relationship Type="http://schemas.openxmlformats.org/officeDocument/2006/relationships/slide" Target="/ppt/slides/slide49.xml" Id="Rad195777711b47e2" /><Relationship Type="http://schemas.openxmlformats.org/officeDocument/2006/relationships/slide" Target="/ppt/slides/slide50.xml" Id="R4515f531aee44610" /><Relationship Type="http://schemas.openxmlformats.org/officeDocument/2006/relationships/slide" Target="/ppt/slides/slide51.xml" Id="R1ccdab13543c44ed" /><Relationship Type="http://schemas.openxmlformats.org/officeDocument/2006/relationships/slide" Target="/ppt/slides/slide52.xml" Id="R90ebdfe9eea8459f" /><Relationship Type="http://schemas.openxmlformats.org/officeDocument/2006/relationships/slide" Target="/ppt/slides/slide53.xml" Id="Rba7e4de948ca4876" /><Relationship Type="http://schemas.openxmlformats.org/officeDocument/2006/relationships/slide" Target="/ppt/slides/slide54.xml" Id="Red659edd286e46e8" /><Relationship Type="http://schemas.openxmlformats.org/officeDocument/2006/relationships/slide" Target="/ppt/slides/slide55.xml" Id="R09a71cccb9004e2b" /><Relationship Type="http://schemas.openxmlformats.org/officeDocument/2006/relationships/slide" Target="/ppt/slides/slide56.xml" Id="R265fc7eff9fd47d4" /><Relationship Type="http://schemas.openxmlformats.org/officeDocument/2006/relationships/slide" Target="/ppt/slides/slide57.xml" Id="R72efc5f4a5b34635" /><Relationship Type="http://schemas.openxmlformats.org/officeDocument/2006/relationships/slide" Target="/ppt/slides/slide58.xml" Id="Rc45b7975ab084882" /><Relationship Type="http://schemas.openxmlformats.org/officeDocument/2006/relationships/slide" Target="/ppt/slides/slide59.xml" Id="Rde069f16e65944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b19b4beef541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6528160a38462d" /><Relationship Type="http://schemas.openxmlformats.org/officeDocument/2006/relationships/notesMaster" Target="/ppt/notesMasters/notesMaster1.xml" Id="Rd3a350b9847942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c68c371a874a53" /><Relationship Type="http://schemas.openxmlformats.org/officeDocument/2006/relationships/notesMaster" Target="/ppt/notesMasters/notesMaster1.xml" Id="R18d3e49d308a4e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ed844f948b4026" /><Relationship Type="http://schemas.openxmlformats.org/officeDocument/2006/relationships/notesMaster" Target="/ppt/notesMasters/notesMaster1.xml" Id="Reaff36b8119644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600084640d4651" /><Relationship Type="http://schemas.openxmlformats.org/officeDocument/2006/relationships/notesMaster" Target="/ppt/notesMasters/notesMaster1.xml" Id="R3f32aae628e04e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4506c6ec764e87" /><Relationship Type="http://schemas.openxmlformats.org/officeDocument/2006/relationships/notesMaster" Target="/ppt/notesMasters/notesMaster1.xml" Id="R558cff6f85274e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8c4e2a182c4ecd" /><Relationship Type="http://schemas.openxmlformats.org/officeDocument/2006/relationships/notesMaster" Target="/ppt/notesMasters/notesMaster1.xml" Id="R59c16d4f569148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4f0389657a4c10" /><Relationship Type="http://schemas.openxmlformats.org/officeDocument/2006/relationships/notesMaster" Target="/ppt/notesMasters/notesMaster1.xml" Id="R95b6054ec7a548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05c94501ca4043" /><Relationship Type="http://schemas.openxmlformats.org/officeDocument/2006/relationships/notesMaster" Target="/ppt/notesMasters/notesMaster1.xml" Id="Rfdbecff40e6345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d146d2679394548" /><Relationship Type="http://schemas.openxmlformats.org/officeDocument/2006/relationships/notesMaster" Target="/ppt/notesMasters/notesMaster1.xml" Id="Rfec1569f5cf2401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0c2d57dfba45b1" /><Relationship Type="http://schemas.openxmlformats.org/officeDocument/2006/relationships/notesMaster" Target="/ppt/notesMasters/notesMaster1.xml" Id="R051aa4afce9d4f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2895c942194bd1" /><Relationship Type="http://schemas.openxmlformats.org/officeDocument/2006/relationships/notesMaster" Target="/ppt/notesMasters/notesMaster1.xml" Id="R5de09f4a5cf840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b29d04274d44b4" /><Relationship Type="http://schemas.openxmlformats.org/officeDocument/2006/relationships/notesMaster" Target="/ppt/notesMasters/notesMaster1.xml" Id="Rbd0029841dd446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a2bf6434b0243b3" /><Relationship Type="http://schemas.openxmlformats.org/officeDocument/2006/relationships/notesMaster" Target="/ppt/notesMasters/notesMaster1.xml" Id="R8f43f0cf32af4a4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9aa6edb3e042cf" /><Relationship Type="http://schemas.openxmlformats.org/officeDocument/2006/relationships/notesMaster" Target="/ppt/notesMasters/notesMaster1.xml" Id="Rf97eeb6c8a764d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01c854dcc414374" /><Relationship Type="http://schemas.openxmlformats.org/officeDocument/2006/relationships/notesMaster" Target="/ppt/notesMasters/notesMaster1.xml" Id="R6885e65f6ac94e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80d8445064498a" /><Relationship Type="http://schemas.openxmlformats.org/officeDocument/2006/relationships/notesMaster" Target="/ppt/notesMasters/notesMaster1.xml" Id="R0d38231bce4045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0a2105b2fb4ded" /><Relationship Type="http://schemas.openxmlformats.org/officeDocument/2006/relationships/notesMaster" Target="/ppt/notesMasters/notesMaster1.xml" Id="R3dbc968c0a044e2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1db68fb9dc24fef" /><Relationship Type="http://schemas.openxmlformats.org/officeDocument/2006/relationships/notesMaster" Target="/ppt/notesMasters/notesMaster1.xml" Id="Rbaeb61d77a524a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df065a1df24fa4" /><Relationship Type="http://schemas.openxmlformats.org/officeDocument/2006/relationships/notesMaster" Target="/ppt/notesMasters/notesMaster1.xml" Id="Rd0834c2bee9049f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6915b4c94274daa" /><Relationship Type="http://schemas.openxmlformats.org/officeDocument/2006/relationships/notesMaster" Target="/ppt/notesMasters/notesMaster1.xml" Id="Rd3f2928187884ec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c0b7f4e53d4438a" /><Relationship Type="http://schemas.openxmlformats.org/officeDocument/2006/relationships/notesMaster" Target="/ppt/notesMasters/notesMaster1.xml" Id="Rfbf6e5ed006d4c6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71cf89314a34fab" /><Relationship Type="http://schemas.openxmlformats.org/officeDocument/2006/relationships/notesMaster" Target="/ppt/notesMasters/notesMaster1.xml" Id="Rea65095ea3e34a8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583063cd6a4807" /><Relationship Type="http://schemas.openxmlformats.org/officeDocument/2006/relationships/notesMaster" Target="/ppt/notesMasters/notesMaster1.xml" Id="R266d78db714e412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bf55588030b457e" /><Relationship Type="http://schemas.openxmlformats.org/officeDocument/2006/relationships/notesMaster" Target="/ppt/notesMasters/notesMaster1.xml" Id="R2cc0baf0126b413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2122d3375f64c02" /><Relationship Type="http://schemas.openxmlformats.org/officeDocument/2006/relationships/notesMaster" Target="/ppt/notesMasters/notesMaster1.xml" Id="R334fc1b4e14b456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1a7c03a23a455d" /><Relationship Type="http://schemas.openxmlformats.org/officeDocument/2006/relationships/notesMaster" Target="/ppt/notesMasters/notesMaster1.xml" Id="R4a5ed67a0d1d414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bc05aa052594a51" /><Relationship Type="http://schemas.openxmlformats.org/officeDocument/2006/relationships/notesMaster" Target="/ppt/notesMasters/notesMaster1.xml" Id="R0abb4e2d4ab8412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6836aaaf0974eb8" /><Relationship Type="http://schemas.openxmlformats.org/officeDocument/2006/relationships/notesMaster" Target="/ppt/notesMasters/notesMaster1.xml" Id="R44a9b1879d8b491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75615b1882d44f9" /><Relationship Type="http://schemas.openxmlformats.org/officeDocument/2006/relationships/notesMaster" Target="/ppt/notesMasters/notesMaster1.xml" Id="Rff731b8454864f3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970b9e37103414a" /><Relationship Type="http://schemas.openxmlformats.org/officeDocument/2006/relationships/notesMaster" Target="/ppt/notesMasters/notesMaster1.xml" Id="R12e4f18e99804cb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1aa67935c384ba1" /><Relationship Type="http://schemas.openxmlformats.org/officeDocument/2006/relationships/notesMaster" Target="/ppt/notesMasters/notesMaster1.xml" Id="R8b9469be53d8453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2fdf2c81579405e" /><Relationship Type="http://schemas.openxmlformats.org/officeDocument/2006/relationships/notesMaster" Target="/ppt/notesMasters/notesMaster1.xml" Id="Rdf37f571bcad4fd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d08ab7c91a24963" /><Relationship Type="http://schemas.openxmlformats.org/officeDocument/2006/relationships/notesMaster" Target="/ppt/notesMasters/notesMaster1.xml" Id="R73218c629007480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fb9c503bf224a4c" /><Relationship Type="http://schemas.openxmlformats.org/officeDocument/2006/relationships/notesMaster" Target="/ppt/notesMasters/notesMaster1.xml" Id="Rcb558db92828444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1570612c4184273" /><Relationship Type="http://schemas.openxmlformats.org/officeDocument/2006/relationships/notesMaster" Target="/ppt/notesMasters/notesMaster1.xml" Id="Rcd31a0568ba446b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75d4d4ab06942a7" /><Relationship Type="http://schemas.openxmlformats.org/officeDocument/2006/relationships/notesMaster" Target="/ppt/notesMasters/notesMaster1.xml" Id="R125df9ba0c39418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68c98137df44dcd" /><Relationship Type="http://schemas.openxmlformats.org/officeDocument/2006/relationships/notesMaster" Target="/ppt/notesMasters/notesMaster1.xml" Id="R0d005159ee83446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bd4597a530d4fda" /><Relationship Type="http://schemas.openxmlformats.org/officeDocument/2006/relationships/notesMaster" Target="/ppt/notesMasters/notesMaster1.xml" Id="Rbb63b45c057c4f4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905b3469735408f" /><Relationship Type="http://schemas.openxmlformats.org/officeDocument/2006/relationships/notesMaster" Target="/ppt/notesMasters/notesMaster1.xml" Id="R063811a1c4a646a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aa012e71421477a" /><Relationship Type="http://schemas.openxmlformats.org/officeDocument/2006/relationships/notesMaster" Target="/ppt/notesMasters/notesMaster1.xml" Id="Ra26a5c825fbb49f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8abb7d913e84657" /><Relationship Type="http://schemas.openxmlformats.org/officeDocument/2006/relationships/notesMaster" Target="/ppt/notesMasters/notesMaster1.xml" Id="Rc610b2487981478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1a73d7034bf4a15" /><Relationship Type="http://schemas.openxmlformats.org/officeDocument/2006/relationships/notesMaster" Target="/ppt/notesMasters/notesMaster1.xml" Id="Re51e3f32ae7f42a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7dc5e0d2fb84e54" /><Relationship Type="http://schemas.openxmlformats.org/officeDocument/2006/relationships/notesMaster" Target="/ppt/notesMasters/notesMaster1.xml" Id="R8bd43cbc9b514a0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0595002a9aa4bd1" /><Relationship Type="http://schemas.openxmlformats.org/officeDocument/2006/relationships/notesMaster" Target="/ppt/notesMasters/notesMaster1.xml" Id="R7af77f4bec13480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7ce4da7b68c42e8" /><Relationship Type="http://schemas.openxmlformats.org/officeDocument/2006/relationships/notesMaster" Target="/ppt/notesMasters/notesMaster1.xml" Id="R2f366ff38fdf482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7aeb87084c245b5" /><Relationship Type="http://schemas.openxmlformats.org/officeDocument/2006/relationships/notesMaster" Target="/ppt/notesMasters/notesMaster1.xml" Id="R315d6cba82314a6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397a0b25da448e9" /><Relationship Type="http://schemas.openxmlformats.org/officeDocument/2006/relationships/notesMaster" Target="/ppt/notesMasters/notesMaster1.xml" Id="Rf9faa4354771422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9aa351fe9b04dc5" /><Relationship Type="http://schemas.openxmlformats.org/officeDocument/2006/relationships/notesMaster" Target="/ppt/notesMasters/notesMaster1.xml" Id="R4028a10116d94c4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3a2358db59d4977" /><Relationship Type="http://schemas.openxmlformats.org/officeDocument/2006/relationships/notesMaster" Target="/ppt/notesMasters/notesMaster1.xml" Id="Rf3f4a4e84784402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dc11271b8724d4d" /><Relationship Type="http://schemas.openxmlformats.org/officeDocument/2006/relationships/notesMaster" Target="/ppt/notesMasters/notesMaster1.xml" Id="R6700341995cd477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049b426ae4149d8" /><Relationship Type="http://schemas.openxmlformats.org/officeDocument/2006/relationships/notesMaster" Target="/ppt/notesMasters/notesMaster1.xml" Id="R7dc22781413e457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3d067f65e624598" /><Relationship Type="http://schemas.openxmlformats.org/officeDocument/2006/relationships/notesMaster" Target="/ppt/notesMasters/notesMaster1.xml" Id="R2c8e54b00da84f8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4f90c42e5ba458d" /><Relationship Type="http://schemas.openxmlformats.org/officeDocument/2006/relationships/notesMaster" Target="/ppt/notesMasters/notesMaster1.xml" Id="R744bafab5fd542a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e608862122444de" /><Relationship Type="http://schemas.openxmlformats.org/officeDocument/2006/relationships/notesMaster" Target="/ppt/notesMasters/notesMaster1.xml" Id="Rbb7e7d950fd54a2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95f2b5105f445dd" /><Relationship Type="http://schemas.openxmlformats.org/officeDocument/2006/relationships/notesMaster" Target="/ppt/notesMasters/notesMaster1.xml" Id="R1cc190c131f34bb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85e1f4ed2f943f9" /><Relationship Type="http://schemas.openxmlformats.org/officeDocument/2006/relationships/notesMaster" Target="/ppt/notesMasters/notesMaster1.xml" Id="R396baf3fcc78446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47f066d48cf4b42" /><Relationship Type="http://schemas.openxmlformats.org/officeDocument/2006/relationships/notesMaster" Target="/ppt/notesMasters/notesMaster1.xml" Id="Rdf19f0b9b1734c1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39dd9f2ce3f4513" /><Relationship Type="http://schemas.openxmlformats.org/officeDocument/2006/relationships/notesMaster" Target="/ppt/notesMasters/notesMaster1.xml" Id="R4768a31688ed41e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9072b4791514442" /><Relationship Type="http://schemas.openxmlformats.org/officeDocument/2006/relationships/notesMaster" Target="/ppt/notesMasters/notesMaster1.xml" Id="R83d072459d6c4f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calculations and reusable functions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Python calculations and reusable functions. Explain why this example is needed before running it.</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Python calculations and reusable functions.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Recall and a first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Run print(2 + 3). Which part is the instruction, and which part is the output?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engineering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Recall and a first attempt. Explain why this example is needed before running it.</a:t>
            </a:r>
          </a:p>
          <a:p xmlns:a="http://schemas.openxmlformats.org/drawingml/2006/main">
            <a:r>
              <a:t/>
            </a:r>
          </a:p>
          <a:p xmlns:a="http://schemas.openxmlformats.org/drawingml/2006/main">
            <a:r>
              <a:t>EXPLAIN</a:t>
            </a:r>
          </a:p>
          <a:p xmlns:a="http://schemas.openxmlformats.org/drawingml/2006/main">
            <a:r>
              <a:t>A building team records indoor temperature to investigate comfort.</a:t>
            </a:r>
          </a:p>
          <a:p xmlns:a="http://schemas.openxmlformats.org/drawingml/2006/main">
            <a:r>
              <a:t/>
            </a:r>
          </a:p>
          <a:p xmlns:a="http://schemas.openxmlformats.org/drawingml/2006/main">
            <a:r>
              <a:t>Civil students can discuss construction and inspection; architecture students can discuss shading and ventilation.</a:t>
            </a:r>
          </a:p>
          <a:p xmlns:a="http://schemas.openxmlformats.org/drawingml/2006/main">
            <a:r>
              <a:t/>
            </a:r>
          </a:p>
          <a:p xmlns:a="http://schemas.openxmlformats.org/drawingml/2006/main">
            <a:r>
              <a:t>A measurement includes a number and its unit.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Start with numbers and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Start with numbers and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engineering context. Explain why this example is needed before running it.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Start with numbers and values. Explain why this example is needed before running it.</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Start with numbers and values.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POINT TO THE DEFINITION</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NEXT</a:t>
            </a:r>
          </a:p>
          <a:p xmlns:a="http://schemas.openxmlformats.org/drawingml/2006/main">
            <a:r>
              <a:t>A variable refers to its current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variable refers to its current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Words we will use. Explain why this example is needed before running it.</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NEXT</a:t>
            </a:r>
          </a:p>
          <a:p xmlns:a="http://schemas.openxmlformats.org/drawingml/2006/main">
            <a:r>
              <a:t>Python values have types.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Python values have types.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A variable refers to its current value. Explain why this example is needed before running it.</a:t>
            </a:r>
          </a:p>
          <a:p xmlns:a="http://schemas.openxmlformats.org/drawingml/2006/main">
            <a:r>
              <a:t/>
            </a:r>
          </a:p>
          <a:p xmlns:a="http://schemas.openxmlformats.org/drawingml/2006/main">
            <a:r>
              <a:t>EXPLAIN</a:t>
            </a:r>
          </a:p>
          <a:p xmlns:a="http://schemas.openxmlformats.org/drawingml/2006/main">
            <a:r>
              <a:t>3.5 + 2 gives 5.5. "3.5" + "2" joins text into "3.52".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Build on the preceding slide: A variable refers to its current value.</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Operator.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Python values have types. Explain why this example is needed before running it.</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Build on the preceding slide: Python values have types.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NEXT</a:t>
            </a:r>
          </a:p>
          <a:p xmlns:a="http://schemas.openxmlformats.org/drawingml/2006/main">
            <a:r>
              <a:t>Read a function call before using 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a function call before using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Operator. Explain why this example is needed before running it.</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Build on the preceding slide: Operator.</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NEXT</a:t>
            </a:r>
          </a:p>
          <a:p xmlns:a="http://schemas.openxmlformats.org/drawingml/2006/main">
            <a:r>
              <a:t>Reading Python symbols.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Python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Read a function call before using it. Explain why this example is needed before running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Build on the preceding slide: Read a function call before using it.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Names, conversion and comments.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Names, conversion and comments.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Reading Python symbols. Explain why this example is needed before running it.</a:t>
            </a:r>
          </a:p>
          <a:p xmlns:a="http://schemas.openxmlformats.org/drawingml/2006/main">
            <a:r>
              <a:t/>
            </a:r>
          </a:p>
          <a:p xmlns:a="http://schemas.openxmlformats.org/drawingml/2006/main">
            <a:r>
              <a:t>EXPLAIN</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Build on the preceding slide: Reading Python symbols.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type reports the kind of value: for example, float.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Arithmetic that needs care.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continuation.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Build on Names, conversion and comments. Explain why this example is needed before running it.</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DETAIL</a:t>
            </a:r>
          </a:p>
          <a:p xmlns:a="http://schemas.openxmlformats.org/drawingml/2006/main">
            <a:r>
              <a:t>For CML3112 resume here after teaching original slides 1–12. Briefly show the output from the previous example: 7.0 and &lt;class 'float'&gt;. No need to reteach all twelve slides.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Arithmetic that needs care.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Week 3 continuation. Explain why this example is needed before running it.</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Build on the preceding slide: Names, conversion and comments.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Read the quantities in your programme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in your programme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Arithmetic that needs care. Explain why this example is needed before running it.</a:t>
            </a:r>
          </a:p>
          <a:p xmlns:a="http://schemas.openxmlformats.org/drawingml/2006/main">
            <a:r>
              <a:t/>
            </a:r>
          </a:p>
          <a:p xmlns:a="http://schemas.openxmlformats.org/drawingml/2006/main">
            <a:r>
              <a:t>EXPLAIN</a:t>
            </a:r>
          </a:p>
          <a:p xmlns:a="http://schemas.openxmlformats.org/drawingml/2006/main">
            <a:r>
              <a:t>Length, width and area: Length and width are distances in metres (m). A rectangle’s area is length × width, measured in square metres (m²).</a:t>
            </a:r>
          </a:p>
          <a:p xmlns:a="http://schemas.openxmlformats.org/drawingml/2006/main">
            <a:r>
              <a:t>Thickness and density: Thickness is the third distance. Area × thickness gives volume in m³. Density is mass per volume, in kg/m³; volume × density gives mass in kg.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Build on the preceding slide: Arithmetic that needs care.</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POINT TO THE DEFINITION</a:t>
            </a:r>
          </a:p>
          <a:p xmlns:a="http://schemas.openxmlformats.org/drawingml/2006/main">
            <a:r>
              <a:t>Length, width and area: Length and width are distances in metres (m). A rectangle’s area is length × width, measured in square metres (m²).</a:t>
            </a:r>
          </a:p>
          <a:p xmlns:a="http://schemas.openxmlformats.org/drawingml/2006/main">
            <a:r>
              <a:t>Thickness and density: Thickness is the third distance. Area × thickness gives volume in m³. Density is mass per volume, in kg/m³; volume × density gives mass in kg.</a:t>
            </a:r>
          </a:p>
          <a:p xmlns:a="http://schemas.openxmlformats.org/drawingml/2006/main">
            <a:r>
              <a:t/>
            </a:r>
          </a:p>
          <a:p xmlns:a="http://schemas.openxmlformats.org/drawingml/2006/main">
            <a:r>
              <a:t>NEXT</a:t>
            </a:r>
          </a:p>
          <a:p xmlns:a="http://schemas.openxmlformats.org/drawingml/2006/main">
            <a:r>
              <a:t>A calculation for your programme.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calculation for your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Read the quantities in your programme example. Explain why this example is needed before running it.</a:t>
            </a:r>
          </a:p>
          <a:p xmlns:a="http://schemas.openxmlformats.org/drawingml/2006/main">
            <a:r>
              <a:t/>
            </a:r>
          </a:p>
          <a:p xmlns:a="http://schemas.openxmlformats.org/drawingml/2006/main">
            <a:r>
              <a:t>EXPLAIN</a:t>
            </a:r>
          </a:p>
          <a:p xmlns:a="http://schemas.openxmlformats.org/drawingml/2006/main">
            <a:r>
              <a:t>A rectangular floor is 5 m long and 3 m wide.</a:t>
            </a:r>
          </a:p>
          <a:p xmlns:a="http://schemas.openxmlformats.org/drawingml/2006/main">
            <a:r>
              <a:t/>
            </a:r>
          </a:p>
          <a:p xmlns:a="http://schemas.openxmlformats.org/drawingml/2006/main">
            <a:r>
              <a:t>Area = length × width = 15 m².</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Build on the preceding slide: Read the quantities in your programme example.</a:t>
            </a:r>
          </a:p>
          <a:p xmlns:a="http://schemas.openxmlformats.org/drawingml/2006/main">
            <a:r>
              <a:t/>
            </a:r>
          </a:p>
          <a:p xmlns:a="http://schemas.openxmlformats.org/drawingml/2006/main">
            <a:r>
              <a:t>LECTURER CUE</a:t>
            </a:r>
          </a:p>
          <a:p xmlns:a="http://schemas.openxmlformats.org/drawingml/2006/main">
            <a:r>
              <a:t>A rectangular floor is 5 m long and 3 m wide. Area = length × width = 15 m².</a:t>
            </a:r>
          </a:p>
          <a:p xmlns:a="http://schemas.openxmlformats.org/drawingml/2006/main">
            <a:r>
              <a:t/>
            </a:r>
          </a:p>
          <a:p xmlns:a="http://schemas.openxmlformats.org/drawingml/2006/main">
            <a:r>
              <a:t>NEXT</a:t>
            </a:r>
          </a:p>
          <a:p xmlns:a="http://schemas.openxmlformats.org/drawingml/2006/main">
            <a:r>
              <a:t>The calculation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calculation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A calculation for your programme.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Build on the preceding slide: A calculation for your programme.</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rectangular floor is 5 m long and 3 m wide. Area = length × width = 15 m².</a:t>
            </a:r>
          </a:p>
          <a:p xmlns:a="http://schemas.openxmlformats.org/drawingml/2006/main">
            <a:r>
              <a:t/>
            </a:r>
          </a:p>
          <a:p xmlns:a="http://schemas.openxmlformats.org/drawingml/2006/main">
            <a:r>
              <a:t>Complete practice code:</a:t>
            </a:r>
          </a:p>
          <a:p xmlns:a="http://schemas.openxmlformats.org/drawingml/2006/main">
            <a:r>
              <a:t>length_m = 5</a:t>
            </a:r>
          </a:p>
          <a:p xmlns:a="http://schemas.openxmlformats.org/drawingml/2006/main">
            <a:r>
              <a:t>width_m = 3</a:t>
            </a:r>
          </a:p>
          <a:p xmlns:a="http://schemas.openxmlformats.org/drawingml/2006/main">
            <a:r>
              <a:t>area_m2 = length_m * width_m</a:t>
            </a:r>
          </a:p>
          <a:p xmlns:a="http://schemas.openxmlformats.org/drawingml/2006/main">
            <a:r>
              <a:t>print(area_m2)</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change to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 error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calculation in Python. Explain why this example is needed before running it.</a:t>
            </a:r>
          </a:p>
          <a:p xmlns:a="http://schemas.openxmlformats.org/drawingml/2006/main">
            <a:r>
              <a:t/>
            </a:r>
          </a:p>
          <a:p xmlns:a="http://schemas.openxmlformats.org/drawingml/2006/main">
            <a:r>
              <a:t>EXPLAIN</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Build on the preceding slide: The practice result.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Condition.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Reading an error message. Explain why this example is needed before running it.</a:t>
            </a:r>
          </a:p>
          <a:p xmlns:a="http://schemas.openxmlformats.org/drawingml/2006/main">
            <a:r>
              <a:t/>
            </a:r>
          </a:p>
          <a:p xmlns:a="http://schemas.openxmlformats.org/drawingml/2006/main">
            <a:r>
              <a:t>EXPLAIN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Condition</a:t>
            </a:r>
          </a:p>
          <a:p xmlns:a="http://schemas.openxmlformats.org/drawingml/2006/main">
            <a:r>
              <a:t/>
            </a:r>
          </a:p>
          <a:p xmlns:a="http://schemas.openxmlformats.org/drawingml/2006/main">
            <a:r>
              <a:t>CONNECT</a:t>
            </a:r>
          </a:p>
          <a:p xmlns:a="http://schemas.openxmlformats.org/drawingml/2006/main">
            <a:r>
              <a:t>Build on the preceding slide: Reading an error message.</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Condition: A True/False question. == compares equality; = assigns. if selects a branch; else handles the other case. A colon starts an indented block.</a:t>
            </a:r>
          </a:p>
          <a:p xmlns:a="http://schemas.openxmlformats.org/drawingml/2006/main">
            <a:r>
              <a:t/>
            </a:r>
          </a:p>
          <a:p xmlns:a="http://schemas.openxmlformats.org/drawingml/2006/main">
            <a:r>
              <a:t>NEXT</a:t>
            </a:r>
          </a:p>
          <a:p xmlns:a="http://schemas.openxmlformats.org/drawingml/2006/main">
            <a:r>
              <a:t>Comparison and logic.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Comparison and logic.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Condition. Explain why this example is needed before running it.</a:t>
            </a:r>
          </a:p>
          <a:p xmlns:a="http://schemas.openxmlformats.org/drawingml/2006/main">
            <a:r>
              <a:t/>
            </a:r>
          </a:p>
          <a:p xmlns:a="http://schemas.openxmlformats.org/drawingml/2006/main">
            <a:r>
              <a:t>EXPLAIN</a:t>
            </a:r>
          </a:p>
          <a:p xmlns:a="http://schemas.openxmlformats.org/drawingml/2006/main">
            <a:r>
              <a:t>&gt; means greater than; &lt; means less than; &lt;= means at most. = assigns, while == compares. True and False are Boolean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Comparison and logic</a:t>
            </a:r>
          </a:p>
          <a:p xmlns:a="http://schemas.openxmlformats.org/drawingml/2006/main">
            <a:r>
              <a:t/>
            </a:r>
          </a:p>
          <a:p xmlns:a="http://schemas.openxmlformats.org/drawingml/2006/main">
            <a:r>
              <a:t>CONNECT</a:t>
            </a:r>
          </a:p>
          <a:p xmlns:a="http://schemas.openxmlformats.org/drawingml/2006/main">
            <a:r>
              <a:t>Build on the preceding slide: Condition.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decision needs a colon and indentation.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decision needs a colon and indentation.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Comparison and logic. Explain why this example is needed before running it.</a:t>
            </a:r>
          </a:p>
          <a:p xmlns:a="http://schemas.openxmlformats.org/drawingml/2006/main">
            <a:r>
              <a:t/>
            </a:r>
          </a:p>
          <a:p xmlns:a="http://schemas.openxmlformats.org/drawingml/2006/main">
            <a:r>
              <a:t>EXPLAIN</a:t>
            </a:r>
          </a:p>
          <a:p xmlns:a="http://schemas.openxmlformats.org/drawingml/2006/main">
            <a:r>
              <a:t>&gt;= compares values. Only the chosen indented block runs.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Build on the preceding slide: Comparison and logic.</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More than two branches.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Build on A decision needs a colon and indentation. Explain why this example is needed before running it.</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 continued</a:t>
            </a:r>
          </a:p>
          <a:p xmlns:a="http://schemas.openxmlformats.org/drawingml/2006/main">
            <a:r>
              <a:t/>
            </a:r>
          </a:p>
          <a:p xmlns:a="http://schemas.openxmlformats.org/drawingml/2006/main">
            <a:r>
              <a:t>CONNECT</a:t>
            </a:r>
          </a:p>
          <a:p xmlns:a="http://schemas.openxmlformats.org/drawingml/2006/main">
            <a:r>
              <a:t>Build on the preceding slide: Units branches and error messages.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an if elif else chain.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Build on More than two branches. Explain why this example is needed before running it.</a:t>
            </a:r>
          </a:p>
          <a:p xmlns:a="http://schemas.openxmlformats.org/drawingml/2006/main">
            <a:r>
              <a:t/>
            </a:r>
          </a:p>
          <a:p xmlns:a="http://schemas.openxmlformats.org/drawingml/2006/main">
            <a:r>
              <a:t>EXPLAIN</a:t>
            </a:r>
          </a:p>
          <a:p xmlns:a="http://schemas.openxmlformats.org/drawingml/2006/main">
            <a:r>
              <a:t>Output: medium. The first condition is false; the second is true.</a:t>
            </a:r>
          </a:p>
          <a:p xmlns:a="http://schemas.openxmlformats.org/drawingml/2006/main">
            <a:r>
              <a:t/>
            </a:r>
          </a:p>
          <a:p xmlns:a="http://schemas.openxmlformats.org/drawingml/2006/main">
            <a:r>
              <a:t>LECTURER DETAIL</a:t>
            </a:r>
          </a:p>
          <a:p xmlns:a="http://schemas.openxmlformats.org/drawingml/2006/main">
            <a:r>
              <a:t>Output: medium. The first condition is false; the second is true.</a:t>
            </a:r>
          </a:p>
          <a:p xmlns:a="http://schemas.openxmlformats.org/drawingml/2006/main">
            <a:r>
              <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Tracing an if elif else chain. Explain why this example is needed before running it.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Build on the preceding slide: A decision needs a colon and indentation.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NEXT</a:t>
            </a:r>
          </a:p>
          <a:p xmlns:a="http://schemas.openxmlformats.org/drawingml/2006/main">
            <a:r>
              <a:t>Indentation and return.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Indentation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Function. Explain why this example is needed before running it.</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Build on the preceding slide: Function.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NEXT</a:t>
            </a:r>
          </a:p>
          <a:p xmlns:a="http://schemas.openxmlformats.org/drawingml/2006/main">
            <a:r>
              <a:t>A function definition and a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definition and a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Indentation and return. Explain why this example is needed before running it.</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Build on the preceding slide: Indentation and return.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calculation has inputs and an answer.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Inputs, instructions and a returned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A function definition and a call.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Build on the preceding slide: A reusable calculation.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Following a function 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Defining and calling double_value.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Build on Inputs, instructions and a returned result. Explain why this example is needed before running it.</a:t>
            </a:r>
          </a:p>
          <a:p xmlns:a="http://schemas.openxmlformats.org/drawingml/2006/main">
            <a:r>
              <a:t/>
            </a:r>
          </a:p>
          <a:p xmlns:a="http://schemas.openxmlformats.org/drawingml/2006/main">
            <a:r>
              <a:t>EXPLAIN</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Following a function call.</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Positional and named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Defining and calling double_value. Explain why this example is needed before running it.</a:t>
            </a:r>
          </a:p>
          <a:p xmlns:a="http://schemas.openxmlformats.org/drawingml/2006/main">
            <a:r>
              <a:t/>
            </a:r>
          </a:p>
          <a:p xmlns:a="http://schemas.openxmlformats.org/drawingml/2006/main">
            <a:r>
              <a:t>EXPLAIN</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input check before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Build on Positional and named inputs. Explain why this example is needed before running it.</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function with a zero-input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Build on An input check before division. Explain why this example is needed before running it.</a:t>
            </a:r>
          </a:p>
          <a:p xmlns:a="http://schemas.openxmlformats.org/drawingml/2006/main">
            <a:r>
              <a:t/>
            </a:r>
          </a:p>
          <a:p xmlns:a="http://schemas.openxmlformats.org/drawingml/2006/main">
            <a:r>
              <a:t>EXPLAIN</a:t>
            </a:r>
          </a:p>
          <a:p xmlns:a="http://schemas.openxmlformats.org/drawingml/2006/main">
            <a:r>
              <a:t>Output: 4.0. safe_share(12, 0) returns None before any division.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Positional and named inputs.</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A function with a zero-input check. Explain why this example is needed before running it.</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A branch with a clear boundary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branch with a clear boundary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A branch with a clear boundary.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Build on the preceding slide: A branch with a clear boundary.</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Selecting a largest error without loops.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value and a collection of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Build on A branch with a clear boundary in Python. Explain why this example is needed before running it.</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Lists dictionaries tuples and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Build on One value and a collection of values. Explain why this example is needed before running it.</a:t>
            </a:r>
          </a:p>
          <a:p xmlns:a="http://schemas.openxmlformats.org/drawingml/2006/main">
            <a:r>
              <a:t/>
            </a:r>
          </a:p>
          <a:p xmlns:a="http://schemas.openxmlformats.org/drawingml/2006/main">
            <a:r>
              <a:t>EXPLAIN</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DETAIL</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values in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Build on Lists dictionaries tuples and sets. Explain why this example is needed before running it.</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and reading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Build on A list stores values in positions. Explain why this example is needed before running it.</a:t>
            </a:r>
          </a:p>
          <a:p xmlns:a="http://schemas.openxmlformats.org/drawingml/2006/main">
            <a:r>
              <a:t/>
            </a:r>
          </a:p>
          <a:p xmlns:a="http://schemas.openxmlformats.org/drawingml/2006/main">
            <a:r>
              <a:t>EXPLAIN</a:t>
            </a:r>
          </a:p>
          <a:p xmlns:a="http://schemas.openxmlformats.org/drawingml/2006/main">
            <a:r>
              <a:t>Output: [98, 105, 92], then 98, then 3.</a:t>
            </a:r>
          </a:p>
          <a:p xmlns:a="http://schemas.openxmlformats.org/drawingml/2006/main">
            <a:r>
              <a:t/>
            </a:r>
          </a:p>
          <a:p xmlns:a="http://schemas.openxmlformats.org/drawingml/2006/main">
            <a:r>
              <a:t>LECTURER DETAIL</a:t>
            </a:r>
          </a:p>
          <a:p xmlns:a="http://schemas.openxmlformats.org/drawingml/2006/main">
            <a:r>
              <a:t>Output: [98, 105, 92], then 98, then 3.</a:t>
            </a:r>
          </a:p>
          <a:p xmlns:a="http://schemas.openxmlformats.org/drawingml/2006/main">
            <a:r>
              <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the right collection.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Build on Creating and reading a list. Explain why this example is needed before running it.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method belongs to a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Build on Choosing the right collection. Explain why this example is needed before running it.</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A method belongs to a value. Explain why this example is needed before running it.</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Build on the preceding slide: A branch with a clear boundary in Python.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Reading a short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Selecting a largest error without loops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Selecting a largest error without loops.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Build on the preceding slide: Reading a short list.</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Keep the reading beside its signed error.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 the reading beside its signed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Selecting a largest error without loops in Python. Explain why this example is needed before running it.</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Build on the preceding slide: Selecting a largest error without loops in Python.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NEXT</a:t>
            </a:r>
          </a:p>
          <a:p xmlns:a="http://schemas.openxmlformats.org/drawingml/2006/main">
            <a:r>
              <a:t>Find a position, then recover the original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Find a position, then recover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Keep the reading beside its signed error. Explain why this example is needed before running it.</a:t>
            </a:r>
          </a:p>
          <a:p xmlns:a="http://schemas.openxmlformats.org/drawingml/2006/main">
            <a:r>
              <a:t/>
            </a:r>
          </a:p>
          <a:p xmlns:a="http://schemas.openxmlformats.org/drawingml/2006/main">
            <a:r>
              <a:t>EXPLAIN</a:t>
            </a:r>
          </a:p>
          <a:p xmlns:a="http://schemas.openxmlformats.org/drawingml/2006/main">
            <a:r>
              <a:t>Expected: 92 -8. The largest size is 8; the signed error is -8.</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Build on the preceding slide: Keep the reading beside its signed error.</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EXPLAIN IN ORDINARY WORDS</a:t>
            </a:r>
          </a:p>
          <a:p xmlns:a="http://schemas.openxmlformats.org/drawingml/2006/main">
            <a:r>
              <a:t>The size of an error is its absolute value. Keep the original sign and the matching reading. Find the position of the largest size, then use that same position in both original lists.</a:t>
            </a:r>
          </a:p>
          <a:p xmlns:a="http://schemas.openxmlformats.org/drawingml/2006/main">
            <a:r>
              <a:t/>
            </a:r>
          </a:p>
          <a:p xmlns:a="http://schemas.openxmlformats.org/drawingml/2006/main">
            <a:r>
              <a:t>CHECK AND EXPECTED ANSWER</a:t>
            </a:r>
          </a:p>
          <a:p xmlns:a="http://schemas.openxmlformats.org/drawingml/2006/main">
            <a:r>
              <a:t>For errors [-2,5,-8], sizes are [2,5,8]. The maximum size is 8 at position 2; the original signed error is -8.</a:t>
            </a:r>
          </a:p>
          <a:p xmlns:a="http://schemas.openxmlformats.org/drawingml/2006/main">
            <a:r>
              <a:t/>
            </a:r>
          </a:p>
          <a:p xmlns:a="http://schemas.openxmlformats.org/drawingml/2006/main">
            <a:r>
              <a:t>IF LEARNERS ARE STUCK</a:t>
            </a:r>
          </a:p>
          <a:p xmlns:a="http://schemas.openxmlformats.org/drawingml/2006/main">
            <a:r>
              <a:t>Draw the readings, signed errors and sizes in aligned columns. Circle the position rather than replacing the signed error with its absolute value.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Find a position, then recover the original values. Explain why this example is needed before running it.</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triple_value returns x * 3. The calls give 15 and None respectively. The guard returns before division when people is zero.</a:t>
            </a:r>
          </a:p>
          <a:p xmlns:a="http://schemas.openxmlformats.org/drawingml/2006/main">
            <a:r>
              <a:t>Which step produced this result? What changes if one input changes?</a:t>
            </a:r>
          </a:p>
          <a:p xmlns:a="http://schemas.openxmlformats.org/drawingml/2006/main">
            <a:r>
              <a:t>CML3112   Week 3   46</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quantities before the formulas.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Quantities and units.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programme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Read the quantities before the formulas. Explain why this example is needed before running it.</a:t>
            </a:r>
          </a:p>
          <a:p xmlns:a="http://schemas.openxmlformats.org/drawingml/2006/main">
            <a:r>
              <a:t/>
            </a:r>
          </a:p>
          <a:p xmlns:a="http://schemas.openxmlformats.org/drawingml/2006/main">
            <a:r>
              <a:t>EXPLAIN</a:t>
            </a:r>
          </a:p>
          <a:p xmlns:a="http://schemas.openxmlformats.org/drawingml/2006/main">
            <a:r>
              <a:t>Slab mass = area × thickness × density. Use metres and 2400 kg/m³ as specified.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Build on the preceding slide: Quantities and units.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Your programme formula. Explain why this example is needed before running it.</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Units branches and error messages.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Unit conversions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Units branches and error messages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Units branches and error messages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Unit conversions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Units branches and error messages continued.</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CML3112.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slab_mass(area_m2, thickness_m) returning the mass of the concrete slab in kg, taking concrete as 2400 kg/m3.</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q1: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q2: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q2: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q1: 3 marks. Explain why this example is needed before running it.</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Build on the preceding slide: q1: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q3: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q3: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q2: 4 marks. Explain why this example is needed before running it.</a:t>
            </a:r>
          </a:p>
          <a:p xmlns:a="http://schemas.openxmlformats.org/drawingml/2006/main">
            <a:r>
              <a:t/>
            </a:r>
          </a:p>
          <a:p xmlns:a="http://schemas.openxmlformats.org/drawingml/2006/main">
            <a:r>
              <a:t>EXPLAIN</a:t>
            </a:r>
          </a:p>
          <a:p xmlns:a="http://schemas.openxmlformats.org/drawingml/2006/main">
            <a:r>
              <a:t>Write slab_mass(area_m2, thickness_m) returning the mass of the concrete slab in kg, taking concrete as 2400 kg/m3.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Build on the preceding slide: q2: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q4: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q4: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q3: 3 marks. Explain why this example is needed before running it.</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Build on the preceding slide: q3: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q5: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q5: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q4: 5 marks. Explain why this example is needed before running it.</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Build on the preceding slide: q4: 5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Signed percentage error compares a measurement with its expected reference: (measured - expected) / expected times 100. Positive means above the reference; negative means below it.</a:t>
            </a:r>
          </a:p>
          <a:p xmlns:a="http://schemas.openxmlformats.org/drawingml/2006/main">
            <a:r>
              <a:t/>
            </a:r>
          </a:p>
          <a:p xmlns:a="http://schemas.openxmlformats.org/drawingml/2006/main">
            <a:r>
              <a:t>CHECK AND EXPECTED ANSWER</a:t>
            </a:r>
          </a:p>
          <a:p xmlns:a="http://schemas.openxmlformats.org/drawingml/2006/main">
            <a:r>
              <a:t>For measured 90 and expected 100, the signed error is -10%. Its size is 10%.</a:t>
            </a:r>
          </a:p>
          <a:p xmlns:a="http://schemas.openxmlformats.org/drawingml/2006/main">
            <a:r>
              <a:t/>
            </a:r>
          </a:p>
          <a:p xmlns:a="http://schemas.openxmlformats.org/drawingml/2006/main">
            <a:r>
              <a:t>IF LEARNERS ARE STUCK</a:t>
            </a:r>
          </a:p>
          <a:p xmlns:a="http://schemas.openxmlformats.org/drawingml/2006/main">
            <a:r>
              <a:t>Calculate the difference first, divide by the reference, then multiply by 100. The formula needs a nonzero reference; follow the issued task contract for exceptional inputs.</a:t>
            </a:r>
          </a:p>
          <a:p xmlns:a="http://schemas.openxmlformats.org/drawingml/2006/main">
            <a:r>
              <a:t/>
            </a:r>
          </a:p>
          <a:p xmlns:a="http://schemas.openxmlformats.org/drawingml/2006/main">
            <a:r>
              <a:t>NEXT</a:t>
            </a:r>
          </a:p>
          <a:p xmlns:a="http://schemas.openxmlformats.org/drawingml/2006/main">
            <a:r>
              <a:t>Engineering functions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functions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q5: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22 Sep 2026, 10:55 Kampala</a:t>
            </a:r>
          </a:p>
          <a:p xmlns:a="http://schemas.openxmlformats.org/drawingml/2006/main">
            <a:r>
              <a:t/>
            </a:r>
          </a:p>
          <a:p xmlns:a="http://schemas.openxmlformats.org/drawingml/2006/main">
            <a:r>
              <a:t>Deadline: 29 Sep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Build on the preceding slide: q5: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Engineering functions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Build on the preceding slide: Engineering functions submission.</a:t>
            </a:r>
          </a:p>
          <a:p xmlns:a="http://schemas.openxmlformats.org/drawingml/2006/main">
            <a:r>
              <a:t/>
            </a:r>
          </a:p>
          <a:p xmlns:a="http://schemas.openxmlformats.org/drawingml/2006/main">
            <a:r>
              <a:t>LECTURER CUE</a:t>
            </a:r>
          </a:p>
          <a:p xmlns:a="http://schemas.openxmlformats.org/drawingml/2006/main">
            <a:r>
              <a:t>Activate the matching open_W3_CML3112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3 quiz.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Your programme formula.</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4f873c493d49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b19ac4f08a469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111e10dd5c46c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b70d4bcd85428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370feb2b1d41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fa30de30d764b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E07A216-1CD7-4825-9025-A16C92A6D03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1521674-B0AE-4FD2-A6CC-9BFB9283D49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66825D9-8655-44BC-9291-FB7273159F0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23DF101-8618-4977-92D2-BADD1D60D3AC}"/>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57A497B-9E44-473C-89AF-409BE2EDA39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D481A12-C477-44C6-8938-A0A933D11B7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963A29A-C150-468F-88BB-9EA14A57C6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4FCB1AD-443D-4780-B7E8-A9B34D104A5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7D307B3-BC86-45C4-8FBA-85319545782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083DAF7-31EE-467D-AE88-BA3443444B0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026B127-82CD-4EAD-B47E-60B2A79FDA7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146C8ED-9102-4B5A-98B4-84D850375D7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7718C31-1D72-4580-8F35-1D51FA29462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3428288-C3BE-48FC-B6D0-35B160D5081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F7662C-6FD3-479C-A536-9257ABCA117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22241003494ee4" /><Relationship Type="http://schemas.openxmlformats.org/officeDocument/2006/relationships/slideLayout" Target="/ppt/slideLayouts/slideLayout1.xml" Id="R46273c86768b4d8e" /><Relationship Type="http://schemas.openxmlformats.org/officeDocument/2006/relationships/slideLayout" Target="/ppt/slideLayouts/slideLayout2.xml" Id="Re764a97085a84ee2" /><Relationship Type="http://schemas.openxmlformats.org/officeDocument/2006/relationships/slideLayout" Target="/ppt/slideLayouts/slideLayout3.xml" Id="Raf948fdb77bb4ee4" /><Relationship Type="http://schemas.openxmlformats.org/officeDocument/2006/relationships/slideLayout" Target="/ppt/slideLayouts/slideLayout4.xml" Id="Rc1231bb5406641f4" /><Relationship Type="http://schemas.openxmlformats.org/officeDocument/2006/relationships/slideLayout" Target="/ppt/slideLayouts/slideLayout5.xml" Id="Rf57997bf08c04237" /><Relationship Type="http://schemas.openxmlformats.org/officeDocument/2006/relationships/slideLayout" Target="/ppt/slideLayouts/slideLayout6.xml" Id="R9eb1703993564b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273c86768b4d8e"/>
    <p:sldLayoutId xmlns:r="http://schemas.openxmlformats.org/officeDocument/2006/relationships" id="2147483650" r:id="Re764a97085a84ee2"/>
    <p:sldLayoutId xmlns:r="http://schemas.openxmlformats.org/officeDocument/2006/relationships" id="2147483651" r:id="Raf948fdb77bb4ee4"/>
    <p:sldLayoutId xmlns:r="http://schemas.openxmlformats.org/officeDocument/2006/relationships" id="2147483652" r:id="Rc1231bb5406641f4"/>
    <p:sldLayoutId xmlns:r="http://schemas.openxmlformats.org/officeDocument/2006/relationships" id="2147483653" r:id="Rf57997bf08c04237"/>
    <p:sldLayoutId xmlns:r="http://schemas.openxmlformats.org/officeDocument/2006/relationships" id="2147483654" r:id="R9eb1703993564b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dfbeb76a11a47e0" /><Relationship Type="http://schemas.openxmlformats.org/officeDocument/2006/relationships/image" Target="/ppt/media/image.png" Id="R4bab9277341947f7" /><Relationship Type="http://schemas.openxmlformats.org/officeDocument/2006/relationships/notesSlide" Target="/ppt/notesSlides/notesSlide1.xml" Id="Rf507ca14694047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48010c305514487" /><Relationship Type="http://schemas.openxmlformats.org/officeDocument/2006/relationships/notesSlide" Target="/ppt/notesSlides/notesSlide2.xml" Id="R6d34fe621b464f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6e9075d4aa45ac" /><Relationship Type="http://schemas.openxmlformats.org/officeDocument/2006/relationships/notesSlide" Target="/ppt/notesSlides/notesSlide3.xml" Id="R5a14caba51b042a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bef37ed48f3427f" /><Relationship Type="http://schemas.openxmlformats.org/officeDocument/2006/relationships/notesSlide" Target="/ppt/notesSlides/notesSlide4.xml" Id="R84923f58e9694e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a12ae2674bd4cad" /><Relationship Type="http://schemas.openxmlformats.org/officeDocument/2006/relationships/notesSlide" Target="/ppt/notesSlides/notesSlide5.xml" Id="R32b79cdd756444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5274fbf6804469" /><Relationship Type="http://schemas.openxmlformats.org/officeDocument/2006/relationships/notesSlide" Target="/ppt/notesSlides/notesSlide6.xml" Id="R00aced1255de44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e26a5b2db254d5b" /><Relationship Type="http://schemas.openxmlformats.org/officeDocument/2006/relationships/image" Target="/ppt/media/image2.png" Id="Rabc060e5999a47c0" /><Relationship Type="http://schemas.openxmlformats.org/officeDocument/2006/relationships/notesSlide" Target="/ppt/notesSlides/notesSlide7.xml" Id="R6c86fd51ae1146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412ba2568364e1c" /><Relationship Type="http://schemas.openxmlformats.org/officeDocument/2006/relationships/notesSlide" Target="/ppt/notesSlides/notesSlide8.xml" Id="R87ce3f70b05744a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2af4084ebb34a90" /><Relationship Type="http://schemas.openxmlformats.org/officeDocument/2006/relationships/notesSlide" Target="/ppt/notesSlides/notesSlide9.xml" Id="R0e040d11368845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b7425031c1450b" /><Relationship Type="http://schemas.openxmlformats.org/officeDocument/2006/relationships/notesSlide" Target="/ppt/notesSlides/notesSlide10.xml" Id="R6e910d98f5a845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bf7897b5eb439b" /><Relationship Type="http://schemas.openxmlformats.org/officeDocument/2006/relationships/notesSlide" Target="/ppt/notesSlides/notesSlide11.xml" Id="R3bc1d1320ce242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751f0c6a770400e" /><Relationship Type="http://schemas.openxmlformats.org/officeDocument/2006/relationships/notesSlide" Target="/ppt/notesSlides/notesSlide12.xml" Id="Ref4a1f135f3e42f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2e0f6d4094d4097" /><Relationship Type="http://schemas.openxmlformats.org/officeDocument/2006/relationships/notesSlide" Target="/ppt/notesSlides/notesSlide13.xml" Id="R67c0efcc855642e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9e0acb137b14415" /><Relationship Type="http://schemas.openxmlformats.org/officeDocument/2006/relationships/notesSlide" Target="/ppt/notesSlides/notesSlide14.xml" Id="Rf491f32698384b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6d177daedb84d63" /><Relationship Type="http://schemas.openxmlformats.org/officeDocument/2006/relationships/notesSlide" Target="/ppt/notesSlides/notesSlide15.xml" Id="R2f4ae550bd1148c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932d7fa7fb4446b" /><Relationship Type="http://schemas.openxmlformats.org/officeDocument/2006/relationships/notesSlide" Target="/ppt/notesSlides/notesSlide16.xml" Id="R8ef76346b41c4f1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95fc9b83a3f43bf" /><Relationship Type="http://schemas.openxmlformats.org/officeDocument/2006/relationships/notesSlide" Target="/ppt/notesSlides/notesSlide17.xml" Id="Rdead10d7533c40b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cc275c13bbd4e11" /><Relationship Type="http://schemas.openxmlformats.org/officeDocument/2006/relationships/notesSlide" Target="/ppt/notesSlides/notesSlide18.xml" Id="R43bc0985fbad4a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852b071387241fb" /><Relationship Type="http://schemas.openxmlformats.org/officeDocument/2006/relationships/notesSlide" Target="/ppt/notesSlides/notesSlide19.xml" Id="R03996592d9e94f3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8f6e84885a34008" /><Relationship Type="http://schemas.openxmlformats.org/officeDocument/2006/relationships/notesSlide" Target="/ppt/notesSlides/notesSlide20.xml" Id="Rf2909cab6ccd46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3db6deca9464ba2" /><Relationship Type="http://schemas.openxmlformats.org/officeDocument/2006/relationships/notesSlide" Target="/ppt/notesSlides/notesSlide21.xml" Id="R5e8e0179cd42442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99e484c784a4690" /><Relationship Type="http://schemas.openxmlformats.org/officeDocument/2006/relationships/notesSlide" Target="/ppt/notesSlides/notesSlide22.xml" Id="R02a28b51334b46f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43f282c559742d4" /><Relationship Type="http://schemas.openxmlformats.org/officeDocument/2006/relationships/notesSlide" Target="/ppt/notesSlides/notesSlide23.xml" Id="R8ff81b8a6eca49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8ed166b849f4fe7" /><Relationship Type="http://schemas.openxmlformats.org/officeDocument/2006/relationships/notesSlide" Target="/ppt/notesSlides/notesSlide24.xml" Id="R342175f57d66499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87157a0e8a44550" /><Relationship Type="http://schemas.openxmlformats.org/officeDocument/2006/relationships/notesSlide" Target="/ppt/notesSlides/notesSlide25.xml" Id="Rda7aeb29838d4c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aefbd5d901d4a96" /><Relationship Type="http://schemas.openxmlformats.org/officeDocument/2006/relationships/notesSlide" Target="/ppt/notesSlides/notesSlide26.xml" Id="R62b5c5a61527414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accf009062f4891" /><Relationship Type="http://schemas.openxmlformats.org/officeDocument/2006/relationships/image" Target="/ppt/media/image3.png" Id="R88dee644577a4113" /><Relationship Type="http://schemas.openxmlformats.org/officeDocument/2006/relationships/notesSlide" Target="/ppt/notesSlides/notesSlide27.xml" Id="R25638c31e1204a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c21fc78fc2f4217" /><Relationship Type="http://schemas.openxmlformats.org/officeDocument/2006/relationships/notesSlide" Target="/ppt/notesSlides/notesSlide28.xml" Id="Ra14e3bc59b644a6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7106d0850dc4429" /><Relationship Type="http://schemas.openxmlformats.org/officeDocument/2006/relationships/notesSlide" Target="/ppt/notesSlides/notesSlide29.xml" Id="R8a313473437c4db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a6b4038787a4acb" /><Relationship Type="http://schemas.openxmlformats.org/officeDocument/2006/relationships/notesSlide" Target="/ppt/notesSlides/notesSlide30.xml" Id="R8d600c9475994bb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64fccd5448345fa" /><Relationship Type="http://schemas.openxmlformats.org/officeDocument/2006/relationships/notesSlide" Target="/ppt/notesSlides/notesSlide31.xml" Id="R7bbbcab63a07439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a393e94678a47ef" /><Relationship Type="http://schemas.openxmlformats.org/officeDocument/2006/relationships/notesSlide" Target="/ppt/notesSlides/notesSlide32.xml" Id="Rffc898cbb17a43b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1ea396c9e934c08" /><Relationship Type="http://schemas.openxmlformats.org/officeDocument/2006/relationships/notesSlide" Target="/ppt/notesSlides/notesSlide33.xml" Id="R960cd0cc0807477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d1012f0d4ff4155" /><Relationship Type="http://schemas.openxmlformats.org/officeDocument/2006/relationships/notesSlide" Target="/ppt/notesSlides/notesSlide34.xml" Id="R5b6860a72c1047c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791348b1eee45e2" /><Relationship Type="http://schemas.openxmlformats.org/officeDocument/2006/relationships/notesSlide" Target="/ppt/notesSlides/notesSlide35.xml" Id="R1c2a949ab70542d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677fb8819da4195" /><Relationship Type="http://schemas.openxmlformats.org/officeDocument/2006/relationships/notesSlide" Target="/ppt/notesSlides/notesSlide36.xml" Id="R3738a97cd3754a3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ff3f5de7ad04d04" /><Relationship Type="http://schemas.openxmlformats.org/officeDocument/2006/relationships/notesSlide" Target="/ppt/notesSlides/notesSlide37.xml" Id="R31ab0184bc344cf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33ea7a4a43b4bdd" /><Relationship Type="http://schemas.openxmlformats.org/officeDocument/2006/relationships/notesSlide" Target="/ppt/notesSlides/notesSlide38.xml" Id="R7ac80ca7220343c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b81a256e01546e5" /><Relationship Type="http://schemas.openxmlformats.org/officeDocument/2006/relationships/notesSlide" Target="/ppt/notesSlides/notesSlide39.xml" Id="R6f1751e1b0044d7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5a5ceb8dacf4bfc" /><Relationship Type="http://schemas.openxmlformats.org/officeDocument/2006/relationships/notesSlide" Target="/ppt/notesSlides/notesSlide40.xml" Id="Rc7d2dd51477c421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9df1552b1e144404" /><Relationship Type="http://schemas.openxmlformats.org/officeDocument/2006/relationships/notesSlide" Target="/ppt/notesSlides/notesSlide41.xml" Id="R3736213c63f647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5100a566e5e433f" /><Relationship Type="http://schemas.openxmlformats.org/officeDocument/2006/relationships/notesSlide" Target="/ppt/notesSlides/notesSlide42.xml" Id="R9d82e161f73e448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ffc6030ac1b42c5" /><Relationship Type="http://schemas.openxmlformats.org/officeDocument/2006/relationships/notesSlide" Target="/ppt/notesSlides/notesSlide43.xml" Id="Rf0e2048f8d8049f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e837481e84243aa" /><Relationship Type="http://schemas.openxmlformats.org/officeDocument/2006/relationships/notesSlide" Target="/ppt/notesSlides/notesSlide44.xml" Id="R7a5e8c189d6f49c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735d29e904846f3" /><Relationship Type="http://schemas.openxmlformats.org/officeDocument/2006/relationships/notesSlide" Target="/ppt/notesSlides/notesSlide45.xml" Id="R6f9121ff4c27401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f4b06c374444844" /><Relationship Type="http://schemas.openxmlformats.org/officeDocument/2006/relationships/notesSlide" Target="/ppt/notesSlides/notesSlide46.xml" Id="Re30efe65f15e4f6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7f12d277aec497d" /><Relationship Type="http://schemas.openxmlformats.org/officeDocument/2006/relationships/notesSlide" Target="/ppt/notesSlides/notesSlide47.xml" Id="R30e02b44c2de45e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33e30be21674330" /><Relationship Type="http://schemas.openxmlformats.org/officeDocument/2006/relationships/notesSlide" Target="/ppt/notesSlides/notesSlide48.xml" Id="Rf5e4e33aa3a245b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8c65ddd84fe4fcd" /><Relationship Type="http://schemas.openxmlformats.org/officeDocument/2006/relationships/notesSlide" Target="/ppt/notesSlides/notesSlide49.xml" Id="Rf49ff3d907814bf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35bbf4222e7490b" /><Relationship Type="http://schemas.openxmlformats.org/officeDocument/2006/relationships/notesSlide" Target="/ppt/notesSlides/notesSlide50.xml" Id="R7952785f0a0042c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3e625c512734064" /><Relationship Type="http://schemas.openxmlformats.org/officeDocument/2006/relationships/notesSlide" Target="/ppt/notesSlides/notesSlide51.xml" Id="Rd039469a4c2e478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afe1875d76c44a0a" /><Relationship Type="http://schemas.openxmlformats.org/officeDocument/2006/relationships/notesSlide" Target="/ppt/notesSlides/notesSlide52.xml" Id="R04216301350d44c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e6e783530a94fa5" /><Relationship Type="http://schemas.openxmlformats.org/officeDocument/2006/relationships/notesSlide" Target="/ppt/notesSlides/notesSlide53.xml" Id="R4be9e47704c3497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d791562f0e84eed" /><Relationship Type="http://schemas.openxmlformats.org/officeDocument/2006/relationships/notesSlide" Target="/ppt/notesSlides/notesSlide54.xml" Id="R94c3f1e2eeaf457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bdcc1405add4e99" /><Relationship Type="http://schemas.openxmlformats.org/officeDocument/2006/relationships/notesSlide" Target="/ppt/notesSlides/notesSlide55.xml" Id="Rd1a72138f18b4e0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b832e5100b74671" /><Relationship Type="http://schemas.openxmlformats.org/officeDocument/2006/relationships/hyperlink" Target="https://docs.google.com/forms/d/e/1FAIpQLSfK1T6vYI-m-ZaYLisO8AjovzezCEuc5lU9dvCed5P91w_zpA/viewform" TargetMode="External" Id="R2a94fb7352a84fbd" /><Relationship Type="http://schemas.openxmlformats.org/officeDocument/2006/relationships/notesSlide" Target="/ppt/notesSlides/notesSlide56.xml" Id="R28a8dcb9527f4d5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d62c1969f624dc8" /><Relationship Type="http://schemas.openxmlformats.org/officeDocument/2006/relationships/image" Target="/ppt/media/image4.png" Id="R72629a1d7da64af1" /><Relationship Type="http://schemas.openxmlformats.org/officeDocument/2006/relationships/hyperlink" Target="https://forms.gle/YEMYghGS7gqr4tts7" TargetMode="External" Id="Rd168a14728ef41e8" /><Relationship Type="http://schemas.openxmlformats.org/officeDocument/2006/relationships/notesSlide" Target="/ppt/notesSlides/notesSlide57.xml" Id="R267771ccc6a1400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b6d8143307cf4423" /><Relationship Type="http://schemas.openxmlformats.org/officeDocument/2006/relationships/notesSlide" Target="/ppt/notesSlides/notesSlide58.xml" Id="R5ee54818c2b9405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4d34c24085d404c" /><Relationship Type="http://schemas.openxmlformats.org/officeDocument/2006/relationships/hyperlink" Target="https://www.youtube.com/watch?v=khKv-8q7YmY" TargetMode="External" Id="R41d735e1e8f647e1" /><Relationship Type="http://schemas.openxmlformats.org/officeDocument/2006/relationships/notesSlide" Target="/ppt/notesSlides/notesSlide59.xml" Id="Raea6092f158647f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bab9277341947f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BB586A4-B0B5-4632-86B7-42273EA43FE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4D2720-BB15-4353-ACFE-189648F7220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C713E81D-684D-48A0-AFFD-1BA4351BDD3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0F4B6553-8282-4F9D-B1A1-EBBE2564392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AAD7A7D-6848-4DEE-92E8-5DA7A9050DF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7587951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3C6A9E0-D368-4A07-9DC7-07F70DAB62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4D411C-EAC0-43AA-975F-0ECC6DD5F6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4D3E37D-6CB7-42DC-9AA9-09B2917F1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680CE1A-C08E-4884-B7A5-9B100DA7E14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B53C0B-99B9-4EEB-8717-6416ACE33F1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258C01E-68B5-4EAC-BE05-2EB5E075D79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81A5D712-7DA1-4C0D-806D-BECC5C7BD7A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D9D37B3-FEFF-4D94-8DAC-C385DD16141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6E0EE5EA-3874-41AB-B855-BC7041643F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1873740719"/>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5C95C5-4D0E-4829-9FEC-F82BB852EC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8C94267D-7D4C-48D2-B45F-5514E2DFDF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2E16513B-28CC-4E4D-BE34-426C6DDFD8C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AA5CEB1-270A-4CF0-B6D7-28803B73832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E14CF271-E8BE-4701-9CDA-8D40FE91FAB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7F648C5A-B113-4ECC-9D98-6C362B6CFC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3</a:t>
            </a:r>
          </a:p>
        </p:txBody>
      </p:sp>
    </p:spTree>
    <p:extLst>
      <p:ext uri="{BB962C8B-B14F-4D97-AF65-F5344CB8AC3E}">
        <p14:creationId xmlns:p14="http://schemas.microsoft.com/office/powerpoint/2010/main" val="1091884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649F28-893B-48D4-9802-E473F53587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79319F-88CF-4E0F-A455-B5C2F1C565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2438AC44-87C6-4A36-AA00-EBAB09B0E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84129CE-2A5E-4611-B309-BF7A0BC12B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3E554E-D311-47BE-B1A8-0570CBA70BC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70867B9A-5141-4DB8-A0DD-7824BCAE889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ED01DF-5918-4569-9477-325FA9552D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845E1E32-FAD4-4CF6-94E1-C21AAA19019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ECDE5C-315F-4A56-9FAD-4A7D9949EB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5FDE9892-1F56-44D2-B572-6A4F53FDB4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20144580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608EDF-960E-4FD8-90F9-1CB0DDE694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E796EF-BA7F-419F-A359-2D5DD218DB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B852CB-06D9-4D05-831B-C1008EA851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51FDC04A-A57D-47F7-9DDA-B7B860D81A4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A67711-5398-4BE3-8D77-61E5E017FE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5717BB40-F685-4848-8BD6-C8EE4AA1CC2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1424FC13-A33E-4453-9C14-FCB1C428BD4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1A3065E-56C4-40DB-ABAD-06D9197C2B8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D95A0F5E-6B56-410D-9850-CF0F8C3EC45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D6A632E6-49F5-4621-83E6-A0C5AF6188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5388690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207CCE-5D11-4A66-BF05-E027A584F7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5BC3ED-24C0-4720-81FD-D34C0F729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726512F-18FD-4660-8314-D181608B4A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2303007F-1BF9-4F01-A1CC-85F97FAA75D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B7FC6E-18EA-465A-97C7-04B0A0EC9FD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0740AB64-3BAF-4C05-A9D4-7A3A0A80389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FE0C5432-635F-40DA-AFF5-C7BAD5B94C5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54B7B4-DE5E-49B6-A3BD-61FEE850F22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6F528489-DBD6-4209-9A19-0FCFC596A8B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2D043215-DA0C-4687-BA68-50844ED76C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107530628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66DBDA-7233-458F-B4BC-C9CF998A89F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8D8A21-2DB4-43AA-B957-12D5705BC8E4}"/>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bc060e5999a47c0"/>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48B8575-DD92-40ED-988F-B06300DA0B1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853F90-8BD9-4230-B9D4-B7AB8ECE500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C7C57E49-064A-47A8-82D7-18CCF989B9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3189772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470525-B36D-4693-B5E3-EF2857453C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A51523-F134-421E-B330-37892072ED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560B3F1-BEF9-4B8C-86CE-E6CC543621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EAD7901-D59C-4960-ABAC-9008C1DEF65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16A2326F-2A14-449A-9D2E-532BE51FB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1604840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034354-8A13-42FF-A45B-38B05C24F2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A99F18-5F93-4E2E-96BB-9B8444E06E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9F3306-477F-4B13-91C9-D234D0FC14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6C1FF1AB-9BC6-4E1E-BCBF-D909CFE8C06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82C6BD-86B1-4BA8-94EF-31E125DA8BB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431A8CF7-EFA6-4FEC-B349-BBB0D83ACC5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C3A828E3-48DA-40AD-8E2E-F20EB0CDEF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5906929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27397C-122C-44AE-B69A-A1C156EDA4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443104-E472-4662-99A4-72348C9B1C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50C6509-84D3-48A8-B949-5A749E9B26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61FA3C28-38EA-4922-B5D0-2CD64FBEB0B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62BA5C-6846-4BB8-8319-250581E9AA2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7C455AC8-45E7-49E6-9B40-9299A017CFE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B236238E-336C-4BA4-83C0-30883E599A2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466E16A-2248-4263-B907-21C7526955C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5FEC861E-EE31-4197-9118-1D84A5F94A8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ED1FA48D-D17A-47AD-85B8-9D7C94627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13924230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CBE149-578A-4104-8E85-94B2F5BD43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B61733-A7B2-4A5E-A8B5-33309C1D1A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42A205-6B23-49D2-981C-6C3E164572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F7232679-2C21-4019-938B-73B30A496A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FE16EC-B900-4543-B630-AB8094CEDD1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78D23128-8BF6-4689-AA6C-5DD211F323A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278625-2099-4A42-BA1A-DC995DB743A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101651A0-C1FB-42A0-87F1-99188BF510C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4C32BA-8DC2-41FF-A87D-6D56254F51A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6F37BFB0-E552-4D32-AF1F-42865EAB49B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DE8A46C-A7FD-4273-8BE9-58C57533DF3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DF2C845F-DA87-45E6-9C1D-357CB2884E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20953812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7E71206-95C7-400B-8A5F-99E54F85B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AE146E-6945-45D8-B3BE-D61A2DDC09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237A74-49DE-4C75-B5EF-14C44F1ED2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16A3F977-CAD4-44A8-BD14-F82BCCD51B7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492D76-83C2-46B2-9281-5E526590EA9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AE1E4B0A-53DF-4343-84CA-97BB03521D2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BA6ED63-21AE-4BDA-B107-69CBC83C77A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AABD14D8-5145-4366-B380-1A659720FA6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76FC1E0F-704A-4CD4-83FA-D979ABF7F60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27A51938-1347-42BD-A515-4A36159417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5D38E32D-0D5F-4CFB-861A-304BBB9794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1056697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EF2135-BFFE-449E-9DA2-37039E5AD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B033EB-7BE2-4643-98A5-461A87A337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ED36A4-E7EB-460C-BCC5-43EABE5B4C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8E034D26-BCAC-4C84-BBF3-A9ECBD1355B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BBCEDE-B154-4E24-983E-751444683F6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90471E-360E-41CD-8CDB-A674F667BEB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7A9FB611-3B81-4687-879C-FE47AC57A0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B6E38C97-7970-45FB-BC12-12D0E86252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40744465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2835DA-BEFA-4607-8175-A4145012CF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F13DF6-133E-4B1C-A142-C943AD92A1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BDB6D1-9715-430A-B0CB-852FD3F2B0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A4725F9C-EF4F-4394-BB3F-5BB993DCDA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906983-E471-4710-90B2-E093941E1F3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58684A82-78F2-445A-8435-3BAB035D5B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E24702-DC00-46F6-8B48-86B034A66D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BEB1889C-C145-43D3-8344-34B7C7A9325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1A163D-1D6E-4E83-ABAD-212C07D00AD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D577B33D-6F3D-4DCB-8A1D-727665B7E4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156429159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BE4A38-DDD2-4DDA-9F4A-CDD881CEE1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65F6EE-347D-48F7-A64C-6AC3FE169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5DF6BCD-D7B5-4C6F-B55A-C636240DAF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38680A79-39CE-4D44-8BE0-54ECAC0B87B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60E9A4-FB67-4457-A738-33ECC5256A9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AD958561-52D3-4E7B-AD4F-D7340B1263C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5024ED52-4C8E-4D1F-ADF8-A00763EA61A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667F3E7-BEA1-4305-B4FA-2FD1720F427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C84144D5-55A7-4069-A388-47AD508BAE9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D0293F6E-FF9A-46E1-AC6E-7D5ED57C63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104872293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4DEDA8-03B3-4A46-A6A4-58C56F308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7AD6DA-B479-4F37-9A1D-8C9027A9C3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679F0C-A6F9-4E91-85A7-98B7BE7237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FDD7F63F-4C5A-4E44-B04C-92B3965016D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043EC8-B35C-4BD3-AB62-4B940B4159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3E9575-CC87-447B-BAA4-B08A9B8B2A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F4C37B7B-FF0B-4134-A6F3-4F1E55E6B2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DE6E5014-C6AF-424C-BAE5-3818A76DB4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7377541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B80107-CBAE-4ABC-9328-16ABB9AA9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CE0050-7185-4851-8AC2-C40DCA592C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DB6359-4809-48B3-BDF9-2DAFEE289F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815821B8-20E4-4160-BA8C-8691C14FFB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C66F2A-449D-43E7-B13D-3FB6F55298C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39868064-2055-4DD6-BDD4-20C22D8D30E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4514F87-9842-4D2C-9520-13C0396F7E6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8168966-CB7E-47BA-B073-ACB4056B9D0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E4EEA77-0646-4AE7-B0B2-6067EE9DD55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444B9173-3CE4-436F-AFE8-046F7D232B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17</a:t>
            </a:r>
          </a:p>
        </p:txBody>
      </p:sp>
    </p:spTree>
    <p:extLst>
      <p:ext uri="{BB962C8B-B14F-4D97-AF65-F5344CB8AC3E}">
        <p14:creationId xmlns:p14="http://schemas.microsoft.com/office/powerpoint/2010/main" val="19534335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643262-4965-4F3F-8169-7E23D06DF9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1DAF1A-E98D-4890-8558-6F99FC589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0B56A52-187B-45E5-8817-74EC678EC9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B0EB76-25C1-4673-8284-C33D4F1C2E5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46A6EFF2-46AF-4AD0-9009-55EB0AAB0A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9750914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26276C-D8CF-4A5A-8897-F2445F1E35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7791E1-2F50-46B6-9DBE-ACFB56AF31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2CA5E1-B1F7-44AB-993F-5E19A69E3F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BEDF4F39-19A3-49EF-AF93-4E6877F1F74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C75607-EDF0-4578-B3A5-9BA0C9DE1B4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293D80CD-AF14-4062-970A-1FE5DFB6E8C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78C4006E-A175-41E2-A57F-CC06E6B6A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14949684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094832-CA29-4734-AEF5-B503A6FB5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E59B76-8A4C-4D60-B8CF-4B8FD1131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2BA246-334D-46AB-BDBF-7679113EDC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B0F5E11-869D-4803-BFFD-6963F797541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&gt; means greater than; &lt; means less than; &lt;= means at most. = assigns, while == compares. True and False are Boolean values.</a:t>
            </a:r>
          </a:p>
        </p:txBody>
      </p:sp>
      <p:sp>
        <p:nvSpPr>
          <p:cNvPr id="6" name="">
            <a:extLst xmlns:a="http://schemas.openxmlformats.org/drawingml/2006/main">
              <a:ext uri="{FF2B5EF4-FFF2-40B4-BE49-F238E27FC236}">
                <a16:creationId xmlns:a16="http://schemas.microsoft.com/office/drawing/2014/main" id="{10F82C9D-C870-409C-9332-CF9B8B543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12967332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94E4B4-2AB9-48EB-93BA-6B937896B2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336427-5ADF-47EE-A29F-5C01ADF4F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E29186-0D04-4FBE-BACA-36B3C335AD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A3E06189-0A12-49F7-812C-7105014416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8143D7-AC20-41EA-9289-E7EFABF9F58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04A068BD-B5E2-4773-B443-65922CEC68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C36377-88EC-405F-983F-6790F318FD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C26D474D-CA25-49A0-A962-416F1ED6967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12ED32D-8517-4F53-90F7-F8A7B80582D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063A498-CE34-4E90-93AD-BDF7D566719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34801B5F-17E3-4376-8181-88E3B9D0E0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15947551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C53457-1816-418C-865B-BA9129869D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4C8298-C250-4973-8E92-07704BAF19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F5E871-B86F-4905-8417-F55E827D36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8ADB8A87-62C7-4397-B05D-3AAFD19C776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DDBFDF-DA1F-4E78-8887-1B835652C3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1C6DF0-80F7-4FA1-8675-B9AC7F0F6F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0AD063CA-6E00-4890-A5A6-5AD61882E05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E28C0A76-BD4C-4E0D-819C-A3A5E12F07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158225976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1DC460-E6CB-4BD0-B047-2FE1C926E7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E3EE1A-D483-4898-BB4D-EF930973E9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2ECB64C-2FE7-412F-851C-18B8D967E0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BA06066-3E8A-4E1B-9AF5-E1DD05CD065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C4F2B3-59F0-4727-AFD2-3E0107924C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331C5BF9-5BDE-491E-9312-77094E1C9E7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1A5482-6286-485F-BEFC-1F1A93ED8E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C5CB2644-244F-466D-93A5-44EB9954CC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0D336C76-A9B2-4667-8418-26E96FE373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184873585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02C41E3-E739-4964-860A-00467E92A9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076278-00A3-4C21-8F59-59DEB7B63A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F89411-B66F-4D90-B6C5-4EA3F6975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B2E79C53-245E-4D7F-989C-EE5339B64AB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54DA82-FB6E-47CC-8E26-EE488B66934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043A4503-457E-4A22-A36C-FF813720993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3864480B-AFFA-4B6D-B98C-FA02061D4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68886840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3C2829-2CC2-46DB-B1CF-4A27622C95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4CA9E6-5218-43A1-AF59-A21D63E0F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B51E229-1984-4783-995F-CF9FEF6657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99B956F7-586F-4D71-AD20-126554D2205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626980-03FE-4300-8E56-828BCA8F807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7337B801-DA11-4009-8192-65BEA0F079E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7B0B3F7B-7B81-43BE-90EF-9C621CBA2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697514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8A7049-3071-4927-9931-891AA1F8DC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A18CE9-AD79-4FAD-9124-9E81C04239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7C2292-0A9F-4C65-9B83-7C7314C4E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9986E1A5-B693-4F0E-83D8-FED451CA49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9BB3CA-61F8-4C2D-BE22-3965055F09B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4BA0A01D-885E-4FEF-8C07-1E9FF89977F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16556F-DD0D-4053-AEA9-546D7B20872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5E38FE6C-6450-4B2C-A5DD-980F46A13D8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AAE09B-FDBE-415A-BC33-E619666BBCF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CEFF3E10-511F-467C-95EB-21EAC7CACDD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494327-FF0A-41AC-9E08-D48766AAF1E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670AB7B0-7B68-48BB-BFCA-A1721F266A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145878807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31F078-CFF3-4DBE-96AF-636E4C26203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628E6C-F013-42D4-B363-E2C3601EF85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8dee644577a4113"/>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DDE4727-CB4B-4826-9E04-2F5F91C5D8A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B61560-EDB5-4BFD-8623-04929EA41A8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A274E80F-85A4-4095-9097-40635FABF5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72260657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FD8215-60A4-4E7D-A69D-F837416427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C07427-4D19-40DC-AF74-3E7E092E90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9F520C-0EF0-424A-87F0-50F3606870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FE2F6897-BF44-495D-889F-D796A39853B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5E8B3-D2F6-499F-A542-7A66BCB412A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919C461A-1176-4B41-964E-2E1FCEA259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6BD857-33D2-48F9-8924-2B21CA74AD5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EC0BC29B-99FC-46AC-99F4-B88489F959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E6C7C542-CD69-4684-963E-D1B2FF9B398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3DB1A856-2D02-44C4-BC3F-B557097FB3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132452541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B9BCA49-E782-4894-823B-3628E37559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D9A25A-C973-4630-AA54-DA921F2ED2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87C432-D960-406F-9C54-23965D463C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E33A8877-B755-417B-977D-E4123540AA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C71777-3B2D-4188-BDD1-C4954954123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B06ECA19-650E-41B2-B530-6FA20C54ED8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248ACA-C5E5-49E7-9D48-FC299FBF952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C678044B-7C5F-433F-BC09-A55B822C97B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309CC7F6-ABFF-4A85-B862-3AFA8C95611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559C72E-B95E-4903-BCB8-B25D19C986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C94174C3-4758-4EC6-A855-F8354CF12B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134851953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5DDAD3-CE14-42BE-BA14-577E1A8000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7B734F-40C3-4560-89B0-7B28B98FBF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CC64BC-0B8A-4A47-B684-39744F2EA4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8C859C9E-C9C2-4231-BB22-428412FADA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7E025D-DC91-4022-A5BE-57B150670FF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6402E3-F60A-4010-93E5-C0F1DC9616D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C1B22BF7-E564-4FED-B1CB-8E1C58C2505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7CF2C0FC-F3B2-463F-A231-B32369D3C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49515674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6D963B-C3DB-4F00-9E3F-533A4E4751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E2355E-7E47-4FAC-953E-7C3837FC01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2DB5C0-DB12-4897-B64C-9A5284A1D1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48FBA708-D270-486E-A922-DF6842CC14B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227369-5C2C-443A-8929-FF91E61E65B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948942A4-3C20-43D4-81CC-33E50720800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71A72F-DDBD-4482-8961-A179AB9D81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3EBE9CE-A83C-45F9-8005-E5FCA6B570E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4795AE6-86BC-4D22-8973-E3F57AF0F4D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F226F7FC-1F39-41D5-91DE-92943D7FBD0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805F9772-D0FC-4CD4-AE30-C1B30DB9F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97985687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AE4521-65BF-418B-9957-08599870AF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D6872A-BECA-44D5-B9DA-AEFD317C62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E621BC-0F1D-4A81-A06E-868041DA74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DCF1788F-8F94-433A-A4FE-1FD8EDDA5C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9826D5-2D0C-46DA-AA8F-5744D829FF3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B8EC92B6-D202-40DA-B342-9057966EC9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B4F744-3EEB-47EF-87B8-2A8203A8DB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6C12FCF7-098B-449A-9F2E-76557299F23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077946-CDF2-43DC-B7AA-506A5441E94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A5001266-C447-4BB7-9F98-1C9B5C23C8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142344496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968EB7-3560-4721-A57B-5B9AB09F9F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5601FA-9C16-4363-86CE-0450B56B7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0A57F1-F5C1-4D89-8275-B1F596B728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7A03EC6-8655-4254-B553-6E893456804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F3BAB3-7434-486F-8BF4-4A742F9FE5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4B9F2C9C-9C0C-4F70-80FD-351ADBABF53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62C44D-D273-4F13-A02D-3AA35BFF9C2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996E7E16-EE8F-4724-94D6-9337877E99D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1876EF58-91D7-4A9F-93A5-D08ED842D57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AEACA081-2977-4F56-BBA4-D4CC0C3A5C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DF9C3E6-613D-4E16-AA8B-F0AEEE4903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133184518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6CBFF2-174D-46A1-8BF1-AFFC9E55C9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6B6396-3B19-4BD0-A5AF-809B5BFA6A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279F1B-906A-4E18-B50C-F5C9A2F6D2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F7BE5B03-5F62-47AD-B0E4-C4EE8DE00F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480694-468A-42EB-8B67-7E2B7A7FF9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A73538-4EE4-4FCD-A8E1-053E81D121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01DF9AAD-C07B-4506-9AA3-EEA7E2B659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7145043A-57A4-4402-BEED-C6BBE06922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89550370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52A947-D4E6-47F0-A564-E6047C4B40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139A08-4630-423E-AAF5-22FFFD17A7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D232943-1BFD-4C48-BF22-39AE344505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E6A74A7-07E0-4A62-8F4A-52A85200A3C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640BE189-1A3B-4DA5-9B9D-082F0451B2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197708163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6A45F1-AE22-44BD-8DE0-32CBEBBC50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75C6C0-122B-450A-B37B-B2ACA91163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EDAE2C-B3C5-40E1-BEEF-66700A206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1E3CD1CD-9FCC-4687-9AF0-6BBB0CE2F3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0D9641-3356-4394-87B4-4A4113F9AE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6C659C3C-4ACA-41FF-A2EC-7F0799F255B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5D885C-8E4A-4647-BA1F-FC7F56634F6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F47E9CC6-F878-4528-95E0-40DF61861F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5BC33E8-BACA-4F7A-9706-BF19E05BCD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B767A2DF-7FE8-43BA-9310-CEE1916FCB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9525690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4FE151-4318-4E55-A184-7456342F46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FDAC85-A628-497B-936F-86EC5A9AEF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2BE323-217F-48AF-A50D-ACB69F4D7C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D1AE1E00-C652-4865-83A3-CE73F30BFD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A8586B-70D1-40AF-9FA8-2EC303F1420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B29E6DBB-EE3D-4FCB-B179-569355EC0B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67111E-65A5-4D40-959F-FCD62E1728B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0DD9555B-97F0-475E-BC7D-00508799BEB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EC6EAC64-3672-4D35-BDDA-678F858CE4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883A82BC-6750-4EC6-BF2C-B4E0B9F319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178672622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54D4DD-E922-4B43-9E3D-F0B8EC029E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645894-9AA6-4D57-AB07-3D364A25F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8C617D-B942-43C4-85E4-CDB6458CCA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4D2460E5-9B9E-441A-96F1-3A25BFF087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474594-35F8-4A9B-8349-A938D3959F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7B1B97B3-325B-449C-83B9-4EF71220CC9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99061A-E7C4-4523-9ED7-A6BC7E78DF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95FF87AB-21BB-4495-8B69-E5B4264239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E73C90-1CA9-4763-A0D8-7F9A217A20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54154105-7228-4BD7-A334-B87212C8AC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56709757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6112C3-DA81-4259-AFF2-2251CBEB8F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3F8B11-4635-4EBB-9B08-590B123D2E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277757-C23F-45BB-98CD-505B4DA693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23E26D6C-17C3-416D-A41E-E5F5632C04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57830E-7839-4DC1-BAD8-37F33430A7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8A97C74A-EBC2-4B9E-BAF9-63728F3CAC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82AC48-47A4-402F-9F86-868E20C06A5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CE989180-5123-42D7-A8E9-ECD5A42810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605B37-C1D8-4D49-99C3-C7605FBE0FF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599F2627-99D0-49FF-A019-51A4A9C1A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122153651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8239E7-5C66-4378-A7BB-307603C599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530412-2F41-4EB9-82B3-6480ED89AE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DBDA01-5342-468F-B68F-C25648B97F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09BEAC41-6A99-442D-B508-C06B4A8C25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8AAC60-7BDC-483C-B256-D1911775FB7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CD31732B-6CAF-4F07-A17D-0638B1493A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C16175-54D9-4E81-B370-CAB15A735D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255716C5-0DAC-4716-84DD-8797DCE945E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55BC6B-5378-4B82-ABEC-2810DE3D4D2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2336E6B0-4E87-431B-B048-BE22D0FAC8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90627014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091A8B-27D9-4BCB-9828-3C2E1646FE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1E0A1E-0B50-4C7C-9258-E8E1D71CB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4638FA2-32B7-47EB-B1F5-EF38374B2B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3ED3680D-4B59-4C36-8FE1-2443E11D5C2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64C4B9-1CB0-4886-97EA-4C60D9E533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05E662FA-D45D-4776-8076-DC0F76F1B25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5E9501D-3DEA-496F-899E-9E53020DCB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FF540CC5-A8F1-4AD6-8376-4511F74804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4922700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6DE35E-E4F1-4939-99D5-F60E995BE7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FB571D-F00B-47B8-A219-43A314108D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466EB6-92A4-48DC-941C-E8646ADCB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1DA42F71-E0D6-4FBA-B20A-049A538F29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E0FB42-48E0-4813-A1D6-54ED4131C13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14D627-53F4-4BD4-80B8-808D2D2A05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06B3E2D0-88CD-428D-A1F9-7BA5DFE3486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B4C54CD8-8A62-43BF-9703-FAF97D0C2E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196849369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8B4EDD-BCD9-4638-A6F6-D387DF29C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8E4B32-1974-4543-A2C3-DF4DCC1FFB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FC47D9-40E8-4B2D-91D7-E92F709CE7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F3056C7B-5BCD-4972-8EE6-61ED8E7F6E8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B3CD1D-4D13-4094-A3F1-10C1A3A299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4ED88FC9-D61B-4B5F-A7CA-EF8F949022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022CC2D-2BAD-4B42-8E9A-F449D6F329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05F21B00-AB29-4A96-B0B6-EC5C0F7F85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159291118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E9C97C-8490-4AE3-B6EB-C072861A7D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437BD1-FD4A-4550-B0AF-4D448FA8E1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54DAB5-C9C0-40BE-A273-429FF8A6B3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BAB1194-90BA-4BAE-B06B-6F5CC437A2A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6C4CBF-2743-49E7-A5DE-7E2622ADA76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3A7808-782C-493B-8284-20FBE149056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6F89A4FE-9E1B-4E61-9047-4E00A7D210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BBD854B5-627F-4C97-9F03-EFC5A77D1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108789269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2EDC0A-8FB4-49C4-A3E6-161287A64A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9EA33D-816F-452D-AC16-3DB3CDF7F2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2B5AB5-CF3F-486D-866F-ACE9E455B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F0DF1ADE-FE7D-4A2A-9652-B1AD40943E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81AA31-D551-41D3-8640-9277CE9F7F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29AC94F4-8A3E-45A4-BA5C-B6893C7482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14D3DF-9CFA-4EB7-838A-CACEBC14BC1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880B9F04-644A-4ACC-9A90-84438925A7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CEE345-3C06-40B9-A27C-B2FB4113EE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1A3D10ED-B6B2-4696-9621-E951CE8020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45</a:t>
            </a:r>
          </a:p>
        </p:txBody>
      </p:sp>
    </p:spTree>
    <p:extLst>
      <p:ext uri="{BB962C8B-B14F-4D97-AF65-F5344CB8AC3E}">
        <p14:creationId xmlns:p14="http://schemas.microsoft.com/office/powerpoint/2010/main" val="183896394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C828CA-DDF5-4555-AA16-6AFF47408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539063-7A1A-466E-8E8B-0A7DA5C3A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7F543F-3723-470F-BB18-0DA8D79F20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AF24B994-D56E-4EBB-B187-DA8C5F42D1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5726E4-EDE3-4A8D-ACA3-81C22A73CF5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5D30E170-5B52-4E49-9028-4BDED29A8A7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EEDE8C98-72EF-47B9-89EC-7E776ED44B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28585074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8DA1B6-37C7-4D1D-8AA3-0565BA26ED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5E6490-C24B-4539-8375-64282F1131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DDD0B6F-932D-4BBE-A744-43EAA45D8F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D71A982-6EF9-495E-BDDE-E1C12C5A58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3B5FF9-00C9-46F6-9105-D41CE035D64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669D6242-D002-4BC8-9C6C-65140422ACB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F42D70-08BD-4E4B-8D2B-870FF8F961B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F59D1F78-DB4D-4C5C-BB06-4657F78174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0D1D88-D127-403D-972C-29EE1F3794C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2CADEEF8-E555-490C-A80F-E030DE019A6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66D3D84-3343-4A91-B7E8-24C47684B6F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C34CABA4-FA8A-4F83-9880-92832EC5F4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86893302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DC6ECB-6020-4A30-8CDE-9E221DDCBB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C846A3-CDEB-410A-B96B-38137606AD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D48FC69-92D3-4479-AFF9-F06A3805A3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1F82C73-3FBF-447C-B948-BF5E0A62A3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21EBEE-CF14-4613-BBAB-37598768ECB8}"/>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88FB5605-051B-4B9E-B616-4BCC6994BB1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60FD06-BE38-43CD-8868-1B153658CB49}"/>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467EC5A6-4CD8-4688-9AC7-0D734790DF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p14:creationId xmlns:p14="http://schemas.microsoft.com/office/powerpoint/2010/main" val="21244732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464E35-0977-49DA-8573-7EB11DB9AE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97F60E-D345-40A5-883B-C3AFBEC8AD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041FE0-1BA7-4DCC-A082-E3017A0DDA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A48227E1-21BF-40A7-84E3-E61A912073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D29433-6296-4F51-B66F-A2664EE8ACD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73D5B234-F1FF-4445-92D4-7B0797CB5D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121F7F-7948-4958-AF82-0127977757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09D97130-291C-44F6-8BE5-1B5DF4FA1E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7B94E7-F702-4ECA-8AB2-3C13307C36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654EC90A-2EFF-4DE6-A268-C3F84BECA4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137437897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17D943-4725-4DA2-A6F2-8275E8CC12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F46716-F8BB-411D-9105-B3FC6E1961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7EBDFF-3595-4D6D-82DE-3CB24FB84F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40201D98-73EB-4C77-92AF-D80E56638D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BD1BF4-64A8-45FE-8A41-17B392FE5D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53AA1FF2-4A06-44DA-B764-976419A75AC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430B81-0523-41B3-A756-DA37B52B516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FCC638AA-28D1-4914-8405-430B674EA4F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49D2CE-3D2E-4BCA-A312-B40A99222AC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CBF6971B-1664-40C9-A2E9-3967735E9B2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72AA3A-1ED7-4AB3-AE27-46B2B3AA4A1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DA7860E8-E690-4B9B-A0D0-D2EC134F5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155033036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D10A23-97A2-45EA-82C4-4DD588A37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D2E18E-0836-44E7-853E-ABBF8F4F89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7610BAC-693E-4C3E-930D-B4341C4CD7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C6CA295A-5878-4F08-869A-9CB503DC3FC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44664A-7BC7-4FCB-B96E-D0F28DEADCB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5BAE083F-CB16-4F24-8F75-F0C61BEC2C2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131209-AC2E-4097-9935-0BB8267A9ED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3F539C4-7C5F-4725-B54A-967E9AAE8B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51</a:t>
            </a:r>
          </a:p>
        </p:txBody>
      </p:sp>
    </p:spTree>
    <p:extLst>
      <p:ext uri="{BB962C8B-B14F-4D97-AF65-F5344CB8AC3E}">
        <p14:creationId xmlns:p14="http://schemas.microsoft.com/office/powerpoint/2010/main" val="148296260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977EE1-D408-42DF-A719-3B1924AD61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139979-D3D8-45BB-8F65-9936CAC818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37048A7-28EA-4E10-A2C7-04C5673A23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95700B62-1805-4749-8DC0-A8303E7AC4A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B05AF2-2B6F-4B57-9589-B2A95978F5C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7CB754C4-14B0-435E-986A-984F707CAD0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7240FC-3789-462E-93FF-1B44A2E352F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F59B133-C6B1-4D5A-B2E1-E3B1ED6B2D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123355765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579E4C-D72A-4049-B6D7-24B1401DA3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429200-833E-46ED-993F-81F3A42BE3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A273334-3065-45EC-83A5-B811C74CF6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5695C8CE-D4FE-406B-B2DC-4AB074AC52B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2EAF57-2757-46C7-A595-367526A72AC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E473521C-AF67-49EC-89B3-3E259EED3A6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945E8CB-53F0-48F0-BA6D-2694614FA27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5D09646-9FFD-4B74-9FD0-FE9853F052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128909484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2C0F80-1CD0-43F7-BB4E-8D137834D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2582F0-6381-4899-865D-CF777EA68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736D5DA-9F22-41AB-90BD-DCC6C619BF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AECB93C5-9F6A-420E-93C8-262FD965A7A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04C262-2E06-4104-8737-ED077BB0EF5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FE3AFA52-1613-485C-8236-6B4F9E80A68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EAF1F34-4BC9-4017-9366-5F4A76A2967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7768098-B72A-416E-8E12-A4143A39DB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118344000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68F50D-7BCF-4721-AB06-2365541A3D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88B41F-ADB2-43BB-A11E-B7CD78C22D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0D9995-3FC5-414C-9333-7CECFA7A40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B01A795A-4168-468C-A1E0-9E587CC340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4658EE-74C7-4FFC-B6C5-FFA04EF2638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4C2DD341-6EFE-49D2-895F-A8F52458E65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12703B-6EC1-4AB4-BAE5-46474744F4C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3455521-2159-4FA2-A5F6-1B84CFB1C9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18793369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D7984E-BA29-40D3-9700-077823D020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41E266-E952-415D-8C6F-7BC3BF457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4E04D37-FD38-4C0F-A85D-E89E893F3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B86D4AB1-22B4-43B8-948F-B25C2C0D528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CCF14C-73F5-4632-9951-21DAA78B161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10:55 Kampala</a:t>
            </a:r>
          </a:p>
        </p:txBody>
      </p:sp>
      <p:sp>
        <p:nvSpPr>
          <p:cNvPr id="6" name="">
            <a:extLst xmlns:a="http://schemas.openxmlformats.org/drawingml/2006/main">
              <a:ext uri="{FF2B5EF4-FFF2-40B4-BE49-F238E27FC236}">
                <a16:creationId xmlns:a16="http://schemas.microsoft.com/office/drawing/2014/main" id="{160E533A-1F85-427A-895B-3BEBDBFF0D4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46DD61-03CB-42FE-921D-D7D2A72956F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01841374-248E-44A6-BCB2-2C547FE1534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208E69-1BF5-41DF-9CD7-5488A4F9497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AF5362D3-9505-410C-90F0-A9A07643504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1995B7-CAFF-40DA-8E27-D78502755BF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A3A6F23-668B-4D3A-A437-87720F3EBF1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5497B0E-E4D1-499D-96CD-16391F197E4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a94fb7352a84fbd"/>
              </a:rPr>
              <a:t>Open W03 assignment form</a:t>
            </a:r>
          </a:p>
        </p:txBody>
      </p:sp>
      <p:sp>
        <p:nvSpPr>
          <p:cNvPr id="14" name="">
            <a:extLst xmlns:a="http://schemas.openxmlformats.org/drawingml/2006/main">
              <a:ext uri="{FF2B5EF4-FFF2-40B4-BE49-F238E27FC236}">
                <a16:creationId xmlns:a16="http://schemas.microsoft.com/office/drawing/2014/main" id="{8310AC48-E248-4082-B40E-BDFEAF89E00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5B823316-60D1-4150-9969-61AEFFD2C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214071075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8B3416E-1335-4A62-99ED-76E6DF229F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49F4D2-A05A-4E8C-92B6-AD1D14F6DA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909D60B-298B-4FB3-AFB4-5FA463134A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BCC62D17-EC70-4AEF-BC61-85578E36B98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549C27-AC8E-49C9-87C8-BE5B05CFF96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D4B8C9C3-E570-434C-8C51-F59C36C9FF9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309B88-9A44-486A-B30C-643FA325042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7D9B3ED-E588-47CA-9A5A-71374ED3421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E17C3D-880D-4FD5-99A5-4BA62B851A6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F41DC0C2-5C80-428B-BD1B-61CDF0DE7EF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E707EFA-B407-4F3C-BFFE-8EB4015D624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2629a1d7da64af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782D2F8-6297-439A-9A61-AB0E58D70FE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D6001A3D-CFF8-4861-8F12-57CF814E560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3FE6A85-9E92-4C3D-A923-2F6C4518E27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168a14728ef41e8"/>
              </a:rPr>
              <a:t>Open this week’s quiz</a:t>
            </a:r>
          </a:p>
        </p:txBody>
      </p:sp>
      <p:sp>
        <p:nvSpPr>
          <p:cNvPr id="16" name="">
            <a:extLst xmlns:a="http://schemas.openxmlformats.org/drawingml/2006/main">
              <a:ext uri="{FF2B5EF4-FFF2-40B4-BE49-F238E27FC236}">
                <a16:creationId xmlns:a16="http://schemas.microsoft.com/office/drawing/2014/main" id="{25EDB8FB-D114-4890-8684-3CF5FDD518E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xmlns:a="http://schemas.openxmlformats.org/drawingml/2006/main">
              <a:ext uri="{FF2B5EF4-FFF2-40B4-BE49-F238E27FC236}">
                <a16:creationId xmlns:a16="http://schemas.microsoft.com/office/drawing/2014/main" id="{FF49F123-C791-490F-AD54-D1C7D38669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397051077"/>
      </p:ext>
    </p:extLst>
  </p:cSld>
</p:sld>
</file>

<file path=ppt/slides/slide5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DE5C01-F107-490C-AF49-AA6F8ACEB1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94E7878-E556-42B4-8BBF-5C52FE5375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0A23D7E-BF75-4BF8-9E8A-F1CF6075E35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8F8A0309-1015-4B9A-8632-057B481045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DB94564-EB71-495F-B312-FFF41A8B982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D2ACA9DC-B46D-4E26-968F-9AD325D161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58</a:t>
            </a:r>
          </a:p>
        </p:txBody>
      </p:sp>
    </p:spTree>
    <p:extLst>
      <p:ext uri="{BB962C8B-B14F-4D97-AF65-F5344CB8AC3E}">
        <p14:creationId xmlns:p14="http://schemas.microsoft.com/office/powerpoint/2010/main" val="117305660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69196D-31AB-40F5-ACF8-CD4ED61E6E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DF92BE-9232-4617-9A59-07699D7CF1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B25DE7D-93CD-4B6D-A9A5-96A5DA34F3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A096791-7A50-4CD0-9EA1-B23B6478F20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3983DB-3AD7-4ECB-9CED-DEE5D24F441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B7BDA3F-08EE-4638-BA68-FFFA14A66ED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F84F62-3E88-4346-A47F-2A59D9664B4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11D50949-E63E-4053-9D52-3E54194D07B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02E990-A674-47C0-B0FC-0B94EF2699D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D940CFDB-0CDA-46D1-971E-22FC1AD381B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0B136E-B118-4AF1-ABE1-8539A520948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4C5367AE-3195-4BD3-A556-FD28964CCC3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7B59735-04F2-42B7-8A93-BE243857C6B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1d735e1e8f647e1"/>
              </a:rPr>
              <a:t>Open explainer video</a:t>
            </a:r>
          </a:p>
        </p:txBody>
      </p:sp>
      <p:sp>
        <p:nvSpPr>
          <p:cNvPr id="14" name="">
            <a:extLst xmlns:a="http://schemas.openxmlformats.org/drawingml/2006/main">
              <a:ext uri="{FF2B5EF4-FFF2-40B4-BE49-F238E27FC236}">
                <a16:creationId xmlns:a16="http://schemas.microsoft.com/office/drawing/2014/main" id="{2A566E7B-7258-4DF8-9C92-957913064C9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E768C958-694E-4CA1-8A48-80153D2FC3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11308813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2026-09-28T21:23:25.8820000Z</dcterms:created>
  <dcterms:modified xsi:type="dcterms:W3CDTF">2026-09-28T21:23:25.8820000Z</dcterms:modified>
</coreProperties>
</file>