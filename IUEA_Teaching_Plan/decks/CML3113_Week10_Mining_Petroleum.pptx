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9a97a01a2be4e0e" /><Relationship Type="http://schemas.openxmlformats.org/officeDocument/2006/relationships/extended-properties" Target="/docProps/app.xml" Id="Ra7008f3dd69e49b8" /><Relationship Type="http://schemas.openxmlformats.org/officeDocument/2006/relationships/officeDocument" Target="/ppt/presentation.xml" Id="R304e1bb6c7254b2c" /></Relationships>
</file>

<file path=ppt/presentation.xml><?xml version="1.0" encoding="utf-8"?>
<p:presentation xmlns:p="http://schemas.openxmlformats.org/presentationml/2006/main">
  <p:sldMasterIdLst>
    <p:sldMasterId xmlns:r="http://schemas.openxmlformats.org/officeDocument/2006/relationships" id="2147483648" r:id="Rc4c34ecdcaf14de3"/>
  </p:sldMasterIdLst>
  <p:notesMasterIdLst>
    <p:notesMasterId xmlns:r="http://schemas.openxmlformats.org/officeDocument/2006/relationships" r:id="R6c0cacaa8afb4c28"/>
  </p:notesMasterIdLst>
  <p:sldIdLst>
    <p:sldId xmlns:r="http://schemas.openxmlformats.org/officeDocument/2006/relationships" id="256" r:id="Ra4405ab2c74e4b12"/>
    <p:sldId xmlns:r="http://schemas.openxmlformats.org/officeDocument/2006/relationships" id="257" r:id="R4aa779a936334f74"/>
    <p:sldId xmlns:r="http://schemas.openxmlformats.org/officeDocument/2006/relationships" id="258" r:id="R0b7181b959fb4e4f"/>
    <p:sldId xmlns:r="http://schemas.openxmlformats.org/officeDocument/2006/relationships" id="259" r:id="Ree6291fa0ec54d20"/>
    <p:sldId xmlns:r="http://schemas.openxmlformats.org/officeDocument/2006/relationships" id="260" r:id="R3c01dee2785c4e1d"/>
    <p:sldId xmlns:r="http://schemas.openxmlformats.org/officeDocument/2006/relationships" id="261" r:id="Rb5d06aaa7fd84114"/>
    <p:sldId xmlns:r="http://schemas.openxmlformats.org/officeDocument/2006/relationships" id="262" r:id="Rcfa8fbb7e74143c6"/>
    <p:sldId xmlns:r="http://schemas.openxmlformats.org/officeDocument/2006/relationships" id="263" r:id="R5f3c68dd5d514e65"/>
    <p:sldId xmlns:r="http://schemas.openxmlformats.org/officeDocument/2006/relationships" id="264" r:id="R305f4f3fbb4641b3"/>
    <p:sldId xmlns:r="http://schemas.openxmlformats.org/officeDocument/2006/relationships" id="265" r:id="Rf7b72660588b4fcc"/>
    <p:sldId xmlns:r="http://schemas.openxmlformats.org/officeDocument/2006/relationships" id="266" r:id="R78c20728c2f84e40"/>
    <p:sldId xmlns:r="http://schemas.openxmlformats.org/officeDocument/2006/relationships" id="267" r:id="R537300f96a6d4f7e"/>
    <p:sldId xmlns:r="http://schemas.openxmlformats.org/officeDocument/2006/relationships" id="268" r:id="R19bf77569d044020"/>
    <p:sldId xmlns:r="http://schemas.openxmlformats.org/officeDocument/2006/relationships" id="269" r:id="R52362e7eb1ee4c12"/>
    <p:sldId xmlns:r="http://schemas.openxmlformats.org/officeDocument/2006/relationships" id="270" r:id="R9e1afbd3c71b43a7"/>
    <p:sldId xmlns:r="http://schemas.openxmlformats.org/officeDocument/2006/relationships" id="271" r:id="R63bfca6c8c94403a"/>
    <p:sldId xmlns:r="http://schemas.openxmlformats.org/officeDocument/2006/relationships" id="272" r:id="R5292d8e9fecc44ab"/>
    <p:sldId xmlns:r="http://schemas.openxmlformats.org/officeDocument/2006/relationships" id="273" r:id="Racf663155e04441e"/>
    <p:sldId xmlns:r="http://schemas.openxmlformats.org/officeDocument/2006/relationships" id="274" r:id="R2eeb66a15fb94030"/>
    <p:sldId xmlns:r="http://schemas.openxmlformats.org/officeDocument/2006/relationships" id="275" r:id="R488a7e047c194ab5"/>
    <p:sldId xmlns:r="http://schemas.openxmlformats.org/officeDocument/2006/relationships" id="276" r:id="R5c575c2086b546ca"/>
    <p:sldId xmlns:r="http://schemas.openxmlformats.org/officeDocument/2006/relationships" id="277" r:id="R2ff214be27df4caa"/>
    <p:sldId xmlns:r="http://schemas.openxmlformats.org/officeDocument/2006/relationships" id="278" r:id="Rb63b9e71a2d34d67"/>
    <p:sldId xmlns:r="http://schemas.openxmlformats.org/officeDocument/2006/relationships" id="279" r:id="R7479f1c9f00e474f"/>
    <p:sldId xmlns:r="http://schemas.openxmlformats.org/officeDocument/2006/relationships" id="280" r:id="R932aa6ad026d48dd"/>
    <p:sldId xmlns:r="http://schemas.openxmlformats.org/officeDocument/2006/relationships" id="281" r:id="R8b44217c9538456d"/>
    <p:sldId xmlns:r="http://schemas.openxmlformats.org/officeDocument/2006/relationships" id="282" r:id="R1f7013f2da044c5e"/>
    <p:sldId xmlns:r="http://schemas.openxmlformats.org/officeDocument/2006/relationships" id="283" r:id="R7f644479cdd24485"/>
    <p:sldId xmlns:r="http://schemas.openxmlformats.org/officeDocument/2006/relationships" id="284" r:id="Rb19aaac66c21400b"/>
    <p:sldId xmlns:r="http://schemas.openxmlformats.org/officeDocument/2006/relationships" id="285" r:id="Rc646da5543a84fcf"/>
    <p:sldId xmlns:r="http://schemas.openxmlformats.org/officeDocument/2006/relationships" id="286" r:id="R0418231b3a9444f5"/>
    <p:sldId xmlns:r="http://schemas.openxmlformats.org/officeDocument/2006/relationships" id="287" r:id="R420cf5265332450f"/>
    <p:sldId xmlns:r="http://schemas.openxmlformats.org/officeDocument/2006/relationships" id="288" r:id="Rb1fad675cf184778"/>
    <p:sldId xmlns:r="http://schemas.openxmlformats.org/officeDocument/2006/relationships" id="289" r:id="R27eba60b03084453"/>
    <p:sldId xmlns:r="http://schemas.openxmlformats.org/officeDocument/2006/relationships" id="290" r:id="R53982b6e471a49d8"/>
    <p:sldId xmlns:r="http://schemas.openxmlformats.org/officeDocument/2006/relationships" id="291" r:id="R8e6b5f1a1b554940"/>
    <p:sldId xmlns:r="http://schemas.openxmlformats.org/officeDocument/2006/relationships" id="292" r:id="R9959ba753db44349"/>
    <p:sldId xmlns:r="http://schemas.openxmlformats.org/officeDocument/2006/relationships" id="293" r:id="R23f24d96a794430a"/>
    <p:sldId xmlns:r="http://schemas.openxmlformats.org/officeDocument/2006/relationships" id="294" r:id="R61d1a40f666749a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7883336c574100" /><Relationship Type="http://schemas.openxmlformats.org/officeDocument/2006/relationships/slideMaster" Target="/ppt/slideMasters/slideMaster1.xml" Id="Rc4c34ecdcaf14de3" /><Relationship Type="http://schemas.openxmlformats.org/officeDocument/2006/relationships/notesMaster" Target="/ppt/notesMasters/notesMaster1.xml" Id="R6c0cacaa8afb4c28" /><Relationship Type="http://schemas.openxmlformats.org/officeDocument/2006/relationships/presProps" Target="/ppt/presProps.xml" Id="R0831bebcb9a343df" /><Relationship Type="http://schemas.openxmlformats.org/officeDocument/2006/relationships/tableStyles" Target="/ppt/tableStyles.xml" Id="Rc21ba421853a49e6" /><Relationship Type="http://schemas.openxmlformats.org/officeDocument/2006/relationships/slide" Target="/ppt/slides/slide1.xml" Id="Ra4405ab2c74e4b12" /><Relationship Type="http://schemas.openxmlformats.org/officeDocument/2006/relationships/slide" Target="/ppt/slides/slide2.xml" Id="R4aa779a936334f74" /><Relationship Type="http://schemas.openxmlformats.org/officeDocument/2006/relationships/slide" Target="/ppt/slides/slide3.xml" Id="R0b7181b959fb4e4f" /><Relationship Type="http://schemas.openxmlformats.org/officeDocument/2006/relationships/slide" Target="/ppt/slides/slide4.xml" Id="Ree6291fa0ec54d20" /><Relationship Type="http://schemas.openxmlformats.org/officeDocument/2006/relationships/slide" Target="/ppt/slides/slide5.xml" Id="R3c01dee2785c4e1d" /><Relationship Type="http://schemas.openxmlformats.org/officeDocument/2006/relationships/slide" Target="/ppt/slides/slide6.xml" Id="Rb5d06aaa7fd84114" /><Relationship Type="http://schemas.openxmlformats.org/officeDocument/2006/relationships/slide" Target="/ppt/slides/slide7.xml" Id="Rcfa8fbb7e74143c6" /><Relationship Type="http://schemas.openxmlformats.org/officeDocument/2006/relationships/slide" Target="/ppt/slides/slide8.xml" Id="R5f3c68dd5d514e65" /><Relationship Type="http://schemas.openxmlformats.org/officeDocument/2006/relationships/slide" Target="/ppt/slides/slide9.xml" Id="R305f4f3fbb4641b3" /><Relationship Type="http://schemas.openxmlformats.org/officeDocument/2006/relationships/slide" Target="/ppt/slides/slide10.xml" Id="Rf7b72660588b4fcc" /><Relationship Type="http://schemas.openxmlformats.org/officeDocument/2006/relationships/slide" Target="/ppt/slides/slide11.xml" Id="R78c20728c2f84e40" /><Relationship Type="http://schemas.openxmlformats.org/officeDocument/2006/relationships/slide" Target="/ppt/slides/slide12.xml" Id="R537300f96a6d4f7e" /><Relationship Type="http://schemas.openxmlformats.org/officeDocument/2006/relationships/slide" Target="/ppt/slides/slide13.xml" Id="R19bf77569d044020" /><Relationship Type="http://schemas.openxmlformats.org/officeDocument/2006/relationships/slide" Target="/ppt/slides/slide14.xml" Id="R52362e7eb1ee4c12" /><Relationship Type="http://schemas.openxmlformats.org/officeDocument/2006/relationships/slide" Target="/ppt/slides/slide15.xml" Id="R9e1afbd3c71b43a7" /><Relationship Type="http://schemas.openxmlformats.org/officeDocument/2006/relationships/slide" Target="/ppt/slides/slide16.xml" Id="R63bfca6c8c94403a" /><Relationship Type="http://schemas.openxmlformats.org/officeDocument/2006/relationships/slide" Target="/ppt/slides/slide17.xml" Id="R5292d8e9fecc44ab" /><Relationship Type="http://schemas.openxmlformats.org/officeDocument/2006/relationships/slide" Target="/ppt/slides/slide18.xml" Id="Racf663155e04441e" /><Relationship Type="http://schemas.openxmlformats.org/officeDocument/2006/relationships/slide" Target="/ppt/slides/slide19.xml" Id="R2eeb66a15fb94030" /><Relationship Type="http://schemas.openxmlformats.org/officeDocument/2006/relationships/slide" Target="/ppt/slides/slide20.xml" Id="R488a7e047c194ab5" /><Relationship Type="http://schemas.openxmlformats.org/officeDocument/2006/relationships/slide" Target="/ppt/slides/slide21.xml" Id="R5c575c2086b546ca" /><Relationship Type="http://schemas.openxmlformats.org/officeDocument/2006/relationships/slide" Target="/ppt/slides/slide22.xml" Id="R2ff214be27df4caa" /><Relationship Type="http://schemas.openxmlformats.org/officeDocument/2006/relationships/slide" Target="/ppt/slides/slide23.xml" Id="Rb63b9e71a2d34d67" /><Relationship Type="http://schemas.openxmlformats.org/officeDocument/2006/relationships/slide" Target="/ppt/slides/slide24.xml" Id="R7479f1c9f00e474f" /><Relationship Type="http://schemas.openxmlformats.org/officeDocument/2006/relationships/slide" Target="/ppt/slides/slide25.xml" Id="R932aa6ad026d48dd" /><Relationship Type="http://schemas.openxmlformats.org/officeDocument/2006/relationships/slide" Target="/ppt/slides/slide26.xml" Id="R8b44217c9538456d" /><Relationship Type="http://schemas.openxmlformats.org/officeDocument/2006/relationships/slide" Target="/ppt/slides/slide27.xml" Id="R1f7013f2da044c5e" /><Relationship Type="http://schemas.openxmlformats.org/officeDocument/2006/relationships/slide" Target="/ppt/slides/slide28.xml" Id="R7f644479cdd24485" /><Relationship Type="http://schemas.openxmlformats.org/officeDocument/2006/relationships/slide" Target="/ppt/slides/slide29.xml" Id="Rb19aaac66c21400b" /><Relationship Type="http://schemas.openxmlformats.org/officeDocument/2006/relationships/slide" Target="/ppt/slides/slide30.xml" Id="Rc646da5543a84fcf" /><Relationship Type="http://schemas.openxmlformats.org/officeDocument/2006/relationships/slide" Target="/ppt/slides/slide31.xml" Id="R0418231b3a9444f5" /><Relationship Type="http://schemas.openxmlformats.org/officeDocument/2006/relationships/slide" Target="/ppt/slides/slide32.xml" Id="R420cf5265332450f" /><Relationship Type="http://schemas.openxmlformats.org/officeDocument/2006/relationships/slide" Target="/ppt/slides/slide33.xml" Id="Rb1fad675cf184778" /><Relationship Type="http://schemas.openxmlformats.org/officeDocument/2006/relationships/slide" Target="/ppt/slides/slide34.xml" Id="R27eba60b03084453" /><Relationship Type="http://schemas.openxmlformats.org/officeDocument/2006/relationships/slide" Target="/ppt/slides/slide35.xml" Id="R53982b6e471a49d8" /><Relationship Type="http://schemas.openxmlformats.org/officeDocument/2006/relationships/slide" Target="/ppt/slides/slide36.xml" Id="R8e6b5f1a1b554940" /><Relationship Type="http://schemas.openxmlformats.org/officeDocument/2006/relationships/slide" Target="/ppt/slides/slide37.xml" Id="R9959ba753db44349" /><Relationship Type="http://schemas.openxmlformats.org/officeDocument/2006/relationships/slide" Target="/ppt/slides/slide38.xml" Id="R23f24d96a794430a" /><Relationship Type="http://schemas.openxmlformats.org/officeDocument/2006/relationships/slide" Target="/ppt/slides/slide39.xml" Id="R61d1a40f666749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c06b59d43945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70cf0c38484bc9" /><Relationship Type="http://schemas.openxmlformats.org/officeDocument/2006/relationships/notesMaster" Target="/ppt/notesMasters/notesMaster1.xml" Id="R77c4bf2be05a42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909e87f5a546ba" /><Relationship Type="http://schemas.openxmlformats.org/officeDocument/2006/relationships/notesMaster" Target="/ppt/notesMasters/notesMaster1.xml" Id="Rea63c801d1b849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5b60ef8d274b5d" /><Relationship Type="http://schemas.openxmlformats.org/officeDocument/2006/relationships/notesMaster" Target="/ppt/notesMasters/notesMaster1.xml" Id="Rac0d049c8c1b43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b916ab9f079431e" /><Relationship Type="http://schemas.openxmlformats.org/officeDocument/2006/relationships/notesMaster" Target="/ppt/notesMasters/notesMaster1.xml" Id="R83ccfb5289b243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afcc93023a7d4eb6" /><Relationship Type="http://schemas.openxmlformats.org/officeDocument/2006/relationships/notesMaster" Target="/ppt/notesMasters/notesMaster1.xml" Id="R0ba4c548f4104f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3d38cb1e30457b" /><Relationship Type="http://schemas.openxmlformats.org/officeDocument/2006/relationships/notesMaster" Target="/ppt/notesMasters/notesMaster1.xml" Id="R0d6d5067cbad4678"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b4b5c09dea4d49" /><Relationship Type="http://schemas.openxmlformats.org/officeDocument/2006/relationships/notesMaster" Target="/ppt/notesMasters/notesMaster1.xml" Id="R2e8634efeaff4d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39b88c68f14fd8" /><Relationship Type="http://schemas.openxmlformats.org/officeDocument/2006/relationships/notesMaster" Target="/ppt/notesMasters/notesMaster1.xml" Id="Rc1ae794f653f46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bbe0bcc7e84c3b" /><Relationship Type="http://schemas.openxmlformats.org/officeDocument/2006/relationships/notesMaster" Target="/ppt/notesMasters/notesMaster1.xml" Id="R7a45a265c99444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32c3fa54474fe6" /><Relationship Type="http://schemas.openxmlformats.org/officeDocument/2006/relationships/notesMaster" Target="/ppt/notesMasters/notesMaster1.xml" Id="R0cc958d7ee81430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c48deec9b814239" /><Relationship Type="http://schemas.openxmlformats.org/officeDocument/2006/relationships/notesMaster" Target="/ppt/notesMasters/notesMaster1.xml" Id="Rcbc406fdd1fb4c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8a203a057b34a84" /><Relationship Type="http://schemas.openxmlformats.org/officeDocument/2006/relationships/notesMaster" Target="/ppt/notesMasters/notesMaster1.xml" Id="R5e5d4df481e0461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667d6aa26d24aff" /><Relationship Type="http://schemas.openxmlformats.org/officeDocument/2006/relationships/notesMaster" Target="/ppt/notesMasters/notesMaster1.xml" Id="Rd5b8afb35508486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aa29529090c4042" /><Relationship Type="http://schemas.openxmlformats.org/officeDocument/2006/relationships/notesMaster" Target="/ppt/notesMasters/notesMaster1.xml" Id="Rc1d307ba85a749b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1b877a3b4054eda" /><Relationship Type="http://schemas.openxmlformats.org/officeDocument/2006/relationships/notesMaster" Target="/ppt/notesMasters/notesMaster1.xml" Id="R13e9629a19b748d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f8c0bdebfdc4672" /><Relationship Type="http://schemas.openxmlformats.org/officeDocument/2006/relationships/notesMaster" Target="/ppt/notesMasters/notesMaster1.xml" Id="Rb85f6d7cb1184ca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f32c497bd141a8" /><Relationship Type="http://schemas.openxmlformats.org/officeDocument/2006/relationships/notesMaster" Target="/ppt/notesMasters/notesMaster1.xml" Id="Rcc3cfdb6a5b344d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786d81205c14afd" /><Relationship Type="http://schemas.openxmlformats.org/officeDocument/2006/relationships/notesMaster" Target="/ppt/notesMasters/notesMaster1.xml" Id="R434a321a534b4eb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0b91fdd04f74905" /><Relationship Type="http://schemas.openxmlformats.org/officeDocument/2006/relationships/notesMaster" Target="/ppt/notesMasters/notesMaster1.xml" Id="Ref542c0a124a431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2253d5ab28a4b05" /><Relationship Type="http://schemas.openxmlformats.org/officeDocument/2006/relationships/notesMaster" Target="/ppt/notesMasters/notesMaster1.xml" Id="R019cdf85ec7249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c86e2f8b5484bec" /><Relationship Type="http://schemas.openxmlformats.org/officeDocument/2006/relationships/notesMaster" Target="/ppt/notesMasters/notesMaster1.xml" Id="Rcbf9c9740dd845d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dd18f25a7fc4a86" /><Relationship Type="http://schemas.openxmlformats.org/officeDocument/2006/relationships/notesMaster" Target="/ppt/notesMasters/notesMaster1.xml" Id="Ra4a3d433f751467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a639274ce794f8c" /><Relationship Type="http://schemas.openxmlformats.org/officeDocument/2006/relationships/notesMaster" Target="/ppt/notesMasters/notesMaster1.xml" Id="R567aa9308987424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ca154f4fd424465" /><Relationship Type="http://schemas.openxmlformats.org/officeDocument/2006/relationships/notesMaster" Target="/ppt/notesMasters/notesMaster1.xml" Id="R57b0ec3f57074b3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2b23ef9d89a4612" /><Relationship Type="http://schemas.openxmlformats.org/officeDocument/2006/relationships/notesMaster" Target="/ppt/notesMasters/notesMaster1.xml" Id="R25f871612fba41c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cd8009f6ae040b3" /><Relationship Type="http://schemas.openxmlformats.org/officeDocument/2006/relationships/notesMaster" Target="/ppt/notesMasters/notesMaster1.xml" Id="R78c4484e94c8439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ded78c3dfea4312" /><Relationship Type="http://schemas.openxmlformats.org/officeDocument/2006/relationships/notesMaster" Target="/ppt/notesMasters/notesMaster1.xml" Id="R82281bf9884c443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d4a4b4d46d4190" /><Relationship Type="http://schemas.openxmlformats.org/officeDocument/2006/relationships/notesMaster" Target="/ppt/notesMasters/notesMaster1.xml" Id="Ree5b52e7370342f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22ae37b49814f47" /><Relationship Type="http://schemas.openxmlformats.org/officeDocument/2006/relationships/notesMaster" Target="/ppt/notesMasters/notesMaster1.xml" Id="R17035114156c476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c4b087913d44c5d" /><Relationship Type="http://schemas.openxmlformats.org/officeDocument/2006/relationships/notesMaster" Target="/ppt/notesMasters/notesMaster1.xml" Id="R8d82087a07d9481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e4d74b7ddcf4e24" /><Relationship Type="http://schemas.openxmlformats.org/officeDocument/2006/relationships/notesMaster" Target="/ppt/notesMasters/notesMaster1.xml" Id="R19db2e85f1224b3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8900f84659b4035" /><Relationship Type="http://schemas.openxmlformats.org/officeDocument/2006/relationships/notesMaster" Target="/ppt/notesMasters/notesMaster1.xml" Id="R6e5806fda3b4468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14221f183454346" /><Relationship Type="http://schemas.openxmlformats.org/officeDocument/2006/relationships/notesMaster" Target="/ppt/notesMasters/notesMaster1.xml" Id="R191bd5a59f694e8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528ef6fc38f41b2" /><Relationship Type="http://schemas.openxmlformats.org/officeDocument/2006/relationships/notesMaster" Target="/ppt/notesMasters/notesMaster1.xml" Id="Raa56e093e78c491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ab1caa5ac0144e3" /><Relationship Type="http://schemas.openxmlformats.org/officeDocument/2006/relationships/notesMaster" Target="/ppt/notesMasters/notesMaster1.xml" Id="R61faa16064644dd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f14c7288b444efa" /><Relationship Type="http://schemas.openxmlformats.org/officeDocument/2006/relationships/notesMaster" Target="/ppt/notesMasters/notesMaster1.xml" Id="Rb858384f63cd4ef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3be1d550b3648d1" /><Relationship Type="http://schemas.openxmlformats.org/officeDocument/2006/relationships/notesMaster" Target="/ppt/notesMasters/notesMaster1.xml" Id="R78a0560537ab4be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0fba9c7163743e0" /><Relationship Type="http://schemas.openxmlformats.org/officeDocument/2006/relationships/notesMaster" Target="/ppt/notesMasters/notesMaster1.xml" Id="Rcf500641a7ee4ba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791b60eb6344916" /><Relationship Type="http://schemas.openxmlformats.org/officeDocument/2006/relationships/notesMaster" Target="/ppt/notesMasters/notesMaster1.xml" Id="Re582929ab7e0478f"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Honest validation and leakage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Honest validation and leakage.</a:t>
            </a:r>
          </a:p>
          <a:p>
            <a:r>
              <a:t/>
            </a:r>
          </a:p>
          <a:p>
            <a:r>
              <a:t>LECTURER CUE</a:t>
            </a:r>
          </a:p>
          <a:p>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why E6 cannot be used to choose a feature or tune the tree. If they cannot, return to the paper partitions.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Training validation and final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Training validation and final test</a:t>
            </a:r>
          </a:p>
          <a:p>
            <a:r>
              <a:t/>
            </a:r>
          </a:p>
          <a:p>
            <a:r>
              <a:t>CONNECT</a:t>
            </a:r>
          </a:p>
          <a:p>
            <a:r>
              <a:t>Build on the preceding slide: The engineering context.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Three sets have different jobs.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Three sets have different jobs</a:t>
            </a:r>
          </a:p>
          <a:p>
            <a:r>
              <a:t/>
            </a:r>
          </a:p>
          <a:p>
            <a:r>
              <a:t>CONNECT</a:t>
            </a:r>
          </a:p>
          <a:p>
            <a:r>
              <a:t>Build on the preceding slide: Training validation and final test.</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Three sets have different jobs.</a:t>
            </a:r>
          </a:p>
          <a:p>
            <a:r>
              <a:t/>
            </a:r>
          </a:p>
          <a:p>
            <a:r>
              <a:t>POINT TO THE DEFINITION</a:t>
            </a:r>
          </a:p>
          <a:p>
            <a:r>
              <a:t>Generalisation: Performance on new cases from the intended setting, not merely on records already used.</a:t>
            </a:r>
          </a:p>
          <a:p>
            <a:r>
              <a:t>Overfitting and underfitting: Overfitting captures training-specific detail that fails to transfer. Underfitting misses useful patterns. Score gaps are clues, not a complete diagnosis.</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POINT TO THE DEFINITION</a:t>
            </a:r>
          </a:p>
          <a:p>
            <a:r>
              <a:t>Leakage: Information enters model development that would not legitimately be available, such as the answer or information from evaluation rows.</a:t>
            </a:r>
          </a:p>
          <a:p>
            <a:r>
              <a:t>Group split: Keep all observations from the same equipment in one partition when the goal is prediction for unseen equipment.</a:t>
            </a:r>
          </a:p>
          <a:p>
            <a:r>
              <a:t/>
            </a:r>
          </a:p>
          <a:p>
            <a:r>
              <a:t>NEXT</a:t>
            </a:r>
          </a:p>
          <a:p>
            <a:r>
              <a:t>Repeated equipment needs group separation.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Repeated equipment needs group separation</a:t>
            </a:r>
          </a:p>
          <a:p>
            <a:r>
              <a:t/>
            </a:r>
          </a:p>
          <a:p>
            <a:r>
              <a:t>CONNECT</a:t>
            </a:r>
          </a:p>
          <a:p>
            <a:r>
              <a:t>Build on the preceding slide: Words we will use.</a:t>
            </a:r>
          </a:p>
          <a:p>
            <a:r>
              <a:t/>
            </a:r>
          </a:p>
          <a:p>
            <a:r>
              <a:t>LECTURER CUE</a:t>
            </a:r>
          </a:p>
          <a:p>
            <a:r>
              <a:t>Write equipment letters on paper cards and distribute whole groups to train, validation and test. Explain why two observations of the same machine can share information.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Keeping equipment groups together.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Keeping equipment groups together</a:t>
            </a:r>
          </a:p>
          <a:p>
            <a:r>
              <a:t/>
            </a:r>
          </a:p>
          <a:p>
            <a:r>
              <a:t>CONNECT</a:t>
            </a:r>
          </a:p>
          <a:p>
            <a:r>
              <a:t>Build on the preceding slide: Repeated equipment needs group separation.</a:t>
            </a:r>
          </a:p>
          <a:p>
            <a:r>
              <a:t/>
            </a:r>
          </a:p>
          <a:p>
            <a:r>
              <a:t>LECTURER CUE</a:t>
            </a:r>
          </a:p>
          <a:p>
            <a:r>
              <a:t>This toy split explains group separation. It does not establish a representative evaluation with only two pieces of equipment.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Keeping equipment groups together.</a:t>
            </a:r>
          </a:p>
          <a:p>
            <a:r>
              <a:t/>
            </a:r>
          </a:p>
          <a:p>
            <a:r>
              <a:t>LECTURER CUE</a:t>
            </a:r>
          </a:p>
          <a:p>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a:r>
              <a:t/>
            </a:r>
          </a:p>
          <a:p>
            <a:r>
              <a:t>Complete practice code:</a:t>
            </a:r>
          </a:p>
          <a:p>
            <a:r>
              <a:t>records = [{"id": 1, "equipment": "A"},</a:t>
            </a:r>
          </a:p>
          <a:p>
            <a:r>
              <a:t>           {"id": 2, "equipment": "A"},</a:t>
            </a:r>
          </a:p>
          <a:p>
            <a:r>
              <a:t>           {"id": 3, "equipment": "B"}]</a:t>
            </a:r>
          </a:p>
          <a:p>
            <a:r>
              <a:t>train = []</a:t>
            </a:r>
          </a:p>
          <a:p>
            <a:r>
              <a:t>validation = []</a:t>
            </a:r>
          </a:p>
          <a:p>
            <a:r>
              <a:t>for row in records:</a:t>
            </a:r>
          </a:p>
          <a:p>
            <a:r>
              <a:t>    if row["equipment"] == "A":</a:t>
            </a:r>
          </a:p>
          <a:p>
            <a:r>
              <a:t>        train.append(row["id"])</a:t>
            </a:r>
          </a:p>
          <a:p>
            <a:r>
              <a:t>    else:</a:t>
            </a:r>
          </a:p>
          <a:p>
            <a:r>
              <a:t>        validation.append(row["id"])</a:t>
            </a:r>
          </a:p>
          <a:p>
            <a:r>
              <a:t>print(train, validation)</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Square brackets create a list or select an item.</a:t>
            </a:r>
          </a:p>
          <a:p>
            <a:r>
              <a:t>Braces hold dictionary key: value pairs here.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a:r>
              <a:t/>
            </a:r>
          </a:p>
          <a:p>
            <a:r>
              <a:t>Complete practice code:</a:t>
            </a:r>
          </a:p>
          <a:p>
            <a:r>
              <a:t>records = [{"id": 1, "equipment": "A"},</a:t>
            </a:r>
          </a:p>
          <a:p>
            <a:r>
              <a:t>           {"id": 2, "equipment": "A"},</a:t>
            </a:r>
          </a:p>
          <a:p>
            <a:r>
              <a:t>           {"id": 3, "equipment": "B"}]</a:t>
            </a:r>
          </a:p>
          <a:p>
            <a:r>
              <a:t>train = []</a:t>
            </a:r>
          </a:p>
          <a:p>
            <a:r>
              <a:t>validation = []</a:t>
            </a:r>
          </a:p>
          <a:p>
            <a:r>
              <a:t>for row in records:</a:t>
            </a:r>
          </a:p>
          <a:p>
            <a:r>
              <a:t>    if row["equipment"] == "A":</a:t>
            </a:r>
          </a:p>
          <a:p>
            <a:r>
              <a:t>        train.append(row["id"])</a:t>
            </a:r>
          </a:p>
          <a:p>
            <a:r>
              <a:t>    else:</a:t>
            </a:r>
          </a:p>
          <a:p>
            <a:r>
              <a:t>        validation.append(row["id"])</a:t>
            </a:r>
          </a:p>
          <a:p>
            <a:r>
              <a:t>print(train, validation)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Preprocessing and pipeline.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and pipeline</a:t>
            </a:r>
          </a:p>
          <a:p>
            <a:r>
              <a:t/>
            </a:r>
          </a:p>
          <a:p>
            <a:r>
              <a:t>CONNECT</a:t>
            </a:r>
          </a:p>
          <a:p>
            <a:r>
              <a:t>Build on the preceding slide: Expected output.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Preprocessing and pipeline: Preprocessing changes inputs, for example filling missing values. A pipeline fits these steps on training data and applies the same fitted changes to new inputs.</a:t>
            </a:r>
          </a:p>
          <a:p>
            <a:r>
              <a:t/>
            </a:r>
          </a:p>
          <a:p>
            <a:r>
              <a:t>NEXT</a:t>
            </a:r>
          </a:p>
          <a:p>
            <a:r>
              <a:t>A learned cleaning value comes from training.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learned cleaning value comes from training</a:t>
            </a:r>
          </a:p>
          <a:p>
            <a:r>
              <a:t/>
            </a:r>
          </a:p>
          <a:p>
            <a:r>
              <a:t>CONNECT</a:t>
            </a:r>
          </a:p>
          <a:p>
            <a:r>
              <a:t>Build on the preceding slide: Preprocessing and pipeline.</a:t>
            </a:r>
          </a:p>
          <a:p>
            <a:r>
              <a:t/>
            </a:r>
          </a:p>
          <a:p>
            <a:r>
              <a:t>LECTURER CUE</a:t>
            </a:r>
          </a:p>
          <a:p>
            <a:r>
              <a:t>Fit a missing-value replacement on training values [20, 22, 24]: the median is 22. A new hotter observation must not change that fitted median.</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A training-only fill value.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a:t>
            </a:r>
          </a:p>
          <a:p>
            <a:r>
              <a:t/>
            </a:r>
          </a:p>
          <a:p>
            <a:r>
              <a:t>CONNECT</a:t>
            </a:r>
          </a:p>
          <a:p>
            <a:r>
              <a:t>Build on the preceding slide: A learned cleaning value comes from training.</a:t>
            </a:r>
          </a:p>
          <a:p>
            <a:r>
              <a:t/>
            </a:r>
          </a:p>
          <a:p>
            <a:r>
              <a:t>LECTURER CUE</a:t>
            </a:r>
          </a:p>
          <a:p>
            <a:r>
              <a:t>The median is learned from training observations. Adding a new validation observation must not change it. A real modelling pipeline follows this same rule for each learned step.</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A training-only fill value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 in Python (1/2)</a:t>
            </a:r>
          </a:p>
          <a:p>
            <a:r>
              <a:t/>
            </a:r>
          </a:p>
          <a:p>
            <a:r>
              <a:t>CONNECT</a:t>
            </a:r>
          </a:p>
          <a:p>
            <a:r>
              <a:t>Build on the preceding slide: A training-only fill value.</a:t>
            </a:r>
          </a:p>
          <a:p>
            <a:r>
              <a:t/>
            </a:r>
          </a:p>
          <a:p>
            <a:r>
              <a:t>LECTURER CUE</a:t>
            </a:r>
          </a:p>
          <a:p>
            <a:r>
              <a:t>The median is learned from training observations. Adding a new validation observation must not change it. A real modelling pipeline follows this same rule for each learned step.</a:t>
            </a:r>
          </a:p>
          <a:p>
            <a:r>
              <a:t/>
            </a:r>
          </a:p>
          <a:p>
            <a:r>
              <a:t>Complete practice code:</a:t>
            </a:r>
          </a:p>
          <a:p>
            <a:r>
              <a:t>from statistics import median</a:t>
            </a:r>
          </a:p>
          <a:p>
            <a:r>
              <a:t>training_values = [20, 22, 24]</a:t>
            </a:r>
          </a:p>
          <a:p>
            <a:r>
              <a:t>validation_values = [None, 40]</a:t>
            </a:r>
          </a:p>
          <a:p>
            <a:r>
              <a:t>training_median = median(training_values)</a:t>
            </a:r>
          </a:p>
          <a:p>
            <a:r>
              <a:t>filled_validation = []</a:t>
            </a:r>
          </a:p>
          <a:p>
            <a:r>
              <a:t>for value in validation_values:</a:t>
            </a:r>
          </a:p>
          <a:p>
            <a:r>
              <a:t>    if value is None:</a:t>
            </a:r>
          </a:p>
          <a:p>
            <a:r>
              <a:t>        filled_validation.append(training_median)</a:t>
            </a:r>
          </a:p>
          <a:p>
            <a:r>
              <a:t>    else:</a:t>
            </a:r>
          </a:p>
          <a:p>
            <a:r>
              <a:t>        filled_validation.append(value)</a:t>
            </a:r>
          </a:p>
          <a:p>
            <a:r>
              <a:t>print(training_median, filled_validation)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training-only fill value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 in Python (2/2)</a:t>
            </a:r>
          </a:p>
          <a:p>
            <a:r>
              <a:t/>
            </a:r>
          </a:p>
          <a:p>
            <a:r>
              <a:t>CONNECT</a:t>
            </a:r>
          </a:p>
          <a:p>
            <a:r>
              <a:t>Build on the preceding slide: A training-only fill value in Python (1/2).</a:t>
            </a:r>
          </a:p>
          <a:p>
            <a:r>
              <a:t/>
            </a:r>
          </a:p>
          <a:p>
            <a:r>
              <a:t>LECTURER CUE</a:t>
            </a:r>
          </a:p>
          <a:p>
            <a:r>
              <a:t>The median is learned from training observations. Adding a new validation observation must not change it. A real modelling pipeline follows this same rule for each learned step.</a:t>
            </a:r>
          </a:p>
          <a:p>
            <a:r>
              <a:t/>
            </a:r>
          </a:p>
          <a:p>
            <a:r>
              <a:t>Complete practice code:</a:t>
            </a:r>
          </a:p>
          <a:p>
            <a:r>
              <a:t>from statistics import median</a:t>
            </a:r>
          </a:p>
          <a:p>
            <a:r>
              <a:t>training_values = [20, 22, 24]</a:t>
            </a:r>
          </a:p>
          <a:p>
            <a:r>
              <a:t>validation_values = [None, 40]</a:t>
            </a:r>
          </a:p>
          <a:p>
            <a:r>
              <a:t>training_median = median(training_values)</a:t>
            </a:r>
          </a:p>
          <a:p>
            <a:r>
              <a:t>filled_validation = []</a:t>
            </a:r>
          </a:p>
          <a:p>
            <a:r>
              <a:t>for value in validation_values:</a:t>
            </a:r>
          </a:p>
          <a:p>
            <a:r>
              <a:t>    if value is None:</a:t>
            </a:r>
          </a:p>
          <a:p>
            <a:r>
              <a:t>        filled_validation.append(training_median)</a:t>
            </a:r>
          </a:p>
          <a:p>
            <a:r>
              <a:t>    else:</a:t>
            </a:r>
          </a:p>
          <a:p>
            <a:r>
              <a:t>        filled_validation.append(value)</a:t>
            </a:r>
          </a:p>
          <a:p>
            <a:r>
              <a:t>print(training_median, filled_validation)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Leakage gives away information from the future.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Leakage gives away information from the future</a:t>
            </a:r>
          </a:p>
          <a:p>
            <a:r>
              <a:t/>
            </a:r>
          </a:p>
          <a:p>
            <a:r>
              <a:t>CONNECT</a:t>
            </a:r>
          </a:p>
          <a:p>
            <a:r>
              <a:t>Build on the preceding slide: A training-only fill value in Python (2/2).</a:t>
            </a:r>
          </a:p>
          <a:p>
            <a:r>
              <a:t/>
            </a:r>
          </a:p>
          <a:p>
            <a:r>
              <a:t>LECTURER CUE</a:t>
            </a:r>
          </a:p>
          <a:p>
            <a:r>
              <a:t>Show a counterexample: if every input contains a field called final_inspection_result recorded after the outcome, an excellent score can be meaningless for earlier prediction.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Cross-validation.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Cross-validation</a:t>
            </a:r>
          </a:p>
          <a:p>
            <a:r>
              <a:t/>
            </a:r>
          </a:p>
          <a:p>
            <a:r>
              <a:t>CONNECT</a:t>
            </a:r>
          </a:p>
          <a:p>
            <a:r>
              <a:t>Build on the preceding slide: Leakage gives away information from the future.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POINT TO THE DEFINITION</a:t>
            </a:r>
          </a:p>
          <a:p>
            <a:r>
              <a:t>Cross-validation: Repeat fitting and validation on several partitions of the training/development data. Respect groups or time order. Keep the final test outside tuning.</a:t>
            </a:r>
          </a:p>
          <a:p>
            <a:r>
              <a:t/>
            </a:r>
          </a:p>
          <a:p>
            <a:r>
              <a:t>NEXT</a:t>
            </a:r>
          </a:p>
          <a:p>
            <a:r>
              <a:t>What standard deviation tells us.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standard deviation tells us</a:t>
            </a:r>
          </a:p>
          <a:p>
            <a:r>
              <a:t/>
            </a:r>
          </a:p>
          <a:p>
            <a:r>
              <a:t>CONNECT</a:t>
            </a:r>
          </a:p>
          <a:p>
            <a:r>
              <a:t>Build on the preceding slide: Cross-validation.</a:t>
            </a:r>
          </a:p>
          <a:p>
            <a:r>
              <a:t/>
            </a:r>
          </a:p>
          <a:p>
            <a:r>
              <a:t>LECTURER CUE</a:t>
            </a:r>
          </a:p>
          <a:p>
            <a:r>
              <a:t>Square each deviation, average all three, then take the square root. Here we describe the full displayed set. A sample SD would instead divide by n - 1; do not mix conventions.</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Each fold takes a turn at validation.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Each fold takes a turn at validation</a:t>
            </a:r>
          </a:p>
          <a:p>
            <a:r>
              <a:t/>
            </a:r>
          </a:p>
          <a:p>
            <a:r>
              <a:t>CONNECT</a:t>
            </a:r>
          </a:p>
          <a:p>
            <a:r>
              <a:t>Build on the preceding slide: What standard deviation tells us.</a:t>
            </a:r>
          </a:p>
          <a:p>
            <a:r>
              <a:t/>
            </a:r>
          </a:p>
          <a:p>
            <a:r>
              <a:t>LECTURER CUE</a:t>
            </a:r>
          </a:p>
          <a:p>
            <a:r>
              <a:t>The illustrated mean is about 4.30 MPa and population standard deviation about 0.39 MPa. This is fold variation, not a confidence interval. Keep equipment groups together. Keep a separate final test outside model selection.</a:t>
            </a:r>
          </a:p>
          <a:p>
            <a:r>
              <a:t>Source: existing course illustration figs/kfold.png. These are illustrative examples, not this cohort’s assessed results.</a:t>
            </a:r>
          </a:p>
          <a:p>
            <a:r>
              <a:t/>
            </a:r>
          </a:p>
          <a:p>
            <a:r>
              <a:t>NEXT</a:t>
            </a:r>
          </a:p>
          <a:p>
            <a:r>
              <a:t>Choose a split that matches future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Choose a split that matches future use</a:t>
            </a:r>
          </a:p>
          <a:p>
            <a:r>
              <a:t/>
            </a:r>
          </a:p>
          <a:p>
            <a:r>
              <a:t>CONNECT</a:t>
            </a:r>
          </a:p>
          <a:p>
            <a:r>
              <a:t>Build on the preceding slide: Each fold takes a turn at validation.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Equipment or time: For unseen equipment, keep each equipment ID together. For future-time prediction, train on earlier observations and evaluate on later ones.</a:t>
            </a:r>
          </a:p>
          <a:p>
            <a:r>
              <a:t>Scaler and split tool: A scaler learns how to rescale features; fit it on training data. GroupShuffleSplit is a library tool for group separation. Our assignment instead uses its fixed published equipment lists.</a:t>
            </a:r>
          </a:p>
          <a:p>
            <a:r>
              <a:t/>
            </a:r>
          </a:p>
          <a:p>
            <a:r>
              <a:t>NEXT</a:t>
            </a:r>
          </a:p>
          <a:p>
            <a:r>
              <a:t>You are the data splitter.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data splitter</a:t>
            </a:r>
          </a:p>
          <a:p>
            <a:r>
              <a:t/>
            </a:r>
          </a:p>
          <a:p>
            <a:r>
              <a:t>CONNECT</a:t>
            </a:r>
          </a:p>
          <a:p>
            <a:r>
              <a:t>Build on the preceding slide: Choose a split that matches future use.</a:t>
            </a:r>
          </a:p>
          <a:p>
            <a:r>
              <a:t/>
            </a:r>
          </a:p>
          <a:p>
            <a:r>
              <a:t>LECTURER CUE</a:t>
            </a:r>
          </a:p>
          <a:p>
            <a:r>
              <a:t>Do this before revealing the discussion slide. One learner moves or writes the items, the other checks. Swap roles. Every student explains one step. Expected: No. Keep A1 and A2 together for this question. This tiny activity illustrates separation, not sufficient evaluation sample size.</a:t>
            </a:r>
          </a:p>
          <a:p>
            <a:r>
              <a:t>Wait for an individual prediction before inviting pair discussion. Give a first-step hint if needed.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data splitter.</a:t>
            </a:r>
          </a:p>
          <a:p>
            <a:r>
              <a:t/>
            </a:r>
          </a:p>
          <a:p>
            <a:r>
              <a:t>LECTURER CUE</a:t>
            </a:r>
          </a:p>
          <a:p>
            <a:r>
              <a:t>Ask which step produced this answer. Return to the concrete action if a learner cannot explain it. This is practice feedback, never a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It stays with B in validation. Mixing a source across partitions can give an overly optimistic estimate for unseen equipment.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DISCUSSION KEY FOR THIS SLIDE</a:t>
            </a:r>
          </a:p>
          <a:p>
            <a:r>
              <a:t>DISCUSS THE REASONING</a:t>
            </a:r>
          </a:p>
          <a:p>
            <a:r>
              <a:t>Practice discussion</a:t>
            </a:r>
          </a:p>
          <a:p>
            <a:r>
              <a:t>It stays with B in validation. Mixing a source across partitions can give an overly optimistic estimate for unseen equipment.</a:t>
            </a:r>
          </a:p>
          <a:p>
            <a:r>
              <a:t>Which step produced this result? What changes if one input changes?</a:t>
            </a:r>
          </a:p>
          <a:p>
            <a:r>
              <a:t>CML3113   Week 10   27</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Explain why our repeated equipment IDs require grouped partitions rather than ordinary random folds.</a:t>
            </a:r>
          </a:p>
          <a:p>
            <a:r>
              <a:t>Preview before class and stop after the selected short excerpt. If playback fails, teach the worked example. Video is optional. Source: https://www.youtube.com/watch?v=fSytzGwwBVw</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Interpreting validation results.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Interpreting validation results</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Interpreting validation results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Interpreting validation results continued</a:t>
            </a:r>
          </a:p>
          <a:p>
            <a:r>
              <a:t/>
            </a:r>
          </a:p>
          <a:p>
            <a:r>
              <a:t>CONNECT</a:t>
            </a:r>
          </a:p>
          <a:p>
            <a:r>
              <a:t>Build on the preceding slide: Interpreting validation results.</a:t>
            </a:r>
          </a:p>
          <a:p>
            <a:r>
              <a:t/>
            </a:r>
          </a:p>
          <a:p>
            <a:r>
              <a:t>LECTURER CUE</a:t>
            </a:r>
          </a:p>
          <a:p>
            <a:r>
              <a:t>Teach these concepts before the weekly quiz. Use changed numbers for practice. This slide supplies concepts, not the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Interpreting validation results continued.</a:t>
            </a:r>
          </a:p>
          <a:p>
            <a:r>
              <a:t/>
            </a:r>
          </a:p>
          <a:p>
            <a:r>
              <a:t>LECTURER CUE</a:t>
            </a:r>
          </a:p>
          <a:p>
            <a:r>
              <a:t>Investigate crusher energy demand. Target units: kWh/t.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group_split(records).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group_split(records)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IUEA_Teaching_Plan/assessment_banks/W10/CML3113/A/TASKS.md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predict_regression(training_records, 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predict_regression(training_records, feature_records)</a:t>
            </a:r>
          </a:p>
          <a:p>
            <a:r>
              <a:t/>
            </a:r>
          </a:p>
          <a:p>
            <a:r>
              <a:t>CONNECT</a:t>
            </a:r>
          </a:p>
          <a:p>
            <a:r>
              <a:t>Build on the preceding slide: group_split(records).</a:t>
            </a:r>
          </a:p>
          <a:p>
            <a:r>
              <a:t/>
            </a:r>
          </a:p>
          <a:p>
            <a:r>
              <a:t>LECTURER CUE</a:t>
            </a:r>
          </a:p>
          <a:p>
            <a:r>
              <a:t>Public task contract. Explain input and output types before independent work. Source: IUEA_Teaching_Plan/assessment_banks/W10/CML3113/A/TASKS.md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predict_regression(training_records, feature_records).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Validation and trust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Validation and trust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10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10 quiz</a:t>
            </a:r>
          </a:p>
          <a:p>
            <a:r>
              <a:t/>
            </a:r>
          </a:p>
          <a:p>
            <a:r>
              <a:t>CONNECT</a:t>
            </a:r>
          </a:p>
          <a:p>
            <a:r>
              <a:t>Build on the preceding slide: Validation and trust submission.</a:t>
            </a:r>
          </a:p>
          <a:p>
            <a:r>
              <a:t/>
            </a:r>
          </a:p>
          <a:p>
            <a:r>
              <a:t>LECTURER CUE</a:t>
            </a:r>
          </a:p>
          <a:p>
            <a:r>
              <a:t>Activate the matching open_W10_CML3113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10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157d0e76c34f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b4995719164c72" /><Relationship Type="http://schemas.openxmlformats.org/officeDocument/2006/relationships/slideLayout" Target="/ppt/slideLayouts/slideLayout1.xml" Id="Rff745f2904a841f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745f2904a841f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071d0e7a4e1497b" /><Relationship Type="http://schemas.openxmlformats.org/officeDocument/2006/relationships/image" Target="/ppt/media/image.png" Id="Ra793c8e050c947d9" /><Relationship Type="http://schemas.openxmlformats.org/officeDocument/2006/relationships/notesSlide" Target="/ppt/notesSlides/notesSlide1.xml" Id="R6f59581ea7dc4a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163ee9e667410c" /><Relationship Type="http://schemas.openxmlformats.org/officeDocument/2006/relationships/notesSlide" Target="/ppt/notesSlides/notesSlide2.xml" Id="R2af428188d59457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d82a9c920234f15" /><Relationship Type="http://schemas.openxmlformats.org/officeDocument/2006/relationships/notesSlide" Target="/ppt/notesSlides/notesSlide3.xml" Id="R794330be5ea649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e64953becda4466" /><Relationship Type="http://schemas.openxmlformats.org/officeDocument/2006/relationships/notesSlide" Target="/ppt/notesSlides/notesSlide4.xml" Id="R1f4b1536fbff45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d3dbbb7590d4808" /><Relationship Type="http://schemas.openxmlformats.org/officeDocument/2006/relationships/notesSlide" Target="/ppt/notesSlides/notesSlide5.xml" Id="R2a6f833b7b954a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2b8a8279e9d401f" /><Relationship Type="http://schemas.openxmlformats.org/officeDocument/2006/relationships/image" Target="/ppt/media/image2.png" Id="R96e810d63eea4670" /><Relationship Type="http://schemas.openxmlformats.org/officeDocument/2006/relationships/notesSlide" Target="/ppt/notesSlides/notesSlide6.xml" Id="R1f8894ab7fbd45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7803f6097a14c4c" /><Relationship Type="http://schemas.openxmlformats.org/officeDocument/2006/relationships/notesSlide" Target="/ppt/notesSlides/notesSlide7.xml" Id="R3f49f8d226044aa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a65dd19b1e64c4d" /><Relationship Type="http://schemas.openxmlformats.org/officeDocument/2006/relationships/notesSlide" Target="/ppt/notesSlides/notesSlide8.xml" Id="Re3c1367721d14d0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7a3056663f044c7" /><Relationship Type="http://schemas.openxmlformats.org/officeDocument/2006/relationships/notesSlide" Target="/ppt/notesSlides/notesSlide9.xml" Id="Ra527ec7c701248b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3bb486bd6a142fb" /><Relationship Type="http://schemas.openxmlformats.org/officeDocument/2006/relationships/notesSlide" Target="/ppt/notesSlides/notesSlide10.xml" Id="R26680aacc0e64b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a00da0d27c84067" /><Relationship Type="http://schemas.openxmlformats.org/officeDocument/2006/relationships/notesSlide" Target="/ppt/notesSlides/notesSlide11.xml" Id="R57341ec45c05424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2fd8e74ce7844fe" /><Relationship Type="http://schemas.openxmlformats.org/officeDocument/2006/relationships/notesSlide" Target="/ppt/notesSlides/notesSlide12.xml" Id="R5b535f7adef54d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ee58f5081c44bbe" /><Relationship Type="http://schemas.openxmlformats.org/officeDocument/2006/relationships/notesSlide" Target="/ppt/notesSlides/notesSlide13.xml" Id="R627105d5a725415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82df7c7e3894a8b" /><Relationship Type="http://schemas.openxmlformats.org/officeDocument/2006/relationships/notesSlide" Target="/ppt/notesSlides/notesSlide14.xml" Id="R478303587ab54d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700f2f00dce4bf4" /><Relationship Type="http://schemas.openxmlformats.org/officeDocument/2006/relationships/notesSlide" Target="/ppt/notesSlides/notesSlide15.xml" Id="Rd2065501b6494a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6e190387c5f438f" /><Relationship Type="http://schemas.openxmlformats.org/officeDocument/2006/relationships/notesSlide" Target="/ppt/notesSlides/notesSlide16.xml" Id="R205d03d58a7a4c3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d60609526c24d93" /><Relationship Type="http://schemas.openxmlformats.org/officeDocument/2006/relationships/notesSlide" Target="/ppt/notesSlides/notesSlide17.xml" Id="R0b0f5f94065a450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35bd976478d4f27" /><Relationship Type="http://schemas.openxmlformats.org/officeDocument/2006/relationships/notesSlide" Target="/ppt/notesSlides/notesSlide18.xml" Id="R261c2fcf826b485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26baeb448db44c7" /><Relationship Type="http://schemas.openxmlformats.org/officeDocument/2006/relationships/notesSlide" Target="/ppt/notesSlides/notesSlide19.xml" Id="R527c2c5678774c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b47332809b543a5" /><Relationship Type="http://schemas.openxmlformats.org/officeDocument/2006/relationships/notesSlide" Target="/ppt/notesSlides/notesSlide20.xml" Id="Ra75b82355ec84e8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49a099a80d44fcf" /><Relationship Type="http://schemas.openxmlformats.org/officeDocument/2006/relationships/notesSlide" Target="/ppt/notesSlides/notesSlide21.xml" Id="R3503303b2e3c4e6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49ac8ef885b4e55" /><Relationship Type="http://schemas.openxmlformats.org/officeDocument/2006/relationships/image" Target="/ppt/media/image3.png" Id="R7984ae1f523142f3" /><Relationship Type="http://schemas.openxmlformats.org/officeDocument/2006/relationships/notesSlide" Target="/ppt/notesSlides/notesSlide22.xml" Id="R6f5dfbe97c5944e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e80afd0e56443eb" /><Relationship Type="http://schemas.openxmlformats.org/officeDocument/2006/relationships/notesSlide" Target="/ppt/notesSlides/notesSlide23.xml" Id="R2dc30b15d63e405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de3a2af6a464c4e" /><Relationship Type="http://schemas.openxmlformats.org/officeDocument/2006/relationships/notesSlide" Target="/ppt/notesSlides/notesSlide24.xml" Id="R6a3b30177cbe4f6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0a2c6fa73684912" /><Relationship Type="http://schemas.openxmlformats.org/officeDocument/2006/relationships/notesSlide" Target="/ppt/notesSlides/notesSlide25.xml" Id="Rd4dddc5db2344ee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a36896dcf9a4a90" /><Relationship Type="http://schemas.openxmlformats.org/officeDocument/2006/relationships/notesSlide" Target="/ppt/notesSlides/notesSlide26.xml" Id="R1c6d50c37b4b4b0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cb38ed5adc64ca7" /><Relationship Type="http://schemas.openxmlformats.org/officeDocument/2006/relationships/notesSlide" Target="/ppt/notesSlides/notesSlide27.xml" Id="R6e6c0cec1e7f40b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c0111662aae4a20" /><Relationship Type="http://schemas.openxmlformats.org/officeDocument/2006/relationships/hyperlink" Target="https://www.youtube.com/watch?v=fSytzGwwBVw" TargetMode="External" Id="R847989525e874d38" /><Relationship Type="http://schemas.openxmlformats.org/officeDocument/2006/relationships/notesSlide" Target="/ppt/notesSlides/notesSlide28.xml" Id="Rbe5f06b22f864bc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d63f60e4c544703" /><Relationship Type="http://schemas.openxmlformats.org/officeDocument/2006/relationships/notesSlide" Target="/ppt/notesSlides/notesSlide29.xml" Id="R051035fc6326408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3ddffaf33214d7e" /><Relationship Type="http://schemas.openxmlformats.org/officeDocument/2006/relationships/notesSlide" Target="/ppt/notesSlides/notesSlide30.xml" Id="Rd555de621e28426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617fe0e97cc46a8" /><Relationship Type="http://schemas.openxmlformats.org/officeDocument/2006/relationships/notesSlide" Target="/ppt/notesSlides/notesSlide31.xml" Id="Rda99be655dcf463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45f12ce606b34d5d" /><Relationship Type="http://schemas.openxmlformats.org/officeDocument/2006/relationships/notesSlide" Target="/ppt/notesSlides/notesSlide32.xml" Id="R354cef5e49d545b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48e9251a0f24e06" /><Relationship Type="http://schemas.openxmlformats.org/officeDocument/2006/relationships/notesSlide" Target="/ppt/notesSlides/notesSlide33.xml" Id="R4b9749bb51d24e1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76e5215c24d4a28" /><Relationship Type="http://schemas.openxmlformats.org/officeDocument/2006/relationships/notesSlide" Target="/ppt/notesSlides/notesSlide34.xml" Id="R178b453ccecb48b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b7a50f29da5246eb" /><Relationship Type="http://schemas.openxmlformats.org/officeDocument/2006/relationships/notesSlide" Target="/ppt/notesSlides/notesSlide35.xml" Id="Rf29b3c6902ce468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ce4925040a148aa" /><Relationship Type="http://schemas.openxmlformats.org/officeDocument/2006/relationships/notesSlide" Target="/ppt/notesSlides/notesSlide36.xml" Id="Rf77291081b05451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9ce2b66561c145a5" /><Relationship Type="http://schemas.openxmlformats.org/officeDocument/2006/relationships/hyperlink" Target="https://docs.google.com/forms/d/e/1FAIpQLSd0PIGgcund5zKvqtctB1dz7pekt8hubl0ZUrFL-BJc9bKGlQ/viewform" TargetMode="External" Id="Rbfc2e1897a684f0a" /><Relationship Type="http://schemas.openxmlformats.org/officeDocument/2006/relationships/notesSlide" Target="/ppt/notesSlides/notesSlide37.xml" Id="R7d08566181c6411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66a2d813504454a" /><Relationship Type="http://schemas.openxmlformats.org/officeDocument/2006/relationships/image" Target="/ppt/media/image4.png" Id="Rfbdd080b4f5c47c7" /><Relationship Type="http://schemas.openxmlformats.org/officeDocument/2006/relationships/hyperlink" Target="https://forms.gle/LQPALyRC3uRvZqDJ8" TargetMode="External" Id="Re5034b00b53446dd" /><Relationship Type="http://schemas.openxmlformats.org/officeDocument/2006/relationships/notesSlide" Target="/ppt/notesSlides/notesSlide38.xml" Id="R8af6005282044ce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76e6dac9ead4d93" /><Relationship Type="http://schemas.openxmlformats.org/officeDocument/2006/relationships/notesSlide" Target="/ppt/notesSlides/notesSlide39.xml" Id="R418ba3574dfc4f9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793c8e050c947d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AB7E3B9-51E3-48F1-9E9B-5CBF6613455A}"/>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FF34FBA-E30E-4A1B-9EAD-FA0EC1812C0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10</a:t>
            </a:r>
          </a:p>
        </p:txBody>
      </p:sp>
      <p:sp>
        <p:nvSpPr>
          <p:cNvPr id="4" name="">
            <a:extLst xmlns:a="http://schemas.openxmlformats.org/drawingml/2006/main">
              <a:ext uri="{FF2B5EF4-FFF2-40B4-BE49-F238E27FC236}">
                <a16:creationId xmlns:a16="http://schemas.microsoft.com/office/drawing/2014/main" id="{3BECC43E-A717-4FB7-A0CE-AB5F9EA64E6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A1675A6A-3C90-40C3-A2A4-1F1349B16AD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A0956B4-7C0C-4977-850D-1A2997DC89C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0254413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5BB648-DA06-4E22-AA3E-D66BE0AF85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74D8FE-E588-483B-B68A-5D11FF0678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71BAA55-F8F5-4B1A-993D-5A4484EB5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F5ABA9B-187E-46B1-897F-F5C165D8BEF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4B8D31-6FA9-4EAC-8791-E43B9C4A945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8FFE39C-68BD-40A0-A22B-A90291A4C8C6}"/>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614F9813-6F9F-4A35-A7F2-DD6B0109CF2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201CE67-E8B1-4DC9-8A52-47EBF98789D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7F587FDF-A532-4B46-B427-1ACF77CC43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a:t>
            </a:r>
          </a:p>
        </p:txBody>
      </p:sp>
    </p:spTree>
    <p:extLst>
      <p:ext uri="{BB962C8B-B14F-4D97-AF65-F5344CB8AC3E}">
        <p14:creationId xmlns:p14="http://schemas.microsoft.com/office/powerpoint/2010/main" val="2081541583"/>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839FAE-D941-4DD3-AC8E-C2C5A2C6EB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A5F2C49-0C2A-413E-8C7A-3CF1B33BB4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953CDBB3-CDA3-483E-B6C9-28D4DBF5E6C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E95A34D-7E15-450D-8B88-EB93A48171D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Which rows fit the model? Which rows help choose it? Which rows must remain untouched until the end?</a:t>
            </a:r>
          </a:p>
        </p:txBody>
      </p:sp>
      <p:sp>
        <p:nvSpPr>
          <p:cNvPr id="5" name="">
            <a:extLst xmlns:a="http://schemas.openxmlformats.org/drawingml/2006/main">
              <a:ext uri="{FF2B5EF4-FFF2-40B4-BE49-F238E27FC236}">
                <a16:creationId xmlns:a16="http://schemas.microsoft.com/office/drawing/2014/main" id="{C1F778EE-F0EA-47D0-9B7A-6DAE9992450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82748D88-07D2-4B09-A6B5-7F3BD4CAE8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3</a:t>
            </a:r>
          </a:p>
        </p:txBody>
      </p:sp>
    </p:spTree>
    <p:extLst>
      <p:ext uri="{BB962C8B-B14F-4D97-AF65-F5344CB8AC3E}">
        <p14:creationId xmlns:p14="http://schemas.microsoft.com/office/powerpoint/2010/main" val="152595577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0CBA7D-24C7-43AB-B697-D6A4F430A3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4CB137-82EE-4A19-9698-F8FADCC445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29DD23C9-C7EE-4171-9191-CA189F7FEE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A56319F8-5390-452D-890D-C28DCCFF3B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CDB045-C7D6-4EF6-8378-737D567ACC9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744CCF28-B26C-49EA-9260-9960CFCD27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01AF97-163F-4D92-8ABA-0319E24BD08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B98EDDC5-6683-498B-AEA6-2E215C0771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E2D29F-6EC4-4BC1-90DE-AC703532F59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7F7AB239-D1EA-42C4-B37D-22352139FE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a:t>
            </a:r>
          </a:p>
        </p:txBody>
      </p:sp>
    </p:spTree>
    <p:extLst>
      <p:ext uri="{BB962C8B-B14F-4D97-AF65-F5344CB8AC3E}">
        <p14:creationId xmlns:p14="http://schemas.microsoft.com/office/powerpoint/2010/main" val="10635185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70650E-D61F-4119-A1BB-76F0D104D1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AD7582-15B8-4B86-A8BD-8A01E9AAAE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309566-640B-41EF-8E6B-304F69E4B1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37663076-6608-4F54-A31E-94761EBBB4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38720F-7083-4A26-8575-93B266F76BC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B49CA3DA-5347-4DEE-BE29-B6EBCD825BA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61834D-E8CA-495B-A7BC-7A184AC2960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F4C6EA2E-247B-45BD-A5A9-D9AD740299D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E6AA7A-00A8-453C-9C11-8FB51E8313D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4ABB45E4-F96D-47C6-988E-3351F06C40E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221620-BD9C-42D0-956A-DDB6F230B6F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38D4C938-6A94-47A1-931B-A47C2CA23A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a:t>
            </a:r>
          </a:p>
        </p:txBody>
      </p:sp>
    </p:spTree>
    <p:extLst>
      <p:ext uri="{BB962C8B-B14F-4D97-AF65-F5344CB8AC3E}">
        <p14:creationId xmlns:p14="http://schemas.microsoft.com/office/powerpoint/2010/main" val="124153993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7261EF-B483-4DFE-9EE4-8D45CC3460C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4CB9E1-A2E6-475C-A657-46E416CB8F5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6e810d63eea4670"/>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574E062-5B39-4FFB-B072-61BDEA85100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EE7A75-130E-448C-BC38-94950330D8B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9DFBD49B-1458-4214-B41F-A09D10EE58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6</a:t>
            </a:r>
          </a:p>
        </p:txBody>
      </p:sp>
    </p:spTree>
    <p:extLst>
      <p:ext uri="{BB962C8B-B14F-4D97-AF65-F5344CB8AC3E}">
        <p14:creationId xmlns:p14="http://schemas.microsoft.com/office/powerpoint/2010/main" val="10980496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DAC7E0-AE5D-4ABA-B296-69C9A2BCF7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9B3D29-3B56-4821-892B-7E965ED32A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2053E42-6638-48C9-B5FD-7BDB0201E9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FEFF093C-8412-47CD-ADB0-B24B9A5428E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6FB884-4735-4F42-84BE-3B44CAAF384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224F3C94-BA22-4E5B-9FBC-218D7746E02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83BF8638-13A7-4B2C-B243-99D241C7E6E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E13371-3734-4BCF-835E-B354FA138DA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D57F5E07-D0A8-4AD8-AF68-525792F65EA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4ED4F1E1-7998-4828-A653-8F560D59CC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7</a:t>
            </a:r>
          </a:p>
        </p:txBody>
      </p:sp>
    </p:spTree>
    <p:extLst>
      <p:ext uri="{BB962C8B-B14F-4D97-AF65-F5344CB8AC3E}">
        <p14:creationId xmlns:p14="http://schemas.microsoft.com/office/powerpoint/2010/main" val="15037272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DA801A-0E09-4983-B5AF-EF4FCAB591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11203B-6AB0-47A5-8312-216E6306B8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51ED7AB-64BC-42BB-8012-8D4941EA51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762BAAA5-B678-4044-9F97-181377CC98E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49B84F-AE8C-4CBB-A450-A9A1E4C9790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0D4AAB1F-CED4-4A2B-8942-9AE841A2E75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A84E45D7-2EA8-485B-866B-9A1D77804CD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B547563-36E4-418F-80F6-4ED6C97D676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6E764760-5C66-4741-AB0F-B92EC443DED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7E46C395-09FD-47A9-8CB0-52A838DE38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8</a:t>
            </a:r>
          </a:p>
        </p:txBody>
      </p:sp>
    </p:spTree>
    <p:extLst>
      <p:ext uri="{BB962C8B-B14F-4D97-AF65-F5344CB8AC3E}">
        <p14:creationId xmlns:p14="http://schemas.microsoft.com/office/powerpoint/2010/main" val="6525397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5BD9C27-64D6-4FB4-B19C-C82D9667BD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5D5779-8730-4C5B-A678-7F8E7DF45D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5F10FD-23FE-4FAE-91CE-63CFB5294B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74D3F405-8614-439E-AE48-875C5B58602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0DE18D5-86F7-4738-9EAC-CCE3110CAA3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3038256C-A294-408F-8006-CC7AA0D771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63ADAF-D6DB-47E6-AE4F-AF6C46704C9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5080F554-E03C-49FA-83C3-02E906BC92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A8A9DE8-F495-4E75-8BA3-FCD030CEDF8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72F93840-2CDF-4227-A375-AF5310B7EF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9</a:t>
            </a:r>
          </a:p>
        </p:txBody>
      </p:sp>
    </p:spTree>
    <p:extLst>
      <p:ext uri="{BB962C8B-B14F-4D97-AF65-F5344CB8AC3E}">
        <p14:creationId xmlns:p14="http://schemas.microsoft.com/office/powerpoint/2010/main" val="42423905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6232E7-C1AB-440C-A7B2-8BF8AC802D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1306DB-E439-43FB-BCAC-ABBDC69F64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CE9782D-AEED-4C0B-BE06-C1D0A6EC51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5942A6F-986C-43CD-B30F-1F0AE8685F3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FE06D650-0C81-44BE-9FB6-E2ACA07D95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10</a:t>
            </a:r>
          </a:p>
        </p:txBody>
      </p:sp>
    </p:spTree>
    <p:extLst>
      <p:ext uri="{BB962C8B-B14F-4D97-AF65-F5344CB8AC3E}">
        <p14:creationId xmlns:p14="http://schemas.microsoft.com/office/powerpoint/2010/main" val="1421279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078EB32-B127-4E04-8721-DBB471068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37E0C0-F44D-419B-8C2E-21374B8485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D6FAA94-6115-4AF5-B5B3-EF8DF3A701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F32A9D21-BE05-494A-8A77-D1756B351F2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A38930-4386-489D-B205-56DF794D301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B914107C-CC51-465E-87D7-30B9F313494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EA71695-91E8-47C4-B94B-F06769B4062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774746C3-C637-4E28-B512-AB004533B7B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DFC598C7-58E2-44D5-8C43-1367A0D69EB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1BD72C5-7F37-4342-9EEA-AC784F3156A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3BD14EC0-1A0D-4457-9536-2AC776904C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11</a:t>
            </a:r>
          </a:p>
        </p:txBody>
      </p:sp>
    </p:spTree>
    <p:extLst>
      <p:ext uri="{BB962C8B-B14F-4D97-AF65-F5344CB8AC3E}">
        <p14:creationId xmlns:p14="http://schemas.microsoft.com/office/powerpoint/2010/main" val="99089098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B2CB081-AF1C-4121-B23C-CA6A27B417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1C73C9-0758-42EF-9606-3FE99B3F1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3E5CA3F-22E5-46B7-B7A9-2044431A67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453E6166-157C-452F-984B-43E98EC2AC6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DF2983-FD93-428E-A9B8-6056BE3AC6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8ABB0078-2CDD-4586-B1A0-C6DBFC9BD89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F92922-A170-47C5-8235-9CC95CE86D1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9AEB76A-CBD1-4493-BF4F-9A71BF3B2E3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5DBE3041-FD37-4A98-BAA1-CD2445AD14C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D6F951E7-371F-4D95-8DCA-9943D16404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AED08DF4-4E9F-4A55-945D-1A1D4AE218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12</a:t>
            </a:r>
          </a:p>
        </p:txBody>
      </p:sp>
    </p:spTree>
    <p:extLst>
      <p:ext uri="{BB962C8B-B14F-4D97-AF65-F5344CB8AC3E}">
        <p14:creationId xmlns:p14="http://schemas.microsoft.com/office/powerpoint/2010/main" val="156293386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7EF58D-DC26-4934-80EB-2056405DBD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5E8559-7D8D-41B1-B153-D8BEA7859C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947F35DD-E267-407E-8AE7-C848027469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EADC4EF6-7434-4083-A066-6A31A2B2ACF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6E1BEF-66F0-4CB5-A529-73F8EF8E84A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3E436350-13EC-42FB-857D-200A1A016CA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39B9442-78BB-4B31-8472-725BBF5D93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13</a:t>
            </a:r>
          </a:p>
        </p:txBody>
      </p:sp>
    </p:spTree>
    <p:extLst>
      <p:ext uri="{BB962C8B-B14F-4D97-AF65-F5344CB8AC3E}">
        <p14:creationId xmlns:p14="http://schemas.microsoft.com/office/powerpoint/2010/main" val="120359993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75C867-0AF5-4850-8218-0B4917D109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52A1FB-2CFB-4816-9884-66F633B10F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ECC9B69-4E93-4CAC-8363-6BC5378EF1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FFD4BF00-06CB-4FB4-BA68-9768F1FB38A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96BFF4-29EE-48C7-8837-AF43228D223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DCAA28DA-8DEA-4F6E-A9DD-633A728C43A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171ACB68-08EE-41B0-BC19-8A388055D2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14</a:t>
            </a:r>
          </a:p>
        </p:txBody>
      </p:sp>
    </p:spTree>
    <p:extLst>
      <p:ext uri="{BB962C8B-B14F-4D97-AF65-F5344CB8AC3E}">
        <p14:creationId xmlns:p14="http://schemas.microsoft.com/office/powerpoint/2010/main" val="23700356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C5374D-F2FF-435E-AEA8-5EA68588E7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AEB651-2A17-4830-81EB-FEB4F27A52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FD8CB2-6258-41BA-A882-0444FAF2CB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03276E9E-541A-4E97-99DB-B1D1A77CD1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FD166A-3A50-47D6-9A6E-C335146C7A0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499B7736-E2AE-4638-A6EC-D208CFF954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499181-770C-4CE3-AB95-5CB16A049B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A2F246A7-1C4A-4E38-8683-2936D16686E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0F22C7-0DF7-45B4-A7DC-DFC7517B91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AC3891BB-8704-4888-88FD-02F1C1C1A0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15</a:t>
            </a:r>
          </a:p>
        </p:txBody>
      </p:sp>
    </p:spTree>
    <p:extLst>
      <p:ext uri="{BB962C8B-B14F-4D97-AF65-F5344CB8AC3E}">
        <p14:creationId xmlns:p14="http://schemas.microsoft.com/office/powerpoint/2010/main" val="20382887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CC6836-4336-4FFE-8180-9F8EDB989E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8CB4B2-9FD3-49D4-A7AD-4F285963DB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2FD934-B686-40ED-A881-BA73BD1392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a:t>
            </a:r>
          </a:p>
        </p:txBody>
      </p:sp>
      <p:sp>
        <p:nvSpPr>
          <p:cNvPr id="4" name="">
            <a:extLst xmlns:a="http://schemas.openxmlformats.org/drawingml/2006/main">
              <a:ext uri="{FF2B5EF4-FFF2-40B4-BE49-F238E27FC236}">
                <a16:creationId xmlns:a16="http://schemas.microsoft.com/office/drawing/2014/main" id="{8B7B5115-3278-439C-85AF-5F134B5303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904943-ABBF-44D1-B108-B5D1FBC89B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learned from training observations.</a:t>
            </a:r>
          </a:p>
        </p:txBody>
      </p:sp>
      <p:sp>
        <p:nvSpPr>
          <p:cNvPr id="6" name="">
            <a:extLst xmlns:a="http://schemas.openxmlformats.org/drawingml/2006/main">
              <a:ext uri="{FF2B5EF4-FFF2-40B4-BE49-F238E27FC236}">
                <a16:creationId xmlns:a16="http://schemas.microsoft.com/office/drawing/2014/main" id="{1E692E82-DD9B-4E32-BFBE-A8C76BEA4BD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6101B4-4866-4DFB-8E46-B63B8962881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a new validation observation must not change it.</a:t>
            </a:r>
          </a:p>
        </p:txBody>
      </p:sp>
      <p:sp>
        <p:nvSpPr>
          <p:cNvPr id="8" name="">
            <a:extLst xmlns:a="http://schemas.openxmlformats.org/drawingml/2006/main">
              <a:ext uri="{FF2B5EF4-FFF2-40B4-BE49-F238E27FC236}">
                <a16:creationId xmlns:a16="http://schemas.microsoft.com/office/drawing/2014/main" id="{78B5B4E9-C9B2-4E77-8C50-9E1ACC57C34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E9BB5F-7CC6-4FCE-90F0-DC4D5A07812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real modelling pipeline follows this same rule for each learned step.</a:t>
            </a:r>
          </a:p>
        </p:txBody>
      </p:sp>
      <p:sp>
        <p:nvSpPr>
          <p:cNvPr id="10" name="">
            <a:extLst xmlns:a="http://schemas.openxmlformats.org/drawingml/2006/main">
              <a:ext uri="{FF2B5EF4-FFF2-40B4-BE49-F238E27FC236}">
                <a16:creationId xmlns:a16="http://schemas.microsoft.com/office/drawing/2014/main" id="{DDBB5A0B-9784-4B60-8DA0-FB2CF33761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16</a:t>
            </a:r>
          </a:p>
        </p:txBody>
      </p:sp>
    </p:spTree>
    <p:extLst>
      <p:ext uri="{BB962C8B-B14F-4D97-AF65-F5344CB8AC3E}">
        <p14:creationId xmlns:p14="http://schemas.microsoft.com/office/powerpoint/2010/main" val="11047230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3FA1FD9-CAD2-466D-BB58-624C0822D0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61675A-C6CB-4FFD-81B0-4609580615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A06950-C5BE-4A46-91BC-0D2D08B0D8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4A662E52-E5C1-459E-8500-A425B98B8D1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02BE14-CA41-4DFB-ADDF-B0CA6108031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289DCCEE-29C4-4E9B-8D29-3E6DF42C7B7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67183B-7A24-4782-9F8A-7E1391BA8C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88933259-A13C-4FC1-85D0-7FD2C12EF57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AD0F1574-2C33-4FF3-9D83-899B2E631BD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A1BF0525-1D3E-4F45-9DA2-3A6716B5E8A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09F3BDE7-A932-449B-BE9C-8CD1CB6AB6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17</a:t>
            </a:r>
          </a:p>
        </p:txBody>
      </p:sp>
    </p:spTree>
    <p:extLst>
      <p:ext uri="{BB962C8B-B14F-4D97-AF65-F5344CB8AC3E}">
        <p14:creationId xmlns:p14="http://schemas.microsoft.com/office/powerpoint/2010/main" val="2074359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50AA9A-F315-4690-A0E7-A276EA58B2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A78F83-4DA2-4781-806F-4CA075CF7B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73A71A-F8D3-4099-9424-A184AF9DB4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7CD1316E-24BB-4FA8-9C8A-E5E3AE8E6AB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7D8CF4-5BD8-41A6-A3D0-2D39DBC52E7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B7387D92-2393-4CEB-8500-2000F29A925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AD23CB44-DD13-4C74-ABAF-02E0DAC9F4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B623AA63-257A-40AC-80B6-C3F6F08F18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18</a:t>
            </a:r>
          </a:p>
        </p:txBody>
      </p:sp>
    </p:spTree>
    <p:extLst>
      <p:ext uri="{BB962C8B-B14F-4D97-AF65-F5344CB8AC3E}">
        <p14:creationId xmlns:p14="http://schemas.microsoft.com/office/powerpoint/2010/main" val="5726558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4AAFE6-1CD7-4C29-B073-9E3F20AB72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CDB911-F8C5-4606-B395-7700484B33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1B2C8B-D44A-4C3F-8CA6-2777D2236B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9D7E186A-06A1-42BD-9ABF-C36644F4BD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68E265-B537-42BC-AE72-01C8C60B80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BD684331-CE52-4030-B439-9FC8B2BA11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B5E9D6-5C4C-4BD3-859F-55E08D681C0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454062FF-6736-4B10-B41F-7E8A87B9C5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24608E-62F5-400D-9D56-8413CFAC86C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365CB895-0E63-44B3-A306-73755DF99C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19</a:t>
            </a:r>
          </a:p>
        </p:txBody>
      </p:sp>
    </p:spTree>
    <p:extLst>
      <p:ext uri="{BB962C8B-B14F-4D97-AF65-F5344CB8AC3E}">
        <p14:creationId xmlns:p14="http://schemas.microsoft.com/office/powerpoint/2010/main" val="122503854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2B1EFD-2CCD-489D-AEF4-F7AD0386B9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241889-46D5-4AB6-B0C0-AC6051F623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61447D1-3A50-4074-9F23-E654D82934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17E481CF-7D51-41A3-A204-17DAB8A4C07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D5B9D0-3090-47DD-8409-9DE07313ACB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C0FE1A0E-7BEE-46F0-93D8-0AB19412F6E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668BF601-981C-4969-9028-5A6905293A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20</a:t>
            </a:r>
          </a:p>
        </p:txBody>
      </p:sp>
    </p:spTree>
    <p:extLst>
      <p:ext uri="{BB962C8B-B14F-4D97-AF65-F5344CB8AC3E}">
        <p14:creationId xmlns:p14="http://schemas.microsoft.com/office/powerpoint/2010/main" val="115862921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B593B8-6C53-4A74-8E61-7A88134E72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51A72B-8FA5-49A3-8410-9BE65AE231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ABDC25-72E8-4CA2-AA82-93F4349079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0AFC4565-016A-42CB-87CA-BCA6BFA9EE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A41AAA-BF66-4F69-9862-2E71AB781D2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320DA5C7-C15E-4824-8DB1-BD98D092ADC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A3C8F3-CFDE-4DC7-BC10-56BCE71AA40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660BCEE5-C27E-4BFB-AB74-7387E2DF0D5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8B6A4C-C2EB-4DA5-8F3D-7C0A0189B8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012B0829-D413-4027-A3EF-34FF29D2A6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21</a:t>
            </a:r>
          </a:p>
        </p:txBody>
      </p:sp>
    </p:spTree>
    <p:extLst>
      <p:ext uri="{BB962C8B-B14F-4D97-AF65-F5344CB8AC3E}">
        <p14:creationId xmlns:p14="http://schemas.microsoft.com/office/powerpoint/2010/main" val="132646080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6E1CF5-C29E-4E86-B165-CF4A0AF3CF3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26A509-60AB-482C-B000-D5EE6CACCE7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984ae1f523142f3"/>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105FED0-3D7D-44EF-904B-88869EC9FB3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D7ABF9-E02B-442F-9AA1-38C84D44BE6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F8E7E1CD-8670-43DA-A19A-84ED6F69F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22</a:t>
            </a:r>
          </a:p>
        </p:txBody>
      </p:sp>
    </p:spTree>
    <p:extLst>
      <p:ext uri="{BB962C8B-B14F-4D97-AF65-F5344CB8AC3E}">
        <p14:creationId xmlns:p14="http://schemas.microsoft.com/office/powerpoint/2010/main" val="9026553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248189-C6BB-4CF1-86E5-0E186AD29E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B3E787-DBFD-479E-BA2E-28C50E2470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46E3CE9-D7EF-4B4E-8008-4F0513C33F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937E2761-F4F7-4339-9397-9191FF5624E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FCB20C-0344-40D5-B68E-3996F2293C6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9CCB11E3-819D-471D-B485-46ACF47AAF9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3DB2284D-5CBF-4443-8028-38B8C467FD3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D69336D-5787-459B-AA07-3C60EC35D86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FFC53CB4-674A-4457-8521-6EE91B8E804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5D294250-B199-438B-B14C-E60601A175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23</a:t>
            </a:r>
          </a:p>
        </p:txBody>
      </p:sp>
    </p:spTree>
    <p:extLst>
      <p:ext uri="{BB962C8B-B14F-4D97-AF65-F5344CB8AC3E}">
        <p14:creationId xmlns:p14="http://schemas.microsoft.com/office/powerpoint/2010/main" val="199862684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F292CA-6AA2-40F6-AB16-80B0D4853E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A97D34-7A27-44F7-A69D-7069873130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B77DC478-B4FD-4C31-8E67-52B7A9C96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data splitter</a:t>
            </a:r>
          </a:p>
        </p:txBody>
      </p:sp>
      <p:sp>
        <p:nvSpPr>
          <p:cNvPr id="4" name="">
            <a:extLst xmlns:a="http://schemas.openxmlformats.org/drawingml/2006/main">
              <a:ext uri="{FF2B5EF4-FFF2-40B4-BE49-F238E27FC236}">
                <a16:creationId xmlns:a16="http://schemas.microsoft.com/office/drawing/2014/main" id="{D9385C27-F80C-476C-B07B-FFE73B1EB5E8}"/>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754772-D909-4896-9BF7-302F2AD61FD6}"/>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A1, A2, B1, B2, C1 and C2 on six cards. The letter identifies equipment.</a:t>
            </a:r>
          </a:p>
        </p:txBody>
      </p:sp>
      <p:sp>
        <p:nvSpPr>
          <p:cNvPr id="6" name="">
            <a:extLst xmlns:a="http://schemas.openxmlformats.org/drawingml/2006/main">
              <a:ext uri="{FF2B5EF4-FFF2-40B4-BE49-F238E27FC236}">
                <a16:creationId xmlns:a16="http://schemas.microsoft.com/office/drawing/2014/main" id="{4C0572F3-6D05-4615-85D8-620407E1B17F}"/>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9280A2-01A8-4E31-AFCB-DC838FFA50CB}"/>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equipment A in training, B in validation and C in final test.</a:t>
            </a:r>
          </a:p>
        </p:txBody>
      </p:sp>
      <p:sp>
        <p:nvSpPr>
          <p:cNvPr id="8" name="">
            <a:extLst xmlns:a="http://schemas.openxmlformats.org/drawingml/2006/main">
              <a:ext uri="{FF2B5EF4-FFF2-40B4-BE49-F238E27FC236}">
                <a16:creationId xmlns:a16="http://schemas.microsoft.com/office/drawing/2014/main" id="{D38A3D4C-9174-4F3F-8D84-48C6905C8559}"/>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10C2AE-8EF4-43C0-8F3E-279BFF0D9516}"/>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Could A2 move to validation if the goal is new-equipment performance?</a:t>
            </a:r>
          </a:p>
        </p:txBody>
      </p:sp>
      <p:sp>
        <p:nvSpPr>
          <p:cNvPr id="10" name="">
            <a:extLst xmlns:a="http://schemas.openxmlformats.org/drawingml/2006/main">
              <a:ext uri="{FF2B5EF4-FFF2-40B4-BE49-F238E27FC236}">
                <a16:creationId xmlns:a16="http://schemas.microsoft.com/office/drawing/2014/main" id="{F6B9C74D-976A-47A9-B35E-C8726722F3BF}"/>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C07EE3F-8C6B-40CF-A8D2-C9F838B51EF1}"/>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297FEFA3-A5AE-4D44-92B4-490127EA31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24</a:t>
            </a:r>
          </a:p>
        </p:txBody>
      </p:sp>
    </p:spTree>
    <p:extLst>
      <p:ext uri="{BB962C8B-B14F-4D97-AF65-F5344CB8AC3E}">
        <p14:creationId xmlns:p14="http://schemas.microsoft.com/office/powerpoint/2010/main" val="88680983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0532C53-EA99-429B-8D13-B21BEFF5E2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295912-C4FD-4536-99C4-C1EA56C8E1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FEBCB4F8-21DE-46F8-AFC2-5791A03084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E0E208A1-847D-4D87-85BE-16D7795A679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916ED0-A017-417B-9935-B966F21B71B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No. Keep A1 and A2 together for this question. This tiny activity illustrates separation, not sufficient evaluation sample size.</a:t>
            </a:r>
          </a:p>
        </p:txBody>
      </p:sp>
      <p:sp>
        <p:nvSpPr>
          <p:cNvPr id="6" name="">
            <a:extLst xmlns:a="http://schemas.openxmlformats.org/drawingml/2006/main">
              <a:ext uri="{FF2B5EF4-FFF2-40B4-BE49-F238E27FC236}">
                <a16:creationId xmlns:a16="http://schemas.microsoft.com/office/drawing/2014/main" id="{418ECE73-6F67-4605-B4C3-F8C766D88FB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14CE888-A890-414A-85B1-22382C8D21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25</a:t>
            </a:r>
          </a:p>
        </p:txBody>
      </p:sp>
    </p:spTree>
    <p:extLst>
      <p:ext uri="{BB962C8B-B14F-4D97-AF65-F5344CB8AC3E}">
        <p14:creationId xmlns:p14="http://schemas.microsoft.com/office/powerpoint/2010/main" val="1503143732"/>
      </p:ext>
    </p:extLst>
  </p:cSld>
</p:sld>
</file>

<file path=ppt/slides/slide2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0DAEA0-BB58-4480-A83E-036C4D94B4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1A70E8B2-D106-43E2-8F52-D66F2D498C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51A7EDBD-E874-4452-90EF-062FE732B66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5230715-8034-40BA-B60C-2D25FFC4EB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second observation from B arrives. Where does it go? Why not put it into training just to balance row counts?</a:t>
            </a:r>
          </a:p>
        </p:txBody>
      </p:sp>
      <p:sp>
        <p:nvSpPr>
          <p:cNvPr id="5" name="">
            <a:extLst xmlns:a="http://schemas.openxmlformats.org/drawingml/2006/main">
              <a:ext uri="{FF2B5EF4-FFF2-40B4-BE49-F238E27FC236}">
                <a16:creationId xmlns:a16="http://schemas.microsoft.com/office/drawing/2014/main" id="{2578BF56-FF1E-4DCF-811D-8A71221CA5F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A9169678-CB51-4D19-B43F-73B08740A8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26</a:t>
            </a:r>
          </a:p>
        </p:txBody>
      </p:sp>
    </p:spTree>
    <p:extLst>
      <p:ext uri="{BB962C8B-B14F-4D97-AF65-F5344CB8AC3E}">
        <p14:creationId xmlns:p14="http://schemas.microsoft.com/office/powerpoint/2010/main" val="59123318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00122C-2EFD-44FD-B9DC-E1A0C25290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73BCEB-3D2F-4906-8BC1-F7171FBB1C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DF0AEEA8-465F-4AAD-BD3D-BAB4875868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65557E10-8441-4461-84AD-B799E0D8932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5DA0DB-EFE0-4BE3-A3DF-1724F6A43AF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It stays with B in validation. Mixing a source across partitions can give an overly optimistic estimate for unseen equipment.</a:t>
            </a:r>
          </a:p>
        </p:txBody>
      </p:sp>
      <p:sp>
        <p:nvSpPr>
          <p:cNvPr id="6" name="">
            <a:extLst xmlns:a="http://schemas.openxmlformats.org/drawingml/2006/main">
              <a:ext uri="{FF2B5EF4-FFF2-40B4-BE49-F238E27FC236}">
                <a16:creationId xmlns:a16="http://schemas.microsoft.com/office/drawing/2014/main" id="{C3D76C7F-A173-4BA5-AF7C-5A03A33EBD7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B98AC43-B81E-4EE1-98DF-904B3D799E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27</a:t>
            </a:r>
          </a:p>
        </p:txBody>
      </p:sp>
    </p:spTree>
    <p:extLst>
      <p:ext uri="{BB962C8B-B14F-4D97-AF65-F5344CB8AC3E}">
        <p14:creationId xmlns:p14="http://schemas.microsoft.com/office/powerpoint/2010/main" val="76278212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CEDC0D5-36CC-44D0-916F-019508F5BC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4BF3B3-939B-443F-971F-6E26BF8FFD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9325844-42FA-42DF-9A4D-7CE79A8DF6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7C7650D6-A938-40C1-823E-DAA431B5821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45A438-C7BB-43B1-ADEA-503BCAACC91D}"/>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6" name="">
            <a:extLst xmlns:a="http://schemas.openxmlformats.org/drawingml/2006/main">
              <a:ext uri="{FF2B5EF4-FFF2-40B4-BE49-F238E27FC236}">
                <a16:creationId xmlns:a16="http://schemas.microsoft.com/office/drawing/2014/main" id="{2A26A7FE-46D6-4223-A717-141E00316377}"/>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3946F7-8CE4-4A01-8392-5ADB63784D58}"/>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D4E661F4-A7D7-492E-BB89-42C74FA2D9AE}"/>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1E4961-6412-4FCB-A3DA-56E90B62491A}"/>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0" name="">
            <a:extLst xmlns:a="http://schemas.openxmlformats.org/drawingml/2006/main">
              <a:ext uri="{FF2B5EF4-FFF2-40B4-BE49-F238E27FC236}">
                <a16:creationId xmlns:a16="http://schemas.microsoft.com/office/drawing/2014/main" id="{69C0602A-0531-4C71-9B5C-AC61078BA8C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4353FB-185F-4FE8-9446-A130832F2DB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47989525e874d38"/>
              </a:rPr>
              <a:t>Open explainer video</a:t>
            </a:r>
          </a:p>
        </p:txBody>
      </p:sp>
      <p:sp>
        <p:nvSpPr>
          <p:cNvPr id="12" name="">
            <a:extLst xmlns:a="http://schemas.openxmlformats.org/drawingml/2006/main">
              <a:ext uri="{FF2B5EF4-FFF2-40B4-BE49-F238E27FC236}">
                <a16:creationId xmlns:a16="http://schemas.microsoft.com/office/drawing/2014/main" id="{A183E509-185F-4073-B592-5454E1D6244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3" name="">
            <a:extLst xmlns:a="http://schemas.openxmlformats.org/drawingml/2006/main">
              <a:ext uri="{FF2B5EF4-FFF2-40B4-BE49-F238E27FC236}">
                <a16:creationId xmlns:a16="http://schemas.microsoft.com/office/drawing/2014/main" id="{15C8B6B7-90F4-4F99-AE8A-B7CF65CE77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28</a:t>
            </a:r>
          </a:p>
        </p:txBody>
      </p:sp>
    </p:spTree>
    <p:extLst>
      <p:ext uri="{BB962C8B-B14F-4D97-AF65-F5344CB8AC3E}">
        <p14:creationId xmlns:p14="http://schemas.microsoft.com/office/powerpoint/2010/main" val="1742457810"/>
      </p:ext>
    </p:extLst>
  </p:cSld>
</p:sld>
</file>

<file path=ppt/slides/slide2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222960-66FC-4BAC-A2AC-D232E2E5E5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9A59066F-7B03-443A-9F83-5BCFBE8783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4D5D5A78-F3E9-4BE4-8787-0644FC878BD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65F59F8-B0D3-49EE-81AB-E3F4949D247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our repeated equipment IDs require grouped partitions rather than ordinary random folds.</a:t>
            </a:r>
          </a:p>
        </p:txBody>
      </p:sp>
      <p:sp>
        <p:nvSpPr>
          <p:cNvPr id="5" name="">
            <a:extLst xmlns:a="http://schemas.openxmlformats.org/drawingml/2006/main">
              <a:ext uri="{FF2B5EF4-FFF2-40B4-BE49-F238E27FC236}">
                <a16:creationId xmlns:a16="http://schemas.microsoft.com/office/drawing/2014/main" id="{47DE0053-1859-4348-89B3-19BECE18EE0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235F77C-CE62-4AEB-91E7-741825692D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29</a:t>
            </a:r>
          </a:p>
        </p:txBody>
      </p:sp>
    </p:spTree>
    <p:extLst>
      <p:ext uri="{BB962C8B-B14F-4D97-AF65-F5344CB8AC3E}">
        <p14:creationId xmlns:p14="http://schemas.microsoft.com/office/powerpoint/2010/main" val="116138294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DAC282-32D4-419F-BF80-D1699D36CB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1A7191-7AE6-4462-B7EE-B8A2462E69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E93712-2D01-466B-9D99-3E317885C1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747B4B2B-4ED4-47AB-8C1B-C26C3B5307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232093-370A-422D-9CE5-559FCA49FC2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08A98330-8F74-4C4B-AE67-CC7D77504F2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317D15-397C-46C0-934D-08AB15E7608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A7917599-0DC0-4979-81E2-D2EA7777ADC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8A612C-E89C-4A69-9087-21946125BD7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FED8047C-B516-456D-9AD8-DEFD17A15A6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16263F-9B11-4B63-8A81-C0CF2088A62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036D128E-0063-4518-AF11-705693DB19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30</a:t>
            </a:r>
          </a:p>
        </p:txBody>
      </p:sp>
    </p:spTree>
    <p:extLst>
      <p:ext uri="{BB962C8B-B14F-4D97-AF65-F5344CB8AC3E}">
        <p14:creationId xmlns:p14="http://schemas.microsoft.com/office/powerpoint/2010/main" val="116871854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C2264A-025C-4AFE-B129-C31E64F80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B8D7BB-3081-445D-84FC-2A87A32CE0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8C1461-CEE9-4BF8-88E9-9E4D4EC74D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9205D9E4-B893-446A-B331-1877EBCD3A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0F1DA0-0710-4615-9E38-C4EBAF3A81A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6994077D-8F29-4211-AD55-2F5F849DB76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5B2BF8-BEB1-4513-8B9C-08B9682963C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24731550-7A1B-4EE1-9059-5D77612451F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4A1153-EB1C-4758-B243-5EABE2C3A26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50C0F8E7-EFB3-4C71-8490-B0055652B58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7E9507-896B-44E8-BEC9-A77C159DE07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1DAB904A-029F-4E58-8AE9-E75777A9BE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31</a:t>
            </a:r>
          </a:p>
        </p:txBody>
      </p:sp>
    </p:spTree>
    <p:extLst>
      <p:ext uri="{BB962C8B-B14F-4D97-AF65-F5344CB8AC3E}">
        <p14:creationId xmlns:p14="http://schemas.microsoft.com/office/powerpoint/2010/main" val="139186090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5BB34B-8456-472C-84C1-092DC36984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CACB16-D9B0-4029-8315-8AF387855B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7A5B5E-0F17-48F7-9B95-357575F8C1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4D42857F-BBD6-4C07-89C6-0D65D0736A1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8A8FC6-021C-4628-91D4-DDE09C0CD05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84F977A6-F9E0-4A74-A683-413F048721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32</a:t>
            </a:r>
          </a:p>
        </p:txBody>
      </p:sp>
    </p:spTree>
    <p:extLst>
      <p:ext uri="{BB962C8B-B14F-4D97-AF65-F5344CB8AC3E}">
        <p14:creationId xmlns:p14="http://schemas.microsoft.com/office/powerpoint/2010/main" val="102203298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2CC84F-CD58-4BC8-82EA-09555EA62D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200A76-B0C7-4BA2-913D-D11BA16C3B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CB8B94-F229-4318-9480-2663464679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D0D4140-78A6-421F-8E72-B59C6C304B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06DD92-FDD2-4BC5-99DC-C60B5655A9E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7FB68B93-0617-47BE-881A-E4E92EEA29F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5D5A71-897F-49C8-A324-D9BBA3C6E75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8F70E2D0-3EB1-47B0-B25D-A6680534CB5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0D78F6-BFD5-4D30-B36F-DEC92565A32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54B718AE-3D8B-4C4E-A21F-519875CFB05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7E291C8-8702-48B7-999C-DD2CAD7F4D7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09E9A0C-3ABA-4691-9603-88CE3194E3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33</a:t>
            </a:r>
          </a:p>
        </p:txBody>
      </p:sp>
    </p:spTree>
    <p:extLst>
      <p:ext uri="{BB962C8B-B14F-4D97-AF65-F5344CB8AC3E}">
        <p14:creationId xmlns:p14="http://schemas.microsoft.com/office/powerpoint/2010/main" val="150642263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44F24C-A98F-471E-94FA-EE4C0A1F09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E73869-582D-4C68-A79B-F673F1307B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70CF192-8C70-4609-B7F2-A8BEAD2704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7207B1B3-1A0F-4265-AC5B-E5AE65994C4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57DC80-5C3A-4235-982F-0943FDFAC40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2E67753C-69AE-40B1-A2D1-3E88AC5F13E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990FFAF-AE3F-4E06-82BA-115E64BAF1E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E188355-4C2B-4143-8624-6ED2770C36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34</a:t>
            </a:r>
          </a:p>
        </p:txBody>
      </p:sp>
    </p:spTree>
    <p:extLst>
      <p:ext uri="{BB962C8B-B14F-4D97-AF65-F5344CB8AC3E}">
        <p14:creationId xmlns:p14="http://schemas.microsoft.com/office/powerpoint/2010/main" val="42943359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9B6756-466B-44EA-B6D4-81EC495502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07F5A9-795D-4D9F-B5D8-0EEFD03EA9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6186EDB-8092-4073-B538-48590A5F7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FAE257BE-E276-4E71-8A3E-D1CB7763E5A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840BDE-6180-489B-95BA-EC7229EBCB6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A48AA213-9A84-4841-8D6B-710B2F36592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639E954-6784-435A-B969-795F987FFDB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DE5EF7F-98C8-4691-93F3-43080C9A62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35</a:t>
            </a:r>
          </a:p>
        </p:txBody>
      </p:sp>
    </p:spTree>
    <p:extLst>
      <p:ext uri="{BB962C8B-B14F-4D97-AF65-F5344CB8AC3E}">
        <p14:creationId xmlns:p14="http://schemas.microsoft.com/office/powerpoint/2010/main" val="167697927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65E938A-7962-4476-98A3-36B731B373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0F3063-8A68-4B6A-898F-92DBE5609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227AA5A-6BAD-4DC9-BF2A-E077FB4296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4C00264-8266-4979-A651-E833D96B0C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4DD43D-F496-49FF-A740-A14C0C1C6ED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AD2B4F6-51C2-4212-8398-0414C1AB62F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EA4F4D-4E35-4907-A10A-608BA807B52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BDE2EF6-F2F7-4734-9184-8475B8B061E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778A787-F010-4AA3-AEAA-301BCCA1BED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8DC499B-E400-4599-8ABB-431830878EA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D3177B4-628D-41F2-8EA5-0C08614B015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DC3CC22C-E385-40F3-8376-A66187932D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36</a:t>
            </a:r>
          </a:p>
        </p:txBody>
      </p:sp>
    </p:spTree>
    <p:extLst>
      <p:ext uri="{BB962C8B-B14F-4D97-AF65-F5344CB8AC3E}">
        <p14:creationId xmlns:p14="http://schemas.microsoft.com/office/powerpoint/2010/main" val="83797621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1C39BAA-A736-4E2A-A1E6-D045FB1E7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09171E-48FC-4C0F-883A-819A063ADA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BD6ECAA-AABB-4647-A788-E81D810E9E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BDAD9D72-A3FA-4579-ADEB-4D4263F35B2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185344-3049-406D-8EB4-BF4A2EF3D6B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08:00 Kampala</a:t>
            </a:r>
          </a:p>
        </p:txBody>
      </p:sp>
      <p:sp>
        <p:nvSpPr>
          <p:cNvPr id="6" name="">
            <a:extLst xmlns:a="http://schemas.openxmlformats.org/drawingml/2006/main">
              <a:ext uri="{FF2B5EF4-FFF2-40B4-BE49-F238E27FC236}">
                <a16:creationId xmlns:a16="http://schemas.microsoft.com/office/drawing/2014/main" id="{9557A155-FF44-4473-8876-45A06BB5EF8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C87853-FC45-480F-9CA8-C5DBC08A88B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08:00 Kampala</a:t>
            </a:r>
          </a:p>
        </p:txBody>
      </p:sp>
      <p:sp>
        <p:nvSpPr>
          <p:cNvPr id="8" name="">
            <a:extLst xmlns:a="http://schemas.openxmlformats.org/drawingml/2006/main">
              <a:ext uri="{FF2B5EF4-FFF2-40B4-BE49-F238E27FC236}">
                <a16:creationId xmlns:a16="http://schemas.microsoft.com/office/drawing/2014/main" id="{83E5AA8F-A93E-4347-AEF6-937A9FA576B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118392-528A-44E3-9CE5-67F75522058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00B3414-7163-4109-B28E-649C877DC7E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8F55CB9-0F0A-4128-8290-7E63F0FE34D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820CE20-64A7-4038-8AEE-3AA7B49FC26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1B9175B-2126-4846-85A7-16A2FAB8D12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fc2e1897a684f0a"/>
              </a:rPr>
              <a:t>Open W10 assignment form</a:t>
            </a:r>
          </a:p>
        </p:txBody>
      </p:sp>
      <p:sp>
        <p:nvSpPr>
          <p:cNvPr id="14" name="">
            <a:extLst xmlns:a="http://schemas.openxmlformats.org/drawingml/2006/main">
              <a:ext uri="{FF2B5EF4-FFF2-40B4-BE49-F238E27FC236}">
                <a16:creationId xmlns:a16="http://schemas.microsoft.com/office/drawing/2014/main" id="{F0FB7A61-0788-4ECE-BB98-93D63CB8A8D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https://docs.google.com/forms/d/e/1FAIpQLSd0PIGgcund5zKvqtctB1dz7pekt8hubl0ZUrFL-BJc9bKGlQ/viewform</a:t>
            </a:r>
          </a:p>
        </p:txBody>
      </p:sp>
      <p:sp>
        <p:nvSpPr>
          <p:cNvPr id="15" name="">
            <a:extLst xmlns:a="http://schemas.openxmlformats.org/drawingml/2006/main">
              <a:ext uri="{FF2B5EF4-FFF2-40B4-BE49-F238E27FC236}">
                <a16:creationId xmlns:a16="http://schemas.microsoft.com/office/drawing/2014/main" id="{32043C5D-DDFB-4977-9C28-6812A67118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37</a:t>
            </a:r>
          </a:p>
        </p:txBody>
      </p:sp>
    </p:spTree>
    <p:extLst>
      <p:ext uri="{BB962C8B-B14F-4D97-AF65-F5344CB8AC3E}">
        <p14:creationId xmlns:p14="http://schemas.microsoft.com/office/powerpoint/2010/main" val="69974859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E81B28C-D760-4B06-886A-F6DAF6CFAE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EF36A4-44FB-4FB1-8889-F7AFD577EC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0BFB2C7D-1CE2-4448-AFEB-B7E23C3BD6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80EF0D10-A7F0-4A2C-99A6-62C2DC58727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400B45-6C00-4471-A62F-49C6032F651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E6FD4D8-4C0F-4302-AD3B-0B4E065A516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9D4BD8-9D8A-4082-B645-7A066578D34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B7EC1455-12FE-4590-B841-F4302988B9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004D1E-8167-4C05-9979-BAD5D90E056D}"/>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E3ABFFC-2A0C-4096-9673-BF05EE3BEAB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472F36C-522C-4311-AAFF-8437B747E4B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bdd080b4f5c47c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01D5039-A317-4F4D-BE3C-57B311B2FE9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DBD9549-EA23-43E0-81C2-607C50B53CE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736AF3-0F8A-432B-B12A-455C2DD6633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5034b00b53446dd"/>
              </a:rPr>
              <a:t>Open this week’s quiz</a:t>
            </a:r>
          </a:p>
        </p:txBody>
      </p:sp>
      <p:sp>
        <p:nvSpPr>
          <p:cNvPr id="16" name="">
            <a:extLst xmlns:a="http://schemas.openxmlformats.org/drawingml/2006/main">
              <a:ext uri="{FF2B5EF4-FFF2-40B4-BE49-F238E27FC236}">
                <a16:creationId xmlns:a16="http://schemas.microsoft.com/office/drawing/2014/main" id="{4FA0AEFA-EC8B-463F-A29E-52854D876E8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https://forms.gle/LQPALyRC3uRvZqDJ8</a:t>
            </a:r>
          </a:p>
        </p:txBody>
      </p:sp>
      <p:sp>
        <p:nvSpPr>
          <p:cNvPr id="17" name="">
            <a:extLst xmlns:a="http://schemas.openxmlformats.org/drawingml/2006/main">
              <a:ext uri="{FF2B5EF4-FFF2-40B4-BE49-F238E27FC236}">
                <a16:creationId xmlns:a16="http://schemas.microsoft.com/office/drawing/2014/main" id="{6AA8DCD8-F266-4E6A-BEB1-CF4D7DD839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38</a:t>
            </a:r>
          </a:p>
        </p:txBody>
      </p:sp>
    </p:spTree>
    <p:extLst>
      <p:ext uri="{BB962C8B-B14F-4D97-AF65-F5344CB8AC3E}">
        <p14:creationId xmlns:p14="http://schemas.microsoft.com/office/powerpoint/2010/main" val="520888846"/>
      </p:ext>
    </p:extLst>
  </p:cSld>
</p:sld>
</file>

<file path=ppt/slides/slide3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A190BE-DA23-43C6-A8CD-72B6FBD243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BB52880-ECDD-4E74-8E43-0F6DEA96E4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BC0F6BA2-E5AD-4E0A-A9E3-0B651940A8E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965FF0C-62CF-4D94-896F-167F9C7E46F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549F769-2E43-43D9-8EFB-522A3CBD712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CBB7558-2C81-4125-927E-0EBD966992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39</a:t>
            </a:r>
          </a:p>
        </p:txBody>
      </p:sp>
    </p:spTree>
    <p:extLst>
      <p:ext uri="{BB962C8B-B14F-4D97-AF65-F5344CB8AC3E}">
        <p14:creationId xmlns:p14="http://schemas.microsoft.com/office/powerpoint/2010/main" val="343065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2026-09-16T11:10:01.1100000Z</dcterms:created>
  <dcterms:modified xsi:type="dcterms:W3CDTF">2026-09-16T11:10:01.1100000Z</dcterms:modified>
</coreProperties>
</file>