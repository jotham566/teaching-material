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d3fe714abda4ea7" /><Relationship Type="http://schemas.openxmlformats.org/officeDocument/2006/relationships/extended-properties" Target="/docProps/app.xml" Id="R72bb91f61072498d" /><Relationship Type="http://schemas.openxmlformats.org/officeDocument/2006/relationships/officeDocument" Target="/ppt/presentation.xml" Id="Ra4df2647901446ea" /></Relationships>
</file>

<file path=ppt/presentation.xml><?xml version="1.0" encoding="utf-8"?>
<p:presentation xmlns:p="http://schemas.openxmlformats.org/presentationml/2006/main">
  <p:sldMasterIdLst>
    <p:sldMasterId xmlns:r="http://schemas.openxmlformats.org/officeDocument/2006/relationships" id="2147483648" r:id="R2527891cdb6e4ac9"/>
  </p:sldMasterIdLst>
  <p:notesMasterIdLst>
    <p:notesMasterId xmlns:r="http://schemas.openxmlformats.org/officeDocument/2006/relationships" r:id="R8c1e70c06261463a"/>
  </p:notesMasterIdLst>
  <p:sldIdLst>
    <p:sldId xmlns:r="http://schemas.openxmlformats.org/officeDocument/2006/relationships" id="256" r:id="Rd0e01d0337374c27"/>
    <p:sldId xmlns:r="http://schemas.openxmlformats.org/officeDocument/2006/relationships" id="257" r:id="R9d44d8988ece41af"/>
    <p:sldId xmlns:r="http://schemas.openxmlformats.org/officeDocument/2006/relationships" id="258" r:id="R1509744a769443f2"/>
    <p:sldId xmlns:r="http://schemas.openxmlformats.org/officeDocument/2006/relationships" id="259" r:id="R0838a583cbe240af"/>
    <p:sldId xmlns:r="http://schemas.openxmlformats.org/officeDocument/2006/relationships" id="260" r:id="R9ee609ae43684f11"/>
    <p:sldId xmlns:r="http://schemas.openxmlformats.org/officeDocument/2006/relationships" id="261" r:id="R4942b83c35d34d59"/>
    <p:sldId xmlns:r="http://schemas.openxmlformats.org/officeDocument/2006/relationships" id="262" r:id="Rfe0c713ca6984556"/>
    <p:sldId xmlns:r="http://schemas.openxmlformats.org/officeDocument/2006/relationships" id="263" r:id="Re59fedb62a104343"/>
    <p:sldId xmlns:r="http://schemas.openxmlformats.org/officeDocument/2006/relationships" id="264" r:id="R035827024dbc4849"/>
    <p:sldId xmlns:r="http://schemas.openxmlformats.org/officeDocument/2006/relationships" id="265" r:id="R7d22d5edb5654691"/>
    <p:sldId xmlns:r="http://schemas.openxmlformats.org/officeDocument/2006/relationships" id="266" r:id="R5de8dbe1d455440a"/>
    <p:sldId xmlns:r="http://schemas.openxmlformats.org/officeDocument/2006/relationships" id="267" r:id="Rb8d72c273bfa403a"/>
    <p:sldId xmlns:r="http://schemas.openxmlformats.org/officeDocument/2006/relationships" id="268" r:id="R742c0d8655c44704"/>
    <p:sldId xmlns:r="http://schemas.openxmlformats.org/officeDocument/2006/relationships" id="269" r:id="R6185ebd877e443c4"/>
    <p:sldId xmlns:r="http://schemas.openxmlformats.org/officeDocument/2006/relationships" id="270" r:id="R2bf0ceb5cb9c4a98"/>
    <p:sldId xmlns:r="http://schemas.openxmlformats.org/officeDocument/2006/relationships" id="271" r:id="Rd1c94667f6334a2d"/>
    <p:sldId xmlns:r="http://schemas.openxmlformats.org/officeDocument/2006/relationships" id="272" r:id="Rba25fb661a45455c"/>
    <p:sldId xmlns:r="http://schemas.openxmlformats.org/officeDocument/2006/relationships" id="273" r:id="R74a34c83fb2d4eb9"/>
    <p:sldId xmlns:r="http://schemas.openxmlformats.org/officeDocument/2006/relationships" id="274" r:id="R0c9f91037dc04007"/>
    <p:sldId xmlns:r="http://schemas.openxmlformats.org/officeDocument/2006/relationships" id="275" r:id="R891d103242e246c4"/>
    <p:sldId xmlns:r="http://schemas.openxmlformats.org/officeDocument/2006/relationships" id="276" r:id="R1e2987199bbb49c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550150a72714cda" /><Relationship Type="http://schemas.openxmlformats.org/officeDocument/2006/relationships/slideMaster" Target="/ppt/slideMasters/slideMaster1.xml" Id="R2527891cdb6e4ac9" /><Relationship Type="http://schemas.openxmlformats.org/officeDocument/2006/relationships/notesMaster" Target="/ppt/notesMasters/notesMaster1.xml" Id="R8c1e70c06261463a" /><Relationship Type="http://schemas.openxmlformats.org/officeDocument/2006/relationships/presProps" Target="/ppt/presProps.xml" Id="R78660c71aee7428e" /><Relationship Type="http://schemas.openxmlformats.org/officeDocument/2006/relationships/tableStyles" Target="/ppt/tableStyles.xml" Id="Rfd3e81b30c06441d" /><Relationship Type="http://schemas.openxmlformats.org/officeDocument/2006/relationships/slide" Target="/ppt/slides/slide1.xml" Id="Rd0e01d0337374c27" /><Relationship Type="http://schemas.openxmlformats.org/officeDocument/2006/relationships/slide" Target="/ppt/slides/slide2.xml" Id="R9d44d8988ece41af" /><Relationship Type="http://schemas.openxmlformats.org/officeDocument/2006/relationships/slide" Target="/ppt/slides/slide3.xml" Id="R1509744a769443f2" /><Relationship Type="http://schemas.openxmlformats.org/officeDocument/2006/relationships/slide" Target="/ppt/slides/slide4.xml" Id="R0838a583cbe240af" /><Relationship Type="http://schemas.openxmlformats.org/officeDocument/2006/relationships/slide" Target="/ppt/slides/slide5.xml" Id="R9ee609ae43684f11" /><Relationship Type="http://schemas.openxmlformats.org/officeDocument/2006/relationships/slide" Target="/ppt/slides/slide6.xml" Id="R4942b83c35d34d59" /><Relationship Type="http://schemas.openxmlformats.org/officeDocument/2006/relationships/slide" Target="/ppt/slides/slide7.xml" Id="Rfe0c713ca6984556" /><Relationship Type="http://schemas.openxmlformats.org/officeDocument/2006/relationships/slide" Target="/ppt/slides/slide8.xml" Id="Re59fedb62a104343" /><Relationship Type="http://schemas.openxmlformats.org/officeDocument/2006/relationships/slide" Target="/ppt/slides/slide9.xml" Id="R035827024dbc4849" /><Relationship Type="http://schemas.openxmlformats.org/officeDocument/2006/relationships/slide" Target="/ppt/slides/slide10.xml" Id="R7d22d5edb5654691" /><Relationship Type="http://schemas.openxmlformats.org/officeDocument/2006/relationships/slide" Target="/ppt/slides/slide11.xml" Id="R5de8dbe1d455440a" /><Relationship Type="http://schemas.openxmlformats.org/officeDocument/2006/relationships/slide" Target="/ppt/slides/slide12.xml" Id="Rb8d72c273bfa403a" /><Relationship Type="http://schemas.openxmlformats.org/officeDocument/2006/relationships/slide" Target="/ppt/slides/slide13.xml" Id="R742c0d8655c44704" /><Relationship Type="http://schemas.openxmlformats.org/officeDocument/2006/relationships/slide" Target="/ppt/slides/slide14.xml" Id="R6185ebd877e443c4" /><Relationship Type="http://schemas.openxmlformats.org/officeDocument/2006/relationships/slide" Target="/ppt/slides/slide15.xml" Id="R2bf0ceb5cb9c4a98" /><Relationship Type="http://schemas.openxmlformats.org/officeDocument/2006/relationships/slide" Target="/ppt/slides/slide16.xml" Id="Rd1c94667f6334a2d" /><Relationship Type="http://schemas.openxmlformats.org/officeDocument/2006/relationships/slide" Target="/ppt/slides/slide17.xml" Id="Rba25fb661a45455c" /><Relationship Type="http://schemas.openxmlformats.org/officeDocument/2006/relationships/slide" Target="/ppt/slides/slide18.xml" Id="R74a34c83fb2d4eb9" /><Relationship Type="http://schemas.openxmlformats.org/officeDocument/2006/relationships/slide" Target="/ppt/slides/slide19.xml" Id="R0c9f91037dc04007" /><Relationship Type="http://schemas.openxmlformats.org/officeDocument/2006/relationships/slide" Target="/ppt/slides/slide20.xml" Id="R891d103242e246c4" /><Relationship Type="http://schemas.openxmlformats.org/officeDocument/2006/relationships/slide" Target="/ppt/slides/slide21.xml" Id="R1e2987199bbb49c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2f0ef59bf84d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3df4ad4ade4c7f" /><Relationship Type="http://schemas.openxmlformats.org/officeDocument/2006/relationships/notesMaster" Target="/ppt/notesMasters/notesMaster1.xml" Id="R76cf76a4ddb448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a574cd65224563" /><Relationship Type="http://schemas.openxmlformats.org/officeDocument/2006/relationships/notesMaster" Target="/ppt/notesMasters/notesMaster1.xml" Id="R129094f527804e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5913eb20164573" /><Relationship Type="http://schemas.openxmlformats.org/officeDocument/2006/relationships/notesMaster" Target="/ppt/notesMasters/notesMaster1.xml" Id="Ra821ee93387f4a9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9e43ba880242d4" /><Relationship Type="http://schemas.openxmlformats.org/officeDocument/2006/relationships/notesMaster" Target="/ppt/notesMasters/notesMaster1.xml" Id="R392bc2b5a99341b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a9804fc899b423d" /><Relationship Type="http://schemas.openxmlformats.org/officeDocument/2006/relationships/notesMaster" Target="/ppt/notesMasters/notesMaster1.xml" Id="Rd59ad87ccfb349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e8a0a0b461d4f1a" /><Relationship Type="http://schemas.openxmlformats.org/officeDocument/2006/relationships/notesMaster" Target="/ppt/notesMasters/notesMaster1.xml" Id="Rb34ccc7cc9b742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690699f1574bd5" /><Relationship Type="http://schemas.openxmlformats.org/officeDocument/2006/relationships/notesMaster" Target="/ppt/notesMasters/notesMaster1.xml" Id="R154e9940537142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2a763d43054254" /><Relationship Type="http://schemas.openxmlformats.org/officeDocument/2006/relationships/notesMaster" Target="/ppt/notesMasters/notesMaster1.xml" Id="Ra5f3407ba0d74ce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ee98ea34ffc4fb2" /><Relationship Type="http://schemas.openxmlformats.org/officeDocument/2006/relationships/notesMaster" Target="/ppt/notesMasters/notesMaster1.xml" Id="Rfb1d5a561a0046d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054abfd44e448b5" /><Relationship Type="http://schemas.openxmlformats.org/officeDocument/2006/relationships/notesMaster" Target="/ppt/notesMasters/notesMaster1.xml" Id="R9a3509d78c4b4b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7bb3df2d42643eb" /><Relationship Type="http://schemas.openxmlformats.org/officeDocument/2006/relationships/notesMaster" Target="/ppt/notesMasters/notesMaster1.xml" Id="Rc456b8ecd94041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edd554978f944bb" /><Relationship Type="http://schemas.openxmlformats.org/officeDocument/2006/relationships/notesMaster" Target="/ppt/notesMasters/notesMaster1.xml" Id="Rf2d608554d6b433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6abb9635bee40a9" /><Relationship Type="http://schemas.openxmlformats.org/officeDocument/2006/relationships/notesMaster" Target="/ppt/notesMasters/notesMaster1.xml" Id="R4528088207f64bc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c25709ace5845cc" /><Relationship Type="http://schemas.openxmlformats.org/officeDocument/2006/relationships/notesMaster" Target="/ppt/notesMasters/notesMaster1.xml" Id="Rf9171fc6eae34f6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77a636743624226" /><Relationship Type="http://schemas.openxmlformats.org/officeDocument/2006/relationships/notesMaster" Target="/ppt/notesMasters/notesMaster1.xml" Id="R19b0bfa964b24e3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a0930d11464138" /><Relationship Type="http://schemas.openxmlformats.org/officeDocument/2006/relationships/notesMaster" Target="/ppt/notesMasters/notesMaster1.xml" Id="R1348a690995b491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69fdae351124e28" /><Relationship Type="http://schemas.openxmlformats.org/officeDocument/2006/relationships/notesMaster" Target="/ppt/notesMasters/notesMaster1.xml" Id="R6ca843b5f7c840c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f62c15481f4065" /><Relationship Type="http://schemas.openxmlformats.org/officeDocument/2006/relationships/notesMaster" Target="/ppt/notesMasters/notesMaster1.xml" Id="Rc2338eb7a500490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3400ca4665e420d" /><Relationship Type="http://schemas.openxmlformats.org/officeDocument/2006/relationships/notesMaster" Target="/ppt/notesMasters/notesMaster1.xml" Id="R6e246875db874e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32b23e90e7f4779" /><Relationship Type="http://schemas.openxmlformats.org/officeDocument/2006/relationships/notesMaster" Target="/ppt/notesMasters/notesMaster1.xml" Id="R07747e4f443c4ea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07c019d5019458c" /><Relationship Type="http://schemas.openxmlformats.org/officeDocument/2006/relationships/notesMaster" Target="/ppt/notesMasters/notesMaster1.xml" Id="R22339ce9cd714f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Practical Test 2</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Preparing for Practical Test 2. Explain why this example is needed before running it.</a:t>
            </a:r>
          </a:p>
          <a:p xmlns:a="http://schemas.openxmlformats.org/drawingml/2006/main">
            <a:r>
              <a:t/>
            </a:r>
          </a:p>
          <a:p xmlns:a="http://schemas.openxmlformats.org/drawingml/2006/main">
            <a:r>
              <a:t>EXPLAIN</a:t>
            </a:r>
          </a:p>
          <a:p xmlns:a="http://schemas.openxmlformats.org/drawingml/2006/main">
            <a:r>
              <a:t>Rehearse previously taught modelling decisions.</a:t>
            </a:r>
          </a:p>
          <a:p xmlns:a="http://schemas.openxmlformats.org/drawingml/2006/main">
            <a:r>
              <a:t/>
            </a:r>
          </a:p>
          <a:p xmlns:a="http://schemas.openxmlformats.org/drawingml/2006/main">
            <a:r>
              <a:t>Practise saving the complete test notebook offline.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Preparing for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Can you name the target, fit only on training records and explain how you would keep the test untouched?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happens before the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happens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happens before the test</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Practise the already taught error calculations and data-splitting rules.</a:t>
            </a:r>
          </a:p>
          <a:p xmlns:a="http://schemas.openxmlformats.org/drawingml/2006/main">
            <a:r>
              <a:t/>
            </a:r>
          </a:p>
          <a:p xmlns:a="http://schemas.openxmlformats.org/drawingml/2006/main">
            <a:r>
              <a:t>Use separate practice values.</a:t>
            </a:r>
          </a:p>
          <a:p xmlns:a="http://schemas.openxmlformats.org/drawingml/2006/main">
            <a:r>
              <a:t/>
            </a:r>
          </a:p>
          <a:p xmlns:a="http://schemas.openxmlformats.org/drawingml/2006/main">
            <a:r>
              <a:t>The timed session follows the issued test instructions.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happens before the test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Rehearse the offline save procedure.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Rehearse the offline save procedure.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Rehearse the offline save procedure</a:t>
            </a:r>
          </a:p>
          <a:p xmlns:a="http://schemas.openxmlformats.org/drawingml/2006/main">
            <a:r>
              <a:t/>
            </a:r>
          </a:p>
          <a:p xmlns:a="http://schemas.openxmlformats.org/drawingml/2006/main">
            <a:r>
              <a:t>CONNECT</a:t>
            </a:r>
          </a:p>
          <a:p xmlns:a="http://schemas.openxmlformats.org/drawingml/2006/main">
            <a:r>
              <a:t>Build on Preparation happens before the test. Explain why this example is needed before running it.</a:t>
            </a:r>
          </a:p>
          <a:p xmlns:a="http://schemas.openxmlformats.org/drawingml/2006/main">
            <a:r>
              <a:t/>
            </a:r>
          </a:p>
          <a:p xmlns:a="http://schemas.openxmlformats.org/drawingml/2006/main">
            <a:r>
              <a:t>EXPLAIN</a:t>
            </a:r>
          </a:p>
          <a:p xmlns:a="http://schemas.openxmlformats.org/drawingml/2006/main">
            <a:r>
              <a:t>Save your notebook on the prepared lab computer.</a:t>
            </a:r>
          </a:p>
          <a:p xmlns:a="http://schemas.openxmlformats.org/drawingml/2006/main">
            <a:r>
              <a:t/>
            </a:r>
          </a:p>
          <a:p xmlns:a="http://schemas.openxmlformats.org/drawingml/2006/main">
            <a:r>
              <a:t>Type Part B under My written evidence in the notebook.</a:t>
            </a:r>
          </a:p>
          <a:p xmlns:a="http://schemas.openxmlformats.org/drawingml/2006/main">
            <a:r>
              <a:t/>
            </a:r>
          </a:p>
          <a:p xmlns:a="http://schemas.openxmlformats.org/drawingml/2006/main">
            <a:r>
              <a:t>Locate and reopen the complete notebook without internet.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Rehearse the offline save procedure</a:t>
            </a:r>
          </a:p>
          <a:p xmlns:a="http://schemas.openxmlformats.org/drawingml/2006/main">
            <a:r>
              <a:t/>
            </a:r>
          </a:p>
          <a:p xmlns:a="http://schemas.openxmlformats.org/drawingml/2006/main">
            <a:r>
              <a:t>CONNECT</a:t>
            </a:r>
          </a:p>
          <a:p xmlns:a="http://schemas.openxmlformats.org/drawingml/2006/main">
            <a:r>
              <a:t>Build on the preceding slide: Preparation happens before the test.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A result needs an explanation.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result needs an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result needs an explanation</a:t>
            </a:r>
          </a:p>
          <a:p xmlns:a="http://schemas.openxmlformats.org/drawingml/2006/main">
            <a:r>
              <a:t/>
            </a:r>
          </a:p>
          <a:p xmlns:a="http://schemas.openxmlformats.org/drawingml/2006/main">
            <a:r>
              <a:t>CONNECT</a:t>
            </a:r>
          </a:p>
          <a:p xmlns:a="http://schemas.openxmlformats.org/drawingml/2006/main">
            <a:r>
              <a:t>Build on Rehearse the offline save procedure. Explain why this example is needed before running it.</a:t>
            </a:r>
          </a:p>
          <a:p xmlns:a="http://schemas.openxmlformats.org/drawingml/2006/main">
            <a:r>
              <a:t/>
            </a:r>
          </a:p>
          <a:p xmlns:a="http://schemas.openxmlformats.org/drawingml/2006/main">
            <a:r>
              <a:t>EXPLAIN</a:t>
            </a:r>
          </a:p>
          <a:p xmlns:a="http://schemas.openxmlformats.org/drawingml/2006/main">
            <a:r>
              <a:t>Name the target and its unit or class.</a:t>
            </a:r>
          </a:p>
          <a:p xmlns:a="http://schemas.openxmlformats.org/drawingml/2006/main">
            <a:r>
              <a:t/>
            </a:r>
          </a:p>
          <a:p xmlns:a="http://schemas.openxmlformats.org/drawingml/2006/main">
            <a:r>
              <a:t>Explain which data fitted preprocessing and which data evaluated the model.</a:t>
            </a:r>
          </a:p>
          <a:p xmlns:a="http://schemas.openxmlformats.org/drawingml/2006/main">
            <a:r>
              <a:t/>
            </a:r>
          </a:p>
          <a:p xmlns:a="http://schemas.openxmlformats.org/drawingml/2006/main">
            <a:r>
              <a:t>A high score alone does not establish a useful engineering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result needs an explanation</a:t>
            </a:r>
          </a:p>
          <a:p xmlns:a="http://schemas.openxmlformats.org/drawingml/2006/main">
            <a:r>
              <a:t/>
            </a:r>
          </a:p>
          <a:p xmlns:a="http://schemas.openxmlformats.org/drawingml/2006/main">
            <a:r>
              <a:t>CONNECT</a:t>
            </a:r>
          </a:p>
          <a:p xmlns:a="http://schemas.openxmlformats.org/drawingml/2006/main">
            <a:r>
              <a:t>Build on the preceding slide: Rehearse the offline save procedure.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Practice before test day.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Practice before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A result needs an explanation.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Practice before test day</a:t>
            </a:r>
          </a:p>
          <a:p xmlns:a="http://schemas.openxmlformats.org/drawingml/2006/main">
            <a:r>
              <a:t/>
            </a:r>
          </a:p>
          <a:p xmlns:a="http://schemas.openxmlformats.org/drawingml/2006/main">
            <a:r>
              <a:t>CONNECT</a:t>
            </a:r>
          </a:p>
          <a:p xmlns:a="http://schemas.openxmlformats.org/drawingml/2006/main">
            <a:r>
              <a:t>Build on the preceding slide: A result needs an explanation.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Rehearsal before Practical Test 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Test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Practice before test day. Explain why this example is needed before running it.</a:t>
            </a:r>
          </a:p>
          <a:p xmlns:a="http://schemas.openxmlformats.org/drawingml/2006/main">
            <a:r>
              <a:t/>
            </a:r>
          </a:p>
          <a:p xmlns:a="http://schemas.openxmlformats.org/drawingml/2006/main">
            <a:r>
              <a:t>EXPLAIN</a:t>
            </a:r>
          </a:p>
          <a:p xmlns:a="http://schemas.openxmlformats.org/drawingml/2006/main">
            <a:r>
              <a:t>00–15 minutes: briefing and file check.</a:t>
            </a:r>
          </a:p>
          <a:p xmlns:a="http://schemas.openxmlformats.org/drawingml/2006/main">
            <a:r>
              <a:t/>
            </a:r>
          </a:p>
          <a:p xmlns:a="http://schemas.openxmlformats.org/drawingml/2006/main">
            <a:r>
              <a:t>15–135 minutes: individual practical work.</a:t>
            </a:r>
          </a:p>
          <a:p xmlns:a="http://schemas.openxmlformats.org/drawingml/2006/main">
            <a:r>
              <a:t/>
            </a:r>
          </a:p>
          <a:p xmlns:a="http://schemas.openxmlformats.org/drawingml/2006/main">
            <a:r>
              <a:t>135–160 minutes: typed offline reasoning, with code execution prohibited.</a:t>
            </a:r>
          </a:p>
          <a:p xmlns:a="http://schemas.openxmlformats.org/drawingml/2006/main">
            <a:r>
              <a:t/>
            </a:r>
          </a:p>
          <a:p xmlns:a="http://schemas.openxmlformats.org/drawingml/2006/main">
            <a:r>
              <a:t>160–180 minutes: save and hand in through invigilated offline collection.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Test session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Preparation checkpoint.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Preparation checkpoint.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Test session. Explain why this example is needed before running it.</a:t>
            </a:r>
          </a:p>
          <a:p xmlns:a="http://schemas.openxmlformats.org/drawingml/2006/main">
            <a:r>
              <a:t/>
            </a:r>
          </a:p>
          <a:p xmlns:a="http://schemas.openxmlformats.org/drawingml/2006/main">
            <a:r>
              <a:t>EXPLAIN</a:t>
            </a:r>
          </a:p>
          <a:p xmlns:a="http://schemas.openxmlformats.org/drawingml/2006/main">
            <a:r>
              <a:t>Each learner can save and reopen the complete notebook in the offline setting.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Build on the preceding slide: Test session.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Your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Preparation checkpoint. Explain why this example is needed before running it.</a:t>
            </a:r>
          </a:p>
          <a:p xmlns:a="http://schemas.openxmlformats.org/drawingml/2006/main">
            <a:r>
              <a:t/>
            </a:r>
          </a:p>
          <a:p xmlns:a="http://schemas.openxmlformats.org/drawingml/2006/main">
            <a:r>
              <a:t>EXPLAIN</a:t>
            </a:r>
          </a:p>
          <a:p xmlns:a="http://schemas.openxmlformats.org/drawingml/2006/main">
            <a:r>
              <a:t>Use TEST2’s official brief, interfaces, time allocation, permitted resources and packet requirements.</a:t>
            </a:r>
          </a:p>
          <a:p xmlns:a="http://schemas.openxmlformats.org/drawingml/2006/main">
            <a:r>
              <a:t/>
            </a:r>
          </a:p>
          <a:p xmlns:a="http://schemas.openxmlformats.org/drawingml/2006/main">
            <a:r>
              <a:t>Follow the test instructions issued by your lecturer.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Build on the preceding slide: Preparation checkpoint.</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a:t>
            </a:r>
          </a:p>
          <a:p xmlns:a="http://schemas.openxmlformats.org/drawingml/2006/main">
            <a:r>
              <a:t/>
            </a:r>
          </a:p>
          <a:p xmlns:a="http://schemas.openxmlformats.org/drawingml/2006/main">
            <a:r>
              <a:t>CONNECT</a:t>
            </a:r>
          </a:p>
          <a:p xmlns:a="http://schemas.openxmlformats.org/drawingml/2006/main">
            <a:r>
              <a:t>Build on Your evidence. Explain why this example is needed before running it.</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a:t>
            </a:r>
          </a:p>
          <a:p xmlns:a="http://schemas.openxmlformats.org/drawingml/2006/main">
            <a:r>
              <a:t/>
            </a:r>
          </a:p>
          <a:p xmlns:a="http://schemas.openxmlformats.org/drawingml/2006/main">
            <a:r>
              <a:t>CONNECT</a:t>
            </a:r>
          </a:p>
          <a:p xmlns:a="http://schemas.openxmlformats.org/drawingml/2006/main">
            <a:r>
              <a:t>Build on the preceding slide: Your evidence.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function is a named set of instructions. def defines it; a call runs it with inputs. Parameters are input names, arguments are supplied values, and return sends the result back.</a:t>
            </a:r>
          </a:p>
          <a:p xmlns:a="http://schemas.openxmlformats.org/drawingml/2006/main">
            <a:r>
              <a:t/>
            </a:r>
          </a:p>
          <a:p xmlns:a="http://schemas.openxmlformats.org/drawingml/2006/main">
            <a:r>
              <a:t>CHECK AND EXPECTED ANSWER</a:t>
            </a:r>
          </a:p>
          <a:p xmlns:a="http://schemas.openxmlformats.org/drawingml/2006/main">
            <a:r>
              <a:t>Does print(8) return the number 8 to the caller? No; it displays 8 and returns None. A function needing a numeric result should return it.</a:t>
            </a:r>
          </a:p>
          <a:p xmlns:a="http://schemas.openxmlformats.org/drawingml/2006/main">
            <a:r>
              <a:t/>
            </a:r>
          </a:p>
          <a:p xmlns:a="http://schemas.openxmlformats.org/drawingml/2006/main">
            <a:r>
              <a:t>IF LEARNERS ARE STUCK</a:t>
            </a:r>
          </a:p>
          <a:p xmlns:a="http://schemas.openxmlformats.org/drawingml/2006/main">
            <a:r>
              <a:t>Trace one call: bind input names, run the indented body, reach return, then put the returned result back into the calling expression.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Explain why this example is needed before running it.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Include captions and readable written evidence in the notebook.</a:t>
            </a:r>
          </a:p>
          <a:p xmlns:a="http://schemas.openxmlformats.org/drawingml/2006/main">
            <a:r>
              <a:t/>
            </a:r>
          </a:p>
          <a:p xmlns:a="http://schemas.openxmlformats.org/drawingml/2006/main">
            <a:r>
              <a:t>Task framing (10.0 total): The ML task is correctly identified, the target named, and regression vs classification correctly chosen and justified.</a:t>
            </a:r>
          </a:p>
          <a:p xmlns:a="http://schemas.openxmlformats.org/drawingml/2006/main">
            <a:r>
              <a:t/>
            </a:r>
          </a:p>
          <a:p xmlns:a="http://schemas.openxmlformats.org/drawingml/2006/main">
            <a:r>
              <a:t>Data preparation &amp; leakage control (20.0 total): Cleaning and encoding appropriate.</a:t>
            </a:r>
          </a:p>
          <a:p xmlns:a="http://schemas.openxmlformats.org/drawingml/2006/main">
            <a:r>
              <a:t/>
            </a:r>
          </a:p>
          <a:p xmlns:a="http://schemas.openxmlformats.org/drawingml/2006/main">
            <a:r>
              <a:t>Split made before any fitting.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No leakage present - a leak found by the marker caps this criterion at zero.</a:t>
            </a:r>
          </a:p>
          <a:p xmlns:a="http://schemas.openxmlformats.org/drawingml/2006/main">
            <a:r>
              <a:t/>
            </a:r>
          </a:p>
          <a:p xmlns:a="http://schemas.openxmlformats.org/drawingml/2006/main">
            <a:r>
              <a:t>Modelling protocol (20.0 total): At least two models built and compared under identical conditions.</a:t>
            </a:r>
          </a:p>
          <a:p xmlns:a="http://schemas.openxmlformats.org/drawingml/2006/main">
            <a:r>
              <a:t/>
            </a:r>
          </a:p>
          <a:p xmlns:a="http://schemas.openxmlformats.org/drawingml/2006/main">
            <a:r>
              <a:t>Baseline included.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Hyperparameters handled sensibly.</a:t>
            </a:r>
          </a:p>
          <a:p xmlns:a="http://schemas.openxmlformats.org/drawingml/2006/main">
            <a:r>
              <a:t/>
            </a:r>
          </a:p>
          <a:p xmlns:a="http://schemas.openxmlformats.org/drawingml/2006/main">
            <a:r>
              <a:t>Evaluation &amp; metric justification (20.0 total): Correct metrics computed.</a:t>
            </a:r>
          </a:p>
          <a:p xmlns:a="http://schemas.openxmlformats.org/drawingml/2006/main">
            <a:r>
              <a:t/>
            </a:r>
          </a:p>
          <a:p xmlns:a="http://schemas.openxmlformats.org/drawingml/2006/main">
            <a:r>
              <a:t>Metric choice defended against the cost of error.</a:t>
            </a:r>
          </a:p>
          <a:p xmlns:a="http://schemas.openxmlformats.org/drawingml/2006/main">
            <a:r>
              <a:t/>
            </a:r>
          </a:p>
          <a:p xmlns:a="http://schemas.openxmlformats.org/drawingml/2006/main">
            <a:r>
              <a:t>Cross-validation reported with a spread, not a single number.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Engineering interpretation &amp; limits (20.0 total): The result is stated in physical or operational units.</a:t>
            </a:r>
          </a:p>
          <a:p xmlns:a="http://schemas.openxmlformats.org/drawingml/2006/main">
            <a:r>
              <a:t/>
            </a:r>
          </a:p>
          <a:p xmlns:a="http://schemas.openxmlformats.org/drawingml/2006/main">
            <a:r>
              <a:t>Three genuine limitations given.</a:t>
            </a:r>
          </a:p>
          <a:p xmlns:a="http://schemas.openxmlformats.org/drawingml/2006/main">
            <a:r>
              <a:t/>
            </a:r>
          </a:p>
          <a:p xmlns:a="http://schemas.openxmlformats.org/drawingml/2006/main">
            <a:r>
              <a:t>A clear position on whether it should be deployed.</a:t>
            </a:r>
          </a:p>
          <a:p xmlns:a="http://schemas.openxmlformats.org/drawingml/2006/main">
            <a:r>
              <a:t/>
            </a:r>
          </a:p>
          <a:p xmlns:a="http://schemas.openxmlformats.org/drawingml/2006/main">
            <a:r>
              <a:t>Code clarity (10.0 total): Runs top to bottom.</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Readable.</a:t>
            </a:r>
          </a:p>
          <a:p xmlns:a="http://schemas.openxmlformats.org/drawingml/2006/main">
            <a:r>
              <a:t/>
            </a:r>
          </a:p>
          <a:p xmlns:a="http://schemas.openxmlformats.org/drawingml/2006/main">
            <a:r>
              <a:t>Commented where the intent is not obvious.</a:t>
            </a:r>
          </a:p>
          <a:p xmlns:a="http://schemas.openxmlformats.org/drawingml/2006/main">
            <a:r>
              <a:t/>
            </a:r>
          </a:p>
          <a:p xmlns:a="http://schemas.openxmlformats.org/drawingml/2006/main">
            <a:r>
              <a:t>Execution requirement for c2: Data-preparation credit requires the published leakage-safe split check to pass.</a:t>
            </a:r>
          </a:p>
          <a:p xmlns:a="http://schemas.openxmlformats.org/drawingml/2006/main">
            <a:r>
              <a:t/>
            </a:r>
          </a:p>
          <a:p xmlns:a="http://schemas.openxmlformats.org/drawingml/2006/main">
            <a:r>
              <a:t>If this check fails, written marks in that criterion are zero; other criteria remain independently scored.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Timing and Part B</a:t>
            </a:r>
          </a:p>
          <a:p xmlns:a="http://schemas.openxmlformats.org/drawingml/2006/main">
            <a:r>
              <a:t/>
            </a:r>
          </a:p>
          <a:p xmlns:a="http://schemas.openxmlformats.org/drawingml/2006/main">
            <a:r>
              <a:t>15 minutes setup, 120 minutes practical, 25 minutes typed offline reasoning with code execution prohibited, 20 minutes collection.</a:t>
            </a:r>
          </a:p>
          <a:p xmlns:a="http://schemas.openxmlformats.org/drawingml/2006/main">
            <a:r>
              <a:t/>
            </a:r>
          </a:p>
          <a:p xmlns:a="http://schemas.openxmlformats.org/drawingml/2006/main">
            <a:r>
              <a:t>No internet, messaging or AI.</a:t>
            </a:r>
          </a:p>
          <a:p xmlns:a="http://schemas.openxmlformats.org/drawingml/2006/main">
            <a:r>
              <a:t/>
            </a:r>
          </a:p>
          <a:p xmlns:a="http://schemas.openxmlformats.org/drawingml/2006/main">
            <a:r>
              <a:t>Answer: Why your main cleaning/model choice?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What can your chart/metric not establish?</a:t>
            </a:r>
          </a:p>
          <a:p xmlns:a="http://schemas.openxmlformats.org/drawingml/2006/main">
            <a:r>
              <a:t/>
            </a:r>
          </a:p>
          <a:p xmlns:a="http://schemas.openxmlformats.org/drawingml/2006/main">
            <a:r>
              <a:t>What evidence would change your recommendation?</a:t>
            </a:r>
          </a:p>
          <a:p xmlns:a="http://schemas.openxmlformats.org/drawingml/2006/main">
            <a:r>
              <a:t/>
            </a:r>
          </a:p>
          <a:p xmlns:a="http://schemas.openxmlformats.org/drawingml/2006/main">
            <a:r>
              <a:t>What further data is required?</a:t>
            </a:r>
          </a:p>
          <a:p xmlns:a="http://schemas.openxmlformats.org/drawingml/2006/main">
            <a:r>
              <a:t/>
            </a:r>
          </a:p>
          <a:p xmlns:a="http://schemas.openxmlformats.org/drawingml/2006/main">
            <a:r>
              <a:t>Invigilated offline collection is authoritative; Google upload is a later transport step and must not impose an internet requirement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continued</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Practical Test 2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Practical Test 2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Practical Test 2 submission</a:t>
            </a:r>
          </a:p>
          <a:p xmlns:a="http://schemas.openxmlformats.org/drawingml/2006/main">
            <a:r>
              <a:t/>
            </a:r>
          </a:p>
          <a:p xmlns:a="http://schemas.openxmlformats.org/drawingml/2006/main">
            <a:r>
              <a:t>CONNECT</a:t>
            </a:r>
          </a:p>
          <a:p xmlns:a="http://schemas.openxmlformats.org/drawingml/2006/main">
            <a:r>
              <a:t>Build on Practical Test 2 continued. Explain why this example is needed before running it.</a:t>
            </a:r>
          </a:p>
          <a:p xmlns:a="http://schemas.openxmlformats.org/drawingml/2006/main">
            <a:r>
              <a:t/>
            </a:r>
          </a:p>
          <a:p xmlns:a="http://schemas.openxmlformats.org/drawingml/2006/main">
            <a:r>
              <a:t>EXPLAIN</a:t>
            </a:r>
          </a:p>
          <a:p xmlns:a="http://schemas.openxmlformats.org/drawingml/2006/main">
            <a:r>
              <a:t>Offline invigilated collection is authoritative.</a:t>
            </a:r>
          </a:p>
          <a:p xmlns:a="http://schemas.openxmlformats.org/drawingml/2006/main">
            <a:r>
              <a:t/>
            </a:r>
          </a:p>
          <a:p xmlns:a="http://schemas.openxmlformats.org/drawingml/2006/main">
            <a:r>
              <a:t>Google upload is a later transport step.</a:t>
            </a:r>
          </a:p>
          <a:p xmlns:a="http://schemas.openxmlformats.org/drawingml/2006/main">
            <a:r>
              <a:t/>
            </a:r>
          </a:p>
          <a:p xmlns:a="http://schemas.openxmlformats.org/drawingml/2006/main">
            <a:r>
              <a:t>Save one notebook with Part B under My written evidence.</a:t>
            </a:r>
          </a:p>
          <a:p xmlns:a="http://schemas.openxmlformats.org/drawingml/2006/main">
            <a:r>
              <a:t/>
            </a:r>
          </a:p>
          <a:p xmlns:a="http://schemas.openxmlformats.org/drawingml/2006/main">
            <a:r>
              <a:t>No internet, messaging or AI during the test.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Practical Test 2 submission</a:t>
            </a:r>
          </a:p>
          <a:p xmlns:a="http://schemas.openxmlformats.org/drawingml/2006/main">
            <a:r>
              <a:t/>
            </a:r>
          </a:p>
          <a:p xmlns:a="http://schemas.openxmlformats.org/drawingml/2006/main">
            <a:r>
              <a:t>CONNECT</a:t>
            </a:r>
          </a:p>
          <a:p xmlns:a="http://schemas.openxmlformats.org/drawingml/2006/main">
            <a:r>
              <a:t>Build on the preceding slide: Practical Test 2 continued.</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Practical Test 2 submission. Explain why this example is needed before running it.</a:t>
            </a:r>
          </a:p>
          <a:p xmlns:a="http://schemas.openxmlformats.org/drawingml/2006/main">
            <a:r>
              <a:t/>
            </a:r>
          </a:p>
          <a:p xmlns:a="http://schemas.openxmlformats.org/drawingml/2006/main">
            <a:r>
              <a:t>EXPLAIN</a:t>
            </a:r>
          </a:p>
          <a:p xmlns:a="http://schemas.openxmlformats.org/drawingml/2006/main">
            <a:r>
              <a:t>You can explain training-only preprocessing and locate your saved evidence.</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Practical Test 2 submission.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TEST COLLECTION RULE</a:t>
            </a:r>
          </a:p>
          <a:p xmlns:a="http://schemas.openxmlformats.org/drawingml/2006/main">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661f957960c469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9e1c45be1004b6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74c7581b501402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2d94dcd62f43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621d80b1ca8449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2b6e030eea043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54862B7-3994-4A13-8A01-A05F382E0C14}"/>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B3D8AA6-6F1C-4051-8630-5050915D1C3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1D9A1132-8AB4-4BAC-9851-B4540D9F832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ED88D23-A9B0-414C-8B5B-3D4D55542AC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72D949C7-81BF-4BB2-8798-9576589F58A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E90B3C1-72EA-44B3-9208-839BDB80AEA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379F5F4-2967-4E2E-BBA2-F560E347133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837850FC-98EA-435E-B1AD-37C98A02ECB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2127560-0838-4FD0-9C4C-14EDB767933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1F17A70-BEAD-4B7A-869E-99DE12B6AEC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E78EE851-A4F8-4D54-A545-4FC226210EE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50ABFB1-8E19-4051-9469-21B8003F6B38}"/>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4ACEFFB-30EC-4A07-8876-42C73C42126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CA0252B-580A-4FE9-9974-F2CE796F426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ACC942A-A4F7-4405-8389-D5195279B4D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d402c2aabf40c0" /><Relationship Type="http://schemas.openxmlformats.org/officeDocument/2006/relationships/slideLayout" Target="/ppt/slideLayouts/slideLayout1.xml" Id="R42b8272da2db40ab" /><Relationship Type="http://schemas.openxmlformats.org/officeDocument/2006/relationships/slideLayout" Target="/ppt/slideLayouts/slideLayout2.xml" Id="Ref0976c98971437b" /><Relationship Type="http://schemas.openxmlformats.org/officeDocument/2006/relationships/slideLayout" Target="/ppt/slideLayouts/slideLayout3.xml" Id="R33bbc0a625fb4b5c" /><Relationship Type="http://schemas.openxmlformats.org/officeDocument/2006/relationships/slideLayout" Target="/ppt/slideLayouts/slideLayout4.xml" Id="Rfa77d51730554d3f" /><Relationship Type="http://schemas.openxmlformats.org/officeDocument/2006/relationships/slideLayout" Target="/ppt/slideLayouts/slideLayout5.xml" Id="R92ac5a416bb44d33" /><Relationship Type="http://schemas.openxmlformats.org/officeDocument/2006/relationships/slideLayout" Target="/ppt/slideLayouts/slideLayout6.xml" Id="R3ce23251ee49424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2b8272da2db40ab"/>
    <p:sldLayoutId xmlns:r="http://schemas.openxmlformats.org/officeDocument/2006/relationships" id="2147483650" r:id="Ref0976c98971437b"/>
    <p:sldLayoutId xmlns:r="http://schemas.openxmlformats.org/officeDocument/2006/relationships" id="2147483651" r:id="R33bbc0a625fb4b5c"/>
    <p:sldLayoutId xmlns:r="http://schemas.openxmlformats.org/officeDocument/2006/relationships" id="2147483652" r:id="Rfa77d51730554d3f"/>
    <p:sldLayoutId xmlns:r="http://schemas.openxmlformats.org/officeDocument/2006/relationships" id="2147483653" r:id="R92ac5a416bb44d33"/>
    <p:sldLayoutId xmlns:r="http://schemas.openxmlformats.org/officeDocument/2006/relationships" id="2147483654" r:id="R3ce23251ee49424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a32b3b2edb4dec" /><Relationship Type="http://schemas.openxmlformats.org/officeDocument/2006/relationships/image" Target="/ppt/media/image.png" Id="Rf08cdd42b8c74aec" /><Relationship Type="http://schemas.openxmlformats.org/officeDocument/2006/relationships/notesSlide" Target="/ppt/notesSlides/notesSlide1.xml" Id="R961fd094655c4b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a1bf8ef5ae74d54" /><Relationship Type="http://schemas.openxmlformats.org/officeDocument/2006/relationships/notesSlide" Target="/ppt/notesSlides/notesSlide2.xml" Id="Rf3314fb5ac8044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107720375f645f1" /><Relationship Type="http://schemas.openxmlformats.org/officeDocument/2006/relationships/notesSlide" Target="/ppt/notesSlides/notesSlide3.xml" Id="R1e47c547132e41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d41b7eed0d64aab" /><Relationship Type="http://schemas.openxmlformats.org/officeDocument/2006/relationships/notesSlide" Target="/ppt/notesSlides/notesSlide4.xml" Id="R5d3fd2adfaa948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14cd2ee3a144527" /><Relationship Type="http://schemas.openxmlformats.org/officeDocument/2006/relationships/notesSlide" Target="/ppt/notesSlides/notesSlide5.xml" Id="R3f535b145f504ba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4e1d5cdd2c0478b" /><Relationship Type="http://schemas.openxmlformats.org/officeDocument/2006/relationships/notesSlide" Target="/ppt/notesSlides/notesSlide6.xml" Id="R3350fb60a42046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ad0fc976bc44ab8" /><Relationship Type="http://schemas.openxmlformats.org/officeDocument/2006/relationships/notesSlide" Target="/ppt/notesSlides/notesSlide7.xml" Id="Ra55868560ae442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cb20abfca244162" /><Relationship Type="http://schemas.openxmlformats.org/officeDocument/2006/relationships/notesSlide" Target="/ppt/notesSlides/notesSlide8.xml" Id="R94f6951e839f41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3ff145ccaf74403" /><Relationship Type="http://schemas.openxmlformats.org/officeDocument/2006/relationships/notesSlide" Target="/ppt/notesSlides/notesSlide9.xml" Id="R4a0dfd1bf3694f9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aa3e7251821430c" /><Relationship Type="http://schemas.openxmlformats.org/officeDocument/2006/relationships/notesSlide" Target="/ppt/notesSlides/notesSlide10.xml" Id="Rd431608af59b43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6a62573eced48ae" /><Relationship Type="http://schemas.openxmlformats.org/officeDocument/2006/relationships/notesSlide" Target="/ppt/notesSlides/notesSlide11.xml" Id="Rc1057744e04640c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673706edc6e40a0" /><Relationship Type="http://schemas.openxmlformats.org/officeDocument/2006/relationships/notesSlide" Target="/ppt/notesSlides/notesSlide12.xml" Id="Rfb388d4d09b2457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ab2e48e70194380" /><Relationship Type="http://schemas.openxmlformats.org/officeDocument/2006/relationships/notesSlide" Target="/ppt/notesSlides/notesSlide13.xml" Id="R75404859816b4e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087ca732e634b6c" /><Relationship Type="http://schemas.openxmlformats.org/officeDocument/2006/relationships/notesSlide" Target="/ppt/notesSlides/notesSlide14.xml" Id="R251055dba5c1404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257b8afca0f4073" /><Relationship Type="http://schemas.openxmlformats.org/officeDocument/2006/relationships/notesSlide" Target="/ppt/notesSlides/notesSlide15.xml" Id="Rf29c4e046dc240b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6ca22c570bd4e33" /><Relationship Type="http://schemas.openxmlformats.org/officeDocument/2006/relationships/notesSlide" Target="/ppt/notesSlides/notesSlide16.xml" Id="R99eccca464674fd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9be2a47a40a4168" /><Relationship Type="http://schemas.openxmlformats.org/officeDocument/2006/relationships/notesSlide" Target="/ppt/notesSlides/notesSlide17.xml" Id="Rd594ead7ed62468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0795a62359345f0" /><Relationship Type="http://schemas.openxmlformats.org/officeDocument/2006/relationships/notesSlide" Target="/ppt/notesSlides/notesSlide18.xml" Id="Rf5d3818a17594d8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04993c5e30b4399" /><Relationship Type="http://schemas.openxmlformats.org/officeDocument/2006/relationships/notesSlide" Target="/ppt/notesSlides/notesSlide19.xml" Id="R177b103a9e1d4e4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76e598404384229" /><Relationship Type="http://schemas.openxmlformats.org/officeDocument/2006/relationships/hyperlink" Target="https://docs.google.com/forms/d/e/1FAIpQLSeAnqjVsUO288tWRg47SCH61K6pzS7hTyYb40MH5KKd9aPkAA/viewform" TargetMode="External" Id="R787d9fafda2446cf" /><Relationship Type="http://schemas.openxmlformats.org/officeDocument/2006/relationships/notesSlide" Target="/ppt/notesSlides/notesSlide20.xml" Id="Rfebd3c381c6c452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a6b600ddc434d84" /><Relationship Type="http://schemas.openxmlformats.org/officeDocument/2006/relationships/notesSlide" Target="/ppt/notesSlides/notesSlide21.xml" Id="Rb87c70fd2416447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08cdd42b8c74ae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D7678BE-DFF1-4B66-A965-08C05A01DC2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8AA66A8-3259-4B26-86EA-40AC58098AA5}"/>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14</a:t>
            </a:r>
          </a:p>
        </p:txBody>
      </p:sp>
      <p:sp>
        <p:nvSpPr>
          <p:cNvPr id="4" name="">
            <a:extLst xmlns:a="http://schemas.openxmlformats.org/drawingml/2006/main">
              <a:ext uri="{FF2B5EF4-FFF2-40B4-BE49-F238E27FC236}">
                <a16:creationId xmlns:a16="http://schemas.microsoft.com/office/drawing/2014/main" id="{770F53FB-2A2C-498E-8414-1EFFA17A52B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7884BFBC-9125-4135-9230-536AA0BEC5D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6910382-6069-419C-9352-C9C0650E258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2043524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E13A8A5-0832-4108-821D-3CE4997F39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B51D72-1210-4C48-8611-8040AD069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59318F1-0656-4512-9580-B427886D91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97DA7CE-CD4B-443C-8DF0-C97BD765BCD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829237-684E-4988-AFF6-12B38EF758F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76A9E6D-A17C-44A0-8B7F-B32438CDD9A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the complete test notebook offline.</a:t>
            </a:r>
          </a:p>
        </p:txBody>
      </p:sp>
      <p:sp>
        <p:nvSpPr>
          <p:cNvPr id="7" name="">
            <a:extLst xmlns:a="http://schemas.openxmlformats.org/drawingml/2006/main">
              <a:ext uri="{FF2B5EF4-FFF2-40B4-BE49-F238E27FC236}">
                <a16:creationId xmlns:a16="http://schemas.microsoft.com/office/drawing/2014/main" id="{D84650C6-F0F4-47BC-8118-CE28EF0E858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7DDECCD-371D-4F12-801D-EAAAF4EA159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264A2FA1-CCFC-4FC6-A09C-1BF87A3491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a:t>
            </a:r>
          </a:p>
        </p:txBody>
      </p:sp>
    </p:spTree>
    <p:extLst>
      <p:ext uri="{BB962C8B-B14F-4D97-AF65-F5344CB8AC3E}">
        <p14:creationId xmlns:p14="http://schemas.microsoft.com/office/powerpoint/2010/main" val="11907355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A412DF-A7A1-421F-AD30-640B2FE0A8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6B40AC-41DC-43CE-8882-1ECE1AD8AF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125B90-2789-463F-B9F7-6EC9776EEB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16E44464-42F8-40AE-A11B-A3DD8791B2B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A0B571-2364-444A-A6F3-C56A25E6369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name the target, fit only on training records and explain how you would keep the test untouched?</a:t>
            </a:r>
          </a:p>
        </p:txBody>
      </p:sp>
      <p:sp>
        <p:nvSpPr>
          <p:cNvPr id="6" name="">
            <a:extLst xmlns:a="http://schemas.openxmlformats.org/drawingml/2006/main">
              <a:ext uri="{FF2B5EF4-FFF2-40B4-BE49-F238E27FC236}">
                <a16:creationId xmlns:a16="http://schemas.microsoft.com/office/drawing/2014/main" id="{94B0CE43-EB2E-48AE-ACC9-F2D2E1BEB9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a:t>
            </a:r>
          </a:p>
        </p:txBody>
      </p:sp>
    </p:spTree>
    <p:extLst>
      <p:ext uri="{BB962C8B-B14F-4D97-AF65-F5344CB8AC3E}">
        <p14:creationId xmlns:p14="http://schemas.microsoft.com/office/powerpoint/2010/main" val="446482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655853-42D1-46D1-81C2-5E77D01DC6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FEFBA3-9B1C-4174-93B3-B822D0909A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E9A3B6-3E4B-4607-96F7-CCF51570B6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D026D344-0E09-4896-910E-27B1A97125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AE018D-C098-4824-8186-C99B8D1A6C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981DD08C-13B5-4960-8ED0-B606363C8DE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DFCF61-B277-43CF-BCAB-FAC518F6BF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95EA3093-3548-49AF-AD55-FC1D862AEF7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8DD3BD-B421-4853-87DA-A1CC0AFA839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9B595353-CAF4-48AC-BE35-D2204B957E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a:t>
            </a:r>
          </a:p>
        </p:txBody>
      </p:sp>
    </p:spTree>
    <p:extLst>
      <p:ext uri="{BB962C8B-B14F-4D97-AF65-F5344CB8AC3E}">
        <p14:creationId xmlns:p14="http://schemas.microsoft.com/office/powerpoint/2010/main" val="16157009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F9BD37-4193-421B-9800-FA2EBDBA3F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E0243C-1384-4319-B916-0D20C5F834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333F8E0-1965-4816-A4CC-F800855E86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xmlns:a="http://schemas.openxmlformats.org/drawingml/2006/main">
              <a:ext uri="{FF2B5EF4-FFF2-40B4-BE49-F238E27FC236}">
                <a16:creationId xmlns:a16="http://schemas.microsoft.com/office/drawing/2014/main" id="{D5CBFF4A-B2C5-4335-B41B-26B3D03A04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54463A-69EB-4B01-8F53-177D9E33308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xmlns:a="http://schemas.openxmlformats.org/drawingml/2006/main">
              <a:ext uri="{FF2B5EF4-FFF2-40B4-BE49-F238E27FC236}">
                <a16:creationId xmlns:a16="http://schemas.microsoft.com/office/drawing/2014/main" id="{9EAF7134-282A-403D-9462-E6462B58CEF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82A8C2-5227-49CE-992B-E510BAE3904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xmlns:a="http://schemas.openxmlformats.org/drawingml/2006/main">
              <a:ext uri="{FF2B5EF4-FFF2-40B4-BE49-F238E27FC236}">
                <a16:creationId xmlns:a16="http://schemas.microsoft.com/office/drawing/2014/main" id="{DA0163BF-CD25-4619-99F2-0EF58600351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77F055-C63B-4CA4-BF30-EE9E79AAF4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xmlns:a="http://schemas.openxmlformats.org/drawingml/2006/main">
              <a:ext uri="{FF2B5EF4-FFF2-40B4-BE49-F238E27FC236}">
                <a16:creationId xmlns:a16="http://schemas.microsoft.com/office/drawing/2014/main" id="{0E619CFC-82AC-4D7A-830E-6DA49640F7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a:t>
            </a:r>
          </a:p>
        </p:txBody>
      </p:sp>
    </p:spTree>
    <p:extLst>
      <p:ext uri="{BB962C8B-B14F-4D97-AF65-F5344CB8AC3E}">
        <p14:creationId xmlns:p14="http://schemas.microsoft.com/office/powerpoint/2010/main" val="10913080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D55D8C-245D-4EBD-A6E0-5D130759C7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82C1BB-3027-4E1A-B584-6722C03BAD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38F587-C654-45FD-8248-4B423865D1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097D8E9C-2116-487A-8FF0-C809B271BFE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CE963C-F75F-4A6D-841C-BF86077E2B0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489A84D8-4060-412E-9291-9D27A7616EA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D1D60A-14BA-4733-BA5B-400D74A7E4B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5712FD04-46DA-4664-B9CE-CC3BCE9E496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B3622E9-59E1-443E-81D7-E132FE7713B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8B6E0FDD-1694-4497-99D5-715EA55350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a:t>
            </a:r>
          </a:p>
        </p:txBody>
      </p:sp>
    </p:spTree>
    <p:extLst>
      <p:ext uri="{BB962C8B-B14F-4D97-AF65-F5344CB8AC3E}">
        <p14:creationId xmlns:p14="http://schemas.microsoft.com/office/powerpoint/2010/main" val="13873932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D201A22-A655-4148-AEA2-67CADE5B74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8CC960-0F73-4607-9AEE-BD8D115BF9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3C0430E-F590-4DD4-AC76-1719ECFFC7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4A995931-8227-4303-B0D5-BE047694A22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D791BF-5957-4D99-8FA6-55BFD145221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D1D79387-4CA9-4A5E-AB5D-CA90EC5C2C7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C9CCC41-7BF7-46B2-A0F9-CBC0072AA1F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FE4AF94-6010-4EAA-B12C-91EC1F94CF9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444F5F0C-447E-4665-9882-60BB44D05EB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D21A24E6-A9BC-416B-9D3D-DA5EC87C7EF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43123CFB-D795-4D33-9676-7968F51BB6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a:t>
            </a:r>
          </a:p>
        </p:txBody>
      </p:sp>
    </p:spTree>
    <p:extLst>
      <p:ext uri="{BB962C8B-B14F-4D97-AF65-F5344CB8AC3E}">
        <p14:creationId xmlns:p14="http://schemas.microsoft.com/office/powerpoint/2010/main" val="61931684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AAFE8D-5637-40FE-B058-65D3BD3159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3563A0-C7D1-49BD-82E6-D1541A2F0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73EF83B-09CA-4EBA-A498-65F13BBE94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288ED6BF-802D-432E-8A75-1A6155C025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C6A0E2-0CBE-48C9-AA87-54695EC950C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CA5A4851-519D-4E84-9260-598EC501F98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8732E9-F3EE-48EE-ABA8-B64E88FCEB6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37189EA9-DECA-423F-8559-2BBD7A1EDF2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B5C842-A652-4C5C-8E7A-667A4BAB7AF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A6666E26-93B3-4E59-9F6B-54029B5397D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7EBB4A1-447C-4AC6-BD9D-09A5CFA0DDB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DBD50C11-DD1D-46B7-840F-950C73452B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8</a:t>
            </a:r>
          </a:p>
        </p:txBody>
      </p:sp>
    </p:spTree>
    <p:extLst>
      <p:ext uri="{BB962C8B-B14F-4D97-AF65-F5344CB8AC3E}">
        <p14:creationId xmlns:p14="http://schemas.microsoft.com/office/powerpoint/2010/main" val="25563825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DF58035-A7E7-4641-9222-00F673AA21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7876A8-208E-4A2F-891F-7DB5DBF10A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4364E9-ACD6-43EB-A385-1408794D59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C9F4AB4F-8580-480D-B9B4-322DFB0C71B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A22C9E-AC0A-44E0-AD0D-604DAC3D6F4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the complete notebook in the offline setting.</a:t>
            </a:r>
          </a:p>
        </p:txBody>
      </p:sp>
      <p:sp>
        <p:nvSpPr>
          <p:cNvPr id="6" name="">
            <a:extLst xmlns:a="http://schemas.openxmlformats.org/drawingml/2006/main">
              <a:ext uri="{FF2B5EF4-FFF2-40B4-BE49-F238E27FC236}">
                <a16:creationId xmlns:a16="http://schemas.microsoft.com/office/drawing/2014/main" id="{386AF9B3-88D7-477C-974F-0E78B6182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9</a:t>
            </a:r>
          </a:p>
        </p:txBody>
      </p:sp>
    </p:spTree>
    <p:extLst>
      <p:ext uri="{BB962C8B-B14F-4D97-AF65-F5344CB8AC3E}">
        <p14:creationId xmlns:p14="http://schemas.microsoft.com/office/powerpoint/2010/main" val="25080660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1F17E5-C8BB-4D36-990F-7968D9EDC3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43BFCD-2325-4768-9028-5D7E40B552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553FEE3-80AD-4896-AF7F-DB2107400A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ACFF92FD-28CB-4C83-9E8A-06BF791295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B1BC21-CB2C-4563-9906-180D32AA15EC}"/>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4A099BF0-F422-47A8-8B06-3494A91A316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EBA4BD-124E-4CF7-B17B-51810DA30F77}"/>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5CD99AB4-335F-4BD5-8C46-7C80664BE8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10</a:t>
            </a:r>
          </a:p>
        </p:txBody>
      </p:sp>
    </p:spTree>
    <p:extLst>
      <p:ext uri="{BB962C8B-B14F-4D97-AF65-F5344CB8AC3E}">
        <p14:creationId xmlns:p14="http://schemas.microsoft.com/office/powerpoint/2010/main" val="39357316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27B5D9-FB74-473E-9479-7A19457DA1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49FF7A-9DB9-492E-A8FA-69DBF634C5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7BB243-7147-4B8D-937E-7A88262D0D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6B0517A7-A39C-406A-B069-BE61E6B688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A6DDF0-6FAD-46B9-B383-41555826FF0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2099D514-A973-4E25-8561-08F425E1E51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8AFDA5-D0E3-47E0-A530-090D0156F96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E717299F-E5D7-44BD-A6F9-E088B57BD62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317374-98D0-456F-B980-2E148A52C53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03CB4496-0E4A-4DB6-BC18-6212C783B62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ACF4A85-BFF6-40D8-A56F-5D51511D94E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EEF2F78-04DA-4F34-BC23-F5B212429E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11</a:t>
            </a:r>
          </a:p>
        </p:txBody>
      </p:sp>
    </p:spTree>
    <p:extLst>
      <p:ext uri="{BB962C8B-B14F-4D97-AF65-F5344CB8AC3E}">
        <p14:creationId xmlns:p14="http://schemas.microsoft.com/office/powerpoint/2010/main" val="174001996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EBC771F-E861-4A0A-8710-479CF050FD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090567-0C1C-4137-B269-D76D0F35D4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C0C8B2-EFCF-4CC3-96BF-18305347E8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4AE9CAFB-97AB-47DF-880C-A2F3172380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702555-C98C-4A15-A434-5C684AD93CA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DBAB3DCB-9F2A-482C-9769-0529F390CFD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560789-16D8-4EEA-A239-5219DC72317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C61CF153-B4DE-468C-938C-5D387E7489D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9E6AFB-9907-439D-87FA-EA831431B91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7FB6CF5A-BEB2-41BA-AF48-5CC9BFDC8CD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022C96-4FAC-4A1F-A025-04A506EFAA0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31CA3CAE-01F1-4762-819D-FFBE526716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12</a:t>
            </a:r>
          </a:p>
        </p:txBody>
      </p:sp>
    </p:spTree>
    <p:extLst>
      <p:ext uri="{BB962C8B-B14F-4D97-AF65-F5344CB8AC3E}">
        <p14:creationId xmlns:p14="http://schemas.microsoft.com/office/powerpoint/2010/main" val="53045782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D1422C5-2EF8-4781-81F5-B07ABFF8CC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0737AC-F3B6-4072-9E5F-54370B3574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AECBB1-0839-4642-804D-EE6515B641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6EF40BEC-3BC4-46B7-9C3A-DC391AE473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2E4BF7-5AFA-4504-80A5-DC8E40C091C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6AC1CA8F-83E6-426B-954D-C081C27E6E0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24B687-717E-4CC5-BA53-6538F760598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xmlns:a="http://schemas.openxmlformats.org/drawingml/2006/main">
              <a:ext uri="{FF2B5EF4-FFF2-40B4-BE49-F238E27FC236}">
                <a16:creationId xmlns:a16="http://schemas.microsoft.com/office/drawing/2014/main" id="{6DFDB4D5-0C27-409B-ABF5-811DB36A51D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4F92F8-A726-4D00-BB4E-3A6FC3E6525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xmlns:a="http://schemas.openxmlformats.org/drawingml/2006/main">
              <a:ext uri="{FF2B5EF4-FFF2-40B4-BE49-F238E27FC236}">
                <a16:creationId xmlns:a16="http://schemas.microsoft.com/office/drawing/2014/main" id="{B143E836-F0A4-4BC6-9706-A77AC23CC87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D1CAC6D-1123-4D10-8A84-3B79DC4F753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xmlns:a="http://schemas.openxmlformats.org/drawingml/2006/main">
              <a:ext uri="{FF2B5EF4-FFF2-40B4-BE49-F238E27FC236}">
                <a16:creationId xmlns:a16="http://schemas.microsoft.com/office/drawing/2014/main" id="{13B68A48-63C7-4104-A625-54F2157B0C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13</a:t>
            </a:r>
          </a:p>
        </p:txBody>
      </p:sp>
    </p:spTree>
    <p:extLst>
      <p:ext uri="{BB962C8B-B14F-4D97-AF65-F5344CB8AC3E}">
        <p14:creationId xmlns:p14="http://schemas.microsoft.com/office/powerpoint/2010/main" val="3985228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710523-9235-4BEE-982C-578ECF263A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BA7BBC-8A0B-4AB1-91EA-E3E61378A5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96625B-0B5A-4026-9740-F60AEC86B4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C924F082-4D65-4D48-95EF-3C73E58E83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23C353-2A40-4D25-9768-B009B9E5378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056F1A3D-8AA2-411B-B14F-3D7C9B9BEA5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889F79-9669-4CBD-9452-1DA7686B7D1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A636D1B1-BEF0-464B-8309-8B0B834D996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152C2E-9280-49FD-8737-B767AD19BAE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CA429FEF-A2A5-466C-B8BE-B5306BFE25B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6120D31-6CBA-43B6-8D99-9168C4B607F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DE7564D7-0D1D-40FB-A4A6-B576319207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14</a:t>
            </a:r>
          </a:p>
        </p:txBody>
      </p:sp>
    </p:spTree>
    <p:extLst>
      <p:ext uri="{BB962C8B-B14F-4D97-AF65-F5344CB8AC3E}">
        <p14:creationId xmlns:p14="http://schemas.microsoft.com/office/powerpoint/2010/main" val="84184331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FF8517-0B77-437F-AAB2-F4D494D5A6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CF68E4-BAAB-464B-B6DD-57A4CFB2FF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5BA2D4-CB3B-49E3-A8A3-0B2CEF8B4A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04350390-B7C3-4A2F-AFCF-124420926D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813011-23D4-4621-A086-1435C4110B7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FB56FD2A-37F8-4DD6-9CB4-AF9CB7C8D5C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F3641D-839C-425C-8A12-CACA9E23349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749757CF-5C28-4F59-838A-44E4C5252B6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3C8929-51AB-4AEB-8F64-77DC0B05E58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DCEBD321-C755-4675-9CEC-4CABEC89A2C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B012207-1627-4E86-9846-5E141384CAB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4E1B1D2D-0DBF-4630-BE0A-C101187585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15</a:t>
            </a:r>
          </a:p>
        </p:txBody>
      </p:sp>
    </p:spTree>
    <p:extLst>
      <p:ext uri="{BB962C8B-B14F-4D97-AF65-F5344CB8AC3E}">
        <p14:creationId xmlns:p14="http://schemas.microsoft.com/office/powerpoint/2010/main" val="140563658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F0DA61-A946-4FCD-880B-0E58A7B1B7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319E2A-0581-4DEB-B1AB-77ADF6D4DE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4727A9-AA07-4ED6-AF50-F2F2203323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FE8FB1A3-2EF8-4430-8FB6-2B90FDA6A3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BCCFCF-FF69-42FB-9BFB-3EB0F871BB2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0F2EC807-C219-4883-8DCD-60772885F67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DF284E-4D5B-454C-95A6-6AF30B3D30A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8F837CFC-8453-4E0B-AFDA-03013D7E953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0E3291-6654-41BC-9043-B0B4BEFB019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201369AF-F837-4834-8F5B-769B98D2F07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4C8206D-4A01-4B2E-A791-DA7C338451D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51D2C2DB-2696-49AC-8BA8-905CE7034A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16</a:t>
            </a:r>
          </a:p>
        </p:txBody>
      </p:sp>
    </p:spTree>
    <p:extLst>
      <p:ext uri="{BB962C8B-B14F-4D97-AF65-F5344CB8AC3E}">
        <p14:creationId xmlns:p14="http://schemas.microsoft.com/office/powerpoint/2010/main" val="8932320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1E9492-0CF9-40CE-A048-3326952535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69D832-F8D5-4BBD-BBBB-AA3C3F5124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6ACF7A-4CC6-4999-907C-8238056AE7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B165A0A3-980D-4C1A-8776-DD94A7C510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2E58D1-C426-422B-93A0-426D7295666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C54A1D9B-0FB1-4043-9359-5E5F0AAA294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F5455C-A6E5-451E-AA8C-3F2A73B438F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10A230B2-2575-40AA-A39E-8FF3F0F52B5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A02187-6C59-45E3-8F99-0C3ECF0C602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E556CB5C-2AB8-4964-886C-7DAAA8DBA59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15775FA-6CCE-4287-A045-856FFA1F004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D5209BE0-5B2B-4542-82A7-0A15FD5566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17</a:t>
            </a:r>
          </a:p>
        </p:txBody>
      </p:sp>
    </p:spTree>
    <p:extLst>
      <p:ext uri="{BB962C8B-B14F-4D97-AF65-F5344CB8AC3E}">
        <p14:creationId xmlns:p14="http://schemas.microsoft.com/office/powerpoint/2010/main" val="7536793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449D65-3F55-40A6-8FA3-51A7894937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6C4900-CB41-42AD-8E1E-D6EB28BFE8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5FBB5D-51A0-492F-B810-26B3703798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C7FF54CA-03A2-46F2-99D9-8B18172A63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96D1F16-3BB1-459C-AF13-22888CBA106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F2AA1222-49D1-414E-8FA0-491876DFCA4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317FB6-3F22-4CE5-A9B1-CE550BFA1C6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4F00B795-CE92-4187-BEB3-37207E26A23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CEDC9F-CCAA-4D7F-AA5E-E08B9AC62F6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9517C844-70F8-4FCB-89C2-639B4531D82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A53E00-D4C6-4031-A772-E7844820A5F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74271EF9-9AEF-4B97-8E9F-1450157034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18</a:t>
            </a:r>
          </a:p>
        </p:txBody>
      </p:sp>
    </p:spTree>
    <p:extLst>
      <p:ext uri="{BB962C8B-B14F-4D97-AF65-F5344CB8AC3E}">
        <p14:creationId xmlns:p14="http://schemas.microsoft.com/office/powerpoint/2010/main" val="130029331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E1BF06-DAF3-4E31-82E9-965726F2E6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B086CD-2051-4D86-81A0-F2134E2128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AD01AF-7A2E-42FF-B873-7AD967A664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0610895E-1079-4F54-8BD3-BE69B618C7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1D476A-1E2C-40AB-9BD6-8AF0BF4CBC5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A763B4C5-EB42-477F-B998-5FE4A327AF0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D84E8B0-0B8A-403B-AD93-2E181F9ED03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CC6526DC-B2E5-4624-84D9-106E449C52B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8F26C3-569A-4A2B-8104-635DFA0B8E5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0C472643-7CDB-41BB-AC76-2CF37EE96BC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B2840F-777E-43F4-9310-54EFE38FFAE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A71BC65B-87C7-4E21-9D84-F320938B7C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19</a:t>
            </a:r>
          </a:p>
        </p:txBody>
      </p:sp>
    </p:spTree>
    <p:extLst>
      <p:ext uri="{BB962C8B-B14F-4D97-AF65-F5344CB8AC3E}">
        <p14:creationId xmlns:p14="http://schemas.microsoft.com/office/powerpoint/2010/main" val="80411894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C36248D-59A8-4688-9954-95E788D95C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665BDF-7406-4EF3-9FCB-93B744CFB4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B3A1B09-7D57-4D45-8D75-1F79991E25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xmlns:a="http://schemas.openxmlformats.org/drawingml/2006/main">
              <a:ext uri="{FF2B5EF4-FFF2-40B4-BE49-F238E27FC236}">
                <a16:creationId xmlns:a16="http://schemas.microsoft.com/office/drawing/2014/main" id="{0DC0070C-E0ED-4337-ADA5-E6472794E96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8972A9-3366-4EC0-A842-3AB6200195C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25446F01-18E1-4C5B-93BF-EF61915CFB7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6558F3-E4AD-4A83-A225-79428948D2C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44550ECC-3899-4370-BC4E-82F15F781D7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961CD7-5203-4DC4-A0FE-93E5958BD6E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DD504768-FDCF-4F8C-8D9E-BC0FE20B9F9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30357C-88D2-4ED9-8ACB-1E5A0A4B540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1288AE38-A9E8-4022-BE09-1DC31A02D5E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C541D8B-D2E0-442F-8EC5-8E5D9C731D6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87d9fafda2446cf"/>
              </a:rPr>
              <a:t>Open TEST2 assignment form</a:t>
            </a:r>
          </a:p>
        </p:txBody>
      </p:sp>
      <p:sp>
        <p:nvSpPr>
          <p:cNvPr id="14" name="">
            <a:extLst xmlns:a="http://schemas.openxmlformats.org/drawingml/2006/main">
              <a:ext uri="{FF2B5EF4-FFF2-40B4-BE49-F238E27FC236}">
                <a16:creationId xmlns:a16="http://schemas.microsoft.com/office/drawing/2014/main" id="{BB106BFD-1760-4951-BD1C-4FAB0E02616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https://docs.google.com/forms/d/e/1FAIpQLSeAnqjVsUO288tWRg47SCH61K6pzS7hTyYb40MH5KKd9aPkAA/viewform</a:t>
            </a:r>
          </a:p>
        </p:txBody>
      </p:sp>
      <p:sp>
        <p:nvSpPr>
          <p:cNvPr id="15" name="">
            <a:extLst xmlns:a="http://schemas.openxmlformats.org/drawingml/2006/main">
              <a:ext uri="{FF2B5EF4-FFF2-40B4-BE49-F238E27FC236}">
                <a16:creationId xmlns:a16="http://schemas.microsoft.com/office/drawing/2014/main" id="{ADB340A8-D863-41D5-82D5-EB95DB13E6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20</a:t>
            </a:r>
          </a:p>
        </p:txBody>
      </p:sp>
    </p:spTree>
    <p:extLst>
      <p:ext uri="{BB962C8B-B14F-4D97-AF65-F5344CB8AC3E}">
        <p14:creationId xmlns:p14="http://schemas.microsoft.com/office/powerpoint/2010/main" val="1591853944"/>
      </p:ext>
    </p:extLst>
  </p:cSld>
</p:sld>
</file>

<file path=ppt/slides/slide2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EE619F-E67B-4B8B-9640-C034C8B7C7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437CFB4D-7640-4BBC-B418-EC4525FDBB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DEC2E1CD-A83D-4203-B41F-4EF433A61EC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2F72A9DF-FB19-4480-A5F5-21A2973A723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826593E-693E-488C-BF7C-BF8B204C28E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A4295E3E-493C-4C5C-8473-48EA4D320E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14   21</a:t>
            </a:r>
          </a:p>
        </p:txBody>
      </p:sp>
    </p:spTree>
    <p:extLst>
      <p:ext uri="{BB962C8B-B14F-4D97-AF65-F5344CB8AC3E}">
        <p14:creationId xmlns:p14="http://schemas.microsoft.com/office/powerpoint/2010/main" val="11301535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2026-09-28T21:15:41.7920000Z</dcterms:created>
  <dcterms:modified xsi:type="dcterms:W3CDTF">2026-09-28T21:15:41.7920000Z</dcterms:modified>
</coreProperties>
</file>