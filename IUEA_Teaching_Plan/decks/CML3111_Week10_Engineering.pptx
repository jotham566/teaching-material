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7ee166e82da4ee1" Type="http://schemas.openxmlformats.org/officeDocument/2006/relationships/extended-properties" Target="docProps/app.xml"/><Relationship Id="R20878c7ea2fb4692" Type="http://schemas.openxmlformats.org/officeDocument/2006/relationships/officeDocument" Target="ppt/presentation.xml"/><Relationship Id="R86d5e96bfe634f90"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74dcc96221442e7"/>
  </p:sldMasterIdLst>
  <p:notesMasterIdLst>
    <p:notesMasterId xmlns:r="http://schemas.openxmlformats.org/officeDocument/2006/relationships" r:id="R2a17e7fddc9646c9"/>
  </p:notesMasterIdLst>
  <p:sldIdLst>
    <p:sldId xmlns:r="http://schemas.openxmlformats.org/officeDocument/2006/relationships" id="256" r:id="R28c886413181421c"/>
    <p:sldId xmlns:r="http://schemas.openxmlformats.org/officeDocument/2006/relationships" id="257" r:id="R158e3acdc2244ec4"/>
    <p:sldId xmlns:ns0="http://schemas.openxmlformats.org/officeDocument/2006/relationships" id="310" ns0:id="rId60"/>
    <p:sldId xmlns:r="http://schemas.openxmlformats.org/officeDocument/2006/relationships" id="258" r:id="Ra49efa8693424f49"/>
    <p:sldId xmlns:r="http://schemas.openxmlformats.org/officeDocument/2006/relationships" id="262" r:id="Re2eba5e5e0944eb9"/>
    <p:sldId xmlns:r="http://schemas.openxmlformats.org/officeDocument/2006/relationships" id="263" r:id="R7cc90a26c1ab449a"/>
    <p:sldId xmlns:r="http://schemas.openxmlformats.org/officeDocument/2006/relationships" id="264" r:id="R70258e83279b49c1"/>
    <p:sldId xmlns:r="http://schemas.openxmlformats.org/officeDocument/2006/relationships" id="269" r:id="Ra5cd89306417466e"/>
    <p:sldId xmlns:r="http://schemas.openxmlformats.org/officeDocument/2006/relationships" id="270" r:id="R01dffbf3a9e74e33"/>
    <p:sldId xmlns:r="http://schemas.openxmlformats.org/officeDocument/2006/relationships" id="271" r:id="Ra92b0572185449b3"/>
    <p:sldId xmlns:r="http://schemas.openxmlformats.org/officeDocument/2006/relationships" id="273" r:id="Re404d3508c9743dd"/>
    <p:sldId xmlns:r="http://schemas.openxmlformats.org/officeDocument/2006/relationships" id="274" r:id="R9b53d5aa5d6e45f1"/>
    <p:sldId xmlns:r="http://schemas.openxmlformats.org/officeDocument/2006/relationships" id="275" r:id="R941e002389c2484e"/>
    <p:sldId xmlns:r="http://schemas.openxmlformats.org/officeDocument/2006/relationships" id="276" r:id="R1a80a6a4c32a4132"/>
    <p:sldId xmlns:r="http://schemas.openxmlformats.org/officeDocument/2006/relationships" id="277" r:id="R3fb0b4183db84f77"/>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1ecee40358cd4f4d"/>
    <p:sldId xmlns:r="http://schemas.openxmlformats.org/officeDocument/2006/relationships" id="289" r:id="Rdb1d7ef8afcb45b1"/>
    <p:sldId xmlns:r="http://schemas.openxmlformats.org/officeDocument/2006/relationships" id="290" r:id="Rac58bdbe24634768"/>
    <p:sldId xmlns:r="http://schemas.openxmlformats.org/officeDocument/2006/relationships" id="291" r:id="R5560962c5c0f4610"/>
    <p:sldId xmlns:r="http://schemas.openxmlformats.org/officeDocument/2006/relationships" id="292" r:id="Rdbbef4f26aff4abf"/>
    <p:sldId xmlns:r="http://schemas.openxmlformats.org/officeDocument/2006/relationships" id="293" r:id="R1a2d175bf334447d"/>
    <p:sldId xmlns:r="http://schemas.openxmlformats.org/officeDocument/2006/relationships" id="294" r:id="Rfab4472ea8e6429d"/>
    <p:sldId xmlns:r="http://schemas.openxmlformats.org/officeDocument/2006/relationships" id="295" r:id="Ra599d4e64fdb4098"/>
    <p:sldId xmlns:r="http://schemas.openxmlformats.org/officeDocument/2006/relationships" id="296" r:id="Ra02be4584cab45ff"/>
    <p:sldId xmlns:r="http://schemas.openxmlformats.org/officeDocument/2006/relationships" id="297" r:id="R60936b3f23c24fbe"/>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15e590d6509f4b41"/>
    <p:sldId xmlns:r="http://schemas.openxmlformats.org/officeDocument/2006/relationships" id="299" r:id="R6a3f4248298c475d"/>
    <p:sldId xmlns:r="http://schemas.openxmlformats.org/officeDocument/2006/relationships" id="300" r:id="R1e261de8145b4d4c"/>
    <p:sldId xmlns:r="http://schemas.openxmlformats.org/officeDocument/2006/relationships" id="301" r:id="R923664c246454854"/>
    <p:sldId xmlns:ns0="http://schemas.openxmlformats.org/officeDocument/2006/relationships" id="321" ns0:id="rId71"/>
    <p:sldId xmlns:ns0="http://schemas.openxmlformats.org/officeDocument/2006/relationships" id="322" ns0:id="rId54"/>
    <p:sldId xmlns:r="http://schemas.openxmlformats.org/officeDocument/2006/relationships" id="302" r:id="R9849addcca4f459c"/>
    <p:sldId xmlns:r="http://schemas.openxmlformats.org/officeDocument/2006/relationships" id="303" r:id="R2af2c71d51654fa1"/>
    <p:sldId xmlns:r="http://schemas.openxmlformats.org/officeDocument/2006/relationships" id="304" r:id="R0ca55a1e658c4033"/>
    <p:sldId xmlns:r="http://schemas.openxmlformats.org/officeDocument/2006/relationships" id="305" r:id="R5ca24899417e495c"/>
    <p:sldId xmlns:ns0="http://schemas.openxmlformats.org/officeDocument/2006/relationships" id="323" ns0:id="rId55"/>
    <p:sldId xmlns:ns0="http://schemas.openxmlformats.org/officeDocument/2006/relationships" id="324" ns0:id="rId56"/>
    <p:sldId xmlns:r="http://schemas.openxmlformats.org/officeDocument/2006/relationships" id="308" r:id="R40fffe52c8fc4a14"/>
    <p:sldId xmlns:r="http://schemas.openxmlformats.org/officeDocument/2006/relationships" id="309" r:id="Rb3c9a917eb6040c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ffbf3a9e74e33" Type="http://schemas.openxmlformats.org/officeDocument/2006/relationships/slide" Target="slides/slide9.xml"/><Relationship Id="R0ca55a1e658c4033" Type="http://schemas.openxmlformats.org/officeDocument/2006/relationships/slide" Target="slides/slide44.xml"/><Relationship Id="R158e3acdc2244ec4" Type="http://schemas.openxmlformats.org/officeDocument/2006/relationships/slide" Target="slides/slide2.xml"/><Relationship Id="R15e590d6509f4b41" Type="http://schemas.openxmlformats.org/officeDocument/2006/relationships/slide" Target="slides/slide36.xml"/><Relationship Id="R174dcc96221442e7" Type="http://schemas.openxmlformats.org/officeDocument/2006/relationships/slideMaster" Target="slideMasters/slideMaster1.xml"/><Relationship Id="R1a2d175bf334447d" Type="http://schemas.openxmlformats.org/officeDocument/2006/relationships/slide" Target="slides/slide28.xml"/><Relationship Id="R1a80a6a4c32a4132" Type="http://schemas.openxmlformats.org/officeDocument/2006/relationships/slide" Target="slides/slide14.xml"/><Relationship Id="R1e261de8145b4d4c" Type="http://schemas.openxmlformats.org/officeDocument/2006/relationships/slide" Target="slides/slide38.xml"/><Relationship Id="R1ecee40358cd4f4d" Type="http://schemas.openxmlformats.org/officeDocument/2006/relationships/slide" Target="slides/slide23.xml"/><Relationship Id="R28c886413181421c" Type="http://schemas.openxmlformats.org/officeDocument/2006/relationships/slide" Target="slides/slide1.xml"/><Relationship Id="R2a17e7fddc9646c9" Type="http://schemas.openxmlformats.org/officeDocument/2006/relationships/notesMaster" Target="notesMasters/notesMaster1.xml"/><Relationship Id="R2af2c71d51654fa1" Type="http://schemas.openxmlformats.org/officeDocument/2006/relationships/slide" Target="slides/slide43.xml"/><Relationship Id="R3fb0b4183db84f77" Type="http://schemas.openxmlformats.org/officeDocument/2006/relationships/slide" Target="slides/slide15.xml"/><Relationship Id="R40fffe52c8fc4a14" Type="http://schemas.openxmlformats.org/officeDocument/2006/relationships/slide" Target="slides/slide48.xml"/><Relationship Id="R5560962c5c0f4610" Type="http://schemas.openxmlformats.org/officeDocument/2006/relationships/slide" Target="slides/slide26.xml"/><Relationship Id="R5ca24899417e495c" Type="http://schemas.openxmlformats.org/officeDocument/2006/relationships/slide" Target="slides/slide45.xml"/><Relationship Id="R60936b3f23c24fbe" Type="http://schemas.openxmlformats.org/officeDocument/2006/relationships/slide" Target="slides/slide32.xml"/><Relationship Id="R6927f01454584179" Type="http://schemas.openxmlformats.org/officeDocument/2006/relationships/theme" Target="theme/theme1.xml"/><Relationship Id="R69b0c34f87734e45" Type="http://schemas.openxmlformats.org/officeDocument/2006/relationships/tableStyles" Target="tableStyles.xml"/><Relationship Id="R6a3f4248298c475d" Type="http://schemas.openxmlformats.org/officeDocument/2006/relationships/slide" Target="slides/slide37.xml"/><Relationship Id="R70258e83279b49c1" Type="http://schemas.openxmlformats.org/officeDocument/2006/relationships/slide" Target="slides/slide7.xml"/><Relationship Id="R7cc90a26c1ab449a" Type="http://schemas.openxmlformats.org/officeDocument/2006/relationships/slide" Target="slides/slide6.xml"/><Relationship Id="R923664c246454854" Type="http://schemas.openxmlformats.org/officeDocument/2006/relationships/slide" Target="slides/slide39.xml"/><Relationship Id="R941e002389c2484e" Type="http://schemas.openxmlformats.org/officeDocument/2006/relationships/slide" Target="slides/slide13.xml"/><Relationship Id="R9849addcca4f459c" Type="http://schemas.openxmlformats.org/officeDocument/2006/relationships/slide" Target="slides/slide42.xml"/><Relationship Id="R9b53d5aa5d6e45f1" Type="http://schemas.openxmlformats.org/officeDocument/2006/relationships/slide" Target="slides/slide12.xml"/><Relationship Id="Ra02be4584cab45ff" Type="http://schemas.openxmlformats.org/officeDocument/2006/relationships/slide" Target="slides/slide31.xml"/><Relationship Id="Ra49efa8693424f49" Type="http://schemas.openxmlformats.org/officeDocument/2006/relationships/slide" Target="slides/slide4.xml"/><Relationship Id="Ra599d4e64fdb4098" Type="http://schemas.openxmlformats.org/officeDocument/2006/relationships/slide" Target="slides/slide30.xml"/><Relationship Id="Ra5cd89306417466e" Type="http://schemas.openxmlformats.org/officeDocument/2006/relationships/slide" Target="slides/slide8.xml"/><Relationship Id="Ra92b0572185449b3" Type="http://schemas.openxmlformats.org/officeDocument/2006/relationships/slide" Target="slides/slide10.xml"/><Relationship Id="Rac58bdbe24634768" Type="http://schemas.openxmlformats.org/officeDocument/2006/relationships/slide" Target="slides/slide25.xml"/><Relationship Id="Rb3c9a917eb6040ca" Type="http://schemas.openxmlformats.org/officeDocument/2006/relationships/slide" Target="slides/slide49.xml"/><Relationship Id="Rc0c1dbefc2424a61" Type="http://schemas.openxmlformats.org/officeDocument/2006/relationships/presProps" Target="presProps.xml"/><Relationship Id="Rdb1d7ef8afcb45b1" Type="http://schemas.openxmlformats.org/officeDocument/2006/relationships/slide" Target="slides/slide24.xml"/><Relationship Id="Rdbbef4f26aff4abf" Type="http://schemas.openxmlformats.org/officeDocument/2006/relationships/slide" Target="slides/slide27.xml"/><Relationship Id="Re2eba5e5e0944eb9" Type="http://schemas.openxmlformats.org/officeDocument/2006/relationships/slide" Target="slides/slide5.xml"/><Relationship Id="Re404d3508c9743dd" Type="http://schemas.openxmlformats.org/officeDocument/2006/relationships/slide" Target="slides/slide11.xml"/><Relationship Id="Rfab4472ea8e6429d"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6.xml"/><Relationship Id="rId56" Type="http://schemas.openxmlformats.org/officeDocument/2006/relationships/slide" Target="slides/slide47.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7dd4d0a44a26405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237ae22aeae400d" Type="http://schemas.openxmlformats.org/officeDocument/2006/relationships/notesMaster" Target="../notesMasters/notesMaster1.xml"/><Relationship Id="Rf772ffd4fd0a495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5d5c1f9d6f14f8e" Type="http://schemas.openxmlformats.org/officeDocument/2006/relationships/slide" Target="../slides/slide2.xml"/><Relationship Id="Ra1c2d3f3131f4a5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28ccd64743a4647" Type="http://schemas.openxmlformats.org/officeDocument/2006/relationships/slide" Target="../slides/slide4.xml"/><Relationship Id="Re1d67cf1fe424acd"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d3386948b83f4149" Type="http://schemas.openxmlformats.org/officeDocument/2006/relationships/notesMaster" Target="../notesMasters/notesMaster1.xml"/><Relationship Id="Re9b9dcd33cb6495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cf532c698da54d1b" Type="http://schemas.openxmlformats.org/officeDocument/2006/relationships/slide" Target="../slides/slide6.xml"/><Relationship Id="Re8021b62f11949f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11f070c1246407f" Type="http://schemas.openxmlformats.org/officeDocument/2006/relationships/slide" Target="../slides/slide7.xml"/><Relationship Id="R6f3caa87dc8940dc"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266d0ffd3f3403a" Type="http://schemas.openxmlformats.org/officeDocument/2006/relationships/slide" Target="../slides/slide8.xml"/><Relationship Id="R237f71c69aeb406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26995c6896d4a18" Type="http://schemas.openxmlformats.org/officeDocument/2006/relationships/slide" Target="../slides/slide9.xml"/><Relationship Id="Rfff4bddd19b44fd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c217a63e63e408b" Type="http://schemas.openxmlformats.org/officeDocument/2006/relationships/slide" Target="../slides/slide10.xml"/><Relationship Id="Rcdb234386040433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d324f46376a42ac" Type="http://schemas.openxmlformats.org/officeDocument/2006/relationships/notesMaster" Target="../notesMasters/notesMaster1.xml"/><Relationship Id="R71d46caaa0cf446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6b2f19e82414071" Type="http://schemas.openxmlformats.org/officeDocument/2006/relationships/notesMaster" Target="../notesMasters/notesMaster1.xml"/><Relationship Id="Rb64a3fab97f74ae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708b505cb434e33" Type="http://schemas.openxmlformats.org/officeDocument/2006/relationships/notesMaster" Target="../notesMasters/notesMaster1.xml"/><Relationship Id="R8a87ff0588984704"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c4ded704d304fd3" Type="http://schemas.openxmlformats.org/officeDocument/2006/relationships/slide" Target="../slides/slide14.xml"/><Relationship Id="R7f31b1d2e6e64bf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0910fa7fdda462c" Type="http://schemas.openxmlformats.org/officeDocument/2006/relationships/notesMaster" Target="../notesMasters/notesMaster1.xml"/><Relationship Id="R6bb1dad38d0f4769"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9d5586aa1ed4955" Type="http://schemas.openxmlformats.org/officeDocument/2006/relationships/notesMaster" Target="../notesMasters/notesMaster1.xml"/><Relationship Id="R0a52046aaea3443c"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c7d7bcc2fd9f48b0" Type="http://schemas.openxmlformats.org/officeDocument/2006/relationships/slide" Target="../slides/slide24.xml"/><Relationship Id="Rd055c715ff91487b"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a7b98d18565b44c6" Type="http://schemas.openxmlformats.org/officeDocument/2006/relationships/slide" Target="../slides/slide25.xml"/><Relationship Id="Rd1cac365e7ee458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1c5289af61a4c9f" Type="http://schemas.openxmlformats.org/officeDocument/2006/relationships/slide" Target="../slides/slide26.xml"/><Relationship Id="R6cf15d1c44584c35"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dbd29dfc481421e" Type="http://schemas.openxmlformats.org/officeDocument/2006/relationships/slide" Target="../slides/slide27.xml"/><Relationship Id="R66bf29678b0e492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d75be73dc7854d57" Type="http://schemas.openxmlformats.org/officeDocument/2006/relationships/notesMaster" Target="../notesMasters/notesMaster1.xml"/><Relationship Id="Rd9bb5623ec00434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89bb88f86c874e73" Type="http://schemas.openxmlformats.org/officeDocument/2006/relationships/notesMaster" Target="../notesMasters/notesMaster1.xml"/><Relationship Id="R8c41c5e881514a8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e1435fcd639b4b63" Type="http://schemas.openxmlformats.org/officeDocument/2006/relationships/slide" Target="../slides/slide30.xml"/><Relationship Id="Rf85a5a3fa2664684"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6b33d13704b476d" Type="http://schemas.openxmlformats.org/officeDocument/2006/relationships/slide" Target="../slides/slide31.xml"/><Relationship Id="Rf1f4a5dda0c64aa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6430ba5f9e844ee0" Type="http://schemas.openxmlformats.org/officeDocument/2006/relationships/notesMaster" Target="../notesMasters/notesMaster1.xml"/><Relationship Id="Rca685f2f7520458d"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b924c85246b49e1" Type="http://schemas.openxmlformats.org/officeDocument/2006/relationships/slide" Target="../slides/slide36.xml"/><Relationship Id="R4708d6ca0f57420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40077e76ae3740b9" Type="http://schemas.openxmlformats.org/officeDocument/2006/relationships/notesMaster" Target="../notesMasters/notesMaster1.xml"/><Relationship Id="Raeb287b3019c40f7"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9975e2e7a82b42ae" Type="http://schemas.openxmlformats.org/officeDocument/2006/relationships/notesMaster" Target="../notesMasters/notesMaster1.xml"/><Relationship Id="R9f559869865740f9"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82c688f02d84371" Type="http://schemas.openxmlformats.org/officeDocument/2006/relationships/notesMaster" Target="../notesMasters/notesMaster1.xml"/><Relationship Id="Rd642aaeb86d74220"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edbfea9cdacd44e0" Type="http://schemas.openxmlformats.org/officeDocument/2006/relationships/slide" Target="../slides/slide42.xml"/><Relationship Id="Rfeaf0657165e494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b6814be5ca6940c0" Type="http://schemas.openxmlformats.org/officeDocument/2006/relationships/notesMaster" Target="../notesMasters/notesMaster1.xml"/><Relationship Id="Rf709f413124e428d"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5a19b9f73b504184" Type="http://schemas.openxmlformats.org/officeDocument/2006/relationships/notesMaster" Target="../notesMasters/notesMaster1.xml"/><Relationship Id="Rb5330e0f72254b6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7a4b4d46e2264393" Type="http://schemas.openxmlformats.org/officeDocument/2006/relationships/notesMaster" Target="../notesMasters/notesMaster1.xml"/><Relationship Id="Re75b78de46b64f0a"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dc0805ef5b044a45" Type="http://schemas.openxmlformats.org/officeDocument/2006/relationships/notesMaster" Target="../notesMasters/notesMaster1.xml"/><Relationship Id="Re8c5e73c341b42fd"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8d55e601a8274c8b" Type="http://schemas.openxmlformats.org/officeDocument/2006/relationships/slide" Target="../slides/slide49.xml"/><Relationship Id="Ree0a2d56a7af4b4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7.04 down to 0.05. The validation error falls much less, and it stays far above the training error; at depth eight it is 3.97.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0.78 deg C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deg C.</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deg C.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deg C.</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3.95 deg C. The leaky error is 0.00.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C of the Block 1 assignment pack, worth twenty marks. They are built around group_split and predict_regression.</a:t>
            </a:r>
          </a:p>
          <a:p/>
          <a:p>
            <a:r>
              <a:t>This is the last part, so the whole pack is due by Friday 20 November at 11:00 Kampala time. In a moment we show where each part is submitted.</a:t>
            </a:r>
          </a:p>
          <a:p/>
          <a:p>
            <a:r>
              <a:t>The Block 1 quiz opens after today's class.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motor temperature, and its unit is deg C.</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deg C for motor temperature.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1 assignment pack goes in. It has 3 parts, one notebook for each, and each part has its own form.</a:t>
            </a:r>
          </a:p>
          <a:p/>
          <a:p>
            <a:r>
              <a:t>Open the form for each part in turn, enter your full Student Registration Number, and upload that part's notebook. Do not wait for the last minute, because the pack closes Friday 20 November at 11:00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1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8, 9 and 10.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hand in our Block 1 notebooks,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8d407a1b4f644e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f7ba82dbd32447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245d12336fb4a6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c2114a6180e4a0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accd0ff22bc49a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338828e835441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829118-0A89-484B-9A0C-247035B31A0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79BF0B1-429F-439B-9C92-53EF12F72C8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1E84BB-7E0A-49C7-B27A-E55D2C753C8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C4090F-BCCF-4F77-959A-E176125E9A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B7E46F-5B1E-4344-ACE1-990D591E08B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A7EFEB-B9F7-4A63-A519-7CD372DB211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D02F2C-E960-4DE1-8CB6-6A6FF82DE2E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CD862-8423-4FC1-B8F0-92360717D34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8CFC48-A3DD-48CA-97C6-7AE19E43C9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CB2E64-69A3-4822-B075-4E7B40247FB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18699b9092948c4" Type="http://schemas.openxmlformats.org/officeDocument/2006/relationships/slideLayout" Target="../slideLayouts/slideLayout6.xml"/><Relationship Id="R33b1086816264b94" Type="http://schemas.openxmlformats.org/officeDocument/2006/relationships/slideLayout" Target="../slideLayouts/slideLayout1.xml"/><Relationship Id="R508c3b468f2d4f2c" Type="http://schemas.openxmlformats.org/officeDocument/2006/relationships/slideLayout" Target="../slideLayouts/slideLayout2.xml"/><Relationship Id="R59db22eb4c8c43eb" Type="http://schemas.openxmlformats.org/officeDocument/2006/relationships/slideLayout" Target="../slideLayouts/slideLayout3.xml"/><Relationship Id="R812d1df7d6ec44fb" Type="http://schemas.openxmlformats.org/officeDocument/2006/relationships/theme" Target="theme/theme2.xml"/><Relationship Id="Rd366e188ca564f15" Type="http://schemas.openxmlformats.org/officeDocument/2006/relationships/slideLayout" Target="../slideLayouts/slideLayout4.xml"/><Relationship Id="Reb99b363398447ac"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b1086816264b94"/>
    <p:sldLayoutId xmlns:r="http://schemas.openxmlformats.org/officeDocument/2006/relationships" id="2147483650" r:id="R508c3b468f2d4f2c"/>
    <p:sldLayoutId xmlns:r="http://schemas.openxmlformats.org/officeDocument/2006/relationships" id="2147483651" r:id="R59db22eb4c8c43eb"/>
    <p:sldLayoutId xmlns:r="http://schemas.openxmlformats.org/officeDocument/2006/relationships" id="2147483652" r:id="Rd366e188ca564f15"/>
    <p:sldLayoutId xmlns:r="http://schemas.openxmlformats.org/officeDocument/2006/relationships" id="2147483653" r:id="Reb99b363398447ac"/>
    <p:sldLayoutId xmlns:r="http://schemas.openxmlformats.org/officeDocument/2006/relationships" id="2147483654" r:id="R018699b9092948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84704f39a04aea" Type="http://schemas.openxmlformats.org/officeDocument/2006/relationships/image" Target="../media/image.png"/><Relationship Id="Raf8ff7acacee4e9e" Type="http://schemas.openxmlformats.org/officeDocument/2006/relationships/notesSlide" Target="../notesSlides/notesSlide1.xml"/><Relationship Id="Rbcf0cf09ab704472"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d98773427fa48cd" Type="http://schemas.openxmlformats.org/officeDocument/2006/relationships/slideLayout" Target="../slideLayouts/slideLayout6.xml"/><Relationship Id="R80adcb928293420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437c8668d27441e4" Type="http://schemas.openxmlformats.org/officeDocument/2006/relationships/notesSlide" Target="../notesSlides/notesSlide4.xml"/><Relationship Id="R51723c456c8241a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3779126c642453c" Type="http://schemas.openxmlformats.org/officeDocument/2006/relationships/notesSlide" Target="../notesSlides/notesSlide5.xml"/><Relationship Id="R64b229b0c3ae4992"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5aa5fac12a2d413d" Type="http://schemas.openxmlformats.org/officeDocument/2006/relationships/image" Target="../media/image2.png"/><Relationship Id="R659f9b2e23344750" Type="http://schemas.openxmlformats.org/officeDocument/2006/relationships/notesSlide" Target="../notesSlides/notesSlide6.xml"/><Relationship Id="Rb5b6c06735494f13"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ebe1a8d982e64124" Type="http://schemas.openxmlformats.org/officeDocument/2006/relationships/notesSlide" Target="../notesSlides/notesSlide7.xml"/><Relationship Id="Rfc0acfac6d0f4b0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47b84eba91a74c35" Type="http://schemas.openxmlformats.org/officeDocument/2006/relationships/slideLayout" Target="../slideLayouts/slideLayout6.xml"/><Relationship Id="R57faa0f3b9b04e0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3152287305e4a2f" Type="http://schemas.openxmlformats.org/officeDocument/2006/relationships/slideLayout" Target="../slideLayouts/slideLayout6.xml"/><Relationship Id="Rfcbf92b733144c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fb42ac0f41d4120" Type="http://schemas.openxmlformats.org/officeDocument/2006/relationships/slideLayout" Target="../slideLayouts/slideLayout6.xml"/><Relationship Id="Rf63852ee69404f2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e2207281944055" Type="http://schemas.openxmlformats.org/officeDocument/2006/relationships/notesSlide" Target="../notesSlides/notesSlide11.xml"/><Relationship Id="R49c2b162521c4d16"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7510803dba8497b" Type="http://schemas.openxmlformats.org/officeDocument/2006/relationships/slideLayout" Target="../slideLayouts/slideLayout6.xml"/><Relationship Id="Rdd84cc44ff424cc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5488a93777c4faf" Type="http://schemas.openxmlformats.org/officeDocument/2006/relationships/notesSlide" Target="../notesSlides/notesSlide13.xml"/><Relationship Id="Readea8f0bbab48a3"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936625cf4195437d" Type="http://schemas.openxmlformats.org/officeDocument/2006/relationships/slideLayout" Target="../slideLayouts/slideLayout6.xml"/><Relationship Id="R96d3afdb2a69439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66184859e7e40b4" Type="http://schemas.openxmlformats.org/officeDocument/2006/relationships/slideLayout" Target="../slideLayouts/slideLayout6.xml"/><Relationship Id="R8bb4f8e97b20435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4d1d65f6fb6b40b5" Type="http://schemas.openxmlformats.org/officeDocument/2006/relationships/slideLayout" Target="../slideLayouts/slideLayout6.xml"/><Relationship Id="R52d4ff254aad41b7" Type="http://schemas.openxmlformats.org/officeDocument/2006/relationships/image" Target="../media/image3.png"/><Relationship Id="Reff631cd6a6846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debebd3ebcb4eb5" Type="http://schemas.openxmlformats.org/officeDocument/2006/relationships/slideLayout" Target="../slideLayouts/slideLayout6.xml"/><Relationship Id="Ra685bfc1aadb48a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a4792ecc0f24cff" Type="http://schemas.openxmlformats.org/officeDocument/2006/relationships/slideLayout" Target="../slideLayouts/slideLayout6.xml"/><Relationship Id="Rcbf787bd4ba747b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90f7b3bd8d74731" Type="http://schemas.openxmlformats.org/officeDocument/2006/relationships/notesSlide" Target="../notesSlides/notesSlide26.xml"/><Relationship Id="R3be82ad9e7884985"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9f51c20fad84ad7" Type="http://schemas.openxmlformats.org/officeDocument/2006/relationships/notesSlide" Target="../notesSlides/notesSlide27.xml"/><Relationship Id="R6ec0222979cf40ee"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0c89dc68d0d4a4a" Type="http://schemas.openxmlformats.org/officeDocument/2006/relationships/slideLayout" Target="../slideLayouts/slideLayout6.xml"/><Relationship Id="R8eed101132454de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9016031ee4df425c" Type="http://schemas.openxmlformats.org/officeDocument/2006/relationships/notesSlide" Target="../notesSlides/notesSlide29.xml"/><Relationship Id="Rf9389f1905814a29"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28b3b3009cff4bfa" Type="http://schemas.openxmlformats.org/officeDocument/2006/relationships/slideLayout" Target="../slideLayouts/slideLayout6.xml"/><Relationship Id="Rb6951f010be84d9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00f49bf707bd41e5" Type="http://schemas.openxmlformats.org/officeDocument/2006/relationships/slideLayout" Target="../slideLayouts/slideLayout6.xml"/><Relationship Id="R887707201cdf4dcd"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da37ea7be95454e" Type="http://schemas.openxmlformats.org/officeDocument/2006/relationships/notesSlide" Target="../notesSlides/notesSlide32.xml"/><Relationship Id="R5940e7e0dfe24086"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2c2faa889522490f" Type="http://schemas.openxmlformats.org/officeDocument/2006/relationships/notesSlide" Target="../notesSlides/notesSlide36.xml"/><Relationship Id="R2f7dd3b0f6ee4d84"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5b159379b174e0f" Type="http://schemas.openxmlformats.org/officeDocument/2006/relationships/notesSlide" Target="../notesSlides/notesSlide37.xml"/><Relationship Id="R835fd3de561542ff"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e41b10270e7743fd" Type="http://schemas.openxmlformats.org/officeDocument/2006/relationships/slideLayout" Target="../slideLayouts/slideLayout6.xml"/><Relationship Id="Rfcec70d1d82e429d"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7cef1ffc81f4517" Type="http://schemas.openxmlformats.org/officeDocument/2006/relationships/slideLayout" Target="../slideLayouts/slideLayout6.xml"/><Relationship Id="Rb732fd039e5c487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a84aea80aeb74311" Type="http://schemas.openxmlformats.org/officeDocument/2006/relationships/slideLayout" Target="../slideLayouts/slideLayout6.xml"/><Relationship Id="Rf70041b8fc0c4def"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cf23b03eecb4ed8" Type="http://schemas.openxmlformats.org/officeDocument/2006/relationships/slideLayout" Target="../slideLayouts/slideLayout6.xml"/><Relationship Id="Rfeffdaa9674c4af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2c6cd95ba4144b43" Type="http://schemas.openxmlformats.org/officeDocument/2006/relationships/notesSlide" Target="../notesSlides/notesSlide44.xml"/><Relationship Id="Rfbbe83a972c9484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4dfe11c8ad434d42" Type="http://schemas.openxmlformats.org/officeDocument/2006/relationships/notesSlide" Target="../notesSlides/notesSlide45.xml"/><Relationship Id="Rc3923cf0f99243c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eAVNyokX8n-TQXwu2hQtJJkeKsQcU8katFAhghZmQH4HJreA/viewform" TargetMode="External"/><Relationship Id="rId3" Type="http://schemas.openxmlformats.org/officeDocument/2006/relationships/hyperlink" Target="https://docs.google.com/forms/d/e/1FAIpQLSfelPFlgqIQS1vM0QDthocg7aIU_WLXNjL4g1DdZAJyKcm9eA/viewform" TargetMode="External"/><Relationship Id="rId4" Type="http://schemas.openxmlformats.org/officeDocument/2006/relationships/hyperlink" Target="https://docs.google.com/forms/d/e/1FAIpQLSd5yLPYJ8OPmahSQIIIPfI-OfVHWbcHnwnntSRiE7wafqbRTg/viewform"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KsZJ7QANUE99kkX36" TargetMode="External"/><Relationship Id="rId3" Type="http://schemas.openxmlformats.org/officeDocument/2006/relationships/hyperlink" Target="https://forms.gle/U2h5A1itpmZZTogm6" TargetMode="External"/><Relationship Id="rId4" Type="http://schemas.openxmlformats.org/officeDocument/2006/relationships/hyperlink" Target="https://forms.gle/KJmiCV72Y98y51a38"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9dec28475a204dc6" Type="http://schemas.openxmlformats.org/officeDocument/2006/relationships/slideLayout" Target="../slideLayouts/slideLayout6.xml"/><Relationship Id="Rf42e7fa7ae1f48a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0d0f5d7f6d449bd" Type="http://schemas.openxmlformats.org/officeDocument/2006/relationships/notesSlide" Target="../notesSlides/notesSlide49.xml"/><Relationship Id="R2c2da1ba2d304e60" Type="http://schemas.openxmlformats.org/officeDocument/2006/relationships/hyperlink" Target="https://www.youtube.com/watch?v=fSytzGwwBVw" TargetMode="External"/><Relationship Id="Rdc355c8d3a534f6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5DD2775-53E6-429A-BB44-1CBCC40A705D}"/>
              </a:ext>
            </a:extLst>
          </p:cNvPr>
          <p:cNvPicPr>
            <a:picLocks xmlns:a="http://schemas.openxmlformats.org/drawingml/2006/main" noChangeAspect="1"/>
          </p:cNvPicPr>
          <p:nvPr/>
        </p:nvPicPr>
        <p:blipFill>
          <a:blip xmlns:r="http://schemas.openxmlformats.org/officeDocument/2006/relationships" xmlns:a="http://schemas.openxmlformats.org/drawingml/2006/main" r:embed="R9684704f39a04a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1F5A1AD-771B-4B80-893C-1252ABDB4A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FCB401D-970C-4CD0-9320-6A94C4B75DB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86A2C7FC-AA69-42C1-8DA0-F7218ADFB9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7CC08504-8519-41EE-9D56-DDFA1AE4C4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6EF2A47-8A34-4585-A26B-9468306D81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84688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05BD59-41DD-437D-AEC3-760237DCCA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E76306-FD99-4B71-9DB9-48E57F37BB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189749-B848-46AF-8B07-F8BD4BBC8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74BDD51-1FB4-4BE1-B07E-2B6103692CE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E2E0DC-7926-47A3-B315-92C24191706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34687CF-C4FB-4660-8809-1E3FFF16F9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99E00C4A-760B-4FAF-B527-44F4413827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83681D7E-9AEC-4ED1-A1D7-08BD3AB019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501104839"/>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7FA81C-F07F-4779-9B9A-D7349318D7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D2E5D2-D73A-41DC-AAFB-750690314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554FBE-FC79-4494-B4AC-AF94B3FE59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B760CF33-6739-42D4-9FA0-9B78D7EB83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52C4D-8747-4E6B-879D-0195339156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10A385-CD35-4BD3-91C7-92592F2C1A1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4FB37C79-561C-46BC-B32B-8701A0BD9A9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F6089444-57A2-4601-A123-282E24EE9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106812067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2E15BE-D4CC-4B05-8491-CDAFEA447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D7848D-7D88-4D78-B060-23A984DF2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B38CA7-976E-4550-8C39-A1CAAD2C6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008C892-2890-4850-9575-146AE79828D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457C20-1CFC-4FD3-9563-4DD1572F273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0CF5D53-6E51-40D0-8342-7F6DB28902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F3AB3CA-5F70-4482-8BCB-EE91BE68D4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E667058-4ADB-43F9-89CE-1BC4F9AAC1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19487943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47A20C-B8F0-43F4-B818-3CFE9832424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850525-F52B-49D9-BC22-5295DCA38E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56F111CE-5346-4BD6-AB4C-5C14EEC29AC8}"/>
              </a:ext>
            </a:extLst>
          </p:cNvPr>
          <p:cNvPicPr>
            <a:picLocks xmlns:a="http://schemas.openxmlformats.org/drawingml/2006/main" noChangeAspect="1"/>
          </p:cNvPicPr>
          <p:nvPr/>
        </p:nvPicPr>
        <p:blipFill>
          <a:blip xmlns:r="http://schemas.openxmlformats.org/officeDocument/2006/relationships" xmlns:a="http://schemas.openxmlformats.org/drawingml/2006/main" r:embed="R5aa5fac12a2d413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AED6153-E77B-4552-894D-56F03F6C9FD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3309DB-01FB-430A-B04D-A9E7DB91768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614163B-CFA3-44F6-B781-F6C84751C3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11923958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8726D6-F793-42C9-87CF-DB7A94F2B1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A29A33-DC04-490D-90FB-40B32E8F5C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38ECE7-A6FD-4D83-BB92-9D239BB7C1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829CF148-113F-4FC5-BE25-82C25F8351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272407-AEC6-49F3-BD07-3B9B90F59C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794F0EE-2E48-44DF-A1BE-F40C0D0070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7C47F4E-6D33-4020-B737-8DF7C5EDC0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8695FAF3-3D99-4643-82F3-979139EC9F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14050487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A96960-8336-431E-8CFD-6B4ED4CD4F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17C3D4-3843-4632-AC69-1014D48347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54B9DB-23F4-4C58-8C28-B2EBE8D29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6428C953-3F92-40A6-8581-11AA4B59B8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74407-32C6-4B14-A792-970392A4B4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98C71E62-64A5-4670-9CC0-CA9602291D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B89EA89-CE53-48DD-A443-26EB87C1DC6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E7FE8D8-F012-4C23-A918-C5F782A4F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12263203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A927E8-3F22-4BC7-AF42-8AC0BB78B8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60F9A2-269A-443D-AB98-62691338DE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ACDA6A-06D5-4F34-86D9-F08ACE5EC4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D036BB00-BB10-4A95-AAD6-04F767503F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C9934E-6A50-41D6-B894-E29B55228A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7B8B21D-16FB-4F09-8A4A-AC5A289AE01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F08FF0CF-3AAD-4199-AE99-06A05881F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6252855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BC2573-FA1E-4EE4-B814-2F9546BCB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5F2FFC-4D4D-434B-BC3B-A48DC973DB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9EF8E3-C0C3-467F-8F04-3A3E02E251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ADBD5F1D-C144-4DED-A6CD-B3591D1B6C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0999950-8052-4755-8C7F-7BE0830DB2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F0C6EA6-ED9F-4B08-B9C0-66CADEA8B23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C410BFC-96FC-49A0-BC99-A68F00B2C3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C63791E-C0A8-43F6-8460-E0DC7F23D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p14:creationId xmlns:p14="http://schemas.microsoft.com/office/powerpoint/2010/main" val="19823695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8D4737-9716-456A-8FF2-DD63BFBBEE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6F8BEA-DB69-4262-AF24-94E7638771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B7FB43-3DD2-4631-A734-683307ACB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7A6C3B92-16AE-4A1C-9377-F381048ABB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1BDC285-411F-400E-A023-C90F1C9317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51FDDF2B-8E21-4A6F-B805-A4D68A0AE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84B59B8-5B6C-4146-A892-E8A6F9CFAF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77EB33D-7244-40B9-A98E-DF70FF65C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20984118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273D51-BC22-4341-9CB5-7457E5D56C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27C8DE-408F-469F-B3EE-846754D60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66D828-F87A-4FDF-8738-0030B8E793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16964CC3-7005-45A6-97EF-3FDCF2260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3C6E1A-2DFB-41A0-94F4-8ECD59BA61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BF4096-12E5-457B-8683-5059CA57263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1F83783F-42FB-457B-AEF7-C6CC5A0C907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5736F205-0C18-4A21-A39E-881AFFA4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11693450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0CC202-32F8-4BD5-8BA4-AD9E1604B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0F0852-2DE4-4F57-A0B3-BF27929A91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FB11DC-4EB0-4C09-9EE3-B03D075F5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60F090-EFC5-45B1-98D7-FA1CB8B1DE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5DD219-20E6-4F99-8F56-6A7E6D41E5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40CDAE5B-90AF-46C3-B782-1BFF9F880BD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3B3CE7-B5E6-4843-A0E7-F3F3A5F4F6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65EF1A3C-7601-4AC9-98AC-1C3C75264F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BE342E-44B1-4008-B014-315736427E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6260E230-7FEB-45BB-9F7B-55BB1C3B4A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6026360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F3978E-57C9-403A-A9BC-662251003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383FF8-467C-460F-98F6-533A5478D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497301-690D-4A25-A3D0-BF51603FD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A1D136C-E953-4EB9-BF5D-AD7200974F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A4D55D-A68B-4D80-B1D8-2D4DDE899D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9177D62-D5FA-4C70-88B7-59EA04D1B1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DD242F24-451E-401B-AAA3-FE41BDDBD6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A7BF3617-4FF2-403C-AAFE-5EA59C6763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20578184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EEC8C4-98F2-482F-9AD3-A7D1563F74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7CF659-C2E3-4249-8D8B-39BCF9061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B7FD59-9103-45EB-9739-3A240137A6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D7DA7E44-0F14-45A0-864F-08ABA3DF36B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D8099A-3BFC-4228-82A0-3A89AE11E5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A72301D2-2297-4F18-9140-EC8F23D8FA1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F0D19716-5863-49B2-8977-CC2ABB35F1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FC11CFB-222A-422B-B82C-EFD72BC9FD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1564799495"/>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falls to almost zero, validation error stays far above it</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1 7.04 7.86</a:t>
            </a:r>
          </a:p>
          <a:p>
            <a:r>
              <a:rPr sz="1400">
                <a:solidFill>
                  <a:srgbClr val="1C3144"/>
                </a:solidFill>
                <a:latin typeface="Courier New"/>
              </a:rPr>
              <a:t>4 1.73 4.79</a:t>
            </a:r>
          </a:p>
          <a:p>
            <a:r>
              <a:rPr sz="1400">
                <a:solidFill>
                  <a:srgbClr val="1C3144"/>
                </a:solidFill>
                <a:latin typeface="Courier New"/>
              </a:rPr>
              <a:t>8 0.05 3.97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deg C.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381000" y="1332214"/>
            <a:ext cx="11430000" cy="41681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BF19C1-3461-424B-AD11-5E38B034CD2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F305CD-B11A-40A2-8492-944F5C1A1BE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F9D0CF05-2DB1-426D-AA18-6C771F5F5672}"/>
              </a:ext>
            </a:extLst>
          </p:cNvPr>
          <p:cNvPicPr>
            <a:picLocks xmlns:a="http://schemas.openxmlformats.org/drawingml/2006/main" noChangeAspect="1"/>
          </p:cNvPicPr>
          <p:nvPr/>
        </p:nvPicPr>
        <p:blipFill>
          <a:blip xmlns:r="http://schemas.openxmlformats.org/officeDocument/2006/relationships" xmlns:a="http://schemas.openxmlformats.org/drawingml/2006/main" r:embed="R52d4ff254aad41b7"/>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72C0B2F-47B2-4A67-8044-94C14A10292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77DFD5-67A3-47DD-803C-47E351D887F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C6ECCDC1-20F6-4E93-9E05-6F738ECC7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166751647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196362-4CD1-4091-B807-CFDCD7620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EF2394-C0D8-4082-8D01-F2EBA3E19C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EA5772-2DDF-4059-9933-41C8BA5B99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9490BCAB-05AF-41F4-9087-471DB6A5E13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2D875A-C1C8-4FFB-A93D-5A863542AD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5958F51-D215-4DC8-B931-C5B80229DA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C5A8D8C1-DF23-44B4-A11F-A92AB05513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23A5C27A-91D3-4CFF-A9FA-3F66A1214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970183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73F5F-07A7-47D3-B55A-0832BC95D6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A64870-573A-4DCC-A675-731E1A6449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6F1CDC-E7AD-4610-AD12-264F1CC4E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9434438-7874-4F68-8664-8F22C89662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F962D-23CF-4061-99AC-F73652EF91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7844DFB9-7B11-4CBA-9F1F-8F09128F93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F4A4E9-9FB0-4A5E-8BDD-A1FCC60E0F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AF6A0E5E-4EFA-4074-9E12-66C3DB46D1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5EB310-9455-4E45-A65B-6B376D85992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2D841757-FE82-47E5-98D6-6481099071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89812778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C3415F-7FFB-4CA8-8D2B-5037B9A005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64DBD2-04EB-4EB8-A199-3A78FBC00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25E0A4-2395-47C3-A33C-6C3D11C23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8B3FCD95-911D-43E0-A9E8-FA871F5D41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DBE11C-F35E-49C0-A05D-A6CF0EF845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589074-17A7-4960-899B-73DCCC8737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9F47A4A4-B66B-4D72-9E40-88828EC1837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F89C6FB4-2768-4586-B72E-CB5ACE1C1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26</a:t>
            </a:r>
          </a:p>
        </p:txBody>
      </p:sp>
    </p:spTree>
    <p:extLst>
      <p:ext uri="{BB962C8B-B14F-4D97-AF65-F5344CB8AC3E}">
        <p14:creationId xmlns:p14="http://schemas.microsoft.com/office/powerpoint/2010/main" val="123092555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9385B8-3264-4161-A7DE-652314104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E1EDE5-1D77-4C19-AB14-86E29E38E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A27680-4326-467F-826A-105FF03FB3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286E7AC8-78DE-4B35-A77F-9549770FCB9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67CFCE-FFF2-4EC8-992D-3BC8952F575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DECADD8C-74A4-4C2C-8FEE-220ADB29723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939BC437-A824-480D-9BC8-E6482377D0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212726067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46FA0F-8D61-4680-A8FC-762D9B5535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A86814-9300-479D-A023-7F7068A50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1477D2-8418-43DA-BC34-A80426CAA8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8D1B7FEE-9FBC-4727-8E14-C755D622465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2389FC8-4A60-4672-B53A-8342977C3B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FDEF7D52-FED8-45DF-B09C-9580DC8E64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C8896108-EABF-476F-9339-AC1C3AA7BD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1FAEE7E-FF92-4AA3-98B2-D057A10F75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12748062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74649D-BD5A-4D49-9A82-D13108B0B2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B3DCB6-02AA-44C5-8893-49D4E60A7A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7E9ADF-A2AD-41FB-B109-4E5F1B91C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504F11BC-2B47-41F5-B89C-171BF051208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56F257-F5F4-490B-97F4-55F0B45A4B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16000040-CCD3-4102-9320-91927E42183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4FF1B5DF-6FAC-4C6E-8C2C-7EE112BA00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29</a:t>
            </a:r>
          </a:p>
        </p:txBody>
      </p:sp>
    </p:spTree>
    <p:extLst>
      <p:ext uri="{BB962C8B-B14F-4D97-AF65-F5344CB8AC3E}">
        <p14:creationId xmlns:p14="http://schemas.microsoft.com/office/powerpoint/2010/main" val="11762337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3A2A799-111C-4153-8EF9-124AFAC0D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8ED300-5F67-4B9B-8D67-09FD7E3CC0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7759F2-4F16-4C9A-A840-A75475FE3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36AEB194-B866-438F-BEE2-D51813001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203CDB-B822-49D8-AC20-77DA1AACA6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48D6EB2-78DC-40C6-B42D-5F8035A235D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2E74E4-8DCA-46DC-B8F6-6BAACDBE5A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89BC7F55-53C0-422F-9374-D4C44BC28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D81DDB34-D074-4BC5-B9DD-BA34E7A98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15590824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0FBAB1-9C8C-444B-B0D2-51B04653D0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44CF41-9CDE-470F-B181-E918B0DA74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198B5B-85C6-4E5C-9F19-4F183DC6CE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27C0E956-3C42-4342-A001-F8F5344DFAE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A718C9-4AB2-43C1-98AC-010CB6555EF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210E1AAC-83D7-44F3-B587-BA0CE2DCE75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39C2E3B-5EF4-4A0A-8C45-374CE9342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96129210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126A63-D0CE-47DA-ACBF-A67A439673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0CEE73-1F20-4BE1-8EF8-208ABDBA2B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C5F3FA-1F44-433C-A92D-A25FF74C94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B638C068-35EB-47E7-B030-9C6005DDBD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44D1C8-78D5-404B-B650-48354E00D5D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B3181FB5-D21C-4109-9F52-139CF3BAB8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A25C9658-6F7C-4156-83B4-3B075C70F5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E76F06-8F2F-4BCC-A290-F38386D87C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1756158233"/>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3.95</a:t>
            </a:r>
          </a:p>
          <a:p>
            <a:r>
              <a:rPr sz="1600">
                <a:solidFill>
                  <a:srgbClr val="1C3144"/>
                </a:solidFill>
                <a:latin typeface="Courier New"/>
              </a:rPr>
              <a:t>leaky  0.0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deg C.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4A500E-802F-43A5-BDC5-1F35424193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88294A-81B1-4578-A3E5-90259A958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A59836-BB2E-45B8-AA86-D93BD15FF1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70FF23E3-D670-47A9-AA2A-DAB37B1853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183C2A-0E8D-44CA-9602-8DD8959E8D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CDEEC4C-AD75-4817-9E6C-6D08CB8824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95881981-9B43-46A5-BA50-C878BCFEC4F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31D8A068-04A0-459F-9D67-80FA25C355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36</a:t>
            </a:r>
          </a:p>
        </p:txBody>
      </p:sp>
    </p:spTree>
    <p:extLst>
      <p:ext uri="{BB962C8B-B14F-4D97-AF65-F5344CB8AC3E}">
        <p14:creationId xmlns:p14="http://schemas.microsoft.com/office/powerpoint/2010/main" val="15009218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74EC19-ECCB-4746-8C23-0444539EE0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5347D1-B349-49CF-9641-3E65B5148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5AA762-94A2-4F14-94C4-B03A05D833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8E27538-8475-4DE4-A78F-64E772CD10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069447-672D-4797-9E61-A11A54020F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0DCF9F57-C64C-4646-9EA7-233C51378F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DF987B-6214-4435-846E-E5A7D60558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1F3E67AD-9ECD-4187-B5A9-C532B2AFC1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1C112E-7AC2-4F10-95B6-7D83D1BCFF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1D689E2-51D0-4301-B787-B0E6381EC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37</a:t>
            </a:r>
          </a:p>
        </p:txBody>
      </p:sp>
    </p:spTree>
    <p:extLst>
      <p:ext uri="{BB962C8B-B14F-4D97-AF65-F5344CB8AC3E}">
        <p14:creationId xmlns:p14="http://schemas.microsoft.com/office/powerpoint/2010/main" val="24231795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61B04A-6607-48EB-A37B-4C3F7CA19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2A66BD-E66E-4A07-9E9A-A5E23FE326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3A2700-B447-44AD-B209-28C4F819BC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811940C5-08BA-4FB1-88ED-35F58457184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688772-4DA7-4EF6-9BD2-D292FE842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58AD21EA-C10B-4D61-BB84-8557BAE7A3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38</a:t>
            </a:r>
          </a:p>
        </p:txBody>
      </p:sp>
    </p:spTree>
    <p:extLst>
      <p:ext uri="{BB962C8B-B14F-4D97-AF65-F5344CB8AC3E}">
        <p14:creationId xmlns:p14="http://schemas.microsoft.com/office/powerpoint/2010/main" val="158886504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70BE79-68A9-4248-8A88-0652BC744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ED56EF-9826-4327-9342-BF75BF51B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391F0-FFDA-4C8C-A595-EC825D309B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F5476683-48D6-4080-B1DD-55333CA9F8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2C079B-053C-4CC4-BE9E-FD78A38A8C2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DB5700F1-775A-44C8-ADEF-3E82C316FF4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0AABDF6E-EA03-4ADF-BAD0-3AE44E554D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C43DD44-C648-4348-83B2-0BD43AFA7B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39</a:t>
            </a:r>
          </a:p>
        </p:txBody>
      </p:sp>
    </p:spTree>
    <p:extLst>
      <p:ext uri="{BB962C8B-B14F-4D97-AF65-F5344CB8AC3E}">
        <p14:creationId xmlns:p14="http://schemas.microsoft.com/office/powerpoint/2010/main" val="1080638240"/>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to near zero, validation error stays far above</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3.95, leaky 0.00</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C: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C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C of the Block 1 pack, worth 20 of its 60 marks. They use group_split and predict_regression.</a:t>
            </a:r>
          </a:p>
          <a:p>
            <a:pPr>
              <a:spcAft>
                <a:spcPts val="900"/>
              </a:spcAft>
            </a:pPr>
            <a:r>
              <a:rPr sz="2200" b="0">
                <a:solidFill>
                  <a:srgbClr val="1C3144"/>
                </a:solidFill>
                <a:latin typeface="Calibri"/>
              </a:rPr>
              <a:t>This is the last part. The pack closes Friday 20 November 2026, 11:00 Kampala time. Part A and part B are the earlier weeks' notebooks.</a:t>
            </a:r>
          </a:p>
          <a:p>
            <a:pPr>
              <a:spcAft>
                <a:spcPts val="900"/>
              </a:spcAft>
            </a:pPr>
            <a:r>
              <a:rPr sz="2200" b="0">
                <a:solidFill>
                  <a:srgbClr val="1C3144"/>
                </a:solidFill>
                <a:latin typeface="Calibri"/>
              </a:rPr>
              <a:t>The quiz opens after today's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41</a:t>
            </a:r>
          </a:p>
        </p:txBody>
      </p:sp>
    </p:spTree>
  </p:cSld>
  <p:clrMapOvr>
    <a:masterClrMapping/>
  </p:clrMapOvr>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4CBED0-9C92-46E9-A373-0C5838734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61BA45-AC40-4601-882A-27E685C7C3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CD114190-557D-4C04-A52C-AB5F09626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38A4BC4-9CF1-4A7A-8076-714F310695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508FDA-A3D6-417D-B1E3-84B534E3747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8E315F3C-589E-4C91-B75D-77CE242D99D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121A28-00CE-4C32-B5A3-588BB04A75B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B25B6EC8-A076-451E-9854-35B4E26F649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28B6CC-6FB6-41B1-B746-BC00D049504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E2026C50-0EE9-4746-9E59-14751CE9125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73C9E0-3D3D-45B8-AD91-5C9550BC19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9FD857D-189F-4675-9531-E77FD982B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42</a:t>
            </a:r>
          </a:p>
        </p:txBody>
      </p:sp>
    </p:spTree>
    <p:extLst>
      <p:ext uri="{BB962C8B-B14F-4D97-AF65-F5344CB8AC3E}">
        <p14:creationId xmlns:p14="http://schemas.microsoft.com/office/powerpoint/2010/main" val="210491411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31AD51-871A-462E-A27E-75B3A7E1A1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3EB81F-791F-4919-8C78-B6259C22E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1ECE49DF-C557-4B28-9693-BACF54F345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C7CB7ED-2408-4CAE-814F-69CCFABCC49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405BF6-00F1-4F19-84BC-87DB8CD473C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71A3F742-38C8-45DD-92DE-D020964D927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67678BE-57EE-4665-B7AE-0F320E44F90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E9579FA-82D9-40A9-92BE-4F00D8EE01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43</a:t>
            </a:r>
          </a:p>
        </p:txBody>
      </p:sp>
    </p:spTree>
    <p:extLst>
      <p:ext uri="{BB962C8B-B14F-4D97-AF65-F5344CB8AC3E}">
        <p14:creationId xmlns:p14="http://schemas.microsoft.com/office/powerpoint/2010/main" val="21782000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05FAD2-454B-40BC-9513-C57FD446F3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1B07130-63D4-4F4B-805E-7ADC1915C9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F065E5B7-BAB2-4540-B8C8-284984C32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015D0F89-E888-4E71-81B2-BC96D19D9C0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FAA145-2B24-4A8D-832A-390E66811A0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394E2E6F-62B9-4187-9282-3E70112A994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6E95B98-D226-4164-BB0A-4237F266174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7753CB-AE13-408E-ADCC-04B64AD6EE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44</a:t>
            </a:r>
          </a:p>
        </p:txBody>
      </p:sp>
    </p:spTree>
    <p:extLst>
      <p:ext uri="{BB962C8B-B14F-4D97-AF65-F5344CB8AC3E}">
        <p14:creationId xmlns:p14="http://schemas.microsoft.com/office/powerpoint/2010/main" val="30938643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E82399-DE62-4D1C-A703-A9A97597CC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ED62E3-DDED-4F6B-AF22-7A29B7FBC6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2A424E6E-71A5-452B-988F-8C87874E2C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9C53C3D-5AB4-4500-B510-4C2CB8C87C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A08A21-CAD5-458B-B9EA-F3704013EBD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787A030-50AD-4205-A1C0-B100DD137C7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11CC3B-9185-4766-AAFC-B0F0C414A7A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EAB28FC-1C8C-4160-95E3-EB1FF36965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806127-F113-43D2-B189-09B784E397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F87F849-1302-46C7-A7BD-06571300334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5784CD-D213-4013-879A-4D8D0580FAD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EE27933-02E9-414F-953B-3F8757AEF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45</a:t>
            </a:r>
          </a:p>
        </p:txBody>
      </p:sp>
    </p:spTree>
    <p:extLst>
      <p:ext uri="{BB962C8B-B14F-4D97-AF65-F5344CB8AC3E}">
        <p14:creationId xmlns:p14="http://schemas.microsoft.com/office/powerpoint/2010/main" val="1539881865"/>
      </p:ext>
    </p:extLst>
  </p:cSld>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1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Regression and baseline (A7, Week 8)</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A7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Classification and cost (A8, Week 9)</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A8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Part C: Validation and trust (A9, Week 10)</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A9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Friday 20 November 2026, 11:00 Kampala time. Submit each notebook to its own form, with your full Student Registration Number.</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8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8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9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9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10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10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47</a:t>
            </a:r>
          </a:p>
        </p:txBody>
      </p:sp>
    </p:spTree>
  </p:cSld>
  <p:clrMapOvr>
    <a:masterClrMapping/>
  </p:clrMapOvr>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3E587A-CDEE-42E7-9150-91C955E410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2732FE0-687C-45F3-B3B5-AF65BBCD74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6A37F85-F6B5-4016-B81F-2285565D47C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D2F3AE6-39E6-4A9E-9FDB-1FEFCABCDF8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BF70C3B6-FF80-4E0A-A019-72E24BABF1D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23E11C1-08E7-4512-9FCE-044AF26C2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48</a:t>
            </a:r>
          </a:p>
        </p:txBody>
      </p:sp>
    </p:spTree>
    <p:extLst>
      <p:ext uri="{BB962C8B-B14F-4D97-AF65-F5344CB8AC3E}">
        <p14:creationId xmlns:p14="http://schemas.microsoft.com/office/powerpoint/2010/main" val="75265135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67D66D-8599-44A1-8381-89BC27E325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C684B7-8CD7-4BAE-A9F0-FEEFCDAE6D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0E82F05-70C5-4FF0-A56F-46707C89F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110642F-C2F1-4B27-854D-3D6353DE266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F1ED67-2462-4FCC-91EF-1239C3CDF00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DBC0B97E-7B89-46AB-98BE-EF5C1A2F65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1E35A9-B300-4F9C-8BE4-47E0FCBE2B4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7A9D4C56-96FC-409C-8031-48DB955090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3358F8-28DF-49F4-AD46-53C3CB6092D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AB3BA06-48D7-4BE5-A5FD-7E2C1E77F99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A7EBD6-1781-4F19-9931-E02DE184CBE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00755034-ECFC-4F29-854A-E5660BA227C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6E12C5C-7BB4-40D4-92D1-B950441F62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c2da1ba2d304e60"/>
              </a:rPr>
              <a:t>Open explainer video</a:t>
            </a:r>
          </a:p>
        </p:txBody>
      </p:sp>
      <p:sp>
        <p:nvSpPr>
          <p:cNvPr id="14" name="">
            <a:extLst xmlns:a="http://schemas.openxmlformats.org/drawingml/2006/main">
              <a:ext uri="{FF2B5EF4-FFF2-40B4-BE49-F238E27FC236}">
                <a16:creationId xmlns:a16="http://schemas.microsoft.com/office/drawing/2014/main" id="{6B4C4366-4144-4AF2-B75D-C2E985191A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63596A6F-9FA9-4361-892A-4217BD6DDE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49</a:t>
            </a:r>
          </a:p>
        </p:txBody>
      </p:sp>
    </p:spTree>
    <p:extLst>
      <p:ext uri="{BB962C8B-B14F-4D97-AF65-F5344CB8AC3E}">
        <p14:creationId xmlns:p14="http://schemas.microsoft.com/office/powerpoint/2010/main" val="17295124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2026-10-20T18:02:15.6340000Z</dcterms:created>
  <dcterms:modified xsi:type="dcterms:W3CDTF">2026-10-20T18:02:15.6340000Z</dcterms:modified>
  <keywords>BLOCK-PATCHED</keywords>
</coreProperties>
</file>