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d5e96bfe634f90" /><Relationship Type="http://schemas.openxmlformats.org/officeDocument/2006/relationships/extended-properties" Target="/docProps/app.xml" Id="R07ee166e82da4ee1" /><Relationship Type="http://schemas.openxmlformats.org/officeDocument/2006/relationships/officeDocument" Target="/ppt/presentation.xml" Id="R20878c7ea2fb4692" /></Relationships>
</file>

<file path=ppt/presentation.xml><?xml version="1.0" encoding="utf-8"?>
<p:presentation xmlns:p="http://schemas.openxmlformats.org/presentationml/2006/main">
  <p:sldMasterIdLst>
    <p:sldMasterId xmlns:r="http://schemas.openxmlformats.org/officeDocument/2006/relationships" id="2147483648" r:id="R174dcc96221442e7"/>
  </p:sldMasterIdLst>
  <p:notesMasterIdLst>
    <p:notesMasterId xmlns:r="http://schemas.openxmlformats.org/officeDocument/2006/relationships" r:id="R2a17e7fddc9646c9"/>
  </p:notesMasterIdLst>
  <p:sldIdLst>
    <p:sldId xmlns:r="http://schemas.openxmlformats.org/officeDocument/2006/relationships" id="256" r:id="R28c886413181421c"/>
    <p:sldId xmlns:r="http://schemas.openxmlformats.org/officeDocument/2006/relationships" id="257" r:id="R158e3acdc2244ec4"/>
    <p:sldId xmlns:r="http://schemas.openxmlformats.org/officeDocument/2006/relationships" id="258" r:id="Ra49efa8693424f49"/>
    <p:sldId xmlns:r="http://schemas.openxmlformats.org/officeDocument/2006/relationships" id="259" r:id="Raf3dae327d1b4e7b"/>
    <p:sldId xmlns:r="http://schemas.openxmlformats.org/officeDocument/2006/relationships" id="260" r:id="R78ca1cfadf9a4a47"/>
    <p:sldId xmlns:r="http://schemas.openxmlformats.org/officeDocument/2006/relationships" id="261" r:id="R28cc598aee7a4eb0"/>
    <p:sldId xmlns:r="http://schemas.openxmlformats.org/officeDocument/2006/relationships" id="262" r:id="Re2eba5e5e0944eb9"/>
    <p:sldId xmlns:r="http://schemas.openxmlformats.org/officeDocument/2006/relationships" id="263" r:id="R7cc90a26c1ab449a"/>
    <p:sldId xmlns:r="http://schemas.openxmlformats.org/officeDocument/2006/relationships" id="264" r:id="R70258e83279b49c1"/>
    <p:sldId xmlns:r="http://schemas.openxmlformats.org/officeDocument/2006/relationships" id="265" r:id="R290171d788834755"/>
    <p:sldId xmlns:r="http://schemas.openxmlformats.org/officeDocument/2006/relationships" id="266" r:id="R730c8eade3914a3d"/>
    <p:sldId xmlns:r="http://schemas.openxmlformats.org/officeDocument/2006/relationships" id="267" r:id="Re27c46a518174286"/>
    <p:sldId xmlns:r="http://schemas.openxmlformats.org/officeDocument/2006/relationships" id="268" r:id="Rc9079dea4a9b45f2"/>
    <p:sldId xmlns:r="http://schemas.openxmlformats.org/officeDocument/2006/relationships" id="269" r:id="Ra5cd89306417466e"/>
    <p:sldId xmlns:r="http://schemas.openxmlformats.org/officeDocument/2006/relationships" id="270" r:id="R01dffbf3a9e74e33"/>
    <p:sldId xmlns:r="http://schemas.openxmlformats.org/officeDocument/2006/relationships" id="271" r:id="Ra92b0572185449b3"/>
    <p:sldId xmlns:r="http://schemas.openxmlformats.org/officeDocument/2006/relationships" id="272" r:id="R1653755f285c4766"/>
    <p:sldId xmlns:r="http://schemas.openxmlformats.org/officeDocument/2006/relationships" id="273" r:id="Re404d3508c9743dd"/>
    <p:sldId xmlns:r="http://schemas.openxmlformats.org/officeDocument/2006/relationships" id="274" r:id="R9b53d5aa5d6e45f1"/>
    <p:sldId xmlns:r="http://schemas.openxmlformats.org/officeDocument/2006/relationships" id="275" r:id="R941e002389c2484e"/>
    <p:sldId xmlns:r="http://schemas.openxmlformats.org/officeDocument/2006/relationships" id="276" r:id="R1a80a6a4c32a4132"/>
    <p:sldId xmlns:r="http://schemas.openxmlformats.org/officeDocument/2006/relationships" id="277" r:id="R3fb0b4183db84f77"/>
    <p:sldId xmlns:r="http://schemas.openxmlformats.org/officeDocument/2006/relationships" id="278" r:id="R5d0eff210e8a43bf"/>
    <p:sldId xmlns:r="http://schemas.openxmlformats.org/officeDocument/2006/relationships" id="279" r:id="Rdc7e28ce02b042bd"/>
    <p:sldId xmlns:r="http://schemas.openxmlformats.org/officeDocument/2006/relationships" id="280" r:id="R255b2db732094f71"/>
    <p:sldId xmlns:r="http://schemas.openxmlformats.org/officeDocument/2006/relationships" id="281" r:id="R65065681badd4b50"/>
    <p:sldId xmlns:r="http://schemas.openxmlformats.org/officeDocument/2006/relationships" id="282" r:id="Rf729837bebf44d32"/>
    <p:sldId xmlns:r="http://schemas.openxmlformats.org/officeDocument/2006/relationships" id="283" r:id="Rc07c7735341e4af8"/>
    <p:sldId xmlns:r="http://schemas.openxmlformats.org/officeDocument/2006/relationships" id="284" r:id="Rebc24e57085e4749"/>
    <p:sldId xmlns:r="http://schemas.openxmlformats.org/officeDocument/2006/relationships" id="285" r:id="R468e81c1e80b46e7"/>
    <p:sldId xmlns:r="http://schemas.openxmlformats.org/officeDocument/2006/relationships" id="286" r:id="Rfd67b5598a7945d2"/>
    <p:sldId xmlns:r="http://schemas.openxmlformats.org/officeDocument/2006/relationships" id="287" r:id="Rfe482309a9e349a2"/>
    <p:sldId xmlns:r="http://schemas.openxmlformats.org/officeDocument/2006/relationships" id="288" r:id="R1ecee40358cd4f4d"/>
    <p:sldId xmlns:r="http://schemas.openxmlformats.org/officeDocument/2006/relationships" id="289" r:id="Rdb1d7ef8afcb45b1"/>
    <p:sldId xmlns:r="http://schemas.openxmlformats.org/officeDocument/2006/relationships" id="290" r:id="Rac58bdbe24634768"/>
    <p:sldId xmlns:r="http://schemas.openxmlformats.org/officeDocument/2006/relationships" id="291" r:id="R5560962c5c0f4610"/>
    <p:sldId xmlns:r="http://schemas.openxmlformats.org/officeDocument/2006/relationships" id="292" r:id="Rdbbef4f26aff4abf"/>
    <p:sldId xmlns:r="http://schemas.openxmlformats.org/officeDocument/2006/relationships" id="293" r:id="R1a2d175bf334447d"/>
    <p:sldId xmlns:r="http://schemas.openxmlformats.org/officeDocument/2006/relationships" id="294" r:id="Rfab4472ea8e6429d"/>
    <p:sldId xmlns:r="http://schemas.openxmlformats.org/officeDocument/2006/relationships" id="295" r:id="Ra599d4e64fdb4098"/>
    <p:sldId xmlns:r="http://schemas.openxmlformats.org/officeDocument/2006/relationships" id="296" r:id="Ra02be4584cab45ff"/>
    <p:sldId xmlns:r="http://schemas.openxmlformats.org/officeDocument/2006/relationships" id="297" r:id="R60936b3f23c24fbe"/>
    <p:sldId xmlns:r="http://schemas.openxmlformats.org/officeDocument/2006/relationships" id="298" r:id="R15e590d6509f4b41"/>
    <p:sldId xmlns:r="http://schemas.openxmlformats.org/officeDocument/2006/relationships" id="299" r:id="R6a3f4248298c475d"/>
    <p:sldId xmlns:r="http://schemas.openxmlformats.org/officeDocument/2006/relationships" id="300" r:id="R1e261de8145b4d4c"/>
    <p:sldId xmlns:r="http://schemas.openxmlformats.org/officeDocument/2006/relationships" id="301" r:id="R923664c246454854"/>
    <p:sldId xmlns:r="http://schemas.openxmlformats.org/officeDocument/2006/relationships" id="302" r:id="R9849addcca4f459c"/>
    <p:sldId xmlns:r="http://schemas.openxmlformats.org/officeDocument/2006/relationships" id="303" r:id="R2af2c71d51654fa1"/>
    <p:sldId xmlns:r="http://schemas.openxmlformats.org/officeDocument/2006/relationships" id="304" r:id="R0ca55a1e658c4033"/>
    <p:sldId xmlns:r="http://schemas.openxmlformats.org/officeDocument/2006/relationships" id="305" r:id="R5ca24899417e495c"/>
    <p:sldId xmlns:r="http://schemas.openxmlformats.org/officeDocument/2006/relationships" id="306" r:id="Rd37fe0e25264482b"/>
    <p:sldId xmlns:r="http://schemas.openxmlformats.org/officeDocument/2006/relationships" id="307" r:id="Rc72928baad2946d1"/>
    <p:sldId xmlns:r="http://schemas.openxmlformats.org/officeDocument/2006/relationships" id="308" r:id="R40fffe52c8fc4a14"/>
    <p:sldId xmlns:r="http://schemas.openxmlformats.org/officeDocument/2006/relationships" id="309" r:id="Rb3c9a917eb6040c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27f01454584179" /><Relationship Type="http://schemas.openxmlformats.org/officeDocument/2006/relationships/slideMaster" Target="/ppt/slideMasters/slideMaster1.xml" Id="R174dcc96221442e7" /><Relationship Type="http://schemas.openxmlformats.org/officeDocument/2006/relationships/notesMaster" Target="/ppt/notesMasters/notesMaster1.xml" Id="R2a17e7fddc9646c9" /><Relationship Type="http://schemas.openxmlformats.org/officeDocument/2006/relationships/presProps" Target="/ppt/presProps.xml" Id="Rc0c1dbefc2424a61" /><Relationship Type="http://schemas.openxmlformats.org/officeDocument/2006/relationships/tableStyles" Target="/ppt/tableStyles.xml" Id="R69b0c34f87734e45" /><Relationship Type="http://schemas.openxmlformats.org/officeDocument/2006/relationships/slide" Target="/ppt/slides/slide1.xml" Id="R28c886413181421c" /><Relationship Type="http://schemas.openxmlformats.org/officeDocument/2006/relationships/slide" Target="/ppt/slides/slide2.xml" Id="R158e3acdc2244ec4" /><Relationship Type="http://schemas.openxmlformats.org/officeDocument/2006/relationships/slide" Target="/ppt/slides/slide3.xml" Id="Ra49efa8693424f49" /><Relationship Type="http://schemas.openxmlformats.org/officeDocument/2006/relationships/slide" Target="/ppt/slides/slide4.xml" Id="Raf3dae327d1b4e7b" /><Relationship Type="http://schemas.openxmlformats.org/officeDocument/2006/relationships/slide" Target="/ppt/slides/slide5.xml" Id="R78ca1cfadf9a4a47" /><Relationship Type="http://schemas.openxmlformats.org/officeDocument/2006/relationships/slide" Target="/ppt/slides/slide6.xml" Id="R28cc598aee7a4eb0" /><Relationship Type="http://schemas.openxmlformats.org/officeDocument/2006/relationships/slide" Target="/ppt/slides/slide7.xml" Id="Re2eba5e5e0944eb9" /><Relationship Type="http://schemas.openxmlformats.org/officeDocument/2006/relationships/slide" Target="/ppt/slides/slide8.xml" Id="R7cc90a26c1ab449a" /><Relationship Type="http://schemas.openxmlformats.org/officeDocument/2006/relationships/slide" Target="/ppt/slides/slide9.xml" Id="R70258e83279b49c1" /><Relationship Type="http://schemas.openxmlformats.org/officeDocument/2006/relationships/slide" Target="/ppt/slides/slide10.xml" Id="R290171d788834755" /><Relationship Type="http://schemas.openxmlformats.org/officeDocument/2006/relationships/slide" Target="/ppt/slides/slide11.xml" Id="R730c8eade3914a3d" /><Relationship Type="http://schemas.openxmlformats.org/officeDocument/2006/relationships/slide" Target="/ppt/slides/slide12.xml" Id="Re27c46a518174286" /><Relationship Type="http://schemas.openxmlformats.org/officeDocument/2006/relationships/slide" Target="/ppt/slides/slide13.xml" Id="Rc9079dea4a9b45f2" /><Relationship Type="http://schemas.openxmlformats.org/officeDocument/2006/relationships/slide" Target="/ppt/slides/slide14.xml" Id="Ra5cd89306417466e" /><Relationship Type="http://schemas.openxmlformats.org/officeDocument/2006/relationships/slide" Target="/ppt/slides/slide15.xml" Id="R01dffbf3a9e74e33" /><Relationship Type="http://schemas.openxmlformats.org/officeDocument/2006/relationships/slide" Target="/ppt/slides/slide16.xml" Id="Ra92b0572185449b3" /><Relationship Type="http://schemas.openxmlformats.org/officeDocument/2006/relationships/slide" Target="/ppt/slides/slide17.xml" Id="R1653755f285c4766" /><Relationship Type="http://schemas.openxmlformats.org/officeDocument/2006/relationships/slide" Target="/ppt/slides/slide18.xml" Id="Re404d3508c9743dd" /><Relationship Type="http://schemas.openxmlformats.org/officeDocument/2006/relationships/slide" Target="/ppt/slides/slide19.xml" Id="R9b53d5aa5d6e45f1" /><Relationship Type="http://schemas.openxmlformats.org/officeDocument/2006/relationships/slide" Target="/ppt/slides/slide20.xml" Id="R941e002389c2484e" /><Relationship Type="http://schemas.openxmlformats.org/officeDocument/2006/relationships/slide" Target="/ppt/slides/slide21.xml" Id="R1a80a6a4c32a4132" /><Relationship Type="http://schemas.openxmlformats.org/officeDocument/2006/relationships/slide" Target="/ppt/slides/slide22.xml" Id="R3fb0b4183db84f77" /><Relationship Type="http://schemas.openxmlformats.org/officeDocument/2006/relationships/slide" Target="/ppt/slides/slide23.xml" Id="R5d0eff210e8a43bf" /><Relationship Type="http://schemas.openxmlformats.org/officeDocument/2006/relationships/slide" Target="/ppt/slides/slide24.xml" Id="Rdc7e28ce02b042bd" /><Relationship Type="http://schemas.openxmlformats.org/officeDocument/2006/relationships/slide" Target="/ppt/slides/slide25.xml" Id="R255b2db732094f71" /><Relationship Type="http://schemas.openxmlformats.org/officeDocument/2006/relationships/slide" Target="/ppt/slides/slide26.xml" Id="R65065681badd4b50" /><Relationship Type="http://schemas.openxmlformats.org/officeDocument/2006/relationships/slide" Target="/ppt/slides/slide27.xml" Id="Rf729837bebf44d32" /><Relationship Type="http://schemas.openxmlformats.org/officeDocument/2006/relationships/slide" Target="/ppt/slides/slide28.xml" Id="Rc07c7735341e4af8" /><Relationship Type="http://schemas.openxmlformats.org/officeDocument/2006/relationships/slide" Target="/ppt/slides/slide29.xml" Id="Rebc24e57085e4749" /><Relationship Type="http://schemas.openxmlformats.org/officeDocument/2006/relationships/slide" Target="/ppt/slides/slide30.xml" Id="R468e81c1e80b46e7" /><Relationship Type="http://schemas.openxmlformats.org/officeDocument/2006/relationships/slide" Target="/ppt/slides/slide31.xml" Id="Rfd67b5598a7945d2" /><Relationship Type="http://schemas.openxmlformats.org/officeDocument/2006/relationships/slide" Target="/ppt/slides/slide32.xml" Id="Rfe482309a9e349a2" /><Relationship Type="http://schemas.openxmlformats.org/officeDocument/2006/relationships/slide" Target="/ppt/slides/slide33.xml" Id="R1ecee40358cd4f4d" /><Relationship Type="http://schemas.openxmlformats.org/officeDocument/2006/relationships/slide" Target="/ppt/slides/slide34.xml" Id="Rdb1d7ef8afcb45b1" /><Relationship Type="http://schemas.openxmlformats.org/officeDocument/2006/relationships/slide" Target="/ppt/slides/slide35.xml" Id="Rac58bdbe24634768" /><Relationship Type="http://schemas.openxmlformats.org/officeDocument/2006/relationships/slide" Target="/ppt/slides/slide36.xml" Id="R5560962c5c0f4610" /><Relationship Type="http://schemas.openxmlformats.org/officeDocument/2006/relationships/slide" Target="/ppt/slides/slide37.xml" Id="Rdbbef4f26aff4abf" /><Relationship Type="http://schemas.openxmlformats.org/officeDocument/2006/relationships/slide" Target="/ppt/slides/slide38.xml" Id="R1a2d175bf334447d" /><Relationship Type="http://schemas.openxmlformats.org/officeDocument/2006/relationships/slide" Target="/ppt/slides/slide39.xml" Id="Rfab4472ea8e6429d" /><Relationship Type="http://schemas.openxmlformats.org/officeDocument/2006/relationships/slide" Target="/ppt/slides/slide40.xml" Id="Ra599d4e64fdb4098" /><Relationship Type="http://schemas.openxmlformats.org/officeDocument/2006/relationships/slide" Target="/ppt/slides/slide41.xml" Id="Ra02be4584cab45ff" /><Relationship Type="http://schemas.openxmlformats.org/officeDocument/2006/relationships/slide" Target="/ppt/slides/slide42.xml" Id="R60936b3f23c24fbe" /><Relationship Type="http://schemas.openxmlformats.org/officeDocument/2006/relationships/slide" Target="/ppt/slides/slide43.xml" Id="R15e590d6509f4b41" /><Relationship Type="http://schemas.openxmlformats.org/officeDocument/2006/relationships/slide" Target="/ppt/slides/slide44.xml" Id="R6a3f4248298c475d" /><Relationship Type="http://schemas.openxmlformats.org/officeDocument/2006/relationships/slide" Target="/ppt/slides/slide45.xml" Id="R1e261de8145b4d4c" /><Relationship Type="http://schemas.openxmlformats.org/officeDocument/2006/relationships/slide" Target="/ppt/slides/slide46.xml" Id="R923664c246454854" /><Relationship Type="http://schemas.openxmlformats.org/officeDocument/2006/relationships/slide" Target="/ppt/slides/slide47.xml" Id="R9849addcca4f459c" /><Relationship Type="http://schemas.openxmlformats.org/officeDocument/2006/relationships/slide" Target="/ppt/slides/slide48.xml" Id="R2af2c71d51654fa1" /><Relationship Type="http://schemas.openxmlformats.org/officeDocument/2006/relationships/slide" Target="/ppt/slides/slide49.xml" Id="R0ca55a1e658c4033" /><Relationship Type="http://schemas.openxmlformats.org/officeDocument/2006/relationships/slide" Target="/ppt/slides/slide50.xml" Id="R5ca24899417e495c" /><Relationship Type="http://schemas.openxmlformats.org/officeDocument/2006/relationships/slide" Target="/ppt/slides/slide51.xml" Id="Rd37fe0e25264482b" /><Relationship Type="http://schemas.openxmlformats.org/officeDocument/2006/relationships/slide" Target="/ppt/slides/slide52.xml" Id="Rc72928baad2946d1" /><Relationship Type="http://schemas.openxmlformats.org/officeDocument/2006/relationships/slide" Target="/ppt/slides/slide53.xml" Id="R40fffe52c8fc4a14" /><Relationship Type="http://schemas.openxmlformats.org/officeDocument/2006/relationships/slide" Target="/ppt/slides/slide54.xml" Id="Rb3c9a917eb6040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d4d0a44a2640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72ffd4fd0a495c" /><Relationship Type="http://schemas.openxmlformats.org/officeDocument/2006/relationships/notesMaster" Target="/ppt/notesMasters/notesMaster1.xml" Id="Rb237ae22aeae40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d5c1f9d6f14f8e" /><Relationship Type="http://schemas.openxmlformats.org/officeDocument/2006/relationships/notesMaster" Target="/ppt/notesMasters/notesMaster1.xml" Id="Ra1c2d3f3131f4a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8ccd64743a4647" /><Relationship Type="http://schemas.openxmlformats.org/officeDocument/2006/relationships/notesMaster" Target="/ppt/notesMasters/notesMaster1.xml" Id="Re1d67cf1fe424a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f736b5ba9b4463" /><Relationship Type="http://schemas.openxmlformats.org/officeDocument/2006/relationships/notesMaster" Target="/ppt/notesMasters/notesMaster1.xml" Id="R00ad68de003844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4f41c2ad7647c7" /><Relationship Type="http://schemas.openxmlformats.org/officeDocument/2006/relationships/notesMaster" Target="/ppt/notesMasters/notesMaster1.xml" Id="R455def8bed2f4096"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75f8d29c1d4677" /><Relationship Type="http://schemas.openxmlformats.org/officeDocument/2006/relationships/notesMaster" Target="/ppt/notesMasters/notesMaster1.xml" Id="Rf36f972c932543c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9b9dcd33cb64957" /><Relationship Type="http://schemas.openxmlformats.org/officeDocument/2006/relationships/notesMaster" Target="/ppt/notesMasters/notesMaster1.xml" Id="Rd3386948b83f4149"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532c698da54d1b" /><Relationship Type="http://schemas.openxmlformats.org/officeDocument/2006/relationships/notesMaster" Target="/ppt/notesMasters/notesMaster1.xml" Id="Re8021b62f11949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1f070c1246407f" /><Relationship Type="http://schemas.openxmlformats.org/officeDocument/2006/relationships/notesMaster" Target="/ppt/notesMasters/notesMaster1.xml" Id="R6f3caa87dc8940d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82d207574b481c" /><Relationship Type="http://schemas.openxmlformats.org/officeDocument/2006/relationships/notesMaster" Target="/ppt/notesMasters/notesMaster1.xml" Id="R5ad46b3d77904a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d8f444369d443a" /><Relationship Type="http://schemas.openxmlformats.org/officeDocument/2006/relationships/notesMaster" Target="/ppt/notesMasters/notesMaster1.xml" Id="Re53a3ecdb8444d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f621dc4f2ef4987" /><Relationship Type="http://schemas.openxmlformats.org/officeDocument/2006/relationships/notesMaster" Target="/ppt/notesMasters/notesMaster1.xml" Id="Rc1bab15af137478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ad2936c0ec44432" /><Relationship Type="http://schemas.openxmlformats.org/officeDocument/2006/relationships/notesMaster" Target="/ppt/notesMasters/notesMaster1.xml" Id="R0a2f6731ae8e425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266d0ffd3f3403a" /><Relationship Type="http://schemas.openxmlformats.org/officeDocument/2006/relationships/notesMaster" Target="/ppt/notesMasters/notesMaster1.xml" Id="R237f71c69aeb40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6995c6896d4a18" /><Relationship Type="http://schemas.openxmlformats.org/officeDocument/2006/relationships/notesMaster" Target="/ppt/notesMasters/notesMaster1.xml" Id="Rfff4bddd19b44fd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c217a63e63e408b" /><Relationship Type="http://schemas.openxmlformats.org/officeDocument/2006/relationships/notesMaster" Target="/ppt/notesMasters/notesMaster1.xml" Id="Rcdb234386040433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4d9f864d4f248d7" /><Relationship Type="http://schemas.openxmlformats.org/officeDocument/2006/relationships/notesMaster" Target="/ppt/notesMasters/notesMaster1.xml" Id="R5bb10d61283c4e0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1d46caaa0cf4466" /><Relationship Type="http://schemas.openxmlformats.org/officeDocument/2006/relationships/notesMaster" Target="/ppt/notesMasters/notesMaster1.xml" Id="R3d324f46376a42a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64a3fab97f74ae0" /><Relationship Type="http://schemas.openxmlformats.org/officeDocument/2006/relationships/notesMaster" Target="/ppt/notesMasters/notesMaster1.xml" Id="R66b2f19e8241407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a87ff0588984704" /><Relationship Type="http://schemas.openxmlformats.org/officeDocument/2006/relationships/notesMaster" Target="/ppt/notesMasters/notesMaster1.xml" Id="R7708b505cb434e3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c4ded704d304fd3" /><Relationship Type="http://schemas.openxmlformats.org/officeDocument/2006/relationships/notesMaster" Target="/ppt/notesMasters/notesMaster1.xml" Id="R7f31b1d2e6e64b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bb1dad38d0f4769" /><Relationship Type="http://schemas.openxmlformats.org/officeDocument/2006/relationships/notesMaster" Target="/ppt/notesMasters/notesMaster1.xml" Id="R10910fa7fdda462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40ae33da17e42ad" /><Relationship Type="http://schemas.openxmlformats.org/officeDocument/2006/relationships/notesMaster" Target="/ppt/notesMasters/notesMaster1.xml" Id="Rbfe959fedcb849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d33c872684c4ed6" /><Relationship Type="http://schemas.openxmlformats.org/officeDocument/2006/relationships/notesMaster" Target="/ppt/notesMasters/notesMaster1.xml" Id="Rcc4b34b1a0d6450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1ca5c3a64594db8" /><Relationship Type="http://schemas.openxmlformats.org/officeDocument/2006/relationships/notesMaster" Target="/ppt/notesMasters/notesMaster1.xml" Id="Rce452d4502034de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e371a9063b74f01" /><Relationship Type="http://schemas.openxmlformats.org/officeDocument/2006/relationships/notesMaster" Target="/ppt/notesMasters/notesMaster1.xml" Id="R5a2dd9f6da8c443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441b69521ef48f3" /><Relationship Type="http://schemas.openxmlformats.org/officeDocument/2006/relationships/notesMaster" Target="/ppt/notesMasters/notesMaster1.xml" Id="R2915d1abe6bc4ef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8d38c1724ef4139" /><Relationship Type="http://schemas.openxmlformats.org/officeDocument/2006/relationships/notesMaster" Target="/ppt/notesMasters/notesMaster1.xml" Id="R6a9b7e03c18f42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bc144ac24994285" /><Relationship Type="http://schemas.openxmlformats.org/officeDocument/2006/relationships/notesMaster" Target="/ppt/notesMasters/notesMaster1.xml" Id="Re340e56caf1045e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be1b7c089b948b4" /><Relationship Type="http://schemas.openxmlformats.org/officeDocument/2006/relationships/notesMaster" Target="/ppt/notesMasters/notesMaster1.xml" Id="Rb863c7f271cd43c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96e2c4e85e44ad1" /><Relationship Type="http://schemas.openxmlformats.org/officeDocument/2006/relationships/notesMaster" Target="/ppt/notesMasters/notesMaster1.xml" Id="R1a4d329e6b62420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58c35fc9d264807" /><Relationship Type="http://schemas.openxmlformats.org/officeDocument/2006/relationships/notesMaster" Target="/ppt/notesMasters/notesMaster1.xml" Id="R1638830c8e844ff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a52046aaea3443c" /><Relationship Type="http://schemas.openxmlformats.org/officeDocument/2006/relationships/notesMaster" Target="/ppt/notesMasters/notesMaster1.xml" Id="R09d5586aa1ed49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7d7bcc2fd9f48b0" /><Relationship Type="http://schemas.openxmlformats.org/officeDocument/2006/relationships/notesMaster" Target="/ppt/notesMasters/notesMaster1.xml" Id="Rd055c715ff91487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7b98d18565b44c6" /><Relationship Type="http://schemas.openxmlformats.org/officeDocument/2006/relationships/notesMaster" Target="/ppt/notesMasters/notesMaster1.xml" Id="Rd1cac365e7ee458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1c5289af61a4c9f" /><Relationship Type="http://schemas.openxmlformats.org/officeDocument/2006/relationships/notesMaster" Target="/ppt/notesMasters/notesMaster1.xml" Id="R6cf15d1c44584c3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dbd29dfc481421e" /><Relationship Type="http://schemas.openxmlformats.org/officeDocument/2006/relationships/notesMaster" Target="/ppt/notesMasters/notesMaster1.xml" Id="R66bf29678b0e492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9bb5623ec004349" /><Relationship Type="http://schemas.openxmlformats.org/officeDocument/2006/relationships/notesMaster" Target="/ppt/notesMasters/notesMaster1.xml" Id="Rd75be73dc7854d5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c41c5e881514a89" /><Relationship Type="http://schemas.openxmlformats.org/officeDocument/2006/relationships/notesMaster" Target="/ppt/notesMasters/notesMaster1.xml" Id="R89bb88f86c874e7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1435fcd639b4b63" /><Relationship Type="http://schemas.openxmlformats.org/officeDocument/2006/relationships/notesMaster" Target="/ppt/notesMasters/notesMaster1.xml" Id="Rf85a5a3fa266468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6b33d13704b476d" /><Relationship Type="http://schemas.openxmlformats.org/officeDocument/2006/relationships/notesMaster" Target="/ppt/notesMasters/notesMaster1.xml" Id="Rf1f4a5dda0c64aa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a685f2f7520458d" /><Relationship Type="http://schemas.openxmlformats.org/officeDocument/2006/relationships/notesMaster" Target="/ppt/notesMasters/notesMaster1.xml" Id="R6430ba5f9e844ee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b924c85246b49e1" /><Relationship Type="http://schemas.openxmlformats.org/officeDocument/2006/relationships/notesMaster" Target="/ppt/notesMasters/notesMaster1.xml" Id="R4708d6ca0f57420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eb287b3019c40f7" /><Relationship Type="http://schemas.openxmlformats.org/officeDocument/2006/relationships/notesMaster" Target="/ppt/notesMasters/notesMaster1.xml" Id="R40077e76ae3740b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f559869865740f9" /><Relationship Type="http://schemas.openxmlformats.org/officeDocument/2006/relationships/notesMaster" Target="/ppt/notesMasters/notesMaster1.xml" Id="R9975e2e7a82b42a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642aaeb86d74220" /><Relationship Type="http://schemas.openxmlformats.org/officeDocument/2006/relationships/notesMaster" Target="/ppt/notesMasters/notesMaster1.xml" Id="R082c688f02d8437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dbfea9cdacd44e0" /><Relationship Type="http://schemas.openxmlformats.org/officeDocument/2006/relationships/notesMaster" Target="/ppt/notesMasters/notesMaster1.xml" Id="Rfeaf0657165e494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709f413124e428d" /><Relationship Type="http://schemas.openxmlformats.org/officeDocument/2006/relationships/notesMaster" Target="/ppt/notesMasters/notesMaster1.xml" Id="Rb6814be5ca6940c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5330e0f72254b63" /><Relationship Type="http://schemas.openxmlformats.org/officeDocument/2006/relationships/notesMaster" Target="/ppt/notesMasters/notesMaster1.xml" Id="R5a19b9f73b50418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75b78de46b64f0a" /><Relationship Type="http://schemas.openxmlformats.org/officeDocument/2006/relationships/notesMaster" Target="/ppt/notesMasters/notesMaster1.xml" Id="R7a4b4d46e226439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c8507cc1f4f40a7" /><Relationship Type="http://schemas.openxmlformats.org/officeDocument/2006/relationships/notesMaster" Target="/ppt/notesMasters/notesMaster1.xml" Id="R2db5c2c28a574f1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f68509922a0437f" /><Relationship Type="http://schemas.openxmlformats.org/officeDocument/2006/relationships/notesMaster" Target="/ppt/notesMasters/notesMaster1.xml" Id="Re9e3495afa274f9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8c5e73c341b42fd" /><Relationship Type="http://schemas.openxmlformats.org/officeDocument/2006/relationships/notesMaster" Target="/ppt/notesMasters/notesMaster1.xml" Id="Rdc0805ef5b044a4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d55e601a8274c8b" /><Relationship Type="http://schemas.openxmlformats.org/officeDocument/2006/relationships/notesMaster" Target="/ppt/notesMasters/notesMaster1.xml" Id="Ree0a2d56a7af4b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Honest validation and leakage</a:t>
            </a:r>
          </a:p>
          <a:p xmlns:a="http://schemas.openxmlformats.org/drawingml/2006/main">
            <a:r>
              <a:t>Explanation to give</a:t>
            </a:r>
          </a:p>
          <a:p xmlns:a="http://schemas.openxmlformats.org/drawingml/2006/main">
            <a:r>
              <a:t>Connect evaluation to intended use. Decide how to hold out observations before fitting either preprocessing or the linear_model.</a:t>
            </a:r>
          </a:p>
          <a:p xmlns:a="http://schemas.openxmlformats.org/drawingml/2006/main">
            <a:r>
              <a:t/>
            </a:r>
          </a:p>
          <a:p xmlns:a="http://schemas.openxmlformats.org/drawingml/2006/main">
            <a:r>
              <a:t>Worked illustration / lecturer answer</a:t>
            </a:r>
          </a:p>
          <a:p xmlns:a="http://schemas.openxmlformats.org/drawingml/2006/main">
            <a:r>
              <a:t>When testing new equipment, all observations from equipment A stay in one partition. Training must not learn its missing-value replacements from held-out equipment.</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Communications, Electrical, Mechatronics and Robotics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76.847</a:t>
            </a:r>
          </a:p>
          <a:p xmlns:a="http://schemas.openxmlformats.org/drawingml/2006/main">
            <a:r>
              <a:t>1          2           E2     77.46      29.97  87.047</a:t>
            </a:r>
          </a:p>
          <a:p xmlns:a="http://schemas.openxmlformats.org/drawingml/2006/main">
            <a:r>
              <a:t>2          3           E3     69.60      19.87  71.256</a:t>
            </a:r>
          </a:p>
          <a:p xmlns:a="http://schemas.openxmlformats.org/drawingml/2006/main">
            <a:r>
              <a:t>3          4           E4     75.98      22.29     NaN</a:t>
            </a:r>
          </a:p>
          <a:p xmlns:a="http://schemas.openxmlformats.org/drawingml/2006/main">
            <a:r>
              <a:t>4          5           E5     57.62      23.40  67.034</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sets have different jobs</a:t>
            </a:r>
          </a:p>
          <a:p xmlns:a="http://schemas.openxmlformats.org/drawingml/2006/main">
            <a:r>
              <a:t>Explanation to give</a:t>
            </a:r>
          </a:p>
          <a:p xmlns:a="http://schemas.openxmlformats.org/drawingml/2006/main">
            <a:r>
              <a:t>Training observations teach the linear_model. Validation observations help choose among models and settings. The final test is reserved for evaluating the chosen method after those choices are fixed.</a:t>
            </a:r>
          </a:p>
          <a:p xmlns:a="http://schemas.openxmlformats.org/drawingml/2006/main">
            <a:r>
              <a:t/>
            </a:r>
          </a:p>
          <a:p xmlns:a="http://schemas.openxmlformats.org/drawingml/2006/main">
            <a:r>
              <a:t>Worked illustration / lecturer answer</a:t>
            </a:r>
          </a:p>
          <a:p xmlns:a="http://schemas.openxmlformats.org/drawingml/2006/main">
            <a:r>
              <a:t>Compare two models using the same validation observations, choose a method, then evaluate it once on the held-out test_data. Imagine the test as a sealed examination paper.</a:t>
            </a:r>
          </a:p>
          <a:p xmlns:a="http://schemas.openxmlformats.org/drawingml/2006/main">
            <a:r>
              <a:t/>
            </a:r>
          </a:p>
          <a:p xmlns:a="http://schemas.openxmlformats.org/drawingml/2006/main">
            <a:r>
              <a:t>Misconception to address</a:t>
            </a:r>
          </a:p>
          <a:p xmlns:a="http://schemas.openxmlformats.org/drawingml/2006/main">
            <a:r>
              <a:t>Repeatedly checking the test while selecting features or settings makes it part of the selection process, so it no longer gives an independent final check.</a:t>
            </a:r>
          </a:p>
          <a:p xmlns:a="http://schemas.openxmlformats.org/drawingml/2006/main">
            <a:r>
              <a:t/>
            </a:r>
          </a:p>
          <a:p xmlns:a="http://schemas.openxmlformats.org/drawingml/2006/main">
            <a:r>
              <a:t>On this slide</a:t>
            </a:r>
          </a:p>
          <a:p xmlns:a="http://schemas.openxmlformats.org/drawingml/2006/main">
            <a:r>
              <a:t>Which set must stay sealed until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preprocessing without target labels can leak information about evaluation distributions.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Middle recorded value</a:t>
            </a:r>
          </a:p>
          <a:p xmlns:a="http://schemas.openxmlformats.org/drawingml/2006/main">
            <a:r>
              <a:t>series.median() sorts known values conceptually and returns the middle one. With an even count, it averages the two middle values. Missing entries do not enter the calculation.</a:t>
            </a:r>
          </a:p>
          <a:p xmlns:a="http://schemas.openxmlformats.org/drawingml/2006/main">
            <a:r>
              <a:t/>
            </a:r>
          </a:p>
          <a:p xmlns:a="http://schemas.openxmlformats.org/drawingml/2006/main">
            <a:r>
              <a:t>Replacing missing entries</a:t>
            </a:r>
          </a:p>
          <a:p xmlns:a="http://schemas.openxmlformats.org/drawingml/2006/main">
            <a:r>
              <a:t>series.fillna(value) returns a column whose missing entries contain value. Recorded values stay unchanged. Assign the returned column to retain the fill.</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values and counting True</a:t>
            </a:r>
          </a:p>
          <a:p xmlns:a="http://schemas.openxmlformats.org/drawingml/2006/main">
            <a:r>
              <a:t>series.sum() adds its values. For a Boolean mask, True counts as 1 and False as 0. equipment_data.isna().sum() therefore counts missing cells separately for each column.</a:t>
            </a:r>
          </a:p>
          <a:p xmlns:a="http://schemas.openxmlformats.org/drawingml/2006/main">
            <a:r>
              <a:t/>
            </a:r>
          </a:p>
          <a:p xmlns:a="http://schemas.openxmlformats.org/drawingml/2006/main">
            <a:r>
              <a:t>Finding missing cells</a:t>
            </a:r>
          </a:p>
          <a:p xmlns:a="http://schemas.openxmlformats.org/drawingml/2006/main">
            <a:r>
              <a:t>isna() returns True for missing entries such as NaN and None. It returns False for a recorded zero. A DataFrame gives a mask for every cell; a Series gives one mask value per row.</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values and counting True: series.sum() adds its values. For a Boolean mask, True counts as 1 and False as 0. equipment_data.isna().sum() therefore counts missing cells separately for each column.</a:t>
            </a:r>
          </a:p>
          <a:p xmlns:a="http://schemas.openxmlformats.org/drawingml/2006/main">
            <a:r>
              <a:t/>
            </a:r>
          </a:p>
          <a:p xmlns:a="http://schemas.openxmlformats.org/drawingml/2006/main">
            <a:r>
              <a:t>Finding missing cells: isna() returns True for missing entries such as NaN and None. It returns False for a recorded zero. A DataFrame gives a mask for every cell; a Series gives one mask value per row.</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training_ambient_median = training_data['ambient_c'].median()</a:t>
            </a:r>
          </a:p>
          <a:p xmlns:a="http://schemas.openxmlformats.org/drawingml/2006/main">
            <a:r>
              <a:t>training_ambient_median stores median ambient temperature calculated only from training rows.</a:t>
            </a:r>
          </a:p>
          <a:p xmlns:a="http://schemas.openxmlformats.org/drawingml/2006/main">
            <a:r>
              <a:t/>
            </a:r>
          </a:p>
          <a:p xmlns:a="http://schemas.openxmlformats.org/drawingml/2006/main">
            <a:r>
              <a:t>filled_validation_ambient = validation_data['ambient_c'].fillna(training_ambient_median)</a:t>
            </a:r>
          </a:p>
          <a:p xmlns:a="http://schemas.openxmlformats.org/drawingml/2006/main">
            <a:r>
              <a:t>filled_validation_ambient stores validation ambient column with gaps filled using the training median.</a:t>
            </a:r>
          </a:p>
          <a:p xmlns:a="http://schemas.openxmlformats.org/drawingml/2006/main">
            <a:r>
              <a:t/>
            </a:r>
          </a:p>
          <a:p xmlns:a="http://schemas.openxmlformats.org/drawingml/2006/main">
            <a:r>
              <a:t>print(round(float(training_ambient_median), 3))</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print(validation_data['ambient_c'].isna().sum())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print(filled_validation_ambient.head())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26.07</a:t>
            </a:r>
          </a:p>
          <a:p xmlns:a="http://schemas.openxmlformats.org/drawingml/2006/main">
            <a:r>
              <a:t>0</a:t>
            </a:r>
          </a:p>
          <a:p xmlns:a="http://schemas.openxmlformats.org/drawingml/2006/main">
            <a:r>
              <a:t>4     23.40</a:t>
            </a:r>
          </a:p>
          <a:p xmlns:a="http://schemas.openxmlformats.org/drawingml/2006/main">
            <a:r>
              <a:t>10    33.98</a:t>
            </a:r>
          </a:p>
          <a:p xmlns:a="http://schemas.openxmlformats.org/drawingml/2006/main">
            <a:r>
              <a:t>16    34.28</a:t>
            </a:r>
          </a:p>
          <a:p xmlns:a="http://schemas.openxmlformats.org/drawingml/2006/main">
            <a:r>
              <a:t>22    30.81</a:t>
            </a:r>
          </a:p>
          <a:p xmlns:a="http://schemas.openxmlformats.org/drawingml/2006/main">
            <a:r>
              <a:t>28    21.33</a:t>
            </a:r>
          </a:p>
          <a:p xmlns:a="http://schemas.openxmlformats.org/drawingml/2006/main">
            <a:r>
              <a:t>Name: ambient_c, dtype: float64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object exists before training. X is two-dimensional and y is one-dimensional. Select inputs in the same order during prediction. A validation target must never enter fit.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values[:5] selects positions 0 through 4, or fewer if the sequence is shorter. The stop position is excluded. This preview does not change the full array stored in the variable.</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common machine-learning conventions. Some tutorials write train_x and train_y instead. The names are chosen by the programmer, not special Python keywords. Keep training_data as the full table; selecting X_train must exclude target. Rows in X and y must stay paired. fit uses training pairs; predict receives only X_valid. Compare predictions with y_valid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X_train = training_data[feature_columns]</a:t>
            </a:r>
          </a:p>
          <a:p xmlns:a="http://schemas.openxmlformats.org/drawingml/2006/main">
            <a:r>
              <a:t>X_train stores training input columns, excluding the target.</a:t>
            </a:r>
          </a:p>
          <a:p xmlns:a="http://schemas.openxmlformats.org/drawingml/2006/main">
            <a:r>
              <a:t/>
            </a:r>
          </a:p>
          <a:p xmlns:a="http://schemas.openxmlformats.org/drawingml/2006/main">
            <a:r>
              <a:t>y_train = training_data['target']</a:t>
            </a:r>
          </a:p>
          <a:p xmlns:a="http://schemas.openxmlformats.org/drawingml/2006/main">
            <a:r>
              <a:t>y_train stores observed training targets in matching row order.</a:t>
            </a:r>
          </a:p>
          <a:p xmlns:a="http://schemas.openxmlformats.org/drawingml/2006/main">
            <a:r>
              <a:t/>
            </a:r>
          </a:p>
          <a:p xmlns:a="http://schemas.openxmlformats.org/drawingml/2006/main">
            <a:r>
              <a:t>X_valid = validation_data[feature_columns]</a:t>
            </a:r>
          </a:p>
          <a:p xmlns:a="http://schemas.openxmlformats.org/drawingml/2006/main">
            <a:r>
              <a:t>X_valid stores validation input columns in training-column order.</a:t>
            </a:r>
          </a:p>
          <a:p xmlns:a="http://schemas.openxmlformats.org/drawingml/2006/main">
            <a:r>
              <a:t/>
            </a:r>
          </a:p>
          <a:p xmlns:a="http://schemas.openxmlformats.org/drawingml/2006/main">
            <a:r>
              <a:t>y_valid = validation_data['target']</a:t>
            </a:r>
          </a:p>
          <a:p xmlns:a="http://schemas.openxmlformats.org/drawingml/2006/main">
            <a:r>
              <a:t>y_valid stores observed validation targets, used only for evaluation.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linear_model = make_pipeline(SimpleImputer(strategy='median'), LinearRegression())</a:t>
            </a:r>
          </a:p>
          <a:p xmlns:a="http://schemas.openxmlformats.org/drawingml/2006/main">
            <a:r>
              <a:t>linear_model stores the linear regression estimator or imputation-and-regression pipeline.</a:t>
            </a:r>
          </a:p>
          <a:p xmlns:a="http://schemas.openxmlformats.org/drawingml/2006/main">
            <a:r>
              <a:t/>
            </a:r>
          </a:p>
          <a:p xmlns:a="http://schemas.openxmlformats.org/drawingml/2006/main">
            <a:r>
              <a:t>linear_model.fit(X_train,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validation_predictions = linear_model.predict(X_valid)</a:t>
            </a:r>
          </a:p>
          <a:p xmlns:a="http://schemas.openxmlformats.org/drawingml/2006/main">
            <a:r>
              <a:t>validation_predictions stores one predicted target for each validation row, in the same order.</a:t>
            </a:r>
          </a:p>
          <a:p xmlns:a="http://schemas.openxmlformats.org/drawingml/2006/main">
            <a:r>
              <a:t/>
            </a:r>
          </a:p>
          <a:p xmlns:a="http://schemas.openxmlformats.org/drawingml/2006/main">
            <a:r>
              <a:t>print(validation_predictions[:5].round(3).tolist())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[66.368, 55.647, 80.715, 48.546, 58.453]</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fold takes a turn at validation</a:t>
            </a:r>
          </a:p>
          <a:p xmlns:a="http://schemas.openxmlformats.org/drawingml/2006/main">
            <a:r>
              <a:t>Explanation to give</a:t>
            </a:r>
          </a:p>
          <a:p xmlns:a="http://schemas.openxmlformats.org/drawingml/2006/main">
            <a:r>
              <a:t>A parameter is learned during fit. A hyperparameter is chosen as a setting. Cross-validation repeats fitting with different held-out portions of the development data to assess choices more steadily.</a:t>
            </a:r>
          </a:p>
          <a:p xmlns:a="http://schemas.openxmlformats.org/drawingml/2006/main">
            <a:r>
              <a:t/>
            </a:r>
          </a:p>
          <a:p xmlns:a="http://schemas.openxmlformats.org/drawingml/2006/main">
            <a:r>
              <a:t>Worked illustration / lecturer answer</a:t>
            </a:r>
          </a:p>
          <a:p xmlns:a="http://schemas.openxmlformats.org/drawingml/2006/main">
            <a:r>
              <a:t>If validation errors are 2, 3 and 4, the mean is 3. Their spread indicates sensitivity to the held-out portion. A standard deviation describes that spread; it is not automatically a confidence interval.</a:t>
            </a:r>
          </a:p>
          <a:p xmlns:a="http://schemas.openxmlformats.org/drawingml/2006/main">
            <a:r>
              <a:t/>
            </a:r>
          </a:p>
          <a:p xmlns:a="http://schemas.openxmlformats.org/drawingml/2006/main">
            <a:r>
              <a:t>Misconception to address</a:t>
            </a:r>
          </a:p>
          <a:p xmlns:a="http://schemas.openxmlformats.org/drawingml/2006/main">
            <a:r>
              <a:t>Fit preprocessing separately within each training fold. Keep groups or time order intact where required. The final test remains separate from tuning.</a:t>
            </a:r>
          </a:p>
          <a:p xmlns:a="http://schemas.openxmlformats.org/drawingml/2006/main">
            <a:r>
              <a:t/>
            </a:r>
          </a:p>
          <a:p xmlns:a="http://schemas.openxmlformats.org/drawingml/2006/main">
            <a:r>
              <a:t>On this slide</a:t>
            </a:r>
          </a:p>
          <a:p xmlns:a="http://schemas.openxmlformats.org/drawingml/2006/main">
            <a:r>
              <a:t>Illustrated spread: population SD 0.39 MPa, not a confidence interval.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only the E1–E4 training partition here. E5 remains the separate validation partition and E6 the final test_data. The imputer is refitted within each training fold.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labelled column</a:t>
            </a:r>
          </a:p>
          <a:p xmlns:a="http://schemas.openxmlformats.org/drawingml/2006/main">
            <a:r>
              <a:t>pd.Series(values) creates a one-dimensional labelled sequence. With an array of fold errors, the default labels are 0, 1, 2 and so on.</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Spread of fold errors</a:t>
            </a:r>
          </a:p>
          <a:p xmlns:a="http://schemas.openxmlformats.org/drawingml/2006/main">
            <a:r>
              <a:t>series.std(ddof=0) measures how far values spread around their mean. ddof=0 divides squared deviations by the number of values. This describes these folds, not a confidence interval.</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GroupKFold(n_splits=4) creates four train/validation splits. All rows of an equipment group stay on one side of each split. Four splits require at least four distinct training groups.</a:t>
            </a:r>
          </a:p>
          <a:p xmlns:a="http://schemas.openxmlformats.org/drawingml/2006/main">
            <a:r>
              <a:t/>
            </a:r>
          </a:p>
          <a:p xmlns:a="http://schemas.openxmlformats.org/drawingml/2006/main">
            <a:r>
              <a:t>cross_val_score fits a fresh model for each split and scores its held-out rows. groups identifies the equipment groups and cv supplies the split rule. neg_mean_absolute_error returns negative MAE; negate it to report positive errors.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means four held-out group turns. In each turn, learn a fresh pipeline on the other training groups and score the held-out group. This uses training_data only; validation and test tables stay outside this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means four held-out group turns. In each turn, learn a fresh pipeline on the other training groups and score the held-out group. This uses training_data only; validation and test tables stay outside this calculation.</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sklearn.model_selection import GroupKFold, cross_val_score</a:t>
            </a:r>
          </a:p>
          <a:p xmlns:a="http://schemas.openxmlformats.org/drawingml/2006/main">
            <a:r>
              <a:t>Load the named tools. Importing a model class does not train a model.</a:t>
            </a:r>
          </a:p>
          <a:p xmlns:a="http://schemas.openxmlformats.org/drawingml/2006/main">
            <a:r>
              <a:t/>
            </a:r>
          </a:p>
          <a:p xmlns:a="http://schemas.openxmlformats.org/drawingml/2006/main">
            <a:r>
              <a:t>grouped_folds = GroupKFold(n_splits=4)</a:t>
            </a:r>
          </a:p>
          <a:p xmlns:a="http://schemas.openxmlformats.org/drawingml/2006/main">
            <a:r>
              <a:t>grouped_folds stores the split rule that keeps observations from one equipment group together.</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scikit-learn uses larger scores as better. neg_mean_absolute_error therefore returns negative errors. Negate the returned scores to recover ordinary positive MAE;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scikit-learn uses larger scores as better. neg_mean_absolute_error therefore returns negative errors. Negate the returned scores to recover ordinary positive MAE; lower MAE is better.</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negative_error_scores = cross_val_score(linear_model, X_train, y_train, groups=training_data['equipment_id'], cv=grouped_folds, scoring='neg_mean_absolute_error')</a:t>
            </a:r>
          </a:p>
          <a:p xmlns:a="http://schemas.openxmlformats.org/drawingml/2006/main">
            <a:r>
              <a:t>negative_error_scores stores negative mean absolute errors returned by scikit-learn’s scoring convention.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value is the MAE of one held-out fold. mean gives average error. std(ddof=0) describes spread across these four errors; it is not a confidence interval. A large spread suggests performance depends on the held-out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value is the MAE of one held-out fold. mean gives average error. std(ddof=0) describes spread across these four errors; it is not a confidence interval. A large spread suggests performance depends on the held-out equipment.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fold_absolute_errors = pd.Series(-negative_error_scores)</a:t>
            </a:r>
          </a:p>
          <a:p xmlns:a="http://schemas.openxmlformats.org/drawingml/2006/main">
            <a:r>
              <a:t>fold_absolute_errors stores positive mean absolute error for each validation fold.</a:t>
            </a:r>
          </a:p>
          <a:p xmlns:a="http://schemas.openxmlformats.org/drawingml/2006/main">
            <a:r>
              <a:t/>
            </a:r>
          </a:p>
          <a:p xmlns:a="http://schemas.openxmlformats.org/drawingml/2006/main">
            <a:r>
              <a:t>print(fold_absolute_errors.round(4).tolist())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print(round(float(fold_absolute_errors.mean()),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print(round(float(fold_absolute_errors.std(ddof=0)),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[0.8742, 0.785, 0.7562, 0.7474]</a:t>
            </a:r>
          </a:p>
          <a:p xmlns:a="http://schemas.openxmlformats.org/drawingml/2006/main">
            <a:r>
              <a:t>0.7907</a:t>
            </a:r>
          </a:p>
          <a:p xmlns:a="http://schemas.openxmlformats.org/drawingml/2006/main">
            <a:r>
              <a:t>0.0502</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group_split(records)</a:t>
            </a:r>
          </a:p>
          <a:p xmlns:a="http://schemas.openxmlformats.org/drawingml/2006/main">
            <a:r>
              <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predict_regression(training_records, feature_records)</a:t>
            </a:r>
          </a:p>
          <a:p xmlns:a="http://schemas.openxmlformats.org/drawingml/2006/main">
            <a:r>
              <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Validation and trust submission</a:t>
            </a:r>
          </a:p>
          <a:p xmlns:a="http://schemas.openxmlformats.org/drawingml/2006/main">
            <a:r>
              <a:t>Explanation to give</a:t>
            </a:r>
          </a:p>
          <a:p xmlns:a="http://schemas.openxmlformats.org/drawingml/2006/main">
            <a:r>
              <a:t>This slide hands over CML3111 W10.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2026-11-20T11:00:00+03:00.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13 Nov 2026, 11:00 Kampala</a:t>
            </a:r>
          </a:p>
          <a:p xmlns:a="http://schemas.openxmlformats.org/drawingml/2006/main">
            <a:r>
              <a:t/>
            </a:r>
          </a:p>
          <a:p xmlns:a="http://schemas.openxmlformats.org/drawingml/2006/main">
            <a:r>
              <a:t>Deadline: 20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10 quiz</a:t>
            </a:r>
          </a:p>
          <a:p xmlns:a="http://schemas.openxmlformats.org/drawingml/2006/main">
            <a:r>
              <a:t>Explanation to give</a:t>
            </a:r>
          </a:p>
          <a:p xmlns:a="http://schemas.openxmlformats.org/drawingml/2006/main">
            <a:r>
              <a:t>This is the CML3111 Week 1 quiz. The student link opens the response form; it does not activate its window. In Quiz Controls use open_W1_CML3111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Connect evaluation to intended use. Decide how to hold out observations before fitting either preprocessing or the linear_model.</a:t>
            </a:r>
          </a:p>
          <a:p xmlns:a="http://schemas.openxmlformats.org/drawingml/2006/main">
            <a:r>
              <a:t/>
            </a:r>
          </a:p>
          <a:p xmlns:a="http://schemas.openxmlformats.org/drawingml/2006/main">
            <a:r>
              <a:t>Worked illustration / lecturer answer</a:t>
            </a:r>
          </a:p>
          <a:p xmlns:a="http://schemas.openxmlformats.org/drawingml/2006/main">
            <a:r>
              <a:t>When testing new equipment, all observations from equipment A stay in one partition. Training must not learn its missing-value replacements from held-out equipment.</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Why evaluate using observations not used to fit that particular model?</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Reference / existing resource</a:t>
            </a:r>
          </a:p>
          <a:p xmlns:a="http://schemas.openxmlformats.org/drawingml/2006/main">
            <a:r>
              <a:t>https://www.youtube.com/watch?v=fSytzGwwBVw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d407a1b4f644e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f7ba82dbd32447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45d12336fb4a6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c2114a6180e4a0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accd0ff22bc49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338828e835441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829118-0A89-484B-9A0C-247035B31A0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79BF0B1-429F-439B-9C92-53EF12F72C8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1E84BB-7E0A-49C7-B27A-E55D2C753C8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C4090F-BCCF-4F77-959A-E176125E9A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B7E46F-5B1E-4344-ACE1-990D591E08B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A7EFEB-B9F7-4A63-A519-7CD372DB211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D02F2C-E960-4DE1-8CB6-6A6FF82DE2E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CD862-8423-4FC1-B8F0-92360717D34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8CFC48-A3DD-48CA-97C6-7AE19E43C9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CB2E64-69A3-4822-B075-4E7B40247FB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2d1df7d6ec44fb" /><Relationship Type="http://schemas.openxmlformats.org/officeDocument/2006/relationships/slideLayout" Target="/ppt/slideLayouts/slideLayout1.xml" Id="R33b1086816264b94" /><Relationship Type="http://schemas.openxmlformats.org/officeDocument/2006/relationships/slideLayout" Target="/ppt/slideLayouts/slideLayout2.xml" Id="R508c3b468f2d4f2c" /><Relationship Type="http://schemas.openxmlformats.org/officeDocument/2006/relationships/slideLayout" Target="/ppt/slideLayouts/slideLayout3.xml" Id="R59db22eb4c8c43eb" /><Relationship Type="http://schemas.openxmlformats.org/officeDocument/2006/relationships/slideLayout" Target="/ppt/slideLayouts/slideLayout4.xml" Id="Rd366e188ca564f15" /><Relationship Type="http://schemas.openxmlformats.org/officeDocument/2006/relationships/slideLayout" Target="/ppt/slideLayouts/slideLayout5.xml" Id="Reb99b363398447ac" /><Relationship Type="http://schemas.openxmlformats.org/officeDocument/2006/relationships/slideLayout" Target="/ppt/slideLayouts/slideLayout6.xml" Id="R018699b9092948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b1086816264b94"/>
    <p:sldLayoutId xmlns:r="http://schemas.openxmlformats.org/officeDocument/2006/relationships" id="2147483650" r:id="R508c3b468f2d4f2c"/>
    <p:sldLayoutId xmlns:r="http://schemas.openxmlformats.org/officeDocument/2006/relationships" id="2147483651" r:id="R59db22eb4c8c43eb"/>
    <p:sldLayoutId xmlns:r="http://schemas.openxmlformats.org/officeDocument/2006/relationships" id="2147483652" r:id="Rd366e188ca564f15"/>
    <p:sldLayoutId xmlns:r="http://schemas.openxmlformats.org/officeDocument/2006/relationships" id="2147483653" r:id="Reb99b363398447ac"/>
    <p:sldLayoutId xmlns:r="http://schemas.openxmlformats.org/officeDocument/2006/relationships" id="2147483654" r:id="R018699b9092948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cf0cf09ab704472" /><Relationship Type="http://schemas.openxmlformats.org/officeDocument/2006/relationships/image" Target="/ppt/media/image.png" Id="R9684704f39a04aea" /><Relationship Type="http://schemas.openxmlformats.org/officeDocument/2006/relationships/notesSlide" Target="/ppt/notesSlides/notesSlide1.xml" Id="Raf8ff7acacee4e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d98773427fa48cd" /><Relationship Type="http://schemas.openxmlformats.org/officeDocument/2006/relationships/notesSlide" Target="/ppt/notesSlides/notesSlide2.xml" Id="R80adcb92829342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1723c456c8241ac" /><Relationship Type="http://schemas.openxmlformats.org/officeDocument/2006/relationships/notesSlide" Target="/ppt/notesSlides/notesSlide3.xml" Id="R437c8668d27441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f89a054911b4f92" /><Relationship Type="http://schemas.openxmlformats.org/officeDocument/2006/relationships/notesSlide" Target="/ppt/notesSlides/notesSlide4.xml" Id="Rb34c8823f7a943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9608f012dec4109" /><Relationship Type="http://schemas.openxmlformats.org/officeDocument/2006/relationships/notesSlide" Target="/ppt/notesSlides/notesSlide5.xml" Id="R8c83de32475f4d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534b419be21400d" /><Relationship Type="http://schemas.openxmlformats.org/officeDocument/2006/relationships/notesSlide" Target="/ppt/notesSlides/notesSlide6.xml" Id="R07700dd68edc47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b229b0c3ae4992" /><Relationship Type="http://schemas.openxmlformats.org/officeDocument/2006/relationships/notesSlide" Target="/ppt/notesSlides/notesSlide7.xml" Id="R13779126c64245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b6c06735494f13" /><Relationship Type="http://schemas.openxmlformats.org/officeDocument/2006/relationships/image" Target="/ppt/media/image2.png" Id="R5aa5fac12a2d413d" /><Relationship Type="http://schemas.openxmlformats.org/officeDocument/2006/relationships/notesSlide" Target="/ppt/notesSlides/notesSlide8.xml" Id="R659f9b2e233447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c0acfac6d0f4b01" /><Relationship Type="http://schemas.openxmlformats.org/officeDocument/2006/relationships/notesSlide" Target="/ppt/notesSlides/notesSlide9.xml" Id="Rebe1a8d982e641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8a3e7bfdb54e61" /><Relationship Type="http://schemas.openxmlformats.org/officeDocument/2006/relationships/notesSlide" Target="/ppt/notesSlides/notesSlide10.xml" Id="R0664fa92496b4d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ddc471862344bce" /><Relationship Type="http://schemas.openxmlformats.org/officeDocument/2006/relationships/notesSlide" Target="/ppt/notesSlides/notesSlide11.xml" Id="R3e23f909bfb340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3d8aca684da4bfa" /><Relationship Type="http://schemas.openxmlformats.org/officeDocument/2006/relationships/notesSlide" Target="/ppt/notesSlides/notesSlide12.xml" Id="R2cf6e36617814f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0c8095f063f4c5a" /><Relationship Type="http://schemas.openxmlformats.org/officeDocument/2006/relationships/notesSlide" Target="/ppt/notesSlides/notesSlide13.xml" Id="Rbfe5cb3ff3544c7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7b84eba91a74c35" /><Relationship Type="http://schemas.openxmlformats.org/officeDocument/2006/relationships/notesSlide" Target="/ppt/notesSlides/notesSlide14.xml" Id="R57faa0f3b9b04e0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3152287305e4a2f" /><Relationship Type="http://schemas.openxmlformats.org/officeDocument/2006/relationships/notesSlide" Target="/ppt/notesSlides/notesSlide15.xml" Id="Rfcbf92b733144c1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fb42ac0f41d4120" /><Relationship Type="http://schemas.openxmlformats.org/officeDocument/2006/relationships/notesSlide" Target="/ppt/notesSlides/notesSlide16.xml" Id="Rf63852ee69404f2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06783920c6f466b" /><Relationship Type="http://schemas.openxmlformats.org/officeDocument/2006/relationships/notesSlide" Target="/ppt/notesSlides/notesSlide17.xml" Id="Rf95239f1c6d247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9c2b162521c4d16" /><Relationship Type="http://schemas.openxmlformats.org/officeDocument/2006/relationships/notesSlide" Target="/ppt/notesSlides/notesSlide18.xml" Id="R41e22072819440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7510803dba8497b" /><Relationship Type="http://schemas.openxmlformats.org/officeDocument/2006/relationships/notesSlide" Target="/ppt/notesSlides/notesSlide19.xml" Id="Rdd84cc44ff424cc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adea8f0bbab48a3" /><Relationship Type="http://schemas.openxmlformats.org/officeDocument/2006/relationships/notesSlide" Target="/ppt/notesSlides/notesSlide20.xml" Id="R05488a93777c4fa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36625cf4195437d" /><Relationship Type="http://schemas.openxmlformats.org/officeDocument/2006/relationships/notesSlide" Target="/ppt/notesSlides/notesSlide21.xml" Id="R96d3afdb2a69439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66184859e7e40b4" /><Relationship Type="http://schemas.openxmlformats.org/officeDocument/2006/relationships/notesSlide" Target="/ppt/notesSlides/notesSlide22.xml" Id="R8bb4f8e97b20435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e488809afe049b9" /><Relationship Type="http://schemas.openxmlformats.org/officeDocument/2006/relationships/notesSlide" Target="/ppt/notesSlides/notesSlide23.xml" Id="Rd7abd2c0bead43e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ab1ef173f8e4713" /><Relationship Type="http://schemas.openxmlformats.org/officeDocument/2006/relationships/notesSlide" Target="/ppt/notesSlides/notesSlide24.xml" Id="R2dd20d878aee479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89c34f33ffe4bc9" /><Relationship Type="http://schemas.openxmlformats.org/officeDocument/2006/relationships/notesSlide" Target="/ppt/notesSlides/notesSlide25.xml" Id="Rc5fa4ede4bcf48a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a509abb141840d7" /><Relationship Type="http://schemas.openxmlformats.org/officeDocument/2006/relationships/notesSlide" Target="/ppt/notesSlides/notesSlide26.xml" Id="R731c2e0cd090400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84f59f7f9694942" /><Relationship Type="http://schemas.openxmlformats.org/officeDocument/2006/relationships/notesSlide" Target="/ppt/notesSlides/notesSlide27.xml" Id="Re8b64ee9994b44b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55c44416dac43b2" /><Relationship Type="http://schemas.openxmlformats.org/officeDocument/2006/relationships/notesSlide" Target="/ppt/notesSlides/notesSlide28.xml" Id="R4539cdbdcc114ea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124e559508849b5" /><Relationship Type="http://schemas.openxmlformats.org/officeDocument/2006/relationships/notesSlide" Target="/ppt/notesSlides/notesSlide29.xml" Id="R44de9d2ff0054de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2339a2a7d354580" /><Relationship Type="http://schemas.openxmlformats.org/officeDocument/2006/relationships/notesSlide" Target="/ppt/notesSlides/notesSlide30.xml" Id="R810783df8249443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2d9c1e1ab79437c" /><Relationship Type="http://schemas.openxmlformats.org/officeDocument/2006/relationships/notesSlide" Target="/ppt/notesSlides/notesSlide31.xml" Id="R0939246c3bf0426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af62c2197c04eb9" /><Relationship Type="http://schemas.openxmlformats.org/officeDocument/2006/relationships/notesSlide" Target="/ppt/notesSlides/notesSlide32.xml" Id="Rccd013ee8edd4f0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d1d65f6fb6b40b5" /><Relationship Type="http://schemas.openxmlformats.org/officeDocument/2006/relationships/image" Target="/ppt/media/image3.png" Id="R52d4ff254aad41b7" /><Relationship Type="http://schemas.openxmlformats.org/officeDocument/2006/relationships/notesSlide" Target="/ppt/notesSlides/notesSlide33.xml" Id="Reff631cd6a6846d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debebd3ebcb4eb5" /><Relationship Type="http://schemas.openxmlformats.org/officeDocument/2006/relationships/notesSlide" Target="/ppt/notesSlides/notesSlide34.xml" Id="Ra685bfc1aadb48a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a4792ecc0f24cff" /><Relationship Type="http://schemas.openxmlformats.org/officeDocument/2006/relationships/notesSlide" Target="/ppt/notesSlides/notesSlide35.xml" Id="Rcbf787bd4ba747b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be82ad9e7884985" /><Relationship Type="http://schemas.openxmlformats.org/officeDocument/2006/relationships/notesSlide" Target="/ppt/notesSlides/notesSlide36.xml" Id="R190f7b3bd8d7473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ec0222979cf40ee" /><Relationship Type="http://schemas.openxmlformats.org/officeDocument/2006/relationships/notesSlide" Target="/ppt/notesSlides/notesSlide37.xml" Id="R59f51c20fad84ad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0c89dc68d0d4a4a" /><Relationship Type="http://schemas.openxmlformats.org/officeDocument/2006/relationships/notesSlide" Target="/ppt/notesSlides/notesSlide38.xml" Id="R8eed101132454de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9389f1905814a29" /><Relationship Type="http://schemas.openxmlformats.org/officeDocument/2006/relationships/notesSlide" Target="/ppt/notesSlides/notesSlide39.xml" Id="R9016031ee4df425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8b3b3009cff4bfa" /><Relationship Type="http://schemas.openxmlformats.org/officeDocument/2006/relationships/notesSlide" Target="/ppt/notesSlides/notesSlide40.xml" Id="Rb6951f010be84d9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0f49bf707bd41e5" /><Relationship Type="http://schemas.openxmlformats.org/officeDocument/2006/relationships/notesSlide" Target="/ppt/notesSlides/notesSlide41.xml" Id="R887707201cdf4dc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940e7e0dfe24086" /><Relationship Type="http://schemas.openxmlformats.org/officeDocument/2006/relationships/notesSlide" Target="/ppt/notesSlides/notesSlide42.xml" Id="R2da37ea7be95454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f7dd3b0f6ee4d84" /><Relationship Type="http://schemas.openxmlformats.org/officeDocument/2006/relationships/notesSlide" Target="/ppt/notesSlides/notesSlide43.xml" Id="R2c2faa889522490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835fd3de561542ff" /><Relationship Type="http://schemas.openxmlformats.org/officeDocument/2006/relationships/notesSlide" Target="/ppt/notesSlides/notesSlide44.xml" Id="R05b159379b174e0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41b10270e7743fd" /><Relationship Type="http://schemas.openxmlformats.org/officeDocument/2006/relationships/notesSlide" Target="/ppt/notesSlides/notesSlide45.xml" Id="Rfcec70d1d82e429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7cef1ffc81f4517" /><Relationship Type="http://schemas.openxmlformats.org/officeDocument/2006/relationships/notesSlide" Target="/ppt/notesSlides/notesSlide46.xml" Id="Rb732fd039e5c487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84aea80aeb74311" /><Relationship Type="http://schemas.openxmlformats.org/officeDocument/2006/relationships/notesSlide" Target="/ppt/notesSlides/notesSlide47.xml" Id="Rf70041b8fc0c4de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cf23b03eecb4ed8" /><Relationship Type="http://schemas.openxmlformats.org/officeDocument/2006/relationships/notesSlide" Target="/ppt/notesSlides/notesSlide48.xml" Id="Rfeffdaa9674c4af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fbbe83a972c9484b" /><Relationship Type="http://schemas.openxmlformats.org/officeDocument/2006/relationships/notesSlide" Target="/ppt/notesSlides/notesSlide49.xml" Id="R2c6cd95ba4144b4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3923cf0f99243c1" /><Relationship Type="http://schemas.openxmlformats.org/officeDocument/2006/relationships/notesSlide" Target="/ppt/notesSlides/notesSlide50.xml" Id="R4dfe11c8ad434d4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b3d8eacf50b3450a" /><Relationship Type="http://schemas.openxmlformats.org/officeDocument/2006/relationships/hyperlink" Target="https://docs.google.com/forms/d/e/1FAIpQLSd5yLPYJ8OPmahSQIIIPfI-OfVHWbcHnwnntSRiE7wafqbRTg/viewform" TargetMode="External" Id="Ra2d9570e91cd42fd" /><Relationship Type="http://schemas.openxmlformats.org/officeDocument/2006/relationships/notesSlide" Target="/ppt/notesSlides/notesSlide51.xml" Id="R344e592cf5ac4cd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a7d8e1a9a384fc4" /><Relationship Type="http://schemas.openxmlformats.org/officeDocument/2006/relationships/image" Target="/ppt/media/image4.png" Id="Rd1a0edbf59ec4dd7" /><Relationship Type="http://schemas.openxmlformats.org/officeDocument/2006/relationships/hyperlink" Target="https://forms.gle/KJmiCV72Y98y51a38" TargetMode="External" Id="Rf251cdc7cd804863" /><Relationship Type="http://schemas.openxmlformats.org/officeDocument/2006/relationships/notesSlide" Target="/ppt/notesSlides/notesSlide52.xml" Id="Rd27f081a733b4c3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dec28475a204dc6" /><Relationship Type="http://schemas.openxmlformats.org/officeDocument/2006/relationships/notesSlide" Target="/ppt/notesSlides/notesSlide53.xml" Id="Rf42e7fa7ae1f48a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c355c8d3a534f69" /><Relationship Type="http://schemas.openxmlformats.org/officeDocument/2006/relationships/hyperlink" Target="https://www.youtube.com/watch?v=fSytzGwwBVw" TargetMode="External" Id="R2c2da1ba2d304e60" /><Relationship Type="http://schemas.openxmlformats.org/officeDocument/2006/relationships/notesSlide" Target="/ppt/notesSlides/notesSlide54.xml" Id="R00d0f5d7f6d449b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5DD2775-53E6-429A-BB44-1CBCC40A705D}"/>
              </a:ext>
            </a:extLst>
          </p:cNvPr>
          <p:cNvPicPr>
            <a:picLocks xmlns:a="http://schemas.openxmlformats.org/drawingml/2006/main" noChangeAspect="1"/>
          </p:cNvPicPr>
          <p:nvPr/>
        </p:nvPicPr>
        <p:blipFill>
          <a:blip xmlns:r="http://schemas.openxmlformats.org/officeDocument/2006/relationships" xmlns:a="http://schemas.openxmlformats.org/drawingml/2006/main" r:embed="R9684704f39a04a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1F5A1AD-771B-4B80-893C-1252ABDB4A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FCB401D-970C-4CD0-9320-6A94C4B75DB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86A2C7FC-AA69-42C1-8DA0-F7218ADFB9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7CC08504-8519-41EE-9D56-DDFA1AE4C4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6EF2A47-8A34-4585-A26B-9468306D81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84688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05BD59-41DD-437D-AEC3-760237DCCA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E76306-FD99-4B71-9DB9-48E57F37BB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189749-B848-46AF-8B07-F8BD4BBC8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74BDD51-1FB4-4BE1-B07E-2B6103692CE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E2E0DC-7926-47A3-B315-92C24191706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34687CF-C4FB-4660-8809-1E3FFF16F9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99E00C4A-760B-4FAF-B527-44F4413827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83681D7E-9AEC-4ED1-A1D7-08BD3AB019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50110483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7FA81C-F07F-4779-9B9A-D7349318D7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D2E5D2-D73A-41DC-AAFB-750690314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554FBE-FC79-4494-B4AC-AF94B3FE59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B760CF33-6739-42D4-9FA0-9B78D7EB83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552C4D-8747-4E6B-879D-0195339156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10A385-CD35-4BD3-91C7-92592F2C1A1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4FB37C79-561C-46BC-B32B-8701A0BD9A9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F6089444-57A2-4601-A123-282E24EE9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a:t>
            </a:r>
          </a:p>
        </p:txBody>
      </p:sp>
    </p:spTree>
    <p:extLst>
      <p:ext uri="{BB962C8B-B14F-4D97-AF65-F5344CB8AC3E}">
        <p14:creationId xmlns:p14="http://schemas.microsoft.com/office/powerpoint/2010/main" val="10681206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AD1118-9639-44F5-895D-8688A6E997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D969B2-908F-4CD4-95F0-699D99D334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85A4DC-A828-4C3A-98C7-B180B9063D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3267DB7-FD03-48BF-8249-05CC873DFB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A92949-FF95-4A32-BB2F-58917A251AA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6F66B4D0-8F2C-4FA3-AA70-B57A8F5A023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D5BD71-7F96-409C-A815-95987660E99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017C233E-7C1C-4881-91C9-4BC0E5A7A59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8EF383-8A3D-4C86-BD09-3318A0F869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F2C7603A-3F89-4611-9FE0-47D55DB4E6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16868757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2F736F-256A-4E44-9614-5D1D2B3E33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243243-BC81-4A45-AF8E-CC7C930194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5C7F12-773A-41BA-B0E2-FC9EF2FC14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0E36E22-F51B-4AE4-9281-C71F33FAA50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1E1A5-787A-453A-9811-16206D0D3D5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83C54A-F2FF-4C3E-A9C1-7751F1BE9B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DEC1C8ED-42AA-4A24-87EE-6BC71FA0C48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F12A2191-7488-408F-9647-00C31EC8ED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15615378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A5E989-FB95-4005-BC03-C5EFD4BA3C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3EA83E-0087-4395-AE9E-2952FE211E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0E1E78-27EB-4F87-892D-AD677AB401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E956BFBF-89BC-403E-95E2-348CD747CAF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A5E5DB-4BF8-42C9-9D7D-7F05FAB6A01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18BF28D8-3491-4525-82F9-DE6908BD82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7646651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2E15BE-D4CC-4B05-8491-CDAFEA447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D7848D-7D88-4D78-B060-23A984DF2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B38CA7-976E-4550-8C39-A1CAAD2C6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008C892-2890-4850-9575-146AE79828D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457C20-1CFC-4FD3-9563-4DD1572F273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0CF5D53-6E51-40D0-8342-7F6DB28902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F3AB3CA-5F70-4482-8BCB-EE91BE68D4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5E667058-4ADB-43F9-89CE-1BC4F9AAC1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19487943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47A20C-B8F0-43F4-B818-3CFE9832424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850525-F52B-49D9-BC22-5295DCA38E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56F111CE-5346-4BD6-AB4C-5C14EEC29AC8}"/>
              </a:ext>
            </a:extLst>
          </p:cNvPr>
          <p:cNvPicPr>
            <a:picLocks xmlns:a="http://schemas.openxmlformats.org/drawingml/2006/main" noChangeAspect="1"/>
          </p:cNvPicPr>
          <p:nvPr/>
        </p:nvPicPr>
        <p:blipFill>
          <a:blip xmlns:r="http://schemas.openxmlformats.org/officeDocument/2006/relationships" xmlns:a="http://schemas.openxmlformats.org/drawingml/2006/main" r:embed="R5aa5fac12a2d413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AED6153-E77B-4552-894D-56F03F6C9FD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3309DB-01FB-430A-B04D-A9E7DB91768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614163B-CFA3-44F6-B781-F6C84751C3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119239585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8726D6-F793-42C9-87CF-DB7A94F2B1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A29A33-DC04-490D-90FB-40B32E8F5C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38ECE7-A6FD-4D83-BB92-9D239BB7C1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829CF148-113F-4FC5-BE25-82C25F8351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272407-AEC6-49F3-BD07-3B9B90F59C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794F0EE-2E48-44DF-A1BE-F40C0D0070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7C47F4E-6D33-4020-B737-8DF7C5EDC0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8695FAF3-3D99-4643-82F3-979139EC9F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14050487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921354-26A7-4DF3-AB1F-F2C9AB831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321476-38EC-46F3-AECA-425B894F3D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1D5BC6-7019-4FF5-AEFF-EFC0E9EF44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A362B2B-8495-4975-8667-6140ADFF50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876EDF-C1D2-472E-995A-A74F0664FCE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2B712DDA-C3F0-4C94-A2F7-93CF38D56E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779E9F-ED0D-4F39-868D-8548DA49F5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7C2F5468-FDAA-4DBF-AFE7-A738933281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FC305D-6CAD-48A4-A5D5-9003541653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B41E75B1-ED16-4C13-AA81-4CB6B923AB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p14:creationId xmlns:p14="http://schemas.microsoft.com/office/powerpoint/2010/main" val="79845874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1A0D4D-264C-4193-B054-C5E743B6F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C30CD4-6178-410C-9D7C-1DB89884BD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0B685E-E776-43A1-A587-CFAF0FA208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0BBB559-BA35-4398-905C-880DF4D06B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FF8347-9E06-4681-907F-55A834390B5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34E52825-5A2B-4A9D-9001-3FF88A21D24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7D45A4-B3BA-4461-8BC8-A9BAFAB98F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BACF7C84-7FC9-4F66-9625-63CD270A63D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0CD619-EA59-4BD1-9F83-BC1B6A5C17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2449C969-19EE-42D0-88D9-B86E7B0C11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58451807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229289-855D-424A-AEB4-11EA7EBB5A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79002F-8A33-499B-BB49-CD5FCB778B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8AE3DD-8695-4FB8-93BC-90AF9FBBBA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59A614A-2A32-42EA-98AA-8EA820869AD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70D74E-1337-465D-A9E4-CC46FB5A3D6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3540FC-4371-4597-BCB0-80857A4F7F3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D3722B6F-4437-4990-83F1-FCB5353F54D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2E0D551D-FA28-4116-BC16-60A074EDC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5073090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72E73E0-067C-4BA4-91A7-43A9173B11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064384-6010-4DDB-B8B4-5B9A3EDA16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8685F0-1C8A-4050-927F-A5A4E76F8A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73A05011-74C0-44E5-A8CB-33995984535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3FA4D7-667B-4F4F-A38A-CF666754AEF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A98BDEA3-92A7-476B-A517-0AB33B8B40C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97446274-ADC2-4D7E-95C5-0611DFEC2F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8795911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A96960-8336-431E-8CFD-6B4ED4CD4F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17C3D4-3843-4632-AC69-1014D48347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54B9DB-23F4-4C58-8C28-B2EBE8D29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6428C953-3F92-40A6-8581-11AA4B59B8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C74407-32C6-4B14-A792-970392A4B4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98C71E62-64A5-4670-9CC0-CA9602291D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B89EA89-CE53-48DD-A443-26EB87C1DC6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E7FE8D8-F012-4C23-A918-C5F782A4F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1226320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A927E8-3F22-4BC7-AF42-8AC0BB78B8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60F9A2-269A-443D-AB98-62691338DE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ACDA6A-06D5-4F34-86D9-F08ACE5EC4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D036BB00-BB10-4A95-AAD6-04F767503F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C9934E-6A50-41D6-B894-E29B55228A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7B8B21D-16FB-4F09-8A4A-AC5A289AE01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F08FF0CF-3AAD-4199-AE99-06A05881F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6252855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BC2573-FA1E-4EE4-B814-2F9546BCB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5F2FFC-4D4D-434B-BC3B-A48DC973DB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9EF8E3-C0C3-467F-8F04-3A3E02E251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ADBD5F1D-C144-4DED-A6CD-B3591D1B6C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999950-8052-4755-8C7F-7BE0830DB2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F0C6EA6-ED9F-4B08-B9C0-66CADEA8B23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C410BFC-96FC-49A0-BC99-A68F00B2C3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C63791E-C0A8-43F6-8460-E0DC7F23D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16</a:t>
            </a:r>
          </a:p>
        </p:txBody>
      </p:sp>
    </p:spTree>
    <p:extLst>
      <p:ext uri="{BB962C8B-B14F-4D97-AF65-F5344CB8AC3E}">
        <p14:creationId xmlns:p14="http://schemas.microsoft.com/office/powerpoint/2010/main" val="198236958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0A45EE-C848-4EDC-A0D5-B44CE80225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EF7087-3822-47AF-92D8-A6797112C4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B91A43-0823-43B0-A542-5C45FE273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4B85009C-6698-4421-9132-A5CECC08E7E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BA477F-844B-4EFD-AB14-F6CB7E74BC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B83C96C-0FFD-43D2-922A-CDE977AF887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C883159B-1B05-4E64-B5E0-A052117BF76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A8A2313C-B7F2-400B-A601-761434B3ED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17</a:t>
            </a:r>
          </a:p>
        </p:txBody>
      </p:sp>
    </p:spTree>
    <p:extLst>
      <p:ext uri="{BB962C8B-B14F-4D97-AF65-F5344CB8AC3E}">
        <p14:creationId xmlns:p14="http://schemas.microsoft.com/office/powerpoint/2010/main" val="426229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8D4737-9716-456A-8FF2-DD63BFBBEE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6F8BEA-DB69-4262-AF24-94E7638771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B7FB43-3DD2-4631-A734-683307ACB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7A6C3B92-16AE-4A1C-9377-F381048ABB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BDC285-411F-400E-A023-C90F1C9317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51FDDF2B-8E21-4A6F-B805-A4D68A0AE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84B59B8-5B6C-4146-A892-E8A6F9CFAF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77EB33D-7244-40B9-A98E-DF70FF65C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18</a:t>
            </a:r>
          </a:p>
        </p:txBody>
      </p:sp>
    </p:spTree>
    <p:extLst>
      <p:ext uri="{BB962C8B-B14F-4D97-AF65-F5344CB8AC3E}">
        <p14:creationId xmlns:p14="http://schemas.microsoft.com/office/powerpoint/2010/main" val="209841181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273D51-BC22-4341-9CB5-7457E5D56C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27C8DE-408F-469F-B3EE-846754D60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66D828-F87A-4FDF-8738-0030B8E793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16964CC3-7005-45A6-97EF-3FDCF2260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3C6E1A-2DFB-41A0-94F4-8ECD59BA61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BF4096-12E5-457B-8683-5059CA57263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1F83783F-42FB-457B-AEF7-C6CC5A0C907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linear_model.</a:t>
            </a:r>
          </a:p>
        </p:txBody>
      </p:sp>
      <p:sp>
        <p:nvSpPr>
          <p:cNvPr id="8" name="">
            <a:extLst xmlns:a="http://schemas.openxmlformats.org/drawingml/2006/main">
              <a:ext uri="{FF2B5EF4-FFF2-40B4-BE49-F238E27FC236}">
                <a16:creationId xmlns:a16="http://schemas.microsoft.com/office/drawing/2014/main" id="{5736F205-0C18-4A21-A39E-881AFFA4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19</a:t>
            </a:r>
          </a:p>
        </p:txBody>
      </p:sp>
    </p:spTree>
    <p:extLst>
      <p:ext uri="{BB962C8B-B14F-4D97-AF65-F5344CB8AC3E}">
        <p14:creationId xmlns:p14="http://schemas.microsoft.com/office/powerpoint/2010/main" val="116934509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0CC202-32F8-4BD5-8BA4-AD9E1604B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0F0852-2DE4-4F57-A0B3-BF27929A91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FB11DC-4EB0-4C09-9EE3-B03D075F5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60F090-EFC5-45B1-98D7-FA1CB8B1DE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5DD219-20E6-4F99-8F56-6A7E6D41E5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40CDAE5B-90AF-46C3-B782-1BFF9F880BD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3B3CE7-B5E6-4843-A0E7-F3F3A5F4F6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65EF1A3C-7601-4AC9-98AC-1C3C75264F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BE342E-44B1-4008-B014-315736427E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6260E230-7FEB-45BB-9F7B-55BB1C3B4A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20</a:t>
            </a:r>
          </a:p>
        </p:txBody>
      </p:sp>
    </p:spTree>
    <p:extLst>
      <p:ext uri="{BB962C8B-B14F-4D97-AF65-F5344CB8AC3E}">
        <p14:creationId xmlns:p14="http://schemas.microsoft.com/office/powerpoint/2010/main" val="6026360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F3978E-57C9-403A-A9BC-662251003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383FF8-467C-460F-98F6-533A5478D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497301-690D-4A25-A3D0-BF51603FD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A1D136C-E953-4EB9-BF5D-AD7200974F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A4D55D-A68B-4D80-B1D8-2D4DDE899D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177D62-D5FA-4C70-88B7-59EA04D1B1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DD242F24-451E-401B-AAA3-FE41BDDBD6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A7BF3617-4FF2-403C-AAFE-5EA59C6763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21</a:t>
            </a:r>
          </a:p>
        </p:txBody>
      </p:sp>
    </p:spTree>
    <p:extLst>
      <p:ext uri="{BB962C8B-B14F-4D97-AF65-F5344CB8AC3E}">
        <p14:creationId xmlns:p14="http://schemas.microsoft.com/office/powerpoint/2010/main" val="205781842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EEC8C4-98F2-482F-9AD3-A7D1563F74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7CF659-C2E3-4249-8D8B-39BCF9061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B7FD59-9103-45EB-9739-3A240137A6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D7DA7E44-0F14-45A0-864F-08ABA3DF36B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D8099A-3BFC-4228-82A0-3A89AE11E5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A72301D2-2297-4F18-9140-EC8F23D8FA1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F0D19716-5863-49B2-8977-CC2ABB35F1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FC11CFB-222A-422B-B82C-EFD72BC9FD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22</a:t>
            </a:r>
          </a:p>
        </p:txBody>
      </p:sp>
    </p:spTree>
    <p:extLst>
      <p:ext uri="{BB962C8B-B14F-4D97-AF65-F5344CB8AC3E}">
        <p14:creationId xmlns:p14="http://schemas.microsoft.com/office/powerpoint/2010/main" val="15647994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05C0E2-25DB-471C-85B2-3A46B03838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3CF2B9-3151-4D26-924E-F1783DCA0E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57EBA5-CD86-4A7F-B7DA-C7284B82EA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C6E41609-73B7-4799-900C-8CAC96B0B82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5147EF-B898-4448-BD01-88B3D6A2CA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DFF8A9-B9E3-4162-8B92-75017C4F45D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training_data[features] selects the two input columns as a equipment_data. training_data["target"] selects the observed target as a Series.</a:t>
            </a:r>
          </a:p>
        </p:txBody>
      </p:sp>
      <p:sp>
        <p:nvSpPr>
          <p:cNvPr id="7" name="">
            <a:extLst xmlns:a="http://schemas.openxmlformats.org/drawingml/2006/main">
              <a:ext uri="{FF2B5EF4-FFF2-40B4-BE49-F238E27FC236}">
                <a16:creationId xmlns:a16="http://schemas.microsoft.com/office/drawing/2014/main" id="{AC0B5104-F3EE-4D4C-B5F2-A1485D600C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AAB84944-AD3E-4EF0-B1F9-53B8E14FB0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167700800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66409C-C2F9-4599-8AD3-BBFB9BC8BC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48865E-FC09-43B9-A060-3E7F8D9596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2077A9-2E7C-4818-B4C2-BD5F97171D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04AC788-8814-4C87-9E87-9A76D6CA20D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B1949F-5E56-4117-8DA1-26C1B88274C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6" name="">
            <a:extLst xmlns:a="http://schemas.openxmlformats.org/drawingml/2006/main">
              <a:ext uri="{FF2B5EF4-FFF2-40B4-BE49-F238E27FC236}">
                <a16:creationId xmlns:a16="http://schemas.microsoft.com/office/drawing/2014/main" id="{55B15F5A-9656-4D58-8295-467A8D775B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16316003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41DFD4-B209-4870-BE9C-4D3C65460D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2932A9-00FB-4489-9297-5162099093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3BD230-27A9-442A-94B1-8160C62CCB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DBE1B89D-6379-4A34-A911-CBE2EBF8DA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2CDDE1-99A1-4E79-84DE-1ED7C94B0FF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94C77F-9A13-4C05-8A82-6993FB131C1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2C4DDA35-3A02-484B-9533-65860895AC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6E82B632-5329-48DB-BF0F-B7888D0086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165122732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94FE02-C684-43B8-8038-4BBB96064C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E55F65-19D4-4357-A436-ADD2954F85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AD7234-8A1F-4DED-AC1A-358830C390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D4D2C70E-F004-49F5-87DB-FCBE33085CC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75540B-EA99-47DA-BADA-33D2E81D7D1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A70297-FF76-49A6-8744-3A2733686A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D5E4F479-BD0E-4140-AF06-B02FC7A5A8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8595D8D2-6926-4988-80F1-9E5A86D2D8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26</a:t>
            </a:r>
          </a:p>
        </p:txBody>
      </p:sp>
    </p:spTree>
    <p:extLst>
      <p:ext uri="{BB962C8B-B14F-4D97-AF65-F5344CB8AC3E}">
        <p14:creationId xmlns:p14="http://schemas.microsoft.com/office/powerpoint/2010/main" val="14061876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BE0061-A5D0-44CF-A156-1E8AC8ABD9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91E5C1-B2B3-4BFD-9A6D-66EDADFC0B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1D1143-F0FC-4E12-AEA2-8475D1B71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32412B2E-77A8-4B78-BC7D-EF7DA0233EB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E17E6E-B1E1-4ADB-A08A-89A26A02662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F9D243D-7DA1-41F7-8147-81772DCB98D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114D19DD-F8AB-4142-9B74-DE855091BD0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008C9FC9-FDF9-40EB-A321-E0C8577B45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97902671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F4090E-0111-4DC8-B3BF-3B0BDA4B35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62689C-4586-4EF3-8E27-D893E29C64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ACDD46-82E2-4F5A-A0FC-DC755A65C4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D02422D3-5AF1-4496-A4C5-D280FBBD54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FC5174-1E67-4EC7-BDDD-71CA93BA80B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07C3E577-5387-458A-8001-93701E18CC0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885A9A-BB0C-4249-9206-44920C3CA44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EAAAC134-B915-448A-A9C6-0DECA4F5BC6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51D39F-B08E-4405-8A57-E1F8A81690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250480DD-54FC-4141-A725-205F266FAA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5481627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8EFDE8-EACB-4F1D-BA2D-CF6985A474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5FFED5-0A75-4C54-8AA0-798B708709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8BE5E5-2BDD-4A03-8E2F-A2A56D3A9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0A4384C-B2D2-4810-9BC1-85A6BD5F34E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D34B07-BCBC-497F-B9E5-708FA43C6A4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189B5E67-CC10-440A-907C-6E39E52D19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1ECBB8E0-B065-4C37-97EC-F9711E9188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29</a:t>
            </a:r>
          </a:p>
        </p:txBody>
      </p:sp>
    </p:spTree>
    <p:extLst>
      <p:ext uri="{BB962C8B-B14F-4D97-AF65-F5344CB8AC3E}">
        <p14:creationId xmlns:p14="http://schemas.microsoft.com/office/powerpoint/2010/main" val="155238721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628D03-C33F-4F9A-95D6-8E6E3FF476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A15392-D815-42E9-B3CC-497B3ED70F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CEA628-77DB-4F57-8AF1-9F8748DA2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1</a:t>
            </a:r>
          </a:p>
        </p:txBody>
      </p:sp>
      <p:sp>
        <p:nvSpPr>
          <p:cNvPr id="4" name="">
            <a:extLst xmlns:a="http://schemas.openxmlformats.org/drawingml/2006/main">
              <a:ext uri="{FF2B5EF4-FFF2-40B4-BE49-F238E27FC236}">
                <a16:creationId xmlns:a16="http://schemas.microsoft.com/office/drawing/2014/main" id="{94B9BFCB-848E-4501-96DB-6568ABC900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1A19AF-BF3A-4380-A8B8-6566EC92ABE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1E9AC8FD-F586-4DB0-9C5C-CAFF0E2B600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E345EF9A-DEC1-4E7A-B8BF-4D3DE36519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00797BB-69C7-442E-AF0A-1B8295A4E1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211634713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37B07A-0A79-459B-AA3F-502C9DF20E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CB8B79-63F6-4423-8D6D-A4D6B197CE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5C1E02-A415-43E5-8DB7-7C25C71A95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6DC5C2E8-0F76-485D-AB47-9EC939C99A2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2F3121-39D8-4F25-B24C-B55B73084512}"/>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F9528650-34F6-44D3-86D5-15540FA8CD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204030789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E30551-D0EE-465E-A426-9690FCBD7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7F8CC2-8745-404F-924B-18F1B85418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479DAAB-231E-45A5-92BE-062A2CF656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2</a:t>
            </a:r>
          </a:p>
        </p:txBody>
      </p:sp>
      <p:sp>
        <p:nvSpPr>
          <p:cNvPr id="4" name="">
            <a:extLst xmlns:a="http://schemas.openxmlformats.org/drawingml/2006/main">
              <a:ext uri="{FF2B5EF4-FFF2-40B4-BE49-F238E27FC236}">
                <a16:creationId xmlns:a16="http://schemas.microsoft.com/office/drawing/2014/main" id="{D1407FDC-A304-44B0-A41C-72F6658B987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17FEAE-4D8F-45DB-89D8-1743FC3CBA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6E8DD11D-A660-498C-98A1-D36ACB819C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E16FF47C-0D57-4854-9CB3-6BFA41B3EAC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092B427-DAE9-46B4-8E8A-7D58C64B6F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683983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BF19C1-3461-424B-AD11-5E38B034CD2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F305CD-B11A-40A2-8492-944F5C1A1BE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F9D0CF05-2DB1-426D-AA18-6C771F5F5672}"/>
              </a:ext>
            </a:extLst>
          </p:cNvPr>
          <p:cNvPicPr>
            <a:picLocks xmlns:a="http://schemas.openxmlformats.org/drawingml/2006/main" noChangeAspect="1"/>
          </p:cNvPicPr>
          <p:nvPr/>
        </p:nvPicPr>
        <p:blipFill>
          <a:blip xmlns:r="http://schemas.openxmlformats.org/officeDocument/2006/relationships" xmlns:a="http://schemas.openxmlformats.org/drawingml/2006/main" r:embed="R52d4ff254aad41b7"/>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72C0B2F-47B2-4A67-8044-94C14A10292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77DFD5-67A3-47DD-803C-47E351D887F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C6ECCDC1-20F6-4E93-9E05-6F738ECC7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33</a:t>
            </a:r>
          </a:p>
        </p:txBody>
      </p:sp>
    </p:spTree>
    <p:extLst>
      <p:ext uri="{BB962C8B-B14F-4D97-AF65-F5344CB8AC3E}">
        <p14:creationId xmlns:p14="http://schemas.microsoft.com/office/powerpoint/2010/main" val="166751647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196362-4CD1-4091-B807-CFDCD7620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EF2394-C0D8-4082-8D01-F2EBA3E19C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EA5772-2DDF-4059-9933-41C8BA5B99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9490BCAB-05AF-41F4-9087-471DB6A5E13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2D875A-C1C8-4FFB-A93D-5A863542AD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958F51-D215-4DC8-B931-C5B80229DA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C5A8D8C1-DF23-44B4-A11F-A92AB05513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baseline_errors.</a:t>
            </a:r>
          </a:p>
        </p:txBody>
      </p:sp>
      <p:sp>
        <p:nvSpPr>
          <p:cNvPr id="8" name="">
            <a:extLst xmlns:a="http://schemas.openxmlformats.org/drawingml/2006/main">
              <a:ext uri="{FF2B5EF4-FFF2-40B4-BE49-F238E27FC236}">
                <a16:creationId xmlns:a16="http://schemas.microsoft.com/office/drawing/2014/main" id="{23A5C27A-91D3-4CFF-A9FA-3F66A1214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34</a:t>
            </a:r>
          </a:p>
        </p:txBody>
      </p:sp>
    </p:spTree>
    <p:extLst>
      <p:ext uri="{BB962C8B-B14F-4D97-AF65-F5344CB8AC3E}">
        <p14:creationId xmlns:p14="http://schemas.microsoft.com/office/powerpoint/2010/main" val="970183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73F5F-07A7-47D3-B55A-0832BC95D6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A64870-573A-4DCC-A675-731E1A6449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6F1CDC-E7AD-4610-AD12-264F1CC4E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9434438-7874-4F68-8664-8F22C89662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F962D-23CF-4061-99AC-F73652EF91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7844DFB9-7B11-4CBA-9F1F-8F09128F93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F4A4E9-9FB0-4A5E-8BDD-A1FCC60E0F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AF6A0E5E-4EFA-4074-9E12-66C3DB46D1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5EB310-9455-4E45-A65B-6B376D85992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2D841757-FE82-47E5-98D6-6481099071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35</a:t>
            </a:r>
          </a:p>
        </p:txBody>
      </p:sp>
    </p:spTree>
    <p:extLst>
      <p:ext uri="{BB962C8B-B14F-4D97-AF65-F5344CB8AC3E}">
        <p14:creationId xmlns:p14="http://schemas.microsoft.com/office/powerpoint/2010/main" val="8981277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C3415F-7FFB-4CA8-8D2B-5037B9A005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64DBD2-04EB-4EB8-A199-3A78FBC00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25E0A4-2395-47C3-A33C-6C3D11C23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8B3FCD95-911D-43E0-A9E8-FA871F5D41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DBE11C-F35E-49C0-A05D-A6CF0EF845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589074-17A7-4960-899B-73DCCC8737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9F47A4A4-B66B-4D72-9E40-88828EC1837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F89C6FB4-2768-4586-B72E-CB5ACE1C1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36</a:t>
            </a:r>
          </a:p>
        </p:txBody>
      </p:sp>
    </p:spTree>
    <p:extLst>
      <p:ext uri="{BB962C8B-B14F-4D97-AF65-F5344CB8AC3E}">
        <p14:creationId xmlns:p14="http://schemas.microsoft.com/office/powerpoint/2010/main" val="123092555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9385B8-3264-4161-A7DE-652314104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E1EDE5-1D77-4C19-AB14-86E29E38E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A27680-4326-467F-826A-105FF03FB3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286E7AC8-78DE-4B35-A77F-9549770FCB9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67CFCE-FFF2-4EC8-992D-3BC8952F575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DECADD8C-74A4-4C2C-8FEE-220ADB29723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939BC437-A824-480D-9BC8-E6482377D0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37</a:t>
            </a:r>
          </a:p>
        </p:txBody>
      </p:sp>
    </p:spTree>
    <p:extLst>
      <p:ext uri="{BB962C8B-B14F-4D97-AF65-F5344CB8AC3E}">
        <p14:creationId xmlns:p14="http://schemas.microsoft.com/office/powerpoint/2010/main" val="212726067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46FA0F-8D61-4680-A8FC-762D9B5535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A86814-9300-479D-A023-7F7068A50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1477D2-8418-43DA-BC34-A80426CAA8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 step 1</a:t>
            </a:r>
          </a:p>
        </p:txBody>
      </p:sp>
      <p:sp>
        <p:nvSpPr>
          <p:cNvPr id="4" name="">
            <a:extLst xmlns:a="http://schemas.openxmlformats.org/drawingml/2006/main">
              <a:ext uri="{FF2B5EF4-FFF2-40B4-BE49-F238E27FC236}">
                <a16:creationId xmlns:a16="http://schemas.microsoft.com/office/drawing/2014/main" id="{8D1B7FEE-9FBC-4727-8E14-C755D622465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389FC8-4A60-4672-B53A-8342977C3B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FDEF7D52-FED8-45DF-B09C-9580DC8E64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C8896108-EABF-476F-9339-AC1C3AA7BD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1FAEE7E-FF92-4AA3-98B2-D057A10F75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38</a:t>
            </a:r>
          </a:p>
        </p:txBody>
      </p:sp>
    </p:spTree>
    <p:extLst>
      <p:ext uri="{BB962C8B-B14F-4D97-AF65-F5344CB8AC3E}">
        <p14:creationId xmlns:p14="http://schemas.microsoft.com/office/powerpoint/2010/main" val="127480626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74649D-BD5A-4D49-9A82-D13108B0B2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B3DCB6-02AA-44C5-8893-49D4E60A7A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7E9ADF-A2AD-41FB-B109-4E5F1B91C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504F11BC-2B47-41F5-B89C-171BF051208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56F257-F5F4-490B-97F4-55F0B45A4B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16000040-CCD3-4102-9320-91927E42183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4FF1B5DF-6FAC-4C6E-8C2C-7EE112BA00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39</a:t>
            </a:r>
          </a:p>
        </p:txBody>
      </p:sp>
    </p:spTree>
    <p:extLst>
      <p:ext uri="{BB962C8B-B14F-4D97-AF65-F5344CB8AC3E}">
        <p14:creationId xmlns:p14="http://schemas.microsoft.com/office/powerpoint/2010/main" val="117623370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3A2A799-111C-4153-8EF9-124AFAC0D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8ED300-5F67-4B9B-8D67-09FD7E3CC0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7759F2-4F16-4C9A-A840-A75475FE3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 step 2</a:t>
            </a:r>
          </a:p>
        </p:txBody>
      </p:sp>
      <p:sp>
        <p:nvSpPr>
          <p:cNvPr id="4" name="">
            <a:extLst xmlns:a="http://schemas.openxmlformats.org/drawingml/2006/main">
              <a:ext uri="{FF2B5EF4-FFF2-40B4-BE49-F238E27FC236}">
                <a16:creationId xmlns:a16="http://schemas.microsoft.com/office/drawing/2014/main" id="{36AEB194-B866-438F-BEE2-D51813001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203CDB-B822-49D8-AC20-77DA1AACA6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48D6EB2-78DC-40C6-B42D-5F8035A235D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2E74E4-8DCA-46DC-B8F6-6BAACDBE5A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89BC7F55-53C0-422F-9374-D4C44BC28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D81DDB34-D074-4BC5-B9DD-BA34E7A98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40</a:t>
            </a:r>
          </a:p>
        </p:txBody>
      </p:sp>
    </p:spTree>
    <p:extLst>
      <p:ext uri="{BB962C8B-B14F-4D97-AF65-F5344CB8AC3E}">
        <p14:creationId xmlns:p14="http://schemas.microsoft.com/office/powerpoint/2010/main" val="155908240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0FBAB1-9C8C-444B-B0D2-51B04653D0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44CF41-9CDE-470F-B181-E918B0DA74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198B5B-85C6-4E5C-9F19-4F183DC6CE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27C0E956-3C42-4342-A001-F8F5344DFAE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A718C9-4AB2-43C1-98AC-010CB6555EF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spread across these four errors; it is not a confidence interval.</a:t>
            </a:r>
          </a:p>
        </p:txBody>
      </p:sp>
      <p:sp>
        <p:nvSpPr>
          <p:cNvPr id="6" name="">
            <a:extLst xmlns:a="http://schemas.openxmlformats.org/drawingml/2006/main">
              <a:ext uri="{FF2B5EF4-FFF2-40B4-BE49-F238E27FC236}">
                <a16:creationId xmlns:a16="http://schemas.microsoft.com/office/drawing/2014/main" id="{210E1AAC-83D7-44F3-B587-BA0CE2DCE75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39C2E3B-5EF4-4A0A-8C45-374CE9342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41</a:t>
            </a:r>
          </a:p>
        </p:txBody>
      </p:sp>
    </p:spTree>
    <p:extLst>
      <p:ext uri="{BB962C8B-B14F-4D97-AF65-F5344CB8AC3E}">
        <p14:creationId xmlns:p14="http://schemas.microsoft.com/office/powerpoint/2010/main" val="96129210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126A63-D0CE-47DA-ACBF-A67A439673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0CEE73-1F20-4BE1-8EF8-208ABDBA2B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C5F3FA-1F44-433C-A92D-A25FF74C94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 step 3</a:t>
            </a:r>
          </a:p>
        </p:txBody>
      </p:sp>
      <p:sp>
        <p:nvSpPr>
          <p:cNvPr id="4" name="">
            <a:extLst xmlns:a="http://schemas.openxmlformats.org/drawingml/2006/main">
              <a:ext uri="{FF2B5EF4-FFF2-40B4-BE49-F238E27FC236}">
                <a16:creationId xmlns:a16="http://schemas.microsoft.com/office/drawing/2014/main" id="{B638C068-35EB-47E7-B030-9C6005DDBD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44D1C8-78D5-404B-B650-48354E00D5D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B3181FB5-D21C-4109-9F52-139CF3BAB8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A25C9658-6F7C-4156-83B4-3B075C70F5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6E76F06-8F2F-4BCC-A290-F38386D87C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42</a:t>
            </a:r>
          </a:p>
        </p:txBody>
      </p:sp>
    </p:spTree>
    <p:extLst>
      <p:ext uri="{BB962C8B-B14F-4D97-AF65-F5344CB8AC3E}">
        <p14:creationId xmlns:p14="http://schemas.microsoft.com/office/powerpoint/2010/main" val="175615823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4A500E-802F-43A5-BDC5-1F35424193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88294A-81B1-4578-A3E5-90259A958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A59836-BB2E-45B8-AA86-D93BD15FF1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70FF23E3-D670-47A9-AA2A-DAB37B1853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183C2A-0E8D-44CA-9602-8DD8959E8D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DEEC4C-AD75-4817-9E6C-6D08CB8824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95881981-9B43-46A5-BA50-C878BCFEC4F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31D8A068-04A0-459F-9D67-80FA25C355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43</a:t>
            </a:r>
          </a:p>
        </p:txBody>
      </p:sp>
    </p:spTree>
    <p:extLst>
      <p:ext uri="{BB962C8B-B14F-4D97-AF65-F5344CB8AC3E}">
        <p14:creationId xmlns:p14="http://schemas.microsoft.com/office/powerpoint/2010/main" val="150092187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74EC19-ECCB-4746-8C23-0444539EE0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5347D1-B349-49CF-9641-3E65B5148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5AA762-94A2-4F14-94C4-B03A05D833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8E27538-8475-4DE4-A78F-64E772CD10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069447-672D-4797-9E61-A11A54020F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0DCF9F57-C64C-4646-9EA7-233C51378F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DF987B-6214-4435-846E-E5A7D60558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1F3E67AD-9ECD-4187-B5A9-C532B2AFC1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1C112E-7AC2-4F10-95B6-7D83D1BCFF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1D689E2-51D0-4301-B787-B0E6381EC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44</a:t>
            </a:r>
          </a:p>
        </p:txBody>
      </p:sp>
    </p:spTree>
    <p:extLst>
      <p:ext uri="{BB962C8B-B14F-4D97-AF65-F5344CB8AC3E}">
        <p14:creationId xmlns:p14="http://schemas.microsoft.com/office/powerpoint/2010/main" val="24231795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61B04A-6607-48EB-A37B-4C3F7CA19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2A66BD-E66E-4A07-9E9A-A5E23FE326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3A2700-B447-44AD-B209-28C4F819BC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811940C5-08BA-4FB1-88ED-35F58457184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688772-4DA7-4EF6-9BD2-D292FE842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58AD21EA-C10B-4D61-BB84-8557BAE7A3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45</a:t>
            </a:r>
          </a:p>
        </p:txBody>
      </p:sp>
    </p:spTree>
    <p:extLst>
      <p:ext uri="{BB962C8B-B14F-4D97-AF65-F5344CB8AC3E}">
        <p14:creationId xmlns:p14="http://schemas.microsoft.com/office/powerpoint/2010/main" val="158886504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70BE79-68A9-4248-8A88-0652BC744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ED56EF-9826-4327-9342-BF75BF51B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391F0-FFDA-4C8C-A595-EC825D309B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F5476683-48D6-4080-B1DD-55333CA9F8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2C079B-053C-4CC4-BE9E-FD78A38A8C2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DB5700F1-775A-44C8-ADEF-3E82C316FF4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0AABDF6E-EA03-4ADF-BAD0-3AE44E554D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C43DD44-C648-4348-83B2-0BD43AFA7B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46</a:t>
            </a:r>
          </a:p>
        </p:txBody>
      </p:sp>
    </p:spTree>
    <p:extLst>
      <p:ext uri="{BB962C8B-B14F-4D97-AF65-F5344CB8AC3E}">
        <p14:creationId xmlns:p14="http://schemas.microsoft.com/office/powerpoint/2010/main" val="108063824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4CBED0-9C92-46E9-A373-0C5838734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61BA45-AC40-4601-882A-27E685C7C3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114190-557D-4C04-A52C-AB5F09626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38A4BC4-9CF1-4A7A-8076-714F310695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508FDA-A3D6-417D-B1E3-84B534E3747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8E315F3C-589E-4C91-B75D-77CE242D99D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121A28-00CE-4C32-B5A3-588BB04A75B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B25B6EC8-A076-451E-9854-35B4E26F649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28B6CC-6FB6-41B1-B746-BC00D049504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E2026C50-0EE9-4746-9E59-14751CE9125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73C9E0-3D3D-45B8-AD91-5C9550BC19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9FD857D-189F-4675-9531-E77FD982B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47</a:t>
            </a:r>
          </a:p>
        </p:txBody>
      </p:sp>
    </p:spTree>
    <p:extLst>
      <p:ext uri="{BB962C8B-B14F-4D97-AF65-F5344CB8AC3E}">
        <p14:creationId xmlns:p14="http://schemas.microsoft.com/office/powerpoint/2010/main" val="210491411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31AD51-871A-462E-A27E-75B3A7E1A1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EB81F-791F-4919-8C78-B6259C22E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CE49DF-C557-4B28-9693-BACF54F345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C7CB7ED-2408-4CAE-814F-69CCFABCC49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405BF6-00F1-4F19-84BC-87DB8CD473C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71A3F742-38C8-45DD-92DE-D020964D927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7678BE-57EE-4665-B7AE-0F320E44F90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E9579FA-82D9-40A9-92BE-4F00D8EE01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48</a:t>
            </a:r>
          </a:p>
        </p:txBody>
      </p:sp>
    </p:spTree>
    <p:extLst>
      <p:ext uri="{BB962C8B-B14F-4D97-AF65-F5344CB8AC3E}">
        <p14:creationId xmlns:p14="http://schemas.microsoft.com/office/powerpoint/2010/main" val="2178200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05FAD2-454B-40BC-9513-C57FD446F3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B07130-63D4-4F4B-805E-7ADC1915C9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065E5B7-BAB2-4540-B8C8-284984C32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015D0F89-E888-4E71-81B2-BC96D19D9C0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FAA145-2B24-4A8D-832A-390E66811A0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394E2E6F-62B9-4187-9282-3E70112A994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6E95B98-D226-4164-BB0A-4237F266174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7753CB-AE13-408E-ADCC-04B64AD6EE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49</a:t>
            </a:r>
          </a:p>
        </p:txBody>
      </p:sp>
    </p:spTree>
    <p:extLst>
      <p:ext uri="{BB962C8B-B14F-4D97-AF65-F5344CB8AC3E}">
        <p14:creationId xmlns:p14="http://schemas.microsoft.com/office/powerpoint/2010/main" val="30938643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E82399-DE62-4D1C-A703-A9A97597CC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ED62E3-DDED-4F6B-AF22-7A29B7FBC6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A424E6E-71A5-452B-988F-8C87874E2C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9C53C3D-5AB4-4500-B510-4C2CB8C87C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A08A21-CAD5-458B-B9EA-F3704013EBD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787A030-50AD-4205-A1C0-B100DD137C7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11CC3B-9185-4766-AAFC-B0F0C414A7A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EAB28FC-1C8C-4160-95E3-EB1FF36965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806127-F113-43D2-B189-09B784E397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F87F849-1302-46C7-A7BD-06571300334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5784CD-D213-4013-879A-4D8D0580FAD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EE27933-02E9-414F-953B-3F8757AEF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50</a:t>
            </a:r>
          </a:p>
        </p:txBody>
      </p:sp>
    </p:spTree>
    <p:extLst>
      <p:ext uri="{BB962C8B-B14F-4D97-AF65-F5344CB8AC3E}">
        <p14:creationId xmlns:p14="http://schemas.microsoft.com/office/powerpoint/2010/main" val="153988186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DF47CE5-4508-4D5D-ADB5-5A07092036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28E220-B8D9-4FA4-A1E9-6A17302779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8DD2B6B-58EC-4DFB-8388-D400E25288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B5EE1E34-BF4C-44BA-9B88-7CE18B47100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5E5B81-11E9-47EF-981A-4EB32A57A3A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11:00 Kampala</a:t>
            </a:r>
          </a:p>
        </p:txBody>
      </p:sp>
      <p:sp>
        <p:nvSpPr>
          <p:cNvPr id="6" name="">
            <a:extLst xmlns:a="http://schemas.openxmlformats.org/drawingml/2006/main">
              <a:ext uri="{FF2B5EF4-FFF2-40B4-BE49-F238E27FC236}">
                <a16:creationId xmlns:a16="http://schemas.microsoft.com/office/drawing/2014/main" id="{75455324-1C7A-48DB-BAB4-9D92D033C46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EBEAB5-DBFB-47A6-B18C-222B422D05F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11:00 Kampala</a:t>
            </a:r>
          </a:p>
        </p:txBody>
      </p:sp>
      <p:sp>
        <p:nvSpPr>
          <p:cNvPr id="8" name="">
            <a:extLst xmlns:a="http://schemas.openxmlformats.org/drawingml/2006/main">
              <a:ext uri="{FF2B5EF4-FFF2-40B4-BE49-F238E27FC236}">
                <a16:creationId xmlns:a16="http://schemas.microsoft.com/office/drawing/2014/main" id="{4940C5D1-E173-43E2-88EF-448FEE4ED4A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2114A5-5320-4DDA-8606-843A803B006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09006CBC-38EB-4BE3-99FD-CCE2B1D0715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D99247-FFE7-4DB9-BA89-4512786284C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4D61DEA-BD11-45D1-9CD3-28C1A8ED72A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E87D98E-8D83-4104-AE73-56E6C1F7F4F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d9570e91cd42fd"/>
              </a:rPr>
              <a:t>Open W10 assignment form</a:t>
            </a:r>
          </a:p>
        </p:txBody>
      </p:sp>
      <p:sp>
        <p:nvSpPr>
          <p:cNvPr id="14" name="">
            <a:extLst xmlns:a="http://schemas.openxmlformats.org/drawingml/2006/main">
              <a:ext uri="{FF2B5EF4-FFF2-40B4-BE49-F238E27FC236}">
                <a16:creationId xmlns:a16="http://schemas.microsoft.com/office/drawing/2014/main" id="{7F2B0D91-D0A4-40DA-8B81-7E935691D7F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https://docs.google.com/forms/d/e/1FAIpQLSd5yLPYJ8OPmahSQIIIPfI-OfVHWbcHnwnntSRiE7wafqbRTg/viewform</a:t>
            </a:r>
          </a:p>
        </p:txBody>
      </p:sp>
      <p:sp>
        <p:nvSpPr>
          <p:cNvPr id="15" name="">
            <a:extLst xmlns:a="http://schemas.openxmlformats.org/drawingml/2006/main">
              <a:ext uri="{FF2B5EF4-FFF2-40B4-BE49-F238E27FC236}">
                <a16:creationId xmlns:a16="http://schemas.microsoft.com/office/drawing/2014/main" id="{420231D5-4A91-4780-9316-C1D4A2D701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51</a:t>
            </a:r>
          </a:p>
        </p:txBody>
      </p:sp>
    </p:spTree>
    <p:extLst>
      <p:ext uri="{BB962C8B-B14F-4D97-AF65-F5344CB8AC3E}">
        <p14:creationId xmlns:p14="http://schemas.microsoft.com/office/powerpoint/2010/main" val="59733038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D2DA0A3-0845-4617-8E17-333A382FFF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D25D25-7396-471E-95DC-B2C52CC44A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A419F2F3-EC72-4EF5-805A-10D32E9136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3B676750-0AD8-40F0-A576-6757CA17B10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5C42C7-EC33-449C-B84C-777175A9DCE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4BC71C9-A6D9-45F8-8FC1-2472728C90E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BEF4F4-6753-4A7C-A1BA-D5D2E5E86F1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C4FCDB1-A942-419C-884E-390F165A4D6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DFDB37-8DE8-43EC-8FAB-46750C6DA44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943D384-6609-4AA8-8071-B1BAF09F905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8A2B971-9361-4D0C-8072-9177EC5A93B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93350F6F-DC97-43A5-901F-D6477C1C90FC}"/>
              </a:ext>
            </a:extLst>
          </p:cNvPr>
          <p:cNvPicPr>
            <a:picLocks xmlns:a="http://schemas.openxmlformats.org/drawingml/2006/main" noChangeAspect="1"/>
          </p:cNvPicPr>
          <p:nvPr/>
        </p:nvPicPr>
        <p:blipFill>
          <a:blip xmlns:r="http://schemas.openxmlformats.org/officeDocument/2006/relationships" xmlns:a="http://schemas.openxmlformats.org/drawingml/2006/main" r:embed="Rd1a0edbf59ec4dd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FAF6B01-838F-4325-A6F7-CAB771FDF0D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AE4E018-7213-43A4-B81E-9F2397A1F35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5E2CDB-382D-4B88-B2E4-B9FBECAE133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251cdc7cd804863"/>
              </a:rPr>
              <a:t>Open this week’s quiz</a:t>
            </a:r>
          </a:p>
        </p:txBody>
      </p:sp>
      <p:sp>
        <p:nvSpPr>
          <p:cNvPr id="16" name="">
            <a:extLst xmlns:a="http://schemas.openxmlformats.org/drawingml/2006/main">
              <a:ext uri="{FF2B5EF4-FFF2-40B4-BE49-F238E27FC236}">
                <a16:creationId xmlns:a16="http://schemas.microsoft.com/office/drawing/2014/main" id="{640BC574-0A67-4EBF-B555-5F38EB4869B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https://forms.gle/KJmiCV72Y98y51a38</a:t>
            </a:r>
          </a:p>
        </p:txBody>
      </p:sp>
      <p:sp>
        <p:nvSpPr>
          <p:cNvPr id="17" name="">
            <a:extLst xmlns:a="http://schemas.openxmlformats.org/drawingml/2006/main">
              <a:ext uri="{FF2B5EF4-FFF2-40B4-BE49-F238E27FC236}">
                <a16:creationId xmlns:a16="http://schemas.microsoft.com/office/drawing/2014/main" id="{A508EF06-4F62-4656-8A3D-6130BCA9FD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52</a:t>
            </a:r>
          </a:p>
        </p:txBody>
      </p:sp>
    </p:spTree>
    <p:extLst>
      <p:ext uri="{BB962C8B-B14F-4D97-AF65-F5344CB8AC3E}">
        <p14:creationId xmlns:p14="http://schemas.microsoft.com/office/powerpoint/2010/main" val="550078896"/>
      </p:ext>
    </p:extLst>
  </p:cSld>
</p:sld>
</file>

<file path=ppt/slides/slide5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3E587A-CDEE-42E7-9150-91C955E410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2732FE0-687C-45F3-B3B5-AF65BBCD74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6A37F85-F6B5-4016-B81F-2285565D47C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D2F3AE6-39E6-4A9E-9FDB-1FEFCABCDF8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BF70C3B6-FF80-4E0A-A019-72E24BABF1D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23E11C1-08E7-4512-9FCE-044AF26C2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53</a:t>
            </a:r>
          </a:p>
        </p:txBody>
      </p:sp>
    </p:spTree>
    <p:extLst>
      <p:ext uri="{BB962C8B-B14F-4D97-AF65-F5344CB8AC3E}">
        <p14:creationId xmlns:p14="http://schemas.microsoft.com/office/powerpoint/2010/main" val="75265135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67D66D-8599-44A1-8381-89BC27E325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C684B7-8CD7-4BAE-A9F0-FEEFCDAE6D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0E82F05-70C5-4FF0-A56F-46707C89F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110642F-C2F1-4B27-854D-3D6353DE266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F1ED67-2462-4FCC-91EF-1239C3CDF00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DBC0B97E-7B89-46AB-98BE-EF5C1A2F65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1E35A9-B300-4F9C-8BE4-47E0FCBE2B4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7A9D4C56-96FC-409C-8031-48DB955090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3358F8-28DF-49F4-AD46-53C3CB6092D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AB3BA06-48D7-4BE5-A5FD-7E2C1E77F99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A7EBD6-1781-4F19-9931-E02DE184CBE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00755034-ECFC-4F29-854A-E5660BA227C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6E12C5C-7BB4-40D4-92D1-B950441F62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c2da1ba2d304e60"/>
              </a:rPr>
              <a:t>Open explainer video</a:t>
            </a:r>
          </a:p>
        </p:txBody>
      </p:sp>
      <p:sp>
        <p:nvSpPr>
          <p:cNvPr id="14" name="">
            <a:extLst xmlns:a="http://schemas.openxmlformats.org/drawingml/2006/main">
              <a:ext uri="{FF2B5EF4-FFF2-40B4-BE49-F238E27FC236}">
                <a16:creationId xmlns:a16="http://schemas.microsoft.com/office/drawing/2014/main" id="{6B4C4366-4144-4AF2-B75D-C2E985191A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63596A6F-9FA9-4361-892A-4217BD6DDE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54</a:t>
            </a:r>
          </a:p>
        </p:txBody>
      </p:sp>
    </p:spTree>
    <p:extLst>
      <p:ext uri="{BB962C8B-B14F-4D97-AF65-F5344CB8AC3E}">
        <p14:creationId xmlns:p14="http://schemas.microsoft.com/office/powerpoint/2010/main" val="17295124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2026-10-20T18:02:15.6340000Z</dcterms:created>
  <dcterms:modified xsi:type="dcterms:W3CDTF">2026-10-20T18:02:15.6340000Z</dcterms:modified>
</coreProperties>
</file>