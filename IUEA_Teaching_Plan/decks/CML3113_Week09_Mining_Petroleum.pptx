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180e2378384aa4" /><Relationship Type="http://schemas.openxmlformats.org/officeDocument/2006/relationships/extended-properties" Target="/docProps/app.xml" Id="Rab2b56914bf041f6" /><Relationship Type="http://schemas.openxmlformats.org/officeDocument/2006/relationships/officeDocument" Target="/ppt/presentation.xml" Id="R41b708156a754993" /></Relationships>
</file>

<file path=ppt/presentation.xml><?xml version="1.0" encoding="utf-8"?>
<p:presentation xmlns:p="http://schemas.openxmlformats.org/presentationml/2006/main">
  <p:sldMasterIdLst>
    <p:sldMasterId xmlns:r="http://schemas.openxmlformats.org/officeDocument/2006/relationships" id="2147483648" r:id="Rcb7134380ec04878"/>
  </p:sldMasterIdLst>
  <p:notesMasterIdLst>
    <p:notesMasterId xmlns:r="http://schemas.openxmlformats.org/officeDocument/2006/relationships" r:id="R5852a6b81973479c"/>
  </p:notesMasterIdLst>
  <p:sldIdLst>
    <p:sldId xmlns:r="http://schemas.openxmlformats.org/officeDocument/2006/relationships" id="256" r:id="R0a7301df54d54ba5"/>
    <p:sldId xmlns:r="http://schemas.openxmlformats.org/officeDocument/2006/relationships" id="257" r:id="R9164f4a9e7944018"/>
    <p:sldId xmlns:r="http://schemas.openxmlformats.org/officeDocument/2006/relationships" id="258" r:id="R003cce453f07489f"/>
    <p:sldId xmlns:r="http://schemas.openxmlformats.org/officeDocument/2006/relationships" id="259" r:id="R5cf3458928994c6a"/>
    <p:sldId xmlns:r="http://schemas.openxmlformats.org/officeDocument/2006/relationships" id="260" r:id="R2fbdaa1215a14dad"/>
    <p:sldId xmlns:r="http://schemas.openxmlformats.org/officeDocument/2006/relationships" id="261" r:id="R74d04e3927df4f3f"/>
    <p:sldId xmlns:r="http://schemas.openxmlformats.org/officeDocument/2006/relationships" id="262" r:id="R38ecbf7c5d584558"/>
    <p:sldId xmlns:r="http://schemas.openxmlformats.org/officeDocument/2006/relationships" id="263" r:id="Rf9acf90eb262488e"/>
    <p:sldId xmlns:r="http://schemas.openxmlformats.org/officeDocument/2006/relationships" id="264" r:id="R4202c4f82a804734"/>
    <p:sldId xmlns:r="http://schemas.openxmlformats.org/officeDocument/2006/relationships" id="265" r:id="R5c7cc7f38b79481b"/>
    <p:sldId xmlns:r="http://schemas.openxmlformats.org/officeDocument/2006/relationships" id="266" r:id="Re73fa6348ac9486c"/>
    <p:sldId xmlns:r="http://schemas.openxmlformats.org/officeDocument/2006/relationships" id="267" r:id="R61f1d0b1070d4bd2"/>
    <p:sldId xmlns:r="http://schemas.openxmlformats.org/officeDocument/2006/relationships" id="268" r:id="R977b06bf061c462a"/>
    <p:sldId xmlns:r="http://schemas.openxmlformats.org/officeDocument/2006/relationships" id="269" r:id="Rb0a1e855589844d2"/>
    <p:sldId xmlns:r="http://schemas.openxmlformats.org/officeDocument/2006/relationships" id="270" r:id="R5317b97651cb4904"/>
    <p:sldId xmlns:r="http://schemas.openxmlformats.org/officeDocument/2006/relationships" id="271" r:id="Rebf6c397f2774156"/>
    <p:sldId xmlns:r="http://schemas.openxmlformats.org/officeDocument/2006/relationships" id="272" r:id="R1c105c3f954a48b8"/>
    <p:sldId xmlns:r="http://schemas.openxmlformats.org/officeDocument/2006/relationships" id="273" r:id="R3f6f2e63e3364ed3"/>
    <p:sldId xmlns:r="http://schemas.openxmlformats.org/officeDocument/2006/relationships" id="274" r:id="R9f21fe98ebba4009"/>
    <p:sldId xmlns:r="http://schemas.openxmlformats.org/officeDocument/2006/relationships" id="275" r:id="R55d662b3c142456b"/>
    <p:sldId xmlns:r="http://schemas.openxmlformats.org/officeDocument/2006/relationships" id="276" r:id="R83455b93a2bf40c3"/>
    <p:sldId xmlns:r="http://schemas.openxmlformats.org/officeDocument/2006/relationships" id="277" r:id="R67d22faa02bd4b09"/>
    <p:sldId xmlns:r="http://schemas.openxmlformats.org/officeDocument/2006/relationships" id="278" r:id="R0a953f9595db4c65"/>
    <p:sldId xmlns:r="http://schemas.openxmlformats.org/officeDocument/2006/relationships" id="279" r:id="R49e23f6a47f94cc7"/>
    <p:sldId xmlns:r="http://schemas.openxmlformats.org/officeDocument/2006/relationships" id="280" r:id="Rd46ca2c65afa4ed1"/>
    <p:sldId xmlns:r="http://schemas.openxmlformats.org/officeDocument/2006/relationships" id="281" r:id="R2805f55ea1934302"/>
    <p:sldId xmlns:r="http://schemas.openxmlformats.org/officeDocument/2006/relationships" id="282" r:id="R341e5734e49549a5"/>
    <p:sldId xmlns:r="http://schemas.openxmlformats.org/officeDocument/2006/relationships" id="283" r:id="Rfda962bde1d04dbe"/>
    <p:sldId xmlns:r="http://schemas.openxmlformats.org/officeDocument/2006/relationships" id="284" r:id="R4d45c6de9ecb4c61"/>
    <p:sldId xmlns:r="http://schemas.openxmlformats.org/officeDocument/2006/relationships" id="285" r:id="R3ad4dcfe2d3047bc"/>
    <p:sldId xmlns:r="http://schemas.openxmlformats.org/officeDocument/2006/relationships" id="286" r:id="R1c769c080a774348"/>
    <p:sldId xmlns:r="http://schemas.openxmlformats.org/officeDocument/2006/relationships" id="287" r:id="Rfddedf8c2cce47cb"/>
    <p:sldId xmlns:r="http://schemas.openxmlformats.org/officeDocument/2006/relationships" id="288" r:id="R9b962be0ef4f4bf9"/>
    <p:sldId xmlns:r="http://schemas.openxmlformats.org/officeDocument/2006/relationships" id="289" r:id="R9e9c229c75f24d0c"/>
    <p:sldId xmlns:r="http://schemas.openxmlformats.org/officeDocument/2006/relationships" id="290" r:id="R901557f65b2c4acf"/>
    <p:sldId xmlns:r="http://schemas.openxmlformats.org/officeDocument/2006/relationships" id="291" r:id="R7a5851470df84c7b"/>
    <p:sldId xmlns:r="http://schemas.openxmlformats.org/officeDocument/2006/relationships" id="292" r:id="Rcf1ebd99ef1541cd"/>
    <p:sldId xmlns:r="http://schemas.openxmlformats.org/officeDocument/2006/relationships" id="293" r:id="Ra0056f874235495f"/>
    <p:sldId xmlns:r="http://schemas.openxmlformats.org/officeDocument/2006/relationships" id="294" r:id="Rd6ee105f66294887"/>
    <p:sldId xmlns:r="http://schemas.openxmlformats.org/officeDocument/2006/relationships" id="295" r:id="R612a6343d4654e1a"/>
    <p:sldId xmlns:r="http://schemas.openxmlformats.org/officeDocument/2006/relationships" id="296" r:id="R1079a6a033584e25"/>
    <p:sldId xmlns:r="http://schemas.openxmlformats.org/officeDocument/2006/relationships" id="297" r:id="Rcd145dbc6a1847a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c2ce47d9254d17" /><Relationship Type="http://schemas.openxmlformats.org/officeDocument/2006/relationships/slideMaster" Target="/ppt/slideMasters/slideMaster1.xml" Id="Rcb7134380ec04878" /><Relationship Type="http://schemas.openxmlformats.org/officeDocument/2006/relationships/notesMaster" Target="/ppt/notesMasters/notesMaster1.xml" Id="R5852a6b81973479c" /><Relationship Type="http://schemas.openxmlformats.org/officeDocument/2006/relationships/presProps" Target="/ppt/presProps.xml" Id="Rd216f6f57a8f469d" /><Relationship Type="http://schemas.openxmlformats.org/officeDocument/2006/relationships/tableStyles" Target="/ppt/tableStyles.xml" Id="Rf7ecad261b544f86" /><Relationship Type="http://schemas.openxmlformats.org/officeDocument/2006/relationships/slide" Target="/ppt/slides/slide1.xml" Id="R0a7301df54d54ba5" /><Relationship Type="http://schemas.openxmlformats.org/officeDocument/2006/relationships/slide" Target="/ppt/slides/slide2.xml" Id="R9164f4a9e7944018" /><Relationship Type="http://schemas.openxmlformats.org/officeDocument/2006/relationships/slide" Target="/ppt/slides/slide3.xml" Id="R003cce453f07489f" /><Relationship Type="http://schemas.openxmlformats.org/officeDocument/2006/relationships/slide" Target="/ppt/slides/slide4.xml" Id="R5cf3458928994c6a" /><Relationship Type="http://schemas.openxmlformats.org/officeDocument/2006/relationships/slide" Target="/ppt/slides/slide5.xml" Id="R2fbdaa1215a14dad" /><Relationship Type="http://schemas.openxmlformats.org/officeDocument/2006/relationships/slide" Target="/ppt/slides/slide6.xml" Id="R74d04e3927df4f3f" /><Relationship Type="http://schemas.openxmlformats.org/officeDocument/2006/relationships/slide" Target="/ppt/slides/slide7.xml" Id="R38ecbf7c5d584558" /><Relationship Type="http://schemas.openxmlformats.org/officeDocument/2006/relationships/slide" Target="/ppt/slides/slide8.xml" Id="Rf9acf90eb262488e" /><Relationship Type="http://schemas.openxmlformats.org/officeDocument/2006/relationships/slide" Target="/ppt/slides/slide9.xml" Id="R4202c4f82a804734" /><Relationship Type="http://schemas.openxmlformats.org/officeDocument/2006/relationships/slide" Target="/ppt/slides/slide10.xml" Id="R5c7cc7f38b79481b" /><Relationship Type="http://schemas.openxmlformats.org/officeDocument/2006/relationships/slide" Target="/ppt/slides/slide11.xml" Id="Re73fa6348ac9486c" /><Relationship Type="http://schemas.openxmlformats.org/officeDocument/2006/relationships/slide" Target="/ppt/slides/slide12.xml" Id="R61f1d0b1070d4bd2" /><Relationship Type="http://schemas.openxmlformats.org/officeDocument/2006/relationships/slide" Target="/ppt/slides/slide13.xml" Id="R977b06bf061c462a" /><Relationship Type="http://schemas.openxmlformats.org/officeDocument/2006/relationships/slide" Target="/ppt/slides/slide14.xml" Id="Rb0a1e855589844d2" /><Relationship Type="http://schemas.openxmlformats.org/officeDocument/2006/relationships/slide" Target="/ppt/slides/slide15.xml" Id="R5317b97651cb4904" /><Relationship Type="http://schemas.openxmlformats.org/officeDocument/2006/relationships/slide" Target="/ppt/slides/slide16.xml" Id="Rebf6c397f2774156" /><Relationship Type="http://schemas.openxmlformats.org/officeDocument/2006/relationships/slide" Target="/ppt/slides/slide17.xml" Id="R1c105c3f954a48b8" /><Relationship Type="http://schemas.openxmlformats.org/officeDocument/2006/relationships/slide" Target="/ppt/slides/slide18.xml" Id="R3f6f2e63e3364ed3" /><Relationship Type="http://schemas.openxmlformats.org/officeDocument/2006/relationships/slide" Target="/ppt/slides/slide19.xml" Id="R9f21fe98ebba4009" /><Relationship Type="http://schemas.openxmlformats.org/officeDocument/2006/relationships/slide" Target="/ppt/slides/slide20.xml" Id="R55d662b3c142456b" /><Relationship Type="http://schemas.openxmlformats.org/officeDocument/2006/relationships/slide" Target="/ppt/slides/slide21.xml" Id="R83455b93a2bf40c3" /><Relationship Type="http://schemas.openxmlformats.org/officeDocument/2006/relationships/slide" Target="/ppt/slides/slide22.xml" Id="R67d22faa02bd4b09" /><Relationship Type="http://schemas.openxmlformats.org/officeDocument/2006/relationships/slide" Target="/ppt/slides/slide23.xml" Id="R0a953f9595db4c65" /><Relationship Type="http://schemas.openxmlformats.org/officeDocument/2006/relationships/slide" Target="/ppt/slides/slide24.xml" Id="R49e23f6a47f94cc7" /><Relationship Type="http://schemas.openxmlformats.org/officeDocument/2006/relationships/slide" Target="/ppt/slides/slide25.xml" Id="Rd46ca2c65afa4ed1" /><Relationship Type="http://schemas.openxmlformats.org/officeDocument/2006/relationships/slide" Target="/ppt/slides/slide26.xml" Id="R2805f55ea1934302" /><Relationship Type="http://schemas.openxmlformats.org/officeDocument/2006/relationships/slide" Target="/ppt/slides/slide27.xml" Id="R341e5734e49549a5" /><Relationship Type="http://schemas.openxmlformats.org/officeDocument/2006/relationships/slide" Target="/ppt/slides/slide28.xml" Id="Rfda962bde1d04dbe" /><Relationship Type="http://schemas.openxmlformats.org/officeDocument/2006/relationships/slide" Target="/ppt/slides/slide29.xml" Id="R4d45c6de9ecb4c61" /><Relationship Type="http://schemas.openxmlformats.org/officeDocument/2006/relationships/slide" Target="/ppt/slides/slide30.xml" Id="R3ad4dcfe2d3047bc" /><Relationship Type="http://schemas.openxmlformats.org/officeDocument/2006/relationships/slide" Target="/ppt/slides/slide31.xml" Id="R1c769c080a774348" /><Relationship Type="http://schemas.openxmlformats.org/officeDocument/2006/relationships/slide" Target="/ppt/slides/slide32.xml" Id="Rfddedf8c2cce47cb" /><Relationship Type="http://schemas.openxmlformats.org/officeDocument/2006/relationships/slide" Target="/ppt/slides/slide33.xml" Id="R9b962be0ef4f4bf9" /><Relationship Type="http://schemas.openxmlformats.org/officeDocument/2006/relationships/slide" Target="/ppt/slides/slide34.xml" Id="R9e9c229c75f24d0c" /><Relationship Type="http://schemas.openxmlformats.org/officeDocument/2006/relationships/slide" Target="/ppt/slides/slide35.xml" Id="R901557f65b2c4acf" /><Relationship Type="http://schemas.openxmlformats.org/officeDocument/2006/relationships/slide" Target="/ppt/slides/slide36.xml" Id="R7a5851470df84c7b" /><Relationship Type="http://schemas.openxmlformats.org/officeDocument/2006/relationships/slide" Target="/ppt/slides/slide37.xml" Id="Rcf1ebd99ef1541cd" /><Relationship Type="http://schemas.openxmlformats.org/officeDocument/2006/relationships/slide" Target="/ppt/slides/slide38.xml" Id="Ra0056f874235495f" /><Relationship Type="http://schemas.openxmlformats.org/officeDocument/2006/relationships/slide" Target="/ppt/slides/slide39.xml" Id="Rd6ee105f66294887" /><Relationship Type="http://schemas.openxmlformats.org/officeDocument/2006/relationships/slide" Target="/ppt/slides/slide40.xml" Id="R612a6343d4654e1a" /><Relationship Type="http://schemas.openxmlformats.org/officeDocument/2006/relationships/slide" Target="/ppt/slides/slide41.xml" Id="R1079a6a033584e25" /><Relationship Type="http://schemas.openxmlformats.org/officeDocument/2006/relationships/slide" Target="/ppt/slides/slide42.xml" Id="Rcd145dbc6a1847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5b526b14cf4d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06a31438804be1" /><Relationship Type="http://schemas.openxmlformats.org/officeDocument/2006/relationships/notesMaster" Target="/ppt/notesMasters/notesMaster1.xml" Id="Rb1fd2f6bf0574a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699f26860a455a" /><Relationship Type="http://schemas.openxmlformats.org/officeDocument/2006/relationships/notesMaster" Target="/ppt/notesMasters/notesMaster1.xml" Id="Rfa279b2d221e44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310bdcfc51486a" /><Relationship Type="http://schemas.openxmlformats.org/officeDocument/2006/relationships/notesMaster" Target="/ppt/notesMasters/notesMaster1.xml" Id="R53d769621bd4411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c4f08dbf51410a" /><Relationship Type="http://schemas.openxmlformats.org/officeDocument/2006/relationships/notesMaster" Target="/ppt/notesMasters/notesMaster1.xml" Id="R466078be0a5044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eca3587aff4601" /><Relationship Type="http://schemas.openxmlformats.org/officeDocument/2006/relationships/notesMaster" Target="/ppt/notesMasters/notesMaster1.xml" Id="R3b53eb27858f47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c2267c948c43e5" /><Relationship Type="http://schemas.openxmlformats.org/officeDocument/2006/relationships/notesMaster" Target="/ppt/notesMasters/notesMaster1.xml" Id="R1580e254e4bf4c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2613ac2ad740d1" /><Relationship Type="http://schemas.openxmlformats.org/officeDocument/2006/relationships/notesMaster" Target="/ppt/notesMasters/notesMaster1.xml" Id="R57c818c206d144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23811ac3d84b7d" /><Relationship Type="http://schemas.openxmlformats.org/officeDocument/2006/relationships/notesMaster" Target="/ppt/notesMasters/notesMaster1.xml" Id="R7fab037870eb48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fc88d8400744bf" /><Relationship Type="http://schemas.openxmlformats.org/officeDocument/2006/relationships/notesMaster" Target="/ppt/notesMasters/notesMaster1.xml" Id="Ra98a63bc7bb44e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261b491e96840ba" /><Relationship Type="http://schemas.openxmlformats.org/officeDocument/2006/relationships/notesMaster" Target="/ppt/notesMasters/notesMaster1.xml" Id="Rf783e08607cd4e6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3c7eb2052b4644" /><Relationship Type="http://schemas.openxmlformats.org/officeDocument/2006/relationships/notesMaster" Target="/ppt/notesMasters/notesMaster1.xml" Id="R8e99f2854f8042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3da5d32b754d23" /><Relationship Type="http://schemas.openxmlformats.org/officeDocument/2006/relationships/notesMaster" Target="/ppt/notesMasters/notesMaster1.xml" Id="R962386a6519249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ff8c40c4a04e5a" /><Relationship Type="http://schemas.openxmlformats.org/officeDocument/2006/relationships/notesMaster" Target="/ppt/notesMasters/notesMaster1.xml" Id="Rd3ed64b86fc847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10f6ec51fbc4f1f" /><Relationship Type="http://schemas.openxmlformats.org/officeDocument/2006/relationships/notesMaster" Target="/ppt/notesMasters/notesMaster1.xml" Id="Rf505eb08c9b84e2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ca21453a8f4e29" /><Relationship Type="http://schemas.openxmlformats.org/officeDocument/2006/relationships/notesMaster" Target="/ppt/notesMasters/notesMaster1.xml" Id="Rc0860459996644a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dd34159015f4ff6" /><Relationship Type="http://schemas.openxmlformats.org/officeDocument/2006/relationships/notesMaster" Target="/ppt/notesMasters/notesMaster1.xml" Id="Rc554e8a47fb843f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da42d055605436f" /><Relationship Type="http://schemas.openxmlformats.org/officeDocument/2006/relationships/notesMaster" Target="/ppt/notesMasters/notesMaster1.xml" Id="R77fc3418e4a54f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84ec0a3e85041bc" /><Relationship Type="http://schemas.openxmlformats.org/officeDocument/2006/relationships/notesMaster" Target="/ppt/notesMasters/notesMaster1.xml" Id="Rf92b51b5dc7e4b4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20444a59d914c14" /><Relationship Type="http://schemas.openxmlformats.org/officeDocument/2006/relationships/notesMaster" Target="/ppt/notesMasters/notesMaster1.xml" Id="Rb501c42c28c0453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d7c84396b94e29" /><Relationship Type="http://schemas.openxmlformats.org/officeDocument/2006/relationships/notesMaster" Target="/ppt/notesMasters/notesMaster1.xml" Id="R71dbece331c24c2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2307bacf7bd47b6" /><Relationship Type="http://schemas.openxmlformats.org/officeDocument/2006/relationships/notesMaster" Target="/ppt/notesMasters/notesMaster1.xml" Id="Ra5d3ecd4418b467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e3d2d9d38c54f95" /><Relationship Type="http://schemas.openxmlformats.org/officeDocument/2006/relationships/notesMaster" Target="/ppt/notesMasters/notesMaster1.xml" Id="Rcab8f72e132a45c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48b3ac2e49946fb" /><Relationship Type="http://schemas.openxmlformats.org/officeDocument/2006/relationships/notesMaster" Target="/ppt/notesMasters/notesMaster1.xml" Id="R53c133a82b80469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c52cb50cb1d4341" /><Relationship Type="http://schemas.openxmlformats.org/officeDocument/2006/relationships/notesMaster" Target="/ppt/notesMasters/notesMaster1.xml" Id="R8f4371eb2a574a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9dd122247e64590" /><Relationship Type="http://schemas.openxmlformats.org/officeDocument/2006/relationships/notesMaster" Target="/ppt/notesMasters/notesMaster1.xml" Id="R479d06b0b78d4ef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9aa13340f864f2a" /><Relationship Type="http://schemas.openxmlformats.org/officeDocument/2006/relationships/notesMaster" Target="/ppt/notesMasters/notesMaster1.xml" Id="R83798296eb7d4c2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4feb8197e2b466b" /><Relationship Type="http://schemas.openxmlformats.org/officeDocument/2006/relationships/notesMaster" Target="/ppt/notesMasters/notesMaster1.xml" Id="Ra9969ba3c8994f2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0e72e99a960425f" /><Relationship Type="http://schemas.openxmlformats.org/officeDocument/2006/relationships/notesMaster" Target="/ppt/notesMasters/notesMaster1.xml" Id="R2730d02f9aa7489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c5b451476684a45" /><Relationship Type="http://schemas.openxmlformats.org/officeDocument/2006/relationships/notesMaster" Target="/ppt/notesMasters/notesMaster1.xml" Id="R6db09d8522244b0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5072227ff8d460f" /><Relationship Type="http://schemas.openxmlformats.org/officeDocument/2006/relationships/notesMaster" Target="/ppt/notesMasters/notesMaster1.xml" Id="Ra2014366bab9447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eabe7a444e1496e" /><Relationship Type="http://schemas.openxmlformats.org/officeDocument/2006/relationships/notesMaster" Target="/ppt/notesMasters/notesMaster1.xml" Id="Rd377aeb50cbf4dd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a572255e8144c87" /><Relationship Type="http://schemas.openxmlformats.org/officeDocument/2006/relationships/notesMaster" Target="/ppt/notesMasters/notesMaster1.xml" Id="R86779db476bc4c0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fa2e7c112dc4e70" /><Relationship Type="http://schemas.openxmlformats.org/officeDocument/2006/relationships/notesMaster" Target="/ppt/notesMasters/notesMaster1.xml" Id="R1ee19051d5ae438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9f79558b3914e1d" /><Relationship Type="http://schemas.openxmlformats.org/officeDocument/2006/relationships/notesMaster" Target="/ppt/notesMasters/notesMaster1.xml" Id="R72bdb52720e6493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de37b1b20494c4a" /><Relationship Type="http://schemas.openxmlformats.org/officeDocument/2006/relationships/notesMaster" Target="/ppt/notesMasters/notesMaster1.xml" Id="Rcb1a98ed4c4d464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347fba667064754" /><Relationship Type="http://schemas.openxmlformats.org/officeDocument/2006/relationships/notesMaster" Target="/ppt/notesMasters/notesMaster1.xml" Id="R4436421abb234e8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80be004b0c74baa" /><Relationship Type="http://schemas.openxmlformats.org/officeDocument/2006/relationships/notesMaster" Target="/ppt/notesMasters/notesMaster1.xml" Id="R2b127d620d164a4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5100812fb9b49e0" /><Relationship Type="http://schemas.openxmlformats.org/officeDocument/2006/relationships/notesMaster" Target="/ppt/notesMasters/notesMaster1.xml" Id="R38a86927c9794ac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10c3e4aa67644ab" /><Relationship Type="http://schemas.openxmlformats.org/officeDocument/2006/relationships/notesMaster" Target="/ppt/notesMasters/notesMaster1.xml" Id="R7af6bcebc51c4fc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96ab7a7abb84cd3" /><Relationship Type="http://schemas.openxmlformats.org/officeDocument/2006/relationships/notesMaster" Target="/ppt/notesMasters/notesMaster1.xml" Id="R5e322a3398ee406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f944f145abe4808" /><Relationship Type="http://schemas.openxmlformats.org/officeDocument/2006/relationships/notesMaster" Target="/ppt/notesMasters/notesMaster1.xml" Id="R815c1ec45eb5419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a2aa1b69986415e" /><Relationship Type="http://schemas.openxmlformats.org/officeDocument/2006/relationships/notesMaster" Target="/ppt/notesMasters/notesMaster1.xml" Id="R5b9f3abe1ee54c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Classification and the cost of mistakes</a:t>
            </a:r>
          </a:p>
          <a:p xmlns:a="http://schemas.openxmlformats.org/drawingml/2006/main">
            <a:r>
              <a:t>Explanation to give</a:t>
            </a:r>
          </a:p>
          <a:p xmlns:a="http://schemas.openxmlformats.org/drawingml/2006/main">
            <a:r>
              <a:t>Move from a numerical prediction to a category decision. Name the positive class before counting correct warnings, false alarms and missed warnings.</a:t>
            </a:r>
          </a:p>
          <a:p xmlns:a="http://schemas.openxmlformats.org/drawingml/2006/main">
            <a:r>
              <a:t/>
            </a:r>
          </a:p>
          <a:p xmlns:a="http://schemas.openxmlformats.org/drawingml/2006/main">
            <a:r>
              <a:t>Worked illustration / lecturer answer</a:t>
            </a:r>
          </a:p>
          <a:p xmlns:a="http://schemas.openxmlformats.org/drawingml/2006/main">
            <a:r>
              <a:t>Actual 1 with predicted 0 is a false negative. If 1 means warning, this is a missed warning, not merely a wrong number.</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pd.read_csv('classification_case.csv')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actual  predicted</a:t>
            </a:r>
          </a:p>
          <a:p xmlns:a="http://schemas.openxmlformats.org/drawingml/2006/main">
            <a:r>
              <a:t>0       1          1</a:t>
            </a:r>
          </a:p>
          <a:p xmlns:a="http://schemas.openxmlformats.org/drawingml/2006/main">
            <a:r>
              <a:t>1       0          0</a:t>
            </a:r>
          </a:p>
          <a:p xmlns:a="http://schemas.openxmlformats.org/drawingml/2006/main">
            <a:r>
              <a:t>2       1          0</a:t>
            </a:r>
          </a:p>
          <a:p xmlns:a="http://schemas.openxmlformats.org/drawingml/2006/main">
            <a:r>
              <a:t>3       1          1</a:t>
            </a:r>
          </a:p>
          <a:p xmlns:a="http://schemas.openxmlformats.org/drawingml/2006/main">
            <a:r>
              <a:t>4       0          1</a:t>
            </a:r>
          </a:p>
          <a:p xmlns:a="http://schemas.openxmlformats.org/drawingml/2006/main">
            <a:r>
              <a:t>(6, 2)</a:t>
            </a:r>
          </a:p>
          <a:p xmlns:a="http://schemas.openxmlformats.org/drawingml/2006/main">
            <a:r>
              <a:t>actual       int64</a:t>
            </a:r>
          </a:p>
          <a:p xmlns:a="http://schemas.openxmlformats.org/drawingml/2006/main">
            <a:r>
              <a:t>predicted    int64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paired result belongs in one cell</a:t>
            </a:r>
          </a:p>
          <a:p xmlns:a="http://schemas.openxmlformats.org/drawingml/2006/main">
            <a:r>
              <a:t>Explanation to give</a:t>
            </a:r>
          </a:p>
          <a:p xmlns:a="http://schemas.openxmlformats.org/drawingml/2006/main">
            <a:r>
              <a:t>First name what 1 means. Read the actual label before the prediction. True/false refers to whether the prediction is correct; positive/negative refers to the predicted class.</a:t>
            </a:r>
          </a:p>
          <a:p xmlns:a="http://schemas.openxmlformats.org/drawingml/2006/main">
            <a:r>
              <a:t/>
            </a:r>
          </a:p>
          <a:p xmlns:a="http://schemas.openxmlformats.org/drawingml/2006/main">
            <a:r>
              <a:t>Worked illustration / lecturer answer</a:t>
            </a:r>
          </a:p>
          <a:p xmlns:a="http://schemas.openxmlformats.org/drawingml/2006/main">
            <a:r>
              <a:t>With 1 meaning warning: actual 1, predicted 0 is a false negative, a missed warning. Actual 0, predicted 1 is a false positive, an unnecessary warning.</a:t>
            </a:r>
          </a:p>
          <a:p xmlns:a="http://schemas.openxmlformats.org/drawingml/2006/main">
            <a:r>
              <a:t/>
            </a:r>
          </a:p>
          <a:p xmlns:a="http://schemas.openxmlformats.org/drawingml/2006/main">
            <a:r>
              <a:t>Misconception to address</a:t>
            </a:r>
          </a:p>
          <a:p xmlns:a="http://schemas.openxmlformats.org/drawingml/2006/main">
            <a:r>
              <a:t>Positive does not mean good. A high count of correct normal cases can hide a dangerous number of missed warnings.</a:t>
            </a:r>
          </a:p>
          <a:p xmlns:a="http://schemas.openxmlformats.org/drawingml/2006/main">
            <a:r>
              <a:t/>
            </a:r>
          </a:p>
          <a:p xmlns:a="http://schemas.openxmlformats.org/drawingml/2006/main">
            <a:r>
              <a:t>On this slide</a:t>
            </a:r>
          </a:p>
          <a:p xmlns:a="http://schemas.openxmlformats.org/drawingml/2006/main">
            <a:r>
              <a:t>Read actual first, then predicted_values. Explain the missed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True positive: actual 1 and predicted 1. False negative: actual 1 and predicted 0. False positive: actual 0 and predicted 1. True negative: both 0. Keep the two columns paired.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Adding values and counting True</a:t>
            </a:r>
          </a:p>
          <a:p xmlns:a="http://schemas.openxmlformats.org/drawingml/2006/main">
            <a:r>
              <a:t>series.sum() adds its values. For a Boolean mask, True counts as 1 and False as 0. equipment_data.isna().sum() therefore counts missing cells separately for each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column comparison produces one True or False per row. table[mask] keeps the True rows. &amp; combines masks: both conditions must hold. Parenthesise each comparison.</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contains the recorded class; predicted contains the model’s decision for the same row. Here 1 means positive and 0 negative. These are already-issued decisions; this exercise does not train a 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contains the recorded class; predicted contains the model’s decision for the same row. Here 1 means positive and 0 negative. These are already-issued decisions; this exercise does not train a classifier.</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actual_labels = raw_data['actual']</a:t>
            </a:r>
          </a:p>
          <a:p xmlns:a="http://schemas.openxmlformats.org/drawingml/2006/main">
            <a:r>
              <a:t>actual_labels stores the recorded class of each observation: 1 means positive and 0 means negative.</a:t>
            </a:r>
          </a:p>
          <a:p xmlns:a="http://schemas.openxmlformats.org/drawingml/2006/main">
            <a:r>
              <a:t/>
            </a:r>
          </a:p>
          <a:p xmlns:a="http://schemas.openxmlformats.org/drawingml/2006/main">
            <a:r>
              <a:t>predicted_labels = raw_data['predicted']</a:t>
            </a:r>
          </a:p>
          <a:p xmlns:a="http://schemas.openxmlformats.org/drawingml/2006/main">
            <a:r>
              <a:t>predicted_labels stores the model’s 0/1 class decisions in matching row order.</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 1 asks whether the real class is positive; predicted == 1 asks whether the model predicted positive. Each comparison returns one True/False answer per row. Equality uses ==; assignment uses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 1 asks whether the real class is positive; predicted == 1 asks whether the model predicted positive. Each comparison returns one True/False answer per row. Equality uses ==; assignment uses =.</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actual_is_positive = actual_labels == 1</a:t>
            </a:r>
          </a:p>
          <a:p xmlns:a="http://schemas.openxmlformats.org/drawingml/2006/main">
            <a:r>
              <a:t>actual_is_positive stores the result of the displayed expression.</a:t>
            </a:r>
          </a:p>
          <a:p xmlns:a="http://schemas.openxmlformats.org/drawingml/2006/main">
            <a:r>
              <a:t/>
            </a:r>
          </a:p>
          <a:p xmlns:a="http://schemas.openxmlformats.org/drawingml/2006/main">
            <a:r>
              <a:t>prediction_is_positive = predicted_labels == 1</a:t>
            </a:r>
          </a:p>
          <a:p xmlns:a="http://schemas.openxmlformats.org/drawingml/2006/main">
            <a:r>
              <a:t>prediction_is_positive stores the result of the displayed expression.</a:t>
            </a:r>
          </a:p>
          <a:p xmlns:a="http://schemas.openxmlformats.org/drawingml/2006/main">
            <a:r>
              <a:t/>
            </a:r>
          </a:p>
          <a:p xmlns:a="http://schemas.openxmlformats.org/drawingml/2006/main">
            <a:r>
              <a:t>actual_is_negative = actual_labels == 0</a:t>
            </a:r>
          </a:p>
          <a:p xmlns:a="http://schemas.openxmlformats.org/drawingml/2006/main">
            <a:r>
              <a:t>actual_is_negative stores the result of the displayed expression.</a:t>
            </a:r>
          </a:p>
          <a:p xmlns:a="http://schemas.openxmlformats.org/drawingml/2006/main">
            <a:r>
              <a:t/>
            </a:r>
          </a:p>
          <a:p xmlns:a="http://schemas.openxmlformats.org/drawingml/2006/main">
            <a:r>
              <a:t>prediction_is_negative = predicted_labels == 0</a:t>
            </a:r>
          </a:p>
          <a:p xmlns:a="http://schemas.openxmlformats.org/drawingml/2006/main">
            <a:r>
              <a:t>prediction_is_negative stores the result of the displayed expression.</a:t>
            </a:r>
          </a:p>
          <a:p xmlns:a="http://schemas.openxmlformats.org/drawingml/2006/main">
            <a:r>
              <a:t/>
            </a:r>
          </a:p>
          <a:p xmlns:a="http://schemas.openxmlformats.org/drawingml/2006/main">
            <a:r>
              <a:t>print(actual_is_positive.head())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print(prediction_is_positive.head())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False</a:t>
            </a:r>
          </a:p>
          <a:p xmlns:a="http://schemas.openxmlformats.org/drawingml/2006/main">
            <a:r>
              <a:t>2     True</a:t>
            </a:r>
          </a:p>
          <a:p xmlns:a="http://schemas.openxmlformats.org/drawingml/2006/main">
            <a:r>
              <a:t>3     True</a:t>
            </a:r>
          </a:p>
          <a:p xmlns:a="http://schemas.openxmlformats.org/drawingml/2006/main">
            <a:r>
              <a:t>4    False</a:t>
            </a:r>
          </a:p>
          <a:p xmlns:a="http://schemas.openxmlformats.org/drawingml/2006/main">
            <a:r>
              <a:t>Name: actual, dtype: bool</a:t>
            </a:r>
          </a:p>
          <a:p xmlns:a="http://schemas.openxmlformats.org/drawingml/2006/main">
            <a:r>
              <a:t>0     True</a:t>
            </a:r>
          </a:p>
          <a:p xmlns:a="http://schemas.openxmlformats.org/drawingml/2006/main">
            <a:r>
              <a:t>1    False</a:t>
            </a:r>
          </a:p>
          <a:p xmlns:a="http://schemas.openxmlformats.org/drawingml/2006/main">
            <a:r>
              <a:t>2    False</a:t>
            </a:r>
          </a:p>
          <a:p xmlns:a="http://schemas.openxmlformats.org/drawingml/2006/main">
            <a:r>
              <a:t>3     True</a:t>
            </a:r>
          </a:p>
          <a:p xmlns:a="http://schemas.openxmlformats.org/drawingml/2006/main">
            <a:r>
              <a:t>4     True</a:t>
            </a:r>
          </a:p>
          <a:p xmlns:a="http://schemas.openxmlformats.org/drawingml/2006/main">
            <a:r>
              <a:t>Name: predicted, dtype: bool</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true positive has actual 1 AND predicted 1. Combine the two answer columns with &amp;, then sum the True entries. The other three outcomes use their own pairs of actual and predicted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true positive has actual 1 AND predicted 1. Combine the two answer columns with &amp;, then sum the True entries. The other three outcomes use their own pairs of actual and predicted labels.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is_true_positive = actual_is_positive &amp; prediction_is_positive</a:t>
            </a:r>
          </a:p>
          <a:p xmlns:a="http://schemas.openxmlformats.org/drawingml/2006/main">
            <a:r>
              <a:t>is_true_positive stores the result of the displayed expression.</a:t>
            </a:r>
          </a:p>
          <a:p xmlns:a="http://schemas.openxmlformats.org/drawingml/2006/main">
            <a:r>
              <a:t/>
            </a:r>
          </a:p>
          <a:p xmlns:a="http://schemas.openxmlformats.org/drawingml/2006/main">
            <a:r>
              <a:t>true_positive_count = int(is_true_positive.sum())</a:t>
            </a:r>
          </a:p>
          <a:p xmlns:a="http://schemas.openxmlformats.org/drawingml/2006/main">
            <a:r>
              <a:t>true_positive_count stores number of rows with actual 1 and predicted 1.</a:t>
            </a:r>
          </a:p>
          <a:p xmlns:a="http://schemas.openxmlformats.org/drawingml/2006/main">
            <a:r>
              <a:t/>
            </a:r>
          </a:p>
          <a:p xmlns:a="http://schemas.openxmlformats.org/drawingml/2006/main">
            <a:r>
              <a:t>print('True positives:', true_positive_count)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True positives: 3</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false_negative_count = int((actual_is_positive &amp; prediction_is_negative).sum())</a:t>
            </a:r>
          </a:p>
          <a:p xmlns:a="http://schemas.openxmlformats.org/drawingml/2006/main">
            <a:r>
              <a:t>false_negative_count stores number of missed positives: actual 1 but predicted 0.</a:t>
            </a:r>
          </a:p>
          <a:p xmlns:a="http://schemas.openxmlformats.org/drawingml/2006/main">
            <a:r>
              <a:t/>
            </a:r>
          </a:p>
          <a:p xmlns:a="http://schemas.openxmlformats.org/drawingml/2006/main">
            <a:r>
              <a:t>false_positive_count = int((actual_is_negative &amp; prediction_is_positive).sum())</a:t>
            </a:r>
          </a:p>
          <a:p xmlns:a="http://schemas.openxmlformats.org/drawingml/2006/main">
            <a:r>
              <a:t>false_positive_count stores number of false alarms: actual 0 but predicted 1.</a:t>
            </a:r>
          </a:p>
          <a:p xmlns:a="http://schemas.openxmlformats.org/drawingml/2006/main">
            <a:r>
              <a:t/>
            </a:r>
          </a:p>
          <a:p xmlns:a="http://schemas.openxmlformats.org/drawingml/2006/main">
            <a:r>
              <a:t>true_negative_count = int((actual_is_negative &amp; prediction_is_negative).sum())</a:t>
            </a:r>
          </a:p>
          <a:p xmlns:a="http://schemas.openxmlformats.org/drawingml/2006/main">
            <a:r>
              <a:t>true_negative_count stores number of rows with actual 0 and predicted 0.</a:t>
            </a:r>
          </a:p>
          <a:p xmlns:a="http://schemas.openxmlformats.org/drawingml/2006/main">
            <a:r>
              <a:t/>
            </a:r>
          </a:p>
          <a:p xmlns:a="http://schemas.openxmlformats.org/drawingml/2006/main">
            <a:r>
              <a:t>print(false_negative_count, false_positive_count, true_negative_count)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print(true_positive_count + false_negative_count + false_positive_count + true_negative_count,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1 1 1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false_negative_count = int((actual_is_positive &amp; prediction_is_negative).sum())</a:t>
            </a:r>
          </a:p>
          <a:p xmlns:a="http://schemas.openxmlformats.org/drawingml/2006/main">
            <a:r>
              <a:t>false_negative_count stores number of missed positives: actual 1 but predicted 0.</a:t>
            </a:r>
          </a:p>
          <a:p xmlns:a="http://schemas.openxmlformats.org/drawingml/2006/main">
            <a:r>
              <a:t/>
            </a:r>
          </a:p>
          <a:p xmlns:a="http://schemas.openxmlformats.org/drawingml/2006/main">
            <a:r>
              <a:t>false_positive_count = int((actual_is_negative &amp; prediction_is_positive).sum())</a:t>
            </a:r>
          </a:p>
          <a:p xmlns:a="http://schemas.openxmlformats.org/drawingml/2006/main">
            <a:r>
              <a:t>false_positive_count stores number of false alarms: actual 0 but predicted 1.</a:t>
            </a:r>
          </a:p>
          <a:p xmlns:a="http://schemas.openxmlformats.org/drawingml/2006/main">
            <a:r>
              <a:t/>
            </a:r>
          </a:p>
          <a:p xmlns:a="http://schemas.openxmlformats.org/drawingml/2006/main">
            <a:r>
              <a:t>true_negative_count = int((actual_is_negative &amp; prediction_is_negative).sum())</a:t>
            </a:r>
          </a:p>
          <a:p xmlns:a="http://schemas.openxmlformats.org/drawingml/2006/main">
            <a:r>
              <a:t>true_negative_count stores number of rows with actual 0 and predicted 0.</a:t>
            </a:r>
          </a:p>
          <a:p xmlns:a="http://schemas.openxmlformats.org/drawingml/2006/main">
            <a:r>
              <a:t/>
            </a:r>
          </a:p>
          <a:p xmlns:a="http://schemas.openxmlformats.org/drawingml/2006/main">
            <a:r>
              <a:t>print(false_negative_count, false_positive_count, true_negative_count)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print(true_positive_count + false_negative_count + false_positive_count + true_negative_count,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1 1 1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false_negative_count = int((actual_is_positive &amp; prediction_is_negative).sum())</a:t>
            </a:r>
          </a:p>
          <a:p xmlns:a="http://schemas.openxmlformats.org/drawingml/2006/main">
            <a:r>
              <a:t>false_negative_count stores number of missed positives: actual 1 but predicted 0.</a:t>
            </a:r>
          </a:p>
          <a:p xmlns:a="http://schemas.openxmlformats.org/drawingml/2006/main">
            <a:r>
              <a:t/>
            </a:r>
          </a:p>
          <a:p xmlns:a="http://schemas.openxmlformats.org/drawingml/2006/main">
            <a:r>
              <a:t>false_positive_count = int((actual_is_negative &amp; prediction_is_positive).sum())</a:t>
            </a:r>
          </a:p>
          <a:p xmlns:a="http://schemas.openxmlformats.org/drawingml/2006/main">
            <a:r>
              <a:t>false_positive_count stores number of false alarms: actual 0 but predicted 1.</a:t>
            </a:r>
          </a:p>
          <a:p xmlns:a="http://schemas.openxmlformats.org/drawingml/2006/main">
            <a:r>
              <a:t/>
            </a:r>
          </a:p>
          <a:p xmlns:a="http://schemas.openxmlformats.org/drawingml/2006/main">
            <a:r>
              <a:t>true_negative_count = int((actual_is_negative &amp; prediction_is_negative).sum())</a:t>
            </a:r>
          </a:p>
          <a:p xmlns:a="http://schemas.openxmlformats.org/drawingml/2006/main">
            <a:r>
              <a:t>true_negative_count stores number of rows with actual 0 and predicted 0.</a:t>
            </a:r>
          </a:p>
          <a:p xmlns:a="http://schemas.openxmlformats.org/drawingml/2006/main">
            <a:r>
              <a:t/>
            </a:r>
          </a:p>
          <a:p xmlns:a="http://schemas.openxmlformats.org/drawingml/2006/main">
            <a:r>
              <a:t>print(false_negative_count, false_positive_count, true_negative_count)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print(true_positive_count + false_negative_count + false_positive_count + true_negative_count,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1 1 1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asks how many warnings were correct. Recall asks how many real warning cases were found. Neither alone shows all mistakes. The cost is not an approved safety limit.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condition: runs its indented statements only when the condition is True. else: handles the other case. Check for a nonzero denominator before division, and for a nonempty table before selecting its first row.</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predicted positives: true positives plus false positives. Divide correct positive predictions by that total. Check the denominator before dividing; this teaching example uses 0 when it is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predicted positives: true positives plus false positives. Divide correct positive predictions by that total. Check the denominator before dividing; this teaching example uses 0 when it is zero.</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precision = 0.0</a:t>
            </a:r>
          </a:p>
          <a:p xmlns:a="http://schemas.openxmlformats.org/drawingml/2006/main">
            <a:r>
              <a:t>precision stores fraction of positive predictions that are correct.</a:t>
            </a:r>
          </a:p>
          <a:p xmlns:a="http://schemas.openxmlformats.org/drawingml/2006/main">
            <a:r>
              <a:t/>
            </a:r>
          </a:p>
          <a:p xmlns:a="http://schemas.openxmlformats.org/drawingml/2006/main">
            <a:r>
              <a:t>if true_positive_count + false_positive_count &gt; 0:</a:t>
            </a:r>
          </a:p>
          <a:p xmlns:a="http://schemas.openxmlformats.org/drawingml/2006/main">
            <a:r>
              <a:t>    precision = true_positive_count / (true_positive_count + false_positive_count)</a:t>
            </a:r>
          </a:p>
          <a:p xmlns:a="http://schemas.openxmlformats.org/drawingml/2006/main">
            <a:r>
              <a:t>Check the condition first, then run only the matching branch. This avoids invalid division or selecting a row that does not exist.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actual positives: true positives plus false negatives. Divide detected positives by that total. Precision and recall answer different questions even when they happen to have the same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actual positives: true positives plus false negatives. Divide detected positives by that total. Precision and recall answer different questions even when they happen to have the same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recall = 0.0</a:t>
            </a:r>
          </a:p>
          <a:p xmlns:a="http://schemas.openxmlformats.org/drawingml/2006/main">
            <a:r>
              <a:t>recall stores fraction of actual positives detected by the model.</a:t>
            </a:r>
          </a:p>
          <a:p xmlns:a="http://schemas.openxmlformats.org/drawingml/2006/main">
            <a:r>
              <a:t/>
            </a:r>
          </a:p>
          <a:p xmlns:a="http://schemas.openxmlformats.org/drawingml/2006/main">
            <a:r>
              <a:t>if true_positive_count + false_negative_count &gt; 0:</a:t>
            </a:r>
          </a:p>
          <a:p xmlns:a="http://schemas.openxmlformats.org/drawingml/2006/main">
            <a:r>
              <a:t>    recall = true_positive_count / (true_positive_count + false_negative_count)</a:t>
            </a:r>
          </a:p>
          <a:p xmlns:a="http://schemas.openxmlformats.org/drawingml/2006/main">
            <a:r>
              <a:t>Check the condition first, then run only the matching branch. This avoids invalid division or selecting a row that does not exist.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five penalty units per missed positive plus one per false alarm in this scenario.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five penalty units per missed positive plus one per false alarm in this scenario.</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total_error_cost = 5 * false_negative_count + false_positive_count</a:t>
            </a:r>
          </a:p>
          <a:p xmlns:a="http://schemas.openxmlformats.org/drawingml/2006/main">
            <a:r>
              <a:t>total_error_cost stores five penalty units per missed positive plus one per false alarm in this scenario.</a:t>
            </a:r>
          </a:p>
          <a:p xmlns:a="http://schemas.openxmlformats.org/drawingml/2006/main">
            <a:r>
              <a:t/>
            </a:r>
          </a:p>
          <a:p xmlns:a="http://schemas.openxmlformats.org/drawingml/2006/main">
            <a:r>
              <a:t>print(round(precision, 4), round(recall, 4), total_error_cost)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0.75 0.75 6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threshold at 0.5 labels probabilities at least 0.5 as positive. Do not treat existing 0/1 labels as original probability estimates. Threshold selection requires held-out probability validation_predictions.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representation demonstration. Do not use predicted labels as model input features to predict those same labels. A multiclass metric needs a stated policy for every class.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Category indicator columns</a:t>
            </a:r>
          </a:p>
          <a:p xmlns:a="http://schemas.openxmlformats.org/drawingml/2006/main">
            <a:r>
              <a:t>pd.get_dummies(column, prefix="class", dtype=int) creates a 0/1 column per category. prefix names the columns, such as class_0 and class_1. dtype=int displays integers.</a:t>
            </a:r>
          </a:p>
          <a:p xmlns:a="http://schemas.openxmlformats.org/drawingml/2006/main">
            <a:r>
              <a:t/>
            </a:r>
          </a:p>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 Read a chain from left to right. In equipment_data["target"].mean(), select the target Series first, then calculate its mean. Each step uses the previous step’s mean_load_by_equipment_group.</a:t>
            </a:r>
          </a:p>
          <a:p xmlns:a="http://schemas.openxmlformats.org/drawingml/2006/main">
            <a:r>
              <a:t/>
            </a:r>
          </a:p>
          <a:p xmlns:a="http://schemas.openxmlformats.org/drawingml/2006/main">
            <a:r>
              <a:t>Category indicator columns: pd.get_dummies(column, prefix="class", dtype=int) creates a 0/1 column per category. prefix names the columns, such as class_0 and class_1. dtype=int displays integers.</a:t>
            </a:r>
          </a:p>
          <a:p xmlns:a="http://schemas.openxmlformats.org/drawingml/2006/main">
            <a:r>
              <a:t/>
            </a:r>
          </a:p>
          <a:p xmlns:a="http://schemas.openxmlformats.org/drawingml/2006/main">
            <a:r>
              <a:t>Returning plain values: 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class_indicator_columns = pd.get_dummies(raw_data['predicted'], prefix='class', dtype=int)</a:t>
            </a:r>
          </a:p>
          <a:p xmlns:a="http://schemas.openxmlformats.org/drawingml/2006/main">
            <a:r>
              <a:t>class_indicator_columns stores one integer 0/1 column for each predicted class.</a:t>
            </a:r>
          </a:p>
          <a:p xmlns:a="http://schemas.openxmlformats.org/drawingml/2006/main">
            <a:r>
              <a:t/>
            </a:r>
          </a:p>
          <a:p xmlns:a="http://schemas.openxmlformats.org/drawingml/2006/main">
            <a:r>
              <a:t>print(class_indicator_columns.head())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actual_values = raw_data['actual'].tolist()</a:t>
            </a:r>
          </a:p>
          <a:p xmlns:a="http://schemas.openxmlformats.org/drawingml/2006/main">
            <a:r>
              <a:t>actual_values stores observed targets or labels in the order used for comparison.</a:t>
            </a:r>
          </a:p>
          <a:p xmlns:a="http://schemas.openxmlformats.org/drawingml/2006/main">
            <a:r>
              <a:t/>
            </a:r>
          </a:p>
          <a:p xmlns:a="http://schemas.openxmlformats.org/drawingml/2006/main">
            <a:r>
              <a:t>predicted_values = raw_data['predicted'].tolist()</a:t>
            </a:r>
          </a:p>
          <a:p xmlns:a="http://schemas.openxmlformats.org/drawingml/2006/main">
            <a:r>
              <a:t>predicted_values stores predictions aligned with those actual values.</a:t>
            </a:r>
          </a:p>
          <a:p xmlns:a="http://schemas.openxmlformats.org/drawingml/2006/main">
            <a:r>
              <a:t/>
            </a:r>
          </a:p>
          <a:p xmlns:a="http://schemas.openxmlformats.org/drawingml/2006/main">
            <a:r>
              <a:t>print(len(actual_values), len(predicted_values))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class_0  class_1</a:t>
            </a:r>
          </a:p>
          <a:p xmlns:a="http://schemas.openxmlformats.org/drawingml/2006/main">
            <a:r>
              <a:t>0        0        1</a:t>
            </a:r>
          </a:p>
          <a:p xmlns:a="http://schemas.openxmlformats.org/drawingml/2006/main">
            <a:r>
              <a:t>1        1        0</a:t>
            </a:r>
          </a:p>
          <a:p xmlns:a="http://schemas.openxmlformats.org/drawingml/2006/main">
            <a:r>
              <a:t>2        1        0</a:t>
            </a:r>
          </a:p>
          <a:p xmlns:a="http://schemas.openxmlformats.org/drawingml/2006/main">
            <a:r>
              <a:t>3        0        1</a:t>
            </a:r>
          </a:p>
          <a:p xmlns:a="http://schemas.openxmlformats.org/drawingml/2006/main">
            <a:r>
              <a:t>4        0        1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The warning labels and costs belong to this teaching scenario. Name what positive means before discussing benefit or harm.</a:t>
            </a:r>
          </a:p>
          <a:p xmlns:a="http://schemas.openxmlformats.org/drawingml/2006/main">
            <a:r>
              <a:t/>
            </a:r>
          </a:p>
          <a:p xmlns:a="http://schemas.openxmlformats.org/drawingml/2006/main">
            <a:r>
              <a:t>Worked illustration / lecturer answer</a:t>
            </a:r>
          </a:p>
          <a:p xmlns:a="http://schemas.openxmlformats.org/drawingml/2006/main">
            <a:r>
              <a:t>Compute the confusion counts from aligned actual/predicted labels, then apply the published cost weights. A false alarm and a missed warning can have different costs.</a:t>
            </a:r>
          </a:p>
          <a:p xmlns:a="http://schemas.openxmlformats.org/drawingml/2006/main">
            <a:r>
              <a:t/>
            </a:r>
          </a:p>
          <a:p xmlns:a="http://schemas.openxmlformats.org/drawingml/2006/main">
            <a:r>
              <a:t>Misconception to address</a:t>
            </a:r>
          </a:p>
          <a:p xmlns:a="http://schemas.openxmlformats.org/drawingml/2006/main">
            <a:r>
              <a:t>These illustrative costs are not approved operational thresholds. Claimed benefits need evaluation on relevant real observations before use in engineering decisions.</a:t>
            </a:r>
          </a:p>
          <a:p xmlns:a="http://schemas.openxmlformats.org/drawingml/2006/main">
            <a:r>
              <a:t/>
            </a:r>
          </a:p>
          <a:p xmlns:a="http://schemas.openxmlformats.org/drawingml/2006/main">
            <a:r>
              <a:t>On this slide</a:t>
            </a:r>
          </a:p>
          <a:p xmlns:a="http://schemas.openxmlformats.org/drawingml/2006/main">
            <a:r>
              <a:t>Use classification_case.csv.</a:t>
            </a:r>
          </a:p>
          <a:p xmlns:a="http://schemas.openxmlformats.org/drawingml/2006/main">
            <a:r>
              <a:t/>
            </a:r>
          </a:p>
          <a:p xmlns:a="http://schemas.openxmlformats.org/drawingml/2006/main">
            <a:r>
              <a:t>Positive means a synthetic warning condition.</a:t>
            </a:r>
          </a:p>
          <a:p xmlns:a="http://schemas.openxmlformats.org/drawingml/2006/main">
            <a:r>
              <a:t/>
            </a:r>
          </a:p>
          <a:p xmlns:a="http://schemas.openxmlformats.org/drawingml/2006/main">
            <a:r>
              <a:t>Compute the confusion matrix, precision, recall and total_error_cost.</a:t>
            </a:r>
          </a:p>
          <a:p xmlns:a="http://schemas.openxmlformats.org/drawingml/2006/main">
            <a:r>
              <a:t/>
            </a:r>
          </a:p>
          <a:p xmlns:a="http://schemas.openxmlformats.org/drawingml/2006/main">
            <a:r>
              <a:t>Explain the 5:1 missed-warning/false-alarm cost assumption and why accuracy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 continued</a:t>
            </a:r>
          </a:p>
          <a:p xmlns:a="http://schemas.openxmlformats.org/drawingml/2006/main">
            <a:r>
              <a:t>Explanation to give</a:t>
            </a:r>
          </a:p>
          <a:p xmlns:a="http://schemas.openxmlformats.org/drawingml/2006/main">
            <a:r>
              <a:t>The warning labels and costs belong to this teaching scenario. Name what positive means before discussing benefit or harm.</a:t>
            </a:r>
          </a:p>
          <a:p xmlns:a="http://schemas.openxmlformats.org/drawingml/2006/main">
            <a:r>
              <a:t/>
            </a:r>
          </a:p>
          <a:p xmlns:a="http://schemas.openxmlformats.org/drawingml/2006/main">
            <a:r>
              <a:t>Worked illustration / lecturer answer</a:t>
            </a:r>
          </a:p>
          <a:p xmlns:a="http://schemas.openxmlformats.org/drawingml/2006/main">
            <a:r>
              <a:t>Compute the confusion counts from aligned actual/predicted labels, then apply the published cost weights. A false alarm and a missed warning can have different costs.</a:t>
            </a:r>
          </a:p>
          <a:p xmlns:a="http://schemas.openxmlformats.org/drawingml/2006/main">
            <a:r>
              <a:t/>
            </a:r>
          </a:p>
          <a:p xmlns:a="http://schemas.openxmlformats.org/drawingml/2006/main">
            <a:r>
              <a:t>Misconception to address</a:t>
            </a:r>
          </a:p>
          <a:p xmlns:a="http://schemas.openxmlformats.org/drawingml/2006/main">
            <a:r>
              <a:t>These illustrative costs are not approved operational thresholds. Claimed benefits need evaluation on relevant real observations before use in engineering decisions.</a:t>
            </a:r>
          </a:p>
          <a:p xmlns:a="http://schemas.openxmlformats.org/drawingml/2006/main">
            <a:r>
              <a:t/>
            </a:r>
          </a:p>
          <a:p xmlns:a="http://schemas.openxmlformats.org/drawingml/2006/main">
            <a:r>
              <a:t>On this slide</a:t>
            </a:r>
          </a:p>
          <a:p xmlns:a="http://schemas.openxmlformats.org/drawingml/2006/main">
            <a:r>
              <a:t>These costs are teaching assumptions, not approved operating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classification_metrics(actual, predicted)</a:t>
            </a:r>
          </a:p>
          <a:p xmlns:a="http://schemas.openxmlformats.org/drawingml/2006/main">
            <a:r>
              <a:t/>
            </a:r>
          </a:p>
          <a:p xmlns:a="http://schemas.openxmlformats.org/drawingml/2006/main">
            <a:r>
              <a:t>Return dictionary keys tp, tn, fp, fn, precision, recall and cost.</a:t>
            </a:r>
          </a:p>
          <a:p xmlns:a="http://schemas.openxmlformats.org/drawingml/2006/main">
            <a:r>
              <a:t/>
            </a:r>
          </a:p>
          <a:p xmlns:a="http://schemas.openxmlformats.org/drawingml/2006/main">
            <a:r>
              <a:t>tp = true positives; tn = true negatives; fp = false positives; fn = false negatives.</a:t>
            </a:r>
          </a:p>
          <a:p xmlns:a="http://schemas.openxmlformats.org/drawingml/2006/main">
            <a:r>
              <a:t/>
            </a:r>
          </a:p>
          <a:p xmlns:a="http://schemas.openxmlformats.org/drawingml/2006/main">
            <a:r>
              <a:t>cost = 5 * fn + fp. Return zero when a precision or recall denominator is zero.</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Classification and cost submission</a:t>
            </a:r>
          </a:p>
          <a:p xmlns:a="http://schemas.openxmlformats.org/drawingml/2006/main">
            <a:r>
              <a:t>Explanation to give</a:t>
            </a:r>
          </a:p>
          <a:p xmlns:a="http://schemas.openxmlformats.org/drawingml/2006/main">
            <a:r>
              <a:t>This slide hands over CML3113 W09.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2026-11-13T08:00:00+03:00.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06 Nov 2026, 08:00 Kampala</a:t>
            </a:r>
          </a:p>
          <a:p xmlns:a="http://schemas.openxmlformats.org/drawingml/2006/main">
            <a:r>
              <a:t/>
            </a:r>
          </a:p>
          <a:p xmlns:a="http://schemas.openxmlformats.org/drawingml/2006/main">
            <a:r>
              <a:t>Deadline: 13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9 quiz</a:t>
            </a:r>
          </a:p>
          <a:p xmlns:a="http://schemas.openxmlformats.org/drawingml/2006/main">
            <a:r>
              <a:t>Explanation to give</a:t>
            </a:r>
          </a:p>
          <a:p xmlns:a="http://schemas.openxmlformats.org/drawingml/2006/main">
            <a:r>
              <a:t>This is the CML3113 Week 9 quiz. The student link opens the response form; it does not activate its window. In Quiz Controls use open_W9_CML3113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Move from a numerical prediction to a category decision. Name the positive class before counting correct warnings, false alarms and missed warnings.</a:t>
            </a:r>
          </a:p>
          <a:p xmlns:a="http://schemas.openxmlformats.org/drawingml/2006/main">
            <a:r>
              <a:t/>
            </a:r>
          </a:p>
          <a:p xmlns:a="http://schemas.openxmlformats.org/drawingml/2006/main">
            <a:r>
              <a:t>Worked illustration / lecturer answer</a:t>
            </a:r>
          </a:p>
          <a:p xmlns:a="http://schemas.openxmlformats.org/drawingml/2006/main">
            <a:r>
              <a:t>Actual 1 with predicted 0 is a false negative. If 1 means warning, this is a missed warning, not merely a wrong number.</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identify a false negative and explain precision and recall with counts.</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Which observations are correctly or incorrectly classified?</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The Confusion Matrix</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Which observations are correctly or incorrectly classified?</a:t>
            </a:r>
          </a:p>
          <a:p xmlns:a="http://schemas.openxmlformats.org/drawingml/2006/main">
            <a:r>
              <a:t/>
            </a:r>
          </a:p>
          <a:p xmlns:a="http://schemas.openxmlformats.org/drawingml/2006/main">
            <a:r>
              <a:t>Reference / existing resource</a:t>
            </a:r>
          </a:p>
          <a:p xmlns:a="http://schemas.openxmlformats.org/drawingml/2006/main">
            <a:r>
              <a:t>https://www.youtube.com/watch?v=Kdsp6soqA7o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81cfc075954fb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355fe4ceaa425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6499c491b34d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c522b6fa624bf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123b41bc1e4c1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6329344e3bf43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BE0C5-C7CC-4DED-B662-741DCE92DC5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6FF6C13-3495-4C1B-897E-3F944F49EB7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92D1C2-3B9A-44C1-A592-7DF8DE1B5C7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3531CB-97E3-42F3-A0CB-F9723CD0C4F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527856-98D7-416D-B030-5EE210757AD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A00E79-898E-415F-B5CA-38C88DDD0D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28A77-C92E-4878-9902-E78ACBE564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C7644A-0482-4DA5-8F57-40FFCBBFA0A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C426ED-4EE9-4FC1-9A8D-3A77C59571C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8AA3E7-71BA-4A95-A01E-57208948CD4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371c9e5c5d4775" /><Relationship Type="http://schemas.openxmlformats.org/officeDocument/2006/relationships/slideLayout" Target="/ppt/slideLayouts/slideLayout1.xml" Id="Re130d73fa37642d6" /><Relationship Type="http://schemas.openxmlformats.org/officeDocument/2006/relationships/slideLayout" Target="/ppt/slideLayouts/slideLayout2.xml" Id="R292a791edd744fa6" /><Relationship Type="http://schemas.openxmlformats.org/officeDocument/2006/relationships/slideLayout" Target="/ppt/slideLayouts/slideLayout3.xml" Id="R2762ff0943de41cf" /><Relationship Type="http://schemas.openxmlformats.org/officeDocument/2006/relationships/slideLayout" Target="/ppt/slideLayouts/slideLayout4.xml" Id="R880d8e2ea76d45b3" /><Relationship Type="http://schemas.openxmlformats.org/officeDocument/2006/relationships/slideLayout" Target="/ppt/slideLayouts/slideLayout5.xml" Id="R74ca77a1f993418d" /><Relationship Type="http://schemas.openxmlformats.org/officeDocument/2006/relationships/slideLayout" Target="/ppt/slideLayouts/slideLayout6.xml" Id="Rb6b052f7991d49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30d73fa37642d6"/>
    <p:sldLayoutId xmlns:r="http://schemas.openxmlformats.org/officeDocument/2006/relationships" id="2147483650" r:id="R292a791edd744fa6"/>
    <p:sldLayoutId xmlns:r="http://schemas.openxmlformats.org/officeDocument/2006/relationships" id="2147483651" r:id="R2762ff0943de41cf"/>
    <p:sldLayoutId xmlns:r="http://schemas.openxmlformats.org/officeDocument/2006/relationships" id="2147483652" r:id="R880d8e2ea76d45b3"/>
    <p:sldLayoutId xmlns:r="http://schemas.openxmlformats.org/officeDocument/2006/relationships" id="2147483653" r:id="R74ca77a1f993418d"/>
    <p:sldLayoutId xmlns:r="http://schemas.openxmlformats.org/officeDocument/2006/relationships" id="2147483654" r:id="Rb6b052f7991d49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1f2c655a3c2442e" /><Relationship Type="http://schemas.openxmlformats.org/officeDocument/2006/relationships/image" Target="/ppt/media/image.png" Id="R078dbbc088464dea" /><Relationship Type="http://schemas.openxmlformats.org/officeDocument/2006/relationships/notesSlide" Target="/ppt/notesSlides/notesSlide1.xml" Id="R06fe4481acd14d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0694aec72f4722" /><Relationship Type="http://schemas.openxmlformats.org/officeDocument/2006/relationships/notesSlide" Target="/ppt/notesSlides/notesSlide2.xml" Id="R58131ff5dbdb46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b48c3e1c80f4e82" /><Relationship Type="http://schemas.openxmlformats.org/officeDocument/2006/relationships/notesSlide" Target="/ppt/notesSlides/notesSlide3.xml" Id="R1d708147e34141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c73a3ece0c545a8" /><Relationship Type="http://schemas.openxmlformats.org/officeDocument/2006/relationships/notesSlide" Target="/ppt/notesSlides/notesSlide4.xml" Id="R5e3955eb218149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b6be575cf8f4f00" /><Relationship Type="http://schemas.openxmlformats.org/officeDocument/2006/relationships/notesSlide" Target="/ppt/notesSlides/notesSlide5.xml" Id="R73210d9d407343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71e763308f49be" /><Relationship Type="http://schemas.openxmlformats.org/officeDocument/2006/relationships/notesSlide" Target="/ppt/notesSlides/notesSlide6.xml" Id="R893db6810c8142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35b464e2334988" /><Relationship Type="http://schemas.openxmlformats.org/officeDocument/2006/relationships/notesSlide" Target="/ppt/notesSlides/notesSlide7.xml" Id="Re2a7e40af239424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d8c44d4b7f04bc0" /><Relationship Type="http://schemas.openxmlformats.org/officeDocument/2006/relationships/image" Target="/ppt/media/image2.png" Id="Rf492cc74a1014333" /><Relationship Type="http://schemas.openxmlformats.org/officeDocument/2006/relationships/notesSlide" Target="/ppt/notesSlides/notesSlide8.xml" Id="R3af2af6238f547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b6856f403ea4b94" /><Relationship Type="http://schemas.openxmlformats.org/officeDocument/2006/relationships/notesSlide" Target="/ppt/notesSlides/notesSlide9.xml" Id="R250c25f95cd447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e2bf6721c04496b" /><Relationship Type="http://schemas.openxmlformats.org/officeDocument/2006/relationships/notesSlide" Target="/ppt/notesSlides/notesSlide10.xml" Id="R673de2b515a8418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f5851206eb24ea8" /><Relationship Type="http://schemas.openxmlformats.org/officeDocument/2006/relationships/notesSlide" Target="/ppt/notesSlides/notesSlide11.xml" Id="R4c524c969c064e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017c7c9db0b4fa3" /><Relationship Type="http://schemas.openxmlformats.org/officeDocument/2006/relationships/notesSlide" Target="/ppt/notesSlides/notesSlide12.xml" Id="Rd3341453b7134ff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a24b1b439bb4f46" /><Relationship Type="http://schemas.openxmlformats.org/officeDocument/2006/relationships/notesSlide" Target="/ppt/notesSlides/notesSlide13.xml" Id="R4865293c1ded491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96a02589b86415f" /><Relationship Type="http://schemas.openxmlformats.org/officeDocument/2006/relationships/notesSlide" Target="/ppt/notesSlides/notesSlide14.xml" Id="Ra3167902576e43c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95bb978dab74634" /><Relationship Type="http://schemas.openxmlformats.org/officeDocument/2006/relationships/notesSlide" Target="/ppt/notesSlides/notesSlide15.xml" Id="Rf00ca47caf164fd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503b584665144de" /><Relationship Type="http://schemas.openxmlformats.org/officeDocument/2006/relationships/notesSlide" Target="/ppt/notesSlides/notesSlide16.xml" Id="R307dddd4623240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f9a31161842413d" /><Relationship Type="http://schemas.openxmlformats.org/officeDocument/2006/relationships/notesSlide" Target="/ppt/notesSlides/notesSlide17.xml" Id="R35b64169042e496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90bf91e50554400" /><Relationship Type="http://schemas.openxmlformats.org/officeDocument/2006/relationships/notesSlide" Target="/ppt/notesSlides/notesSlide18.xml" Id="R73be97761c26442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e864cbeb136439e" /><Relationship Type="http://schemas.openxmlformats.org/officeDocument/2006/relationships/notesSlide" Target="/ppt/notesSlides/notesSlide19.xml" Id="R9c0e8a05d6f04ed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477804c37ec40ec" /><Relationship Type="http://schemas.openxmlformats.org/officeDocument/2006/relationships/notesSlide" Target="/ppt/notesSlides/notesSlide20.xml" Id="R1f08a426530447c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d9ab58b1bc44b1a" /><Relationship Type="http://schemas.openxmlformats.org/officeDocument/2006/relationships/notesSlide" Target="/ppt/notesSlides/notesSlide21.xml" Id="R0b6cb57509ea409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086812999004499" /><Relationship Type="http://schemas.openxmlformats.org/officeDocument/2006/relationships/notesSlide" Target="/ppt/notesSlides/notesSlide22.xml" Id="Raea3112d9e93459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63ac9a2421640ac" /><Relationship Type="http://schemas.openxmlformats.org/officeDocument/2006/relationships/notesSlide" Target="/ppt/notesSlides/notesSlide23.xml" Id="R83e770e8e6434ee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8ae676d382f4c41" /><Relationship Type="http://schemas.openxmlformats.org/officeDocument/2006/relationships/notesSlide" Target="/ppt/notesSlides/notesSlide24.xml" Id="Ra504d68d2bfc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92469059308406c" /><Relationship Type="http://schemas.openxmlformats.org/officeDocument/2006/relationships/notesSlide" Target="/ppt/notesSlides/notesSlide25.xml" Id="Re1d9d6d9a3ac41b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2fac727baad4990" /><Relationship Type="http://schemas.openxmlformats.org/officeDocument/2006/relationships/notesSlide" Target="/ppt/notesSlides/notesSlide26.xml" Id="R0a7d93d37ada42b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63273b1185947e2" /><Relationship Type="http://schemas.openxmlformats.org/officeDocument/2006/relationships/notesSlide" Target="/ppt/notesSlides/notesSlide27.xml" Id="Rcee230352be349a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a3e4c0ec06c4b43" /><Relationship Type="http://schemas.openxmlformats.org/officeDocument/2006/relationships/notesSlide" Target="/ppt/notesSlides/notesSlide28.xml" Id="R1ccd3cf55f07444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4afe9e6c4304139" /><Relationship Type="http://schemas.openxmlformats.org/officeDocument/2006/relationships/notesSlide" Target="/ppt/notesSlides/notesSlide29.xml" Id="Rad975337e662407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fdd74c383734e1d" /><Relationship Type="http://schemas.openxmlformats.org/officeDocument/2006/relationships/notesSlide" Target="/ppt/notesSlides/notesSlide30.xml" Id="R7ec21f1ea616482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344320f498c4695" /><Relationship Type="http://schemas.openxmlformats.org/officeDocument/2006/relationships/notesSlide" Target="/ppt/notesSlides/notesSlide31.xml" Id="R2b24698840d045c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d566c935e5e49e2" /><Relationship Type="http://schemas.openxmlformats.org/officeDocument/2006/relationships/notesSlide" Target="/ppt/notesSlides/notesSlide32.xml" Id="R42c12af81d4b428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93318f12779461d" /><Relationship Type="http://schemas.openxmlformats.org/officeDocument/2006/relationships/notesSlide" Target="/ppt/notesSlides/notesSlide33.xml" Id="R80fad618849846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89bf21d545947a7" /><Relationship Type="http://schemas.openxmlformats.org/officeDocument/2006/relationships/notesSlide" Target="/ppt/notesSlides/notesSlide34.xml" Id="R3d4022c36857452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a8af675af4845b9" /><Relationship Type="http://schemas.openxmlformats.org/officeDocument/2006/relationships/notesSlide" Target="/ppt/notesSlides/notesSlide35.xml" Id="R7eedcff4d564463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7987d0e947c42dd" /><Relationship Type="http://schemas.openxmlformats.org/officeDocument/2006/relationships/notesSlide" Target="/ppt/notesSlides/notesSlide36.xml" Id="R5651c24913fd43c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2dc88185de44470" /><Relationship Type="http://schemas.openxmlformats.org/officeDocument/2006/relationships/notesSlide" Target="/ppt/notesSlides/notesSlide37.xml" Id="R12357b5939e3403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71959a8bec94249" /><Relationship Type="http://schemas.openxmlformats.org/officeDocument/2006/relationships/notesSlide" Target="/ppt/notesSlides/notesSlide38.xml" Id="R7cc216f3b8054a9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ec0792a98d6456d" /><Relationship Type="http://schemas.openxmlformats.org/officeDocument/2006/relationships/hyperlink" Target="https://docs.google.com/forms/d/e/1FAIpQLSfckaplMvJ6zeqbURyQrkDOSTS0MhGV3jY3tIY4EhnHLMm1tw/viewform" TargetMode="External" Id="R30335acf864a4029" /><Relationship Type="http://schemas.openxmlformats.org/officeDocument/2006/relationships/notesSlide" Target="/ppt/notesSlides/notesSlide39.xml" Id="R1499fad61903478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763d54c336e4a56" /><Relationship Type="http://schemas.openxmlformats.org/officeDocument/2006/relationships/image" Target="/ppt/media/image3.png" Id="Rd5bd5254c31b47ef" /><Relationship Type="http://schemas.openxmlformats.org/officeDocument/2006/relationships/hyperlink" Target="https://forms.gle/biJnEga9118gnz9X9" TargetMode="External" Id="R63b0fb9891eb41eb" /><Relationship Type="http://schemas.openxmlformats.org/officeDocument/2006/relationships/notesSlide" Target="/ppt/notesSlides/notesSlide40.xml" Id="R1cdcc16b202649b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a2a671315704fbb" /><Relationship Type="http://schemas.openxmlformats.org/officeDocument/2006/relationships/notesSlide" Target="/ppt/notesSlides/notesSlide41.xml" Id="Rbac49cd6f210466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7a1c6cfeb534b57" /><Relationship Type="http://schemas.openxmlformats.org/officeDocument/2006/relationships/hyperlink" Target="https://www.youtube.com/watch?v=Kdsp6soqA7o" TargetMode="External" Id="R1f373ebef0a349ac" /><Relationship Type="http://schemas.openxmlformats.org/officeDocument/2006/relationships/notesSlide" Target="/ppt/notesSlides/notesSlide42.xml" Id="Ra828cbba6fbb4f8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E9BA00C-2B75-447E-9A01-6B1ABF5EE8E4}"/>
              </a:ext>
            </a:extLst>
          </p:cNvPr>
          <p:cNvPicPr>
            <a:picLocks xmlns:a="http://schemas.openxmlformats.org/drawingml/2006/main" noChangeAspect="1"/>
          </p:cNvPicPr>
          <p:nvPr/>
        </p:nvPicPr>
        <p:blipFill>
          <a:blip xmlns:r="http://schemas.openxmlformats.org/officeDocument/2006/relationships" xmlns:a="http://schemas.openxmlformats.org/drawingml/2006/main" r:embed="R078dbbc088464d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47E23B-E463-447A-9B33-47C76C69E14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B1746C-92AF-4887-8B2B-42ABD30C9D1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BAE5BEAF-A04A-4631-A159-F7043728511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50C448E0-DD37-4C0A-8D6F-4AD039E3493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FC6F60BF-8798-484D-8603-264BCFA4516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813730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E85405-F0D6-4C43-84FE-8BCFE278E8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2C46D4-5433-494A-B6C0-F0AA0502C7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8AC75A-A3FF-4DFB-9BD3-A00E02E78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63BAA7B-5A55-4F38-96EA-EA1A66BEF49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097843-21D1-4A77-8BBB-2391B95A42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F90353-2BE3-47C7-85EB-1B0089994A8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4EAEAAFC-BDAB-426F-A853-B1DD673BE96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D72BB9BD-EA68-4FF9-8251-470F22CC8B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21355973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F27406-DF5B-44B4-8693-AECC25E0B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BC06B4-9097-49B1-A2FB-97515D40B7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E7A7C5-FD4B-4D44-8957-C5FE756E23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C63000E-2D8C-4DFA-910F-104EAD78CB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2E41E4-083F-4121-87B4-E1CB915721A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19307E-6878-4DC4-A10C-020603C64E2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41CCA973-AB81-4A47-B2CE-23201674E34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CA6D013-FA83-4302-A5B8-781FC88DF6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a:t>
            </a:r>
          </a:p>
        </p:txBody>
      </p:sp>
    </p:spTree>
    <p:extLst>
      <p:ext uri="{BB962C8B-B14F-4D97-AF65-F5344CB8AC3E}">
        <p14:creationId xmlns:p14="http://schemas.microsoft.com/office/powerpoint/2010/main" val="2240938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167DAD-94D8-4B05-8435-7A18B78EA3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E8EF8A-DFB8-48BD-B617-F8D7CAFF7C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4526FF-8832-417A-B0CD-5A7C73555C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EC11CE0-E44F-4C70-831D-814AB61282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9A6E3A-6299-4E7C-BB1D-C83FDB30DF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B5E4A087-A0C6-4ECC-B5A7-08E946D9477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A63A34-9D21-4829-A9C1-A43A79C3FC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A78BDB7A-36C8-4E3B-B802-AF948882241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4677B6-D975-41E8-98E9-5372BA94CF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6DD8024-07CE-47FA-B5AA-4DBCC561D8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14364721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184B66-E909-4634-8087-C8AD133465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6DBFB8-1C23-4F5D-9E08-387680EBF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C266CD-9F0A-49F6-9263-BABFACBA35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4AAC47D-64F1-40A1-A4E1-A8D0EBFCBD5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80F526-0312-4FE7-93DC-2279AC3984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A073CB7-3856-47B7-91E9-E94EBE2B48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DB2FD889-0155-4E4C-8F6B-2D258008EE6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83575FC2-2458-4038-A00B-944B0355D1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a:t>
            </a:r>
          </a:p>
        </p:txBody>
      </p:sp>
    </p:spTree>
    <p:extLst>
      <p:ext uri="{BB962C8B-B14F-4D97-AF65-F5344CB8AC3E}">
        <p14:creationId xmlns:p14="http://schemas.microsoft.com/office/powerpoint/2010/main" val="209371501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1CBC35-6D4B-4BAD-A9E2-FB1BB52126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5C4944-4746-40B3-873F-03D1C07A22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B2F186-367B-462A-B932-E183F4FF50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127DF5C2-3A24-4F67-8291-A6E9CBF00FD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BE71ED-82AB-4269-9F23-AAE244EFF15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EA7E8C3E-D138-4797-A53F-10A6F36A69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6</a:t>
            </a:r>
          </a:p>
        </p:txBody>
      </p:sp>
    </p:spTree>
    <p:extLst>
      <p:ext uri="{BB962C8B-B14F-4D97-AF65-F5344CB8AC3E}">
        <p14:creationId xmlns:p14="http://schemas.microsoft.com/office/powerpoint/2010/main" val="20046762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44CE36-F17E-4727-837D-6C2A0E275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8355C-504A-4E6C-8D1D-FA3C522B0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FDB8E5-965D-4F39-A12C-3DDDE2D4E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32E9E888-D6C3-44BC-9CD7-C8AC730B88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A44F1F-B34A-4650-8B8F-2A56D91D9E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FD4E809-6F33-46D7-AD34-720BD256DD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0496A3EE-03D5-4E04-BFF5-593B98EBC1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FBFFD3A-817F-4969-BE3A-E08BC8C620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7</a:t>
            </a:r>
          </a:p>
        </p:txBody>
      </p:sp>
    </p:spTree>
    <p:extLst>
      <p:ext uri="{BB962C8B-B14F-4D97-AF65-F5344CB8AC3E}">
        <p14:creationId xmlns:p14="http://schemas.microsoft.com/office/powerpoint/2010/main" val="11506167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43EFE1-BF8B-451F-92B3-F454E3DC0AA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8387F8-3690-4739-83B6-A931EF4A3A1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FD74F57D-BA01-48D4-A69B-12ED01740B0C}"/>
              </a:ext>
            </a:extLst>
          </p:cNvPr>
          <p:cNvPicPr>
            <a:picLocks xmlns:a="http://schemas.openxmlformats.org/drawingml/2006/main" noChangeAspect="1"/>
          </p:cNvPicPr>
          <p:nvPr/>
        </p:nvPicPr>
        <p:blipFill>
          <a:blip xmlns:r="http://schemas.openxmlformats.org/officeDocument/2006/relationships" xmlns:a="http://schemas.openxmlformats.org/drawingml/2006/main" r:embed="Rf492cc74a101433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632659A-C92B-4B91-BD4A-B3A44E39085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A1DA03-3191-4459-9527-E110E7BE09B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22F641CD-4C00-405B-BC06-034C54D533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8</a:t>
            </a:r>
          </a:p>
        </p:txBody>
      </p:sp>
    </p:spTree>
    <p:extLst>
      <p:ext uri="{BB962C8B-B14F-4D97-AF65-F5344CB8AC3E}">
        <p14:creationId xmlns:p14="http://schemas.microsoft.com/office/powerpoint/2010/main" val="83658445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59A097-5EDD-4DB6-9BF6-F052BD858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CF63FD-153E-42CA-B139-9AF69128A1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BC84C2-9A1A-4AB9-A2E5-DC1F90868A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66DE5D38-50B3-4943-9FE4-868EA53B2F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9B1731-FFDE-46B7-863A-7E0A072BD7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B4C6F3-8211-4E4B-8E01-ADB32453D1D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41026534-AD5B-4A61-A03A-B8D7B2499DE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validation_results.</a:t>
            </a:r>
          </a:p>
        </p:txBody>
      </p:sp>
      <p:sp>
        <p:nvSpPr>
          <p:cNvPr id="8" name="">
            <a:extLst xmlns:a="http://schemas.openxmlformats.org/drawingml/2006/main">
              <a:ext uri="{FF2B5EF4-FFF2-40B4-BE49-F238E27FC236}">
                <a16:creationId xmlns:a16="http://schemas.microsoft.com/office/drawing/2014/main" id="{55C57C06-42D4-43B0-BAF9-CD594BDA5D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9</a:t>
            </a:r>
          </a:p>
        </p:txBody>
      </p:sp>
    </p:spTree>
    <p:extLst>
      <p:ext uri="{BB962C8B-B14F-4D97-AF65-F5344CB8AC3E}">
        <p14:creationId xmlns:p14="http://schemas.microsoft.com/office/powerpoint/2010/main" val="146195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788C7-3433-4A02-9FA0-9FC3CD9FA5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10BFBF-F215-4E48-8CE3-B321E041B5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05F84-0F23-4354-ADB8-F9FDD3A79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17B5856-5845-47FC-ABEC-0242AEF1A2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178A53-8BDA-47DF-A347-9335CF8F185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49433082-F6E9-41BA-AE97-56AA4ACDF2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687A44-72E0-497B-8E7D-07A5D37EF94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AA1F4EC2-883E-4FC1-AB4B-09A497D621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54E33E-5AE6-4769-A2D9-0EDBE7030F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33B76AFC-B8DC-4CDC-A79B-F4C9F39C9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10</a:t>
            </a:r>
          </a:p>
        </p:txBody>
      </p:sp>
    </p:spTree>
    <p:extLst>
      <p:ext uri="{BB962C8B-B14F-4D97-AF65-F5344CB8AC3E}">
        <p14:creationId xmlns:p14="http://schemas.microsoft.com/office/powerpoint/2010/main" val="18455524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B76471-AC35-4F12-9C1D-CF7A4F48CC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C2D95C-0CE9-41BF-8216-904927BC42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50D1212-FFDF-4CC8-B781-303AB25CDA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4E2A3D0E-8A06-458D-B34C-3150CCAC1B0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863925-5983-429B-B81E-7DC2D3A447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BCC76D5E-88AF-40DE-84C0-8A2028AD8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11</a:t>
            </a:r>
          </a:p>
        </p:txBody>
      </p:sp>
    </p:spTree>
    <p:extLst>
      <p:ext uri="{BB962C8B-B14F-4D97-AF65-F5344CB8AC3E}">
        <p14:creationId xmlns:p14="http://schemas.microsoft.com/office/powerpoint/2010/main" val="10983226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3E97C8-F258-4CAD-8A55-13556DE9F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70F1A0-AF14-456E-85C5-1C91EBBDB1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0E2A3-0C46-458D-BAB1-C780472EA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69F75AFF-F569-4927-8B85-2359B805684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812866-7C1A-4555-B7D5-A5EB49A4FE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694CD368-09B8-4400-A62C-343376E7AD4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C4559118-2807-4565-8889-72BBB0B8E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12</a:t>
            </a:r>
          </a:p>
        </p:txBody>
      </p:sp>
    </p:spTree>
    <p:extLst>
      <p:ext uri="{BB962C8B-B14F-4D97-AF65-F5344CB8AC3E}">
        <p14:creationId xmlns:p14="http://schemas.microsoft.com/office/powerpoint/2010/main" val="18793537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6AD0406-F0F8-4965-8D81-5D197B3C99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AF2439-5CB4-40CF-81AE-603BBBD012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041C23-AFCE-476C-A1F5-5E0C3C29CB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1</a:t>
            </a:r>
          </a:p>
        </p:txBody>
      </p:sp>
      <p:sp>
        <p:nvSpPr>
          <p:cNvPr id="4" name="">
            <a:extLst xmlns:a="http://schemas.openxmlformats.org/drawingml/2006/main">
              <a:ext uri="{FF2B5EF4-FFF2-40B4-BE49-F238E27FC236}">
                <a16:creationId xmlns:a16="http://schemas.microsoft.com/office/drawing/2014/main" id="{CA149DFD-881F-4AE1-9095-6223071DAC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695892-694D-4D29-9A45-99379284E7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1897D884-F36B-472F-A3C4-CD1DCBE2210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B9A3F3-C618-4A5C-AC58-7BA37203301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C7658F11-30E0-429C-97BB-691539CCB9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99232E8F-3CA9-48A0-957A-346A79C428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13</a:t>
            </a:r>
          </a:p>
        </p:txBody>
      </p:sp>
    </p:spTree>
    <p:extLst>
      <p:ext uri="{BB962C8B-B14F-4D97-AF65-F5344CB8AC3E}">
        <p14:creationId xmlns:p14="http://schemas.microsoft.com/office/powerpoint/2010/main" val="109588655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9BB5FD-41B6-4E27-8175-F202E8C643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0E651C-3915-4CCA-8C39-8ED4526C4A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9F0C0-DD87-4F00-BCFD-170D9B428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154C4C7F-C9DC-4BE8-A398-9BE15EABE9C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AA23B1-4EB4-47D7-AD7B-47DDA0C5D68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A74B9B7A-3DFA-4495-A6B2-66DC7995E07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72F9A654-AD2A-41B7-8EBB-73537123B4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4962848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C86FD2-AA3E-4814-965E-CAE9F64CD1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3B4833-966E-49B1-930D-D9986A8C67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ED8D75-40E7-4097-8230-633FC74F2D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2</a:t>
            </a:r>
          </a:p>
        </p:txBody>
      </p:sp>
      <p:sp>
        <p:nvSpPr>
          <p:cNvPr id="4" name="">
            <a:extLst xmlns:a="http://schemas.openxmlformats.org/drawingml/2006/main">
              <a:ext uri="{FF2B5EF4-FFF2-40B4-BE49-F238E27FC236}">
                <a16:creationId xmlns:a16="http://schemas.microsoft.com/office/drawing/2014/main" id="{5AB4F99F-6D43-48EF-BE25-40E434D50C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5AB061-4C76-4939-B64B-819E7970666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A0032569-B517-4426-925E-1F34397B2A8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02BCE691-3484-42FE-87F1-9756043E98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7E056C7-E0C5-41ED-8FE4-59F2B8FB83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13454503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72CB81-51DE-4CF1-954B-28C7102C39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8E2F60-ACD9-4A04-960F-A84A8BD96C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F315C5-69D2-47D2-8B46-6409D32DC4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A41A7DD3-376D-4CD7-BBF1-6427B85E436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F44E60-1E14-4A9F-A09B-8127644AA8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5C0EE59E-BD56-4C33-AC70-CFEA550620C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A42D7BDC-70DA-4F19-9B7F-FE29B81DE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11936029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087674-67C8-4EAC-A2F6-059FBC769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D38674-0C1A-429F-930F-DDB78249C6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928053-33F5-4160-AD70-56A5F53D2C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3</a:t>
            </a:r>
          </a:p>
        </p:txBody>
      </p:sp>
      <p:sp>
        <p:nvSpPr>
          <p:cNvPr id="4" name="">
            <a:extLst xmlns:a="http://schemas.openxmlformats.org/drawingml/2006/main">
              <a:ext uri="{FF2B5EF4-FFF2-40B4-BE49-F238E27FC236}">
                <a16:creationId xmlns:a16="http://schemas.microsoft.com/office/drawing/2014/main" id="{EA4A523C-9435-4951-8E13-C9602F865C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293909-0F9F-4459-88C9-68B393A981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89F5C547-F590-462E-8B46-27524F38064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C3635FA6-77E0-4FC5-951A-EF215BFED7C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DE8D4AD-62B4-4884-9F9A-3CA404E0CF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92306131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50904E-70ED-46EC-89E6-6DD8E66D47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308C9C-E0A0-4A4A-9EB4-915C31EFA8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23A6B4-C044-41AD-873E-771BCE6F63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a:t>
            </a:r>
          </a:p>
        </p:txBody>
      </p:sp>
      <p:sp>
        <p:nvSpPr>
          <p:cNvPr id="4" name="">
            <a:extLst xmlns:a="http://schemas.openxmlformats.org/drawingml/2006/main">
              <a:ext uri="{FF2B5EF4-FFF2-40B4-BE49-F238E27FC236}">
                <a16:creationId xmlns:a16="http://schemas.microsoft.com/office/drawing/2014/main" id="{7BA47842-6FDB-4092-8165-E24FC0F788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398278-FFAA-4BDF-BAC4-A64C7D6730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DDFEA21-B5C1-4DDB-8D06-7C30E1CA7E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B0255ABF-D2B1-45FC-AF17-643945BC112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EBFF805F-E7FE-47E3-88FE-730B547C84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8045321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C69C19-8206-446E-9E02-782AC085C6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FE0FA4-2A3E-453B-911B-3DF4C213C7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812726-C84F-4D6C-8F40-0946CDA520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 (1/3)</a:t>
            </a:r>
          </a:p>
        </p:txBody>
      </p:sp>
      <p:sp>
        <p:nvSpPr>
          <p:cNvPr id="4" name="">
            <a:extLst xmlns:a="http://schemas.openxmlformats.org/drawingml/2006/main">
              <a:ext uri="{FF2B5EF4-FFF2-40B4-BE49-F238E27FC236}">
                <a16:creationId xmlns:a16="http://schemas.microsoft.com/office/drawing/2014/main" id="{176D2063-FAE1-4BDF-BEF1-81F6EACBC7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A6FA6B-52B9-48FD-8020-31E81BB866C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62766B5-4CBA-4D30-9135-E007B60322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0014ACC6-A5BA-437E-B0B4-A9A8F09B68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FB7C9CA5-42F3-4B67-93E5-2DE173310A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19118747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E9A545-BBE8-4CAA-98E2-5815E4442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10CCF1-671B-492A-8AC4-377298B665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6B4C2B-2F60-4901-B5AB-7813D2DF59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 (2/3)</a:t>
            </a:r>
          </a:p>
        </p:txBody>
      </p:sp>
      <p:sp>
        <p:nvSpPr>
          <p:cNvPr id="4" name="">
            <a:extLst xmlns:a="http://schemas.openxmlformats.org/drawingml/2006/main">
              <a:ext uri="{FF2B5EF4-FFF2-40B4-BE49-F238E27FC236}">
                <a16:creationId xmlns:a16="http://schemas.microsoft.com/office/drawing/2014/main" id="{140CC880-692D-4695-8088-F7EEF80F68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EA010C-D115-40EB-B0A6-3EC0155BD69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91C2FB0-9B88-4F76-870A-16214435C7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5D2F4316-513D-4073-B29B-A10F9F7E3A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D543059D-155A-427E-973F-1B03DF786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2352321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DB7DB5-C6A1-4909-A024-C67CC79F7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76509B-F9A6-4BD5-B467-27239D7FB4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B2F15C-3D41-4145-A65B-9FCBA001AD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 (3/3)</a:t>
            </a:r>
          </a:p>
        </p:txBody>
      </p:sp>
      <p:sp>
        <p:nvSpPr>
          <p:cNvPr id="4" name="">
            <a:extLst xmlns:a="http://schemas.openxmlformats.org/drawingml/2006/main">
              <a:ext uri="{FF2B5EF4-FFF2-40B4-BE49-F238E27FC236}">
                <a16:creationId xmlns:a16="http://schemas.microsoft.com/office/drawing/2014/main" id="{C0E0069F-D6F7-4394-90A3-F7FA16DC0EB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0F53BC-0434-4351-80B9-7CBB525A29A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07668A3-F2E2-4D4B-BADD-43CA93A4C49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2447B9-CDA3-4B7D-9EE2-6EC4561553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2C597FD4-572A-4D2E-A9CA-E5B466301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E15EAFCD-F07C-438B-95A2-930260C140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8587312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D38599-1AA6-4771-9C7D-AE97AF27AA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D60280-A92F-42CB-B271-089C25F38E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A92E61-3D7B-4F42-89E1-D68CB37412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D0D7B77E-DCEC-4ADE-9D47-B274159A5F3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2175C1-0C0B-41FC-BD01-13FD5253CB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1F21A6-4A03-49F2-8810-C28D1D242AD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BB3B8A45-F0C8-4661-9090-83428DE5EC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E65D50B8-A6DB-4607-A9C9-4C53E5C340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321657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C466C4-F720-4016-A970-2A84134135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698CA1-D103-430D-BF02-83D48304E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4E7889-CBE3-4EA0-AEA8-602A26D92B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7041C21-FDE9-4114-BA0B-AB8402EF35B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09D3F4-842D-45FE-BF2C-983ED42498C0}"/>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6FBC5669-1D37-4390-9C5B-8C10F42921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152096880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1EEA62-67EF-479F-B273-84741994C5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F1BFD6-E82F-4F8D-9707-C96C674F5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F7DB55-1AEA-4BB9-8294-AC978AB63E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BA7B8D9B-70DC-4236-8783-0821D6F6181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5BD603-CA6F-48EA-9278-BA389564FCB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A1B5931F-1A28-4C97-84F3-0F01956740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186151664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45BCC6-79E4-4B85-9310-2A4DAF80EE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BB1FA3-8878-49E6-9167-F2771AE3BE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D0285E-1803-4B91-A1F9-C2B6C496E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DBEF3635-0409-4DE1-9895-EE3A60BC8AB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409A39-D37C-4FF2-965A-7012C08CA51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C0A44BBD-7D36-41E4-B536-433EA8940A6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9A9EE604-3D46-408B-9CD9-80CFB9C131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192328385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2972E6-E81B-4A30-83BE-E8EA1763EE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51A7B0-DD0F-487B-AAD1-6FFDF77B0F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FC2847-5080-4FE7-B8FA-4D01DBC4F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1</a:t>
            </a:r>
          </a:p>
        </p:txBody>
      </p:sp>
      <p:sp>
        <p:nvSpPr>
          <p:cNvPr id="4" name="">
            <a:extLst xmlns:a="http://schemas.openxmlformats.org/drawingml/2006/main">
              <a:ext uri="{FF2B5EF4-FFF2-40B4-BE49-F238E27FC236}">
                <a16:creationId xmlns:a16="http://schemas.microsoft.com/office/drawing/2014/main" id="{940FDCCE-E033-4AC6-AE66-B943118215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774DF9-A9EA-42E2-956B-EB12722EF9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33C4EACE-3850-4195-84F1-DC29E96012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C4ADBB0E-B532-4604-96BA-EEC16A004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DB18B26-035A-49A1-A4CE-08D6586506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9011896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64AE10-BABA-451D-B1FD-CF05B6B28E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D039C3-8ECE-4EE7-A403-8680AAD3B2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EDF2CA-030B-405F-9B6B-1112A3DB7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AAA1304E-9EF5-4280-A66D-036E2F1B88D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480CB7-816C-4B3A-A111-9894CC37323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568FF2DE-5437-4B4F-A2DA-7AEECB23278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BF913A3D-D34F-4CE5-875C-F9BE9A0E0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110845220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C96DE-59BE-464A-8A95-B5BE1B79F8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2FBEC0-CC52-4F2B-AA46-0B599BE61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DF6589-101F-4A37-8ECD-C718B0CB7D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2</a:t>
            </a:r>
          </a:p>
        </p:txBody>
      </p:sp>
      <p:sp>
        <p:nvSpPr>
          <p:cNvPr id="4" name="">
            <a:extLst xmlns:a="http://schemas.openxmlformats.org/drawingml/2006/main">
              <a:ext uri="{FF2B5EF4-FFF2-40B4-BE49-F238E27FC236}">
                <a16:creationId xmlns:a16="http://schemas.microsoft.com/office/drawing/2014/main" id="{9D3B4A76-2593-47FA-BEEB-1B63C4C90E9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55D8C5-4B4D-4062-B2A1-9264A8A2B9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C356FDA1-F637-454D-99FE-D547862BC4C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7CD4820E-8F4B-44F9-8805-2CD8E6A796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216008A-3FD2-4C7E-9865-8D3A105EB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58834938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2DFA12-4EF6-4F22-96C1-5E9BE0F61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514960-9AEC-4ADA-9E4F-359975B3AA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B55FB9-5EEA-44F8-80D0-838DDFE5EB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3</a:t>
            </a:r>
          </a:p>
        </p:txBody>
      </p:sp>
      <p:sp>
        <p:nvSpPr>
          <p:cNvPr id="4" name="">
            <a:extLst xmlns:a="http://schemas.openxmlformats.org/drawingml/2006/main">
              <a:ext uri="{FF2B5EF4-FFF2-40B4-BE49-F238E27FC236}">
                <a16:creationId xmlns:a16="http://schemas.microsoft.com/office/drawing/2014/main" id="{17C52635-520E-4BB4-A61C-BB20379E3E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EAE73C-3038-4C43-8F7A-AF973DCA758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EE4704E0-8C12-4C39-B07C-DE8335158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195188048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3BB109-E1EA-45E5-90C0-216CCC1FA5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BB8760-FD68-41F1-BEC2-D831867C86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BA359BE-0124-489E-8ABA-32573ED442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3</a:t>
            </a:r>
          </a:p>
        </p:txBody>
      </p:sp>
      <p:sp>
        <p:nvSpPr>
          <p:cNvPr id="4" name="">
            <a:extLst xmlns:a="http://schemas.openxmlformats.org/drawingml/2006/main">
              <a:ext uri="{FF2B5EF4-FFF2-40B4-BE49-F238E27FC236}">
                <a16:creationId xmlns:a16="http://schemas.microsoft.com/office/drawing/2014/main" id="{382E3D23-CB43-424A-B7A6-CB928D4837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5C203A-7DA2-4266-BD72-68E7090DF26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8E36994D-5329-423A-A9F5-7C909BB16D2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50B73F6E-22B0-45C0-9444-86E6F9A687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5E1E71F-6345-4BD5-A297-1A221FB78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95144393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C3DCF1-E8AA-47FD-8FD1-7828838D9C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B36C98-7561-4FE1-AE5F-8CB01998CB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87F15D-B263-4A26-BAE7-2D54E298A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Probabilities and thresholds</a:t>
            </a:r>
          </a:p>
        </p:txBody>
      </p:sp>
      <p:sp>
        <p:nvSpPr>
          <p:cNvPr id="4" name="">
            <a:extLst xmlns:a="http://schemas.openxmlformats.org/drawingml/2006/main">
              <a:ext uri="{FF2B5EF4-FFF2-40B4-BE49-F238E27FC236}">
                <a16:creationId xmlns:a16="http://schemas.microsoft.com/office/drawing/2014/main" id="{8FAC89F9-D9D5-4E12-992D-0169CCAB7A6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EDEE0A-6494-47F5-AD60-A9AC8A278E6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D47853-B1B9-4D33-9420-6EDBE3457A6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probability is a model’s estimated chance of class 1. A threshold turns it into a class decision. Lowering the threshold generally raises more warnings.</a:t>
            </a:r>
          </a:p>
        </p:txBody>
      </p:sp>
      <p:sp>
        <p:nvSpPr>
          <p:cNvPr id="7" name="">
            <a:extLst xmlns:a="http://schemas.openxmlformats.org/drawingml/2006/main">
              <a:ext uri="{FF2B5EF4-FFF2-40B4-BE49-F238E27FC236}">
                <a16:creationId xmlns:a16="http://schemas.microsoft.com/office/drawing/2014/main" id="{F7E861A6-97E4-4A06-8FE2-4B3522C9A56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classification_case.csv supplies decisions only. It has no probability column, so we cannot recompute threshold choices from this file.</a:t>
            </a:r>
          </a:p>
        </p:txBody>
      </p:sp>
      <p:sp>
        <p:nvSpPr>
          <p:cNvPr id="8" name="">
            <a:extLst xmlns:a="http://schemas.openxmlformats.org/drawingml/2006/main">
              <a:ext uri="{FF2B5EF4-FFF2-40B4-BE49-F238E27FC236}">
                <a16:creationId xmlns:a16="http://schemas.microsoft.com/office/drawing/2014/main" id="{86FA89E9-BB20-4B2B-9F29-86852F6717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31</a:t>
            </a:r>
          </a:p>
        </p:txBody>
      </p:sp>
    </p:spTree>
    <p:extLst>
      <p:ext uri="{BB962C8B-B14F-4D97-AF65-F5344CB8AC3E}">
        <p14:creationId xmlns:p14="http://schemas.microsoft.com/office/powerpoint/2010/main" val="28255583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AEBA1A-E72C-47F6-9B5D-0F2F49F919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407419-21B0-4CB8-A48D-3BD324B800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A91783-3364-4899-BCB4-7F3653666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indicators</a:t>
            </a:r>
          </a:p>
        </p:txBody>
      </p:sp>
      <p:sp>
        <p:nvSpPr>
          <p:cNvPr id="4" name="">
            <a:extLst xmlns:a="http://schemas.openxmlformats.org/drawingml/2006/main">
              <a:ext uri="{FF2B5EF4-FFF2-40B4-BE49-F238E27FC236}">
                <a16:creationId xmlns:a16="http://schemas.microsoft.com/office/drawing/2014/main" id="{EEC161AE-3192-4CE3-9487-14B05C4EEE9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2B163C-D000-45B0-BFAF-2018CE8623B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AE116B-1FC2-43D6-83C3-251D8CFB0FD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get_dummies creates one indicator column per category. Each indicator is 1 for a matching row and 0 otherwise.</a:t>
            </a:r>
          </a:p>
        </p:txBody>
      </p:sp>
      <p:sp>
        <p:nvSpPr>
          <p:cNvPr id="7" name="">
            <a:extLst xmlns:a="http://schemas.openxmlformats.org/drawingml/2006/main">
              <a:ext uri="{FF2B5EF4-FFF2-40B4-BE49-F238E27FC236}">
                <a16:creationId xmlns:a16="http://schemas.microsoft.com/office/drawing/2014/main" id="{56205852-7871-410E-AD5E-0151E25CBE0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we can demonstrate indicators using the predicted class labels already present in the CSV.</a:t>
            </a:r>
          </a:p>
        </p:txBody>
      </p:sp>
      <p:sp>
        <p:nvSpPr>
          <p:cNvPr id="8" name="">
            <a:extLst xmlns:a="http://schemas.openxmlformats.org/drawingml/2006/main">
              <a:ext uri="{FF2B5EF4-FFF2-40B4-BE49-F238E27FC236}">
                <a16:creationId xmlns:a16="http://schemas.microsoft.com/office/drawing/2014/main" id="{DD6998DE-BFED-4740-8F78-D1AC3BF126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156795645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56975D-BD3D-4462-913E-B32A2AC11C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3165E3-2DF1-4B2D-985A-5E265A9350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BD310C-EBE4-45E2-B0F3-7313BC9AF3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3F00694-787E-4C1E-B909-6345248868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07080B-1925-4435-9AAE-A1B9B63F400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A482E630-1494-4BFE-9431-CFDC97740B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15DC47-C689-463D-A59C-EFF394C9167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Category indicator columns: pd.get_dummies(column, prefix="class", dtype=int) creates a 0/1 column per category. prefix names the columns, such as class_0 and class_1. dtype=int displays integers.</a:t>
            </a:r>
          </a:p>
        </p:txBody>
      </p:sp>
      <p:sp>
        <p:nvSpPr>
          <p:cNvPr id="8" name="">
            <a:extLst xmlns:a="http://schemas.openxmlformats.org/drawingml/2006/main">
              <a:ext uri="{FF2B5EF4-FFF2-40B4-BE49-F238E27FC236}">
                <a16:creationId xmlns:a16="http://schemas.microsoft.com/office/drawing/2014/main" id="{F53E4B44-BF05-45A6-8F4A-24A2595AF54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7B8706-996C-4779-B7FA-DF03BA60D2E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10" name="">
            <a:extLst xmlns:a="http://schemas.openxmlformats.org/drawingml/2006/main">
              <a:ext uri="{FF2B5EF4-FFF2-40B4-BE49-F238E27FC236}">
                <a16:creationId xmlns:a16="http://schemas.microsoft.com/office/drawing/2014/main" id="{F3AC1391-A53B-4E16-93B7-E5AEE1BF2B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46190250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05B019-33CB-429C-91FE-EFE07BC3F8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770C3E-D82B-491D-999C-D26EC41A4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059FEE-6BFA-4961-863A-1781170B97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Indicators from the supplied class labels</a:t>
            </a:r>
          </a:p>
        </p:txBody>
      </p:sp>
      <p:sp>
        <p:nvSpPr>
          <p:cNvPr id="4" name="">
            <a:extLst xmlns:a="http://schemas.openxmlformats.org/drawingml/2006/main">
              <a:ext uri="{FF2B5EF4-FFF2-40B4-BE49-F238E27FC236}">
                <a16:creationId xmlns:a16="http://schemas.microsoft.com/office/drawing/2014/main" id="{07832365-A551-4914-AC91-30F52505E7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6B37E6-15D2-4DE8-9F13-92F92B85A3A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class_indicator_columns = pd.get_dummies(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raw_data["predicted"], prefix="class", dtype=int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print(class_indicator_columns.head())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raw_data["actual"].tolist()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raw_data["predicted"].tolist()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print(len(actual_values), len(predicted_values))</a:t>
            </a:r>
          </a:p>
        </p:txBody>
      </p:sp>
      <p:sp>
        <p:nvSpPr>
          <p:cNvPr id="6" name="">
            <a:extLst xmlns:a="http://schemas.openxmlformats.org/drawingml/2006/main">
              <a:ext uri="{FF2B5EF4-FFF2-40B4-BE49-F238E27FC236}">
                <a16:creationId xmlns:a16="http://schemas.microsoft.com/office/drawing/2014/main" id="{B7E9AD4E-4B21-42F3-B614-6055ACA3C19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class_indicator_columns: one integer 0/1 column for each predicted class.</a:t>
            </a:r>
          </a:p>
        </p:txBody>
      </p:sp>
      <p:sp>
        <p:nvSpPr>
          <p:cNvPr id="7" name="">
            <a:extLst xmlns:a="http://schemas.openxmlformats.org/drawingml/2006/main">
              <a:ext uri="{FF2B5EF4-FFF2-40B4-BE49-F238E27FC236}">
                <a16:creationId xmlns:a16="http://schemas.microsoft.com/office/drawing/2014/main" id="{C04C475A-E01D-4AD8-8F61-A98150E370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A34DD46-1CBC-4F42-B095-EA295BA9CB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34</a:t>
            </a:r>
          </a:p>
        </p:txBody>
      </p:sp>
    </p:spTree>
    <p:extLst>
      <p:ext uri="{BB962C8B-B14F-4D97-AF65-F5344CB8AC3E}">
        <p14:creationId xmlns:p14="http://schemas.microsoft.com/office/powerpoint/2010/main" val="192222832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5523AB-22D1-4086-A124-36B3600349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E074FD-8B29-42E7-A9C5-53CECB586C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E72E63-4CCE-4A02-A30A-81DF9D51F3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6989DB9-7A05-403F-95F0-49A7EA7EE3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3CB5F-DA6E-4BDA-81EF-90C6DECD43C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4FB76F84-6A35-4ECB-8D59-AF8126AB79A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962DE6-E3DB-4A25-82C9-84A97F2D092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37F8E258-6E3F-41D9-BCAC-7543723F956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E72B42-4586-4635-BCD0-0D1DD4FA92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BDB64888-0732-419B-9B96-502DC26409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6E0647-7D37-47DE-8E5A-E2D457346D3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8C69DEA5-F912-443F-8F09-942268555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154311869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1EF953-0400-4366-8181-7880E35D83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38B900-FCBA-4FFE-9B31-EC90524A8E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71CB2A2-D769-4B53-A98E-5BEED6E2FA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0B195B40-956D-4E98-894A-3C755B3C0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4CE9FA-D376-4540-B344-DF2A37B8408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7AF00E25-77EA-429E-B5BC-BD70DB6088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123309843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828A39-4AD9-4B44-B002-B02D9E14C3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A1CF64-F0AD-4718-8B59-1F49DE3FE6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A821DF3-6738-4F11-92AA-C369A81B9E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9C684825-BDBF-4B37-8D51-E67B8F17D0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0DA157-5502-4932-8A22-D828920960E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7C993C9D-A9B4-452D-B578-6E90591DF83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44C011-04D7-406E-B4B2-34AE8C7007B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110E612-19A2-48E8-90B8-488E8EB936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9638174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94945E-531D-4CB7-9A99-ECE6EEC05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72C132-00B5-4F1A-8A99-557AE90ACD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6186BE-A8E8-48A8-ABED-BCD85C721A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5B07205-7379-4B58-8997-D388CB9E10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2F02DF-2649-4099-982D-2C61E5C83FA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07F0429-9BCA-46EA-8044-26215CD9C3D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DD26DA-C7B6-4D4B-AAB5-20372732DA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10E4F13-2FAE-4C0F-A908-E6E8ABC71F7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5E0405-B5CB-4742-B24F-275551FB46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B81342B-9B45-4A1E-91FE-760817B3EE7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CDB135-7248-43DB-BDE9-F24886FD108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661DE34-CC43-4A70-9EFE-6A5F5D48B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38</a:t>
            </a:r>
          </a:p>
        </p:txBody>
      </p:sp>
    </p:spTree>
    <p:extLst>
      <p:ext uri="{BB962C8B-B14F-4D97-AF65-F5344CB8AC3E}">
        <p14:creationId xmlns:p14="http://schemas.microsoft.com/office/powerpoint/2010/main" val="35216478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8874FF-93EC-4B80-A5BB-C5BBB9E17E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BD9AF0-DDF2-43BB-93A3-5EF38E5C69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8359E6B-9701-43EB-B834-1F6C921AEA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A0078C05-AECB-4720-9553-5B16441FC6B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2A362-E6B2-4973-8B89-2CDF7FDBB7C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08:00 Kampala</a:t>
            </a:r>
          </a:p>
        </p:txBody>
      </p:sp>
      <p:sp>
        <p:nvSpPr>
          <p:cNvPr id="6" name="">
            <a:extLst xmlns:a="http://schemas.openxmlformats.org/drawingml/2006/main">
              <a:ext uri="{FF2B5EF4-FFF2-40B4-BE49-F238E27FC236}">
                <a16:creationId xmlns:a16="http://schemas.microsoft.com/office/drawing/2014/main" id="{27B86861-017F-44E0-A87A-A6EBC94A4C6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80AB83-2D14-4496-AAB0-05C72786828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08:00 Kampala</a:t>
            </a:r>
          </a:p>
        </p:txBody>
      </p:sp>
      <p:sp>
        <p:nvSpPr>
          <p:cNvPr id="8" name="">
            <a:extLst xmlns:a="http://schemas.openxmlformats.org/drawingml/2006/main">
              <a:ext uri="{FF2B5EF4-FFF2-40B4-BE49-F238E27FC236}">
                <a16:creationId xmlns:a16="http://schemas.microsoft.com/office/drawing/2014/main" id="{72D57332-C05D-4558-BB58-5F2BB13BAB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6E37DE-7EC5-4389-A3BF-174F4F0C0B1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07291D8-64B1-462E-9DEC-2CEC66B98FD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0A353D-D80D-42BA-92FD-6CBC1D14481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28693DB-9C6D-47D9-B8D4-1F8B98D2257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928824A-B1AA-4D86-89E6-F5FE719D3C4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0335acf864a4029"/>
              </a:rPr>
              <a:t>Open W09 assignment form</a:t>
            </a:r>
          </a:p>
        </p:txBody>
      </p:sp>
      <p:sp>
        <p:nvSpPr>
          <p:cNvPr id="14" name="">
            <a:extLst xmlns:a="http://schemas.openxmlformats.org/drawingml/2006/main">
              <a:ext uri="{FF2B5EF4-FFF2-40B4-BE49-F238E27FC236}">
                <a16:creationId xmlns:a16="http://schemas.microsoft.com/office/drawing/2014/main" id="{99A3C42E-DCC1-4734-A5A1-9498668DB41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https://docs.google.com/forms/d/e/1FAIpQLSfckaplMvJ6zeqbURyQrkDOSTS0MhGV3jY3tIY4EhnHLMm1tw/viewform</a:t>
            </a:r>
          </a:p>
        </p:txBody>
      </p:sp>
      <p:sp>
        <p:nvSpPr>
          <p:cNvPr id="15" name="">
            <a:extLst xmlns:a="http://schemas.openxmlformats.org/drawingml/2006/main">
              <a:ext uri="{FF2B5EF4-FFF2-40B4-BE49-F238E27FC236}">
                <a16:creationId xmlns:a16="http://schemas.microsoft.com/office/drawing/2014/main" id="{FF823B42-E664-44CC-A9F9-38B860464A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39</a:t>
            </a:r>
          </a:p>
        </p:txBody>
      </p:sp>
    </p:spTree>
    <p:extLst>
      <p:ext uri="{BB962C8B-B14F-4D97-AF65-F5344CB8AC3E}">
        <p14:creationId xmlns:p14="http://schemas.microsoft.com/office/powerpoint/2010/main" val="2573941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B34A46-2E7D-435A-ADD9-0EA828B8D9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F19ED4-7433-4934-941F-F49D0C971A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CE6FD37-CF65-4D62-B98E-54209315C7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1849BCE7-1CC7-4D51-831C-B0B344FCB9E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74021A-D4C3-46B7-8933-C08535AF1EE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3ADE02B-0751-4DB5-9CF2-0015A27A776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B6123B-D28E-46C9-A635-D1270EE3EC4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5B1E9C5-3E3B-48D2-95E8-6A03B849298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BC33F8-3126-417E-A0D9-340A65702C5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82947B9-2A56-4765-8761-1ED8EC81C77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75E617-4D94-4947-BE4E-6B360073D4C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D87844D-7927-4F2D-8560-DEE210CD42FC}"/>
              </a:ext>
            </a:extLst>
          </p:cNvPr>
          <p:cNvPicPr>
            <a:picLocks xmlns:a="http://schemas.openxmlformats.org/drawingml/2006/main" noChangeAspect="1"/>
          </p:cNvPicPr>
          <p:nvPr/>
        </p:nvPicPr>
        <p:blipFill>
          <a:blip xmlns:r="http://schemas.openxmlformats.org/officeDocument/2006/relationships" xmlns:a="http://schemas.openxmlformats.org/drawingml/2006/main" r:embed="Rd5bd5254c31b47e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762EC48-9ED2-4F19-83F4-F3926A7635B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3B6BAC2-9F81-4818-8074-F16102BA7BA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79796BA-BD40-4141-8E7A-2A0EA5EAAD8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3b0fb9891eb41eb"/>
              </a:rPr>
              <a:t>Open this week’s quiz</a:t>
            </a:r>
          </a:p>
        </p:txBody>
      </p:sp>
      <p:sp>
        <p:nvSpPr>
          <p:cNvPr id="16" name="">
            <a:extLst xmlns:a="http://schemas.openxmlformats.org/drawingml/2006/main">
              <a:ext uri="{FF2B5EF4-FFF2-40B4-BE49-F238E27FC236}">
                <a16:creationId xmlns:a16="http://schemas.microsoft.com/office/drawing/2014/main" id="{57D73214-BF82-4454-ABE3-3BA477D2152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https://forms.gle/biJnEga9118gnz9X9</a:t>
            </a:r>
          </a:p>
        </p:txBody>
      </p:sp>
      <p:sp>
        <p:nvSpPr>
          <p:cNvPr id="17" name="">
            <a:extLst xmlns:a="http://schemas.openxmlformats.org/drawingml/2006/main">
              <a:ext uri="{FF2B5EF4-FFF2-40B4-BE49-F238E27FC236}">
                <a16:creationId xmlns:a16="http://schemas.microsoft.com/office/drawing/2014/main" id="{15695BC1-7702-4462-8FCC-8E629491A0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40</a:t>
            </a:r>
          </a:p>
        </p:txBody>
      </p:sp>
    </p:spTree>
    <p:extLst>
      <p:ext uri="{BB962C8B-B14F-4D97-AF65-F5344CB8AC3E}">
        <p14:creationId xmlns:p14="http://schemas.microsoft.com/office/powerpoint/2010/main" val="1961642167"/>
      </p:ext>
    </p:extLst>
  </p:cSld>
</p:sld>
</file>

<file path=ppt/slides/slide4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FA56BE-CDC1-45AB-822F-70091CB2A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1719CAB-F449-43E6-8EFB-F4DF7EBEB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A22E5E7-51DC-43B3-BBFF-6D1487ADAA9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20BA6C3-DF3E-47AB-9B6E-D1C866A7FE3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DC6D4FD5-7E7F-4006-987B-9FCF527B3A8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536A4BD-CA44-46DC-8498-86461EB6B3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41</a:t>
            </a:r>
          </a:p>
        </p:txBody>
      </p:sp>
    </p:spTree>
    <p:extLst>
      <p:ext uri="{BB962C8B-B14F-4D97-AF65-F5344CB8AC3E}">
        <p14:creationId xmlns:p14="http://schemas.microsoft.com/office/powerpoint/2010/main" val="69094725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588B9B-F8F9-4D1E-B494-F6F7E55FE8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0BBFFC-1FB0-408D-9BE7-1954518EF4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B60CAC7-C4C5-4919-8ED4-6F4E457B91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86159B5-B5C9-401C-922A-7142E181ACA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D2B09A-9990-4A43-8048-5FF03E6C770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E3B5A12-2B15-4D72-B2D2-F3FFB3A6E0D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C7257F-FCB1-4D87-84F5-193E07EA6F1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12F5767A-FC5A-4698-BA61-9EBCF8761F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622194-A32E-4DEE-A35F-E0C213E35FD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5D2E49D-B13E-4690-A418-6493C0D79F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BE7987-6BCE-4869-BD2A-65D9490115A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DFB824FD-CEC9-4695-81FB-4C2DF040981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FE25D36-D273-42B2-8450-51AD4F78427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373ebef0a349ac"/>
              </a:rPr>
              <a:t>Open explainer video</a:t>
            </a:r>
          </a:p>
        </p:txBody>
      </p:sp>
      <p:sp>
        <p:nvSpPr>
          <p:cNvPr id="14" name="">
            <a:extLst xmlns:a="http://schemas.openxmlformats.org/drawingml/2006/main">
              <a:ext uri="{FF2B5EF4-FFF2-40B4-BE49-F238E27FC236}">
                <a16:creationId xmlns:a16="http://schemas.microsoft.com/office/drawing/2014/main" id="{4B1CC529-14E2-4D13-8752-C8FFA8054A0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55837EED-E4E0-4711-BC44-0D706235FD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42</a:t>
            </a:r>
          </a:p>
        </p:txBody>
      </p:sp>
    </p:spTree>
    <p:extLst>
      <p:ext uri="{BB962C8B-B14F-4D97-AF65-F5344CB8AC3E}">
        <p14:creationId xmlns:p14="http://schemas.microsoft.com/office/powerpoint/2010/main" val="649659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2026-10-20T18:01:06.3200000Z</dcterms:created>
  <dcterms:modified xsi:type="dcterms:W3CDTF">2026-10-20T18:01:06.3200000Z</dcterms:modified>
</coreProperties>
</file>