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ef33aa7a84e4f77" /><Relationship Type="http://schemas.openxmlformats.org/officeDocument/2006/relationships/extended-properties" Target="/docProps/app.xml" Id="R515f5b250f2f4b1e" /><Relationship Type="http://schemas.openxmlformats.org/officeDocument/2006/relationships/officeDocument" Target="/ppt/presentation.xml" Id="Rc758c397154548f5" /></Relationships>
</file>

<file path=ppt/presentation.xml><?xml version="1.0" encoding="utf-8"?>
<p:presentation xmlns:p="http://schemas.openxmlformats.org/presentationml/2006/main">
  <p:sldMasterIdLst>
    <p:sldMasterId xmlns:r="http://schemas.openxmlformats.org/officeDocument/2006/relationships" id="2147483648" r:id="R90cdfacd3d5e40a5"/>
  </p:sldMasterIdLst>
  <p:notesMasterIdLst>
    <p:notesMasterId xmlns:r="http://schemas.openxmlformats.org/officeDocument/2006/relationships" r:id="Ra443ca5267084894"/>
  </p:notesMasterIdLst>
  <p:sldIdLst>
    <p:sldId xmlns:r="http://schemas.openxmlformats.org/officeDocument/2006/relationships" id="256" r:id="R73ed7ab1e9cb4e5a"/>
    <p:sldId xmlns:r="http://schemas.openxmlformats.org/officeDocument/2006/relationships" id="257" r:id="Re5c450c9ebd84eb1"/>
    <p:sldId xmlns:r="http://schemas.openxmlformats.org/officeDocument/2006/relationships" id="258" r:id="R3219ae5417b0431a"/>
    <p:sldId xmlns:r="http://schemas.openxmlformats.org/officeDocument/2006/relationships" id="259" r:id="Rbf77d1742b8a4315"/>
    <p:sldId xmlns:r="http://schemas.openxmlformats.org/officeDocument/2006/relationships" id="260" r:id="R0b803860da6b4933"/>
    <p:sldId xmlns:r="http://schemas.openxmlformats.org/officeDocument/2006/relationships" id="261" r:id="R3687c0c215a34032"/>
    <p:sldId xmlns:r="http://schemas.openxmlformats.org/officeDocument/2006/relationships" id="262" r:id="R1920a85109ff4beb"/>
    <p:sldId xmlns:r="http://schemas.openxmlformats.org/officeDocument/2006/relationships" id="263" r:id="R98b0468cd9f3455a"/>
    <p:sldId xmlns:r="http://schemas.openxmlformats.org/officeDocument/2006/relationships" id="264" r:id="R122f04d6af1d4b3a"/>
    <p:sldId xmlns:r="http://schemas.openxmlformats.org/officeDocument/2006/relationships" id="265" r:id="Re45b7105ab5649c7"/>
    <p:sldId xmlns:r="http://schemas.openxmlformats.org/officeDocument/2006/relationships" id="266" r:id="Rd061165833f54b45"/>
    <p:sldId xmlns:r="http://schemas.openxmlformats.org/officeDocument/2006/relationships" id="267" r:id="R9eb087b60de944ec"/>
    <p:sldId xmlns:r="http://schemas.openxmlformats.org/officeDocument/2006/relationships" id="268" r:id="R892b998801ff4bef"/>
    <p:sldId xmlns:r="http://schemas.openxmlformats.org/officeDocument/2006/relationships" id="269" r:id="Rbf5384e74ddc473b"/>
    <p:sldId xmlns:r="http://schemas.openxmlformats.org/officeDocument/2006/relationships" id="270" r:id="R0467e559fcdb4291"/>
    <p:sldId xmlns:r="http://schemas.openxmlformats.org/officeDocument/2006/relationships" id="271" r:id="Rbd3d004f33084ebb"/>
    <p:sldId xmlns:r="http://schemas.openxmlformats.org/officeDocument/2006/relationships" id="272" r:id="R3478bc7943614667"/>
    <p:sldId xmlns:r="http://schemas.openxmlformats.org/officeDocument/2006/relationships" id="273" r:id="R22c0b6a3fd284991"/>
    <p:sldId xmlns:r="http://schemas.openxmlformats.org/officeDocument/2006/relationships" id="274" r:id="R04a2c0216d4149da"/>
    <p:sldId xmlns:r="http://schemas.openxmlformats.org/officeDocument/2006/relationships" id="275" r:id="Rcecb3d66f28b48b3"/>
    <p:sldId xmlns:r="http://schemas.openxmlformats.org/officeDocument/2006/relationships" id="276" r:id="R67dc888aa53c47b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5ccd7bcdd04ac8" /><Relationship Type="http://schemas.openxmlformats.org/officeDocument/2006/relationships/slideMaster" Target="/ppt/slideMasters/slideMaster1.xml" Id="R90cdfacd3d5e40a5" /><Relationship Type="http://schemas.openxmlformats.org/officeDocument/2006/relationships/notesMaster" Target="/ppt/notesMasters/notesMaster1.xml" Id="Ra443ca5267084894" /><Relationship Type="http://schemas.openxmlformats.org/officeDocument/2006/relationships/presProps" Target="/ppt/presProps.xml" Id="R94fd8723b1b74c3e" /><Relationship Type="http://schemas.openxmlformats.org/officeDocument/2006/relationships/tableStyles" Target="/ppt/tableStyles.xml" Id="Ra0bd8c3dd4484379" /><Relationship Type="http://schemas.openxmlformats.org/officeDocument/2006/relationships/slide" Target="/ppt/slides/slide1.xml" Id="R73ed7ab1e9cb4e5a" /><Relationship Type="http://schemas.openxmlformats.org/officeDocument/2006/relationships/slide" Target="/ppt/slides/slide2.xml" Id="Re5c450c9ebd84eb1" /><Relationship Type="http://schemas.openxmlformats.org/officeDocument/2006/relationships/slide" Target="/ppt/slides/slide3.xml" Id="R3219ae5417b0431a" /><Relationship Type="http://schemas.openxmlformats.org/officeDocument/2006/relationships/slide" Target="/ppt/slides/slide4.xml" Id="Rbf77d1742b8a4315" /><Relationship Type="http://schemas.openxmlformats.org/officeDocument/2006/relationships/slide" Target="/ppt/slides/slide5.xml" Id="R0b803860da6b4933" /><Relationship Type="http://schemas.openxmlformats.org/officeDocument/2006/relationships/slide" Target="/ppt/slides/slide6.xml" Id="R3687c0c215a34032" /><Relationship Type="http://schemas.openxmlformats.org/officeDocument/2006/relationships/slide" Target="/ppt/slides/slide7.xml" Id="R1920a85109ff4beb" /><Relationship Type="http://schemas.openxmlformats.org/officeDocument/2006/relationships/slide" Target="/ppt/slides/slide8.xml" Id="R98b0468cd9f3455a" /><Relationship Type="http://schemas.openxmlformats.org/officeDocument/2006/relationships/slide" Target="/ppt/slides/slide9.xml" Id="R122f04d6af1d4b3a" /><Relationship Type="http://schemas.openxmlformats.org/officeDocument/2006/relationships/slide" Target="/ppt/slides/slide10.xml" Id="Re45b7105ab5649c7" /><Relationship Type="http://schemas.openxmlformats.org/officeDocument/2006/relationships/slide" Target="/ppt/slides/slide11.xml" Id="Rd061165833f54b45" /><Relationship Type="http://schemas.openxmlformats.org/officeDocument/2006/relationships/slide" Target="/ppt/slides/slide12.xml" Id="R9eb087b60de944ec" /><Relationship Type="http://schemas.openxmlformats.org/officeDocument/2006/relationships/slide" Target="/ppt/slides/slide13.xml" Id="R892b998801ff4bef" /><Relationship Type="http://schemas.openxmlformats.org/officeDocument/2006/relationships/slide" Target="/ppt/slides/slide14.xml" Id="Rbf5384e74ddc473b" /><Relationship Type="http://schemas.openxmlformats.org/officeDocument/2006/relationships/slide" Target="/ppt/slides/slide15.xml" Id="R0467e559fcdb4291" /><Relationship Type="http://schemas.openxmlformats.org/officeDocument/2006/relationships/slide" Target="/ppt/slides/slide16.xml" Id="Rbd3d004f33084ebb" /><Relationship Type="http://schemas.openxmlformats.org/officeDocument/2006/relationships/slide" Target="/ppt/slides/slide17.xml" Id="R3478bc7943614667" /><Relationship Type="http://schemas.openxmlformats.org/officeDocument/2006/relationships/slide" Target="/ppt/slides/slide18.xml" Id="R22c0b6a3fd284991" /><Relationship Type="http://schemas.openxmlformats.org/officeDocument/2006/relationships/slide" Target="/ppt/slides/slide19.xml" Id="R04a2c0216d4149da" /><Relationship Type="http://schemas.openxmlformats.org/officeDocument/2006/relationships/slide" Target="/ppt/slides/slide20.xml" Id="Rcecb3d66f28b48b3" /><Relationship Type="http://schemas.openxmlformats.org/officeDocument/2006/relationships/slide" Target="/ppt/slides/slide21.xml" Id="R67dc888aa53c47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9a132b3d7144a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1ab6d5e95644a8" /><Relationship Type="http://schemas.openxmlformats.org/officeDocument/2006/relationships/notesMaster" Target="/ppt/notesMasters/notesMaster1.xml" Id="R94a2fb1d318441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ea0ee1efcdc4ee0" /><Relationship Type="http://schemas.openxmlformats.org/officeDocument/2006/relationships/notesMaster" Target="/ppt/notesMasters/notesMaster1.xml" Id="R0b80af3c781a45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cd637e04724443" /><Relationship Type="http://schemas.openxmlformats.org/officeDocument/2006/relationships/notesMaster" Target="/ppt/notesMasters/notesMaster1.xml" Id="Rd89de475d4c44c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4f5cea718a74fbf" /><Relationship Type="http://schemas.openxmlformats.org/officeDocument/2006/relationships/notesMaster" Target="/ppt/notesMasters/notesMaster1.xml" Id="Rbe3d43f8054c4e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07698cb3514ff5" /><Relationship Type="http://schemas.openxmlformats.org/officeDocument/2006/relationships/notesMaster" Target="/ppt/notesMasters/notesMaster1.xml" Id="R9462c926ec8048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76c63ae5c284227" /><Relationship Type="http://schemas.openxmlformats.org/officeDocument/2006/relationships/notesMaster" Target="/ppt/notesMasters/notesMaster1.xml" Id="Rf78c7ac086654d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d85dbf3f104308" /><Relationship Type="http://schemas.openxmlformats.org/officeDocument/2006/relationships/notesMaster" Target="/ppt/notesMasters/notesMaster1.xml" Id="R42adfa5d10264113"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d869fc13de42b3" /><Relationship Type="http://schemas.openxmlformats.org/officeDocument/2006/relationships/notesMaster" Target="/ppt/notesMasters/notesMaster1.xml" Id="R61e42cf3326d44c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fab136d72044ff5" /><Relationship Type="http://schemas.openxmlformats.org/officeDocument/2006/relationships/notesMaster" Target="/ppt/notesMasters/notesMaster1.xml" Id="Re58ce48e0ac34d9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2774aa39e7404a" /><Relationship Type="http://schemas.openxmlformats.org/officeDocument/2006/relationships/notesMaster" Target="/ppt/notesMasters/notesMaster1.xml" Id="R14ad290755c84d0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2a16c36a954e3b" /><Relationship Type="http://schemas.openxmlformats.org/officeDocument/2006/relationships/notesMaster" Target="/ppt/notesMasters/notesMaster1.xml" Id="Rb45cf895d34e4b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936d2bc640146b6" /><Relationship Type="http://schemas.openxmlformats.org/officeDocument/2006/relationships/notesMaster" Target="/ppt/notesMasters/notesMaster1.xml" Id="R764fe69e6d3e4e6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2b7431eb0ce4ad5" /><Relationship Type="http://schemas.openxmlformats.org/officeDocument/2006/relationships/notesMaster" Target="/ppt/notesMasters/notesMaster1.xml" Id="R35647166072e4f5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632d7a82632471a" /><Relationship Type="http://schemas.openxmlformats.org/officeDocument/2006/relationships/notesMaster" Target="/ppt/notesMasters/notesMaster1.xml" Id="Rea6ebfc4c399448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ab40fa8eb54c0f" /><Relationship Type="http://schemas.openxmlformats.org/officeDocument/2006/relationships/notesMaster" Target="/ppt/notesMasters/notesMaster1.xml" Id="R2e870c23905345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2e871bf50545c6" /><Relationship Type="http://schemas.openxmlformats.org/officeDocument/2006/relationships/notesMaster" Target="/ppt/notesMasters/notesMaster1.xml" Id="Rb77d1495b19848a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45c355b985344b3" /><Relationship Type="http://schemas.openxmlformats.org/officeDocument/2006/relationships/notesMaster" Target="/ppt/notesMasters/notesMaster1.xml" Id="Rc4f15613efc547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36f67cfa1dd41d7" /><Relationship Type="http://schemas.openxmlformats.org/officeDocument/2006/relationships/notesMaster" Target="/ppt/notesMasters/notesMaster1.xml" Id="R7ab072e5e20b425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dec8b20c524e2b" /><Relationship Type="http://schemas.openxmlformats.org/officeDocument/2006/relationships/notesMaster" Target="/ppt/notesMasters/notesMaster1.xml" Id="R09c4b54c1665400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8ba5b536cc04b94" /><Relationship Type="http://schemas.openxmlformats.org/officeDocument/2006/relationships/notesMaster" Target="/ppt/notesMasters/notesMaster1.xml" Id="Red1fc7b2c18146e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576b09a928d4a9b" /><Relationship Type="http://schemas.openxmlformats.org/officeDocument/2006/relationships/notesMaster" Target="/ppt/notesMasters/notesMaster1.xml" Id="R58a373cc91e745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Practical Test 2</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Preparing for Practical Test 2. Explain why this example is needed before running it.</a:t>
            </a:r>
          </a:p>
          <a:p xmlns:a="http://schemas.openxmlformats.org/drawingml/2006/main">
            <a:r>
              <a:t/>
            </a:r>
          </a:p>
          <a:p xmlns:a="http://schemas.openxmlformats.org/drawingml/2006/main">
            <a:r>
              <a:t>EXPLAIN</a:t>
            </a:r>
          </a:p>
          <a:p xmlns:a="http://schemas.openxmlformats.org/drawingml/2006/main">
            <a:r>
              <a:t>Rehearse previously taught modelling decisions.</a:t>
            </a:r>
          </a:p>
          <a:p xmlns:a="http://schemas.openxmlformats.org/drawingml/2006/main">
            <a:r>
              <a:t/>
            </a:r>
          </a:p>
          <a:p xmlns:a="http://schemas.openxmlformats.org/drawingml/2006/main">
            <a:r>
              <a:t>Practise saving the complete test notebook offline.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Preparing for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Can you name the target, fit only on training records and explain how you would keep the test untouched?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happens before the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happens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happens before the test</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Practise the already taught error calculations and data-splitting rules.</a:t>
            </a:r>
          </a:p>
          <a:p xmlns:a="http://schemas.openxmlformats.org/drawingml/2006/main">
            <a:r>
              <a:t/>
            </a:r>
          </a:p>
          <a:p xmlns:a="http://schemas.openxmlformats.org/drawingml/2006/main">
            <a:r>
              <a:t>Use separate practice values.</a:t>
            </a:r>
          </a:p>
          <a:p xmlns:a="http://schemas.openxmlformats.org/drawingml/2006/main">
            <a:r>
              <a:t/>
            </a:r>
          </a:p>
          <a:p xmlns:a="http://schemas.openxmlformats.org/drawingml/2006/main">
            <a:r>
              <a:t>The timed session follows the issued test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happens before the test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Rehearse the offline save procedure.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Rehearse the offline save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Rehearse the offline save procedure</a:t>
            </a:r>
          </a:p>
          <a:p xmlns:a="http://schemas.openxmlformats.org/drawingml/2006/main">
            <a:r>
              <a:t/>
            </a:r>
          </a:p>
          <a:p xmlns:a="http://schemas.openxmlformats.org/drawingml/2006/main">
            <a:r>
              <a:t>CONNECT</a:t>
            </a:r>
          </a:p>
          <a:p xmlns:a="http://schemas.openxmlformats.org/drawingml/2006/main">
            <a:r>
              <a:t>Build on Preparation happens before the test. Explain why this example is needed before running it.</a:t>
            </a:r>
          </a:p>
          <a:p xmlns:a="http://schemas.openxmlformats.org/drawingml/2006/main">
            <a:r>
              <a:t/>
            </a:r>
          </a:p>
          <a:p xmlns:a="http://schemas.openxmlformats.org/drawingml/2006/main">
            <a:r>
              <a:t>EXPLAIN</a:t>
            </a:r>
          </a:p>
          <a:p xmlns:a="http://schemas.openxmlformats.org/drawingml/2006/main">
            <a:r>
              <a:t>Save your notebook on the prepared lab computer.</a:t>
            </a:r>
          </a:p>
          <a:p xmlns:a="http://schemas.openxmlformats.org/drawingml/2006/main">
            <a:r>
              <a:t/>
            </a:r>
          </a:p>
          <a:p xmlns:a="http://schemas.openxmlformats.org/drawingml/2006/main">
            <a:r>
              <a:t>Type Part B under My written evidence in the notebook.</a:t>
            </a:r>
          </a:p>
          <a:p xmlns:a="http://schemas.openxmlformats.org/drawingml/2006/main">
            <a:r>
              <a:t/>
            </a:r>
          </a:p>
          <a:p xmlns:a="http://schemas.openxmlformats.org/drawingml/2006/main">
            <a:r>
              <a:t>Locate and reopen the complete notebook without internet.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Rehearse the offline save procedure</a:t>
            </a:r>
          </a:p>
          <a:p xmlns:a="http://schemas.openxmlformats.org/drawingml/2006/main">
            <a:r>
              <a:t/>
            </a:r>
          </a:p>
          <a:p xmlns:a="http://schemas.openxmlformats.org/drawingml/2006/main">
            <a:r>
              <a:t>CONNECT</a:t>
            </a:r>
          </a:p>
          <a:p xmlns:a="http://schemas.openxmlformats.org/drawingml/2006/main">
            <a:r>
              <a:t>Build on the preceding slide: Preparation happens before the test.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A result needs an explanation.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result needs an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result needs an explanation</a:t>
            </a:r>
          </a:p>
          <a:p xmlns:a="http://schemas.openxmlformats.org/drawingml/2006/main">
            <a:r>
              <a:t/>
            </a:r>
          </a:p>
          <a:p xmlns:a="http://schemas.openxmlformats.org/drawingml/2006/main">
            <a:r>
              <a:t>CONNECT</a:t>
            </a:r>
          </a:p>
          <a:p xmlns:a="http://schemas.openxmlformats.org/drawingml/2006/main">
            <a:r>
              <a:t>Build on Rehearse the offline save procedure. Explain why this example is needed before running it.</a:t>
            </a:r>
          </a:p>
          <a:p xmlns:a="http://schemas.openxmlformats.org/drawingml/2006/main">
            <a:r>
              <a:t/>
            </a:r>
          </a:p>
          <a:p xmlns:a="http://schemas.openxmlformats.org/drawingml/2006/main">
            <a:r>
              <a:t>EXPLAIN</a:t>
            </a:r>
          </a:p>
          <a:p xmlns:a="http://schemas.openxmlformats.org/drawingml/2006/main">
            <a:r>
              <a:t>Name the target and its unit or class.</a:t>
            </a:r>
          </a:p>
          <a:p xmlns:a="http://schemas.openxmlformats.org/drawingml/2006/main">
            <a:r>
              <a:t/>
            </a:r>
          </a:p>
          <a:p xmlns:a="http://schemas.openxmlformats.org/drawingml/2006/main">
            <a:r>
              <a:t>Explain which data fitted preprocessing and which data evaluated the model.</a:t>
            </a:r>
          </a:p>
          <a:p xmlns:a="http://schemas.openxmlformats.org/drawingml/2006/main">
            <a:r>
              <a:t/>
            </a:r>
          </a:p>
          <a:p xmlns:a="http://schemas.openxmlformats.org/drawingml/2006/main">
            <a:r>
              <a:t>A high score alone does not establish a useful engineering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result needs an explanation</a:t>
            </a:r>
          </a:p>
          <a:p xmlns:a="http://schemas.openxmlformats.org/drawingml/2006/main">
            <a:r>
              <a:t/>
            </a:r>
          </a:p>
          <a:p xmlns:a="http://schemas.openxmlformats.org/drawingml/2006/main">
            <a:r>
              <a:t>CONNECT</a:t>
            </a:r>
          </a:p>
          <a:p xmlns:a="http://schemas.openxmlformats.org/drawingml/2006/main">
            <a:r>
              <a:t>Build on the preceding slide: Rehearse the offline save procedure.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A result needs an explanation.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the preceding slide: A result needs an explanation.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Rehearsal before Practical Test 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Test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Practice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00–15 minutes: briefing and file check.</a:t>
            </a:r>
          </a:p>
          <a:p xmlns:a="http://schemas.openxmlformats.org/drawingml/2006/main">
            <a:r>
              <a:t/>
            </a:r>
          </a:p>
          <a:p xmlns:a="http://schemas.openxmlformats.org/drawingml/2006/main">
            <a:r>
              <a:t>15–135 minutes: individual practical work.</a:t>
            </a:r>
          </a:p>
          <a:p xmlns:a="http://schemas.openxmlformats.org/drawingml/2006/main">
            <a:r>
              <a:t/>
            </a:r>
          </a:p>
          <a:p xmlns:a="http://schemas.openxmlformats.org/drawingml/2006/main">
            <a:r>
              <a:t>135–160 minutes: typed offline reasoning, with code execution prohibited.</a:t>
            </a:r>
          </a:p>
          <a:p xmlns:a="http://schemas.openxmlformats.org/drawingml/2006/main">
            <a:r>
              <a:t/>
            </a:r>
          </a:p>
          <a:p xmlns:a="http://schemas.openxmlformats.org/drawingml/2006/main">
            <a:r>
              <a:t>160–180 minutes: save and hand in through invigilated offline collection.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checkpoint.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Test session. Explain why this example is needed before running it.</a:t>
            </a:r>
          </a:p>
          <a:p xmlns:a="http://schemas.openxmlformats.org/drawingml/2006/main">
            <a:r>
              <a:t/>
            </a:r>
          </a:p>
          <a:p xmlns:a="http://schemas.openxmlformats.org/drawingml/2006/main">
            <a:r>
              <a:t>EXPLAIN</a:t>
            </a:r>
          </a:p>
          <a:p xmlns:a="http://schemas.openxmlformats.org/drawingml/2006/main">
            <a:r>
              <a:t>Each learner can save and reopen the complete notebook in the offline setting.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Test session.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TEST2’s official brief, interfaces, time allocation, permitted resources and packet requirements.</a:t>
            </a:r>
          </a:p>
          <a:p xmlns:a="http://schemas.openxmlformats.org/drawingml/2006/main">
            <a:r>
              <a:t/>
            </a:r>
          </a:p>
          <a:p xmlns:a="http://schemas.openxmlformats.org/drawingml/2006/main">
            <a:r>
              <a:t>Follow the test instructions issued by your lecturer.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readable written evidence in the notebook.</a:t>
            </a:r>
          </a:p>
          <a:p xmlns:a="http://schemas.openxmlformats.org/drawingml/2006/main">
            <a:r>
              <a:t/>
            </a:r>
          </a:p>
          <a:p xmlns:a="http://schemas.openxmlformats.org/drawingml/2006/main">
            <a:r>
              <a:t>Task framing (10.0 total): The ML task is correctly identified, the target named, and regression vs classification correctly chosen and justified.</a:t>
            </a:r>
          </a:p>
          <a:p xmlns:a="http://schemas.openxmlformats.org/drawingml/2006/main">
            <a:r>
              <a:t/>
            </a:r>
          </a:p>
          <a:p xmlns:a="http://schemas.openxmlformats.org/drawingml/2006/main">
            <a:r>
              <a:t>Data preparation &amp; leakage control (20.0 total): Cleaning and encoding appropriate.</a:t>
            </a:r>
          </a:p>
          <a:p xmlns:a="http://schemas.openxmlformats.org/drawingml/2006/main">
            <a:r>
              <a:t/>
            </a:r>
          </a:p>
          <a:p xmlns:a="http://schemas.openxmlformats.org/drawingml/2006/main">
            <a:r>
              <a:t>Split made before any fitting.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No leakage present - a leak found by the marker caps this criterion at zero.</a:t>
            </a:r>
          </a:p>
          <a:p xmlns:a="http://schemas.openxmlformats.org/drawingml/2006/main">
            <a:r>
              <a:t/>
            </a:r>
          </a:p>
          <a:p xmlns:a="http://schemas.openxmlformats.org/drawingml/2006/main">
            <a:r>
              <a:t>Modelling protocol (20.0 total): At least two models built and compared under identical conditions.</a:t>
            </a:r>
          </a:p>
          <a:p xmlns:a="http://schemas.openxmlformats.org/drawingml/2006/main">
            <a:r>
              <a:t/>
            </a:r>
          </a:p>
          <a:p xmlns:a="http://schemas.openxmlformats.org/drawingml/2006/main">
            <a:r>
              <a:t>Baseline included.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Hyperparameters handled sensibly.</a:t>
            </a:r>
          </a:p>
          <a:p xmlns:a="http://schemas.openxmlformats.org/drawingml/2006/main">
            <a:r>
              <a:t/>
            </a:r>
          </a:p>
          <a:p xmlns:a="http://schemas.openxmlformats.org/drawingml/2006/main">
            <a:r>
              <a:t>Evaluation &amp; metric justification (20.0 total): Correct metrics computed.</a:t>
            </a:r>
          </a:p>
          <a:p xmlns:a="http://schemas.openxmlformats.org/drawingml/2006/main">
            <a:r>
              <a:t/>
            </a:r>
          </a:p>
          <a:p xmlns:a="http://schemas.openxmlformats.org/drawingml/2006/main">
            <a:r>
              <a:t>Metric choice defended against the cost of error.</a:t>
            </a:r>
          </a:p>
          <a:p xmlns:a="http://schemas.openxmlformats.org/drawingml/2006/main">
            <a:r>
              <a:t/>
            </a:r>
          </a:p>
          <a:p xmlns:a="http://schemas.openxmlformats.org/drawingml/2006/main">
            <a:r>
              <a:t>Cross-validation reported with a spread, not a single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Engineering interpretation &amp; limits (20.0 total): The result is stated in physical or operational units.</a:t>
            </a:r>
          </a:p>
          <a:p xmlns:a="http://schemas.openxmlformats.org/drawingml/2006/main">
            <a:r>
              <a:t/>
            </a:r>
          </a:p>
          <a:p xmlns:a="http://schemas.openxmlformats.org/drawingml/2006/main">
            <a:r>
              <a:t>Three genuine limitations given.</a:t>
            </a:r>
          </a:p>
          <a:p xmlns:a="http://schemas.openxmlformats.org/drawingml/2006/main">
            <a:r>
              <a:t/>
            </a:r>
          </a:p>
          <a:p xmlns:a="http://schemas.openxmlformats.org/drawingml/2006/main">
            <a:r>
              <a:t>A clear position on whether it should be deployed.</a:t>
            </a:r>
          </a:p>
          <a:p xmlns:a="http://schemas.openxmlformats.org/drawingml/2006/main">
            <a:r>
              <a:t/>
            </a:r>
          </a:p>
          <a:p xmlns:a="http://schemas.openxmlformats.org/drawingml/2006/main">
            <a:r>
              <a:t>Code clarity (10.0 total): Runs top to bottom.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Readable.</a:t>
            </a:r>
          </a:p>
          <a:p xmlns:a="http://schemas.openxmlformats.org/drawingml/2006/main">
            <a:r>
              <a:t/>
            </a:r>
          </a:p>
          <a:p xmlns:a="http://schemas.openxmlformats.org/drawingml/2006/main">
            <a:r>
              <a:t>Commented where the intent is not obvious.</a:t>
            </a:r>
          </a:p>
          <a:p xmlns:a="http://schemas.openxmlformats.org/drawingml/2006/main">
            <a:r>
              <a:t/>
            </a:r>
          </a:p>
          <a:p xmlns:a="http://schemas.openxmlformats.org/drawingml/2006/main">
            <a:r>
              <a:t>Execution requirement for c2: Data-preparation credit requires the published leakage-safe split check to pass.</a:t>
            </a:r>
          </a:p>
          <a:p xmlns:a="http://schemas.openxmlformats.org/drawingml/2006/main">
            <a:r>
              <a:t/>
            </a:r>
          </a:p>
          <a:p xmlns:a="http://schemas.openxmlformats.org/drawingml/2006/main">
            <a:r>
              <a:t>If this check fails, written marks in that criterion are zero; other criteria remain independently scored.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Timing and Part B</a:t>
            </a:r>
          </a:p>
          <a:p xmlns:a="http://schemas.openxmlformats.org/drawingml/2006/main">
            <a:r>
              <a:t/>
            </a:r>
          </a:p>
          <a:p xmlns:a="http://schemas.openxmlformats.org/drawingml/2006/main">
            <a:r>
              <a:t>15 minutes setup, 120 minutes practical, 25 minutes typed offline reasoning with code execution prohibited, 20 minutes collection.</a:t>
            </a:r>
          </a:p>
          <a:p xmlns:a="http://schemas.openxmlformats.org/drawingml/2006/main">
            <a:r>
              <a:t/>
            </a:r>
          </a:p>
          <a:p xmlns:a="http://schemas.openxmlformats.org/drawingml/2006/main">
            <a:r>
              <a:t>No internet, messaging or AI.</a:t>
            </a:r>
          </a:p>
          <a:p xmlns:a="http://schemas.openxmlformats.org/drawingml/2006/main">
            <a:r>
              <a:t/>
            </a:r>
          </a:p>
          <a:p xmlns:a="http://schemas.openxmlformats.org/drawingml/2006/main">
            <a:r>
              <a:t>Answer: Why your main cleaning/model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What can your chart/metric not establish?</a:t>
            </a:r>
          </a:p>
          <a:p xmlns:a="http://schemas.openxmlformats.org/drawingml/2006/main">
            <a:r>
              <a:t/>
            </a:r>
          </a:p>
          <a:p xmlns:a="http://schemas.openxmlformats.org/drawingml/2006/main">
            <a:r>
              <a:t>What evidence would change your recommendation?</a:t>
            </a:r>
          </a:p>
          <a:p xmlns:a="http://schemas.openxmlformats.org/drawingml/2006/main">
            <a:r>
              <a:t/>
            </a:r>
          </a:p>
          <a:p xmlns:a="http://schemas.openxmlformats.org/drawingml/2006/main">
            <a:r>
              <a:t>What further data is required?</a:t>
            </a:r>
          </a:p>
          <a:p xmlns:a="http://schemas.openxmlformats.org/drawingml/2006/main">
            <a:r>
              <a:t/>
            </a:r>
          </a:p>
          <a:p xmlns:a="http://schemas.openxmlformats.org/drawingml/2006/main">
            <a:r>
              <a:t>Invigilated offline collection is authoritative; Google upload is a later transport step and must not impose an internet requirement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submission</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Offline invigilated collection is authoritative.</a:t>
            </a:r>
          </a:p>
          <a:p xmlns:a="http://schemas.openxmlformats.org/drawingml/2006/main">
            <a:r>
              <a:t/>
            </a:r>
          </a:p>
          <a:p xmlns:a="http://schemas.openxmlformats.org/drawingml/2006/main">
            <a:r>
              <a:t>Google upload is a later transport step.</a:t>
            </a:r>
          </a:p>
          <a:p xmlns:a="http://schemas.openxmlformats.org/drawingml/2006/main">
            <a:r>
              <a:t/>
            </a:r>
          </a:p>
          <a:p xmlns:a="http://schemas.openxmlformats.org/drawingml/2006/main">
            <a:r>
              <a:t>Save one notebook with Part B under My written evidence.</a:t>
            </a:r>
          </a:p>
          <a:p xmlns:a="http://schemas.openxmlformats.org/drawingml/2006/main">
            <a:r>
              <a:t/>
            </a:r>
          </a:p>
          <a:p xmlns:a="http://schemas.openxmlformats.org/drawingml/2006/main">
            <a:r>
              <a:t>No internet, messaging or AI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submission</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Practical Test 2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training-only preprocessing and locate your saved evidence.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Practical Test 2 submission.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d03024afe94f7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37905e444741b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e417e218a0344a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22df8dd19d9448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b9d11ce367240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60e79b5150c4c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B526305-9F5F-4030-BB05-318D474D57B8}"/>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FB7AC9A-93C1-4847-9FEE-BB15410A45C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6A04424-B2C7-460F-89EA-522A66E0D67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EFE20-0CB0-455B-B9F2-393DBCCCF41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FB69621-E483-4453-8C99-14D2CB62BC9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33238C5-4863-480A-8C99-8B1EF9CBF18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FB82D95-9534-4F29-820F-BF1A7B6F8D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126BC8E-9506-4D17-85A1-A97220DC279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552EA00-7515-4C22-86E5-50A7603F8BA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03DDFAF-B4BC-4776-8488-B1C8B0CE7D2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4DD9494-DE87-4F89-B2EC-62832E6C1C4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F57E632A-E303-41C7-9401-D1D2B9BCB3EA}"/>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B9CEDB7-61C1-47F6-996B-FA84EA53F3B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A0D833E-7071-43D0-BF30-67E759B6FB8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BC5E83B-D996-46D0-9CA6-326E9E9E953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67f3f7b83341d6" /><Relationship Type="http://schemas.openxmlformats.org/officeDocument/2006/relationships/slideLayout" Target="/ppt/slideLayouts/slideLayout1.xml" Id="R618bfedfe65b4a84" /><Relationship Type="http://schemas.openxmlformats.org/officeDocument/2006/relationships/slideLayout" Target="/ppt/slideLayouts/slideLayout2.xml" Id="R9fa106e6e5b04ec9" /><Relationship Type="http://schemas.openxmlformats.org/officeDocument/2006/relationships/slideLayout" Target="/ppt/slideLayouts/slideLayout3.xml" Id="Rf7c0c58f3c644a20" /><Relationship Type="http://schemas.openxmlformats.org/officeDocument/2006/relationships/slideLayout" Target="/ppt/slideLayouts/slideLayout4.xml" Id="R0dc252db2acf49c4" /><Relationship Type="http://schemas.openxmlformats.org/officeDocument/2006/relationships/slideLayout" Target="/ppt/slideLayouts/slideLayout5.xml" Id="Rbdfbe695efa143c9" /><Relationship Type="http://schemas.openxmlformats.org/officeDocument/2006/relationships/slideLayout" Target="/ppt/slideLayouts/slideLayout6.xml" Id="Rfbae8285f13045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8bfedfe65b4a84"/>
    <p:sldLayoutId xmlns:r="http://schemas.openxmlformats.org/officeDocument/2006/relationships" id="2147483650" r:id="R9fa106e6e5b04ec9"/>
    <p:sldLayoutId xmlns:r="http://schemas.openxmlformats.org/officeDocument/2006/relationships" id="2147483651" r:id="Rf7c0c58f3c644a20"/>
    <p:sldLayoutId xmlns:r="http://schemas.openxmlformats.org/officeDocument/2006/relationships" id="2147483652" r:id="R0dc252db2acf49c4"/>
    <p:sldLayoutId xmlns:r="http://schemas.openxmlformats.org/officeDocument/2006/relationships" id="2147483653" r:id="Rbdfbe695efa143c9"/>
    <p:sldLayoutId xmlns:r="http://schemas.openxmlformats.org/officeDocument/2006/relationships" id="2147483654" r:id="Rfbae8285f13045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c94039ee0724fdb" /><Relationship Type="http://schemas.openxmlformats.org/officeDocument/2006/relationships/image" Target="/ppt/media/image.png" Id="R3af468343ee74cba" /><Relationship Type="http://schemas.openxmlformats.org/officeDocument/2006/relationships/notesSlide" Target="/ppt/notesSlides/notesSlide1.xml" Id="R1ef3c0fa140140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02a2b1e90484914" /><Relationship Type="http://schemas.openxmlformats.org/officeDocument/2006/relationships/notesSlide" Target="/ppt/notesSlides/notesSlide2.xml" Id="R82fd1518c90640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65b21bc12a14f14" /><Relationship Type="http://schemas.openxmlformats.org/officeDocument/2006/relationships/notesSlide" Target="/ppt/notesSlides/notesSlide3.xml" Id="R207cfe6d6db247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08adc8b5c724b2d" /><Relationship Type="http://schemas.openxmlformats.org/officeDocument/2006/relationships/notesSlide" Target="/ppt/notesSlides/notesSlide4.xml" Id="Raf135469ac40443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a3804de92654078" /><Relationship Type="http://schemas.openxmlformats.org/officeDocument/2006/relationships/notesSlide" Target="/ppt/notesSlides/notesSlide5.xml" Id="R91bb85b9452e4f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40cada6a28e4d65" /><Relationship Type="http://schemas.openxmlformats.org/officeDocument/2006/relationships/notesSlide" Target="/ppt/notesSlides/notesSlide6.xml" Id="R16ab56ab108a41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b3f18ed507d47e7" /><Relationship Type="http://schemas.openxmlformats.org/officeDocument/2006/relationships/notesSlide" Target="/ppt/notesSlides/notesSlide7.xml" Id="R23b10f87755644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2f8677ad6a14867" /><Relationship Type="http://schemas.openxmlformats.org/officeDocument/2006/relationships/notesSlide" Target="/ppt/notesSlides/notesSlide8.xml" Id="R31de0a6d97484d8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fa914b03419435c" /><Relationship Type="http://schemas.openxmlformats.org/officeDocument/2006/relationships/notesSlide" Target="/ppt/notesSlides/notesSlide9.xml" Id="R316fab2188b6445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9aef2b09f6a41ce" /><Relationship Type="http://schemas.openxmlformats.org/officeDocument/2006/relationships/notesSlide" Target="/ppt/notesSlides/notesSlide10.xml" Id="R28ce55be805d44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4fd6491ce11440d" /><Relationship Type="http://schemas.openxmlformats.org/officeDocument/2006/relationships/notesSlide" Target="/ppt/notesSlides/notesSlide11.xml" Id="Rcfb3ed9c83dd4e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69c7a425ca4a3f" /><Relationship Type="http://schemas.openxmlformats.org/officeDocument/2006/relationships/notesSlide" Target="/ppt/notesSlides/notesSlide12.xml" Id="R5e26ec2d438b4b5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3638e02a6054699" /><Relationship Type="http://schemas.openxmlformats.org/officeDocument/2006/relationships/notesSlide" Target="/ppt/notesSlides/notesSlide13.xml" Id="Re0f8225ce9364d5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62d21d48f5a46d6" /><Relationship Type="http://schemas.openxmlformats.org/officeDocument/2006/relationships/notesSlide" Target="/ppt/notesSlides/notesSlide14.xml" Id="R2500fa8f8295424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6e96cff45f04a16" /><Relationship Type="http://schemas.openxmlformats.org/officeDocument/2006/relationships/notesSlide" Target="/ppt/notesSlides/notesSlide15.xml" Id="R79646e0b99a345f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0cc0115ac534381" /><Relationship Type="http://schemas.openxmlformats.org/officeDocument/2006/relationships/notesSlide" Target="/ppt/notesSlides/notesSlide16.xml" Id="Rbfb27f3c8dee4f2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9ff01e28b404e1e" /><Relationship Type="http://schemas.openxmlformats.org/officeDocument/2006/relationships/notesSlide" Target="/ppt/notesSlides/notesSlide17.xml" Id="Rf57b9d4124ff42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a840cba6e734c97" /><Relationship Type="http://schemas.openxmlformats.org/officeDocument/2006/relationships/notesSlide" Target="/ppt/notesSlides/notesSlide18.xml" Id="Rf15a1f3d63a84d4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a3d42c782aa497b" /><Relationship Type="http://schemas.openxmlformats.org/officeDocument/2006/relationships/notesSlide" Target="/ppt/notesSlides/notesSlide19.xml" Id="Rbd32b749196d457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c6776081eb44340" /><Relationship Type="http://schemas.openxmlformats.org/officeDocument/2006/relationships/hyperlink" Target="https://docs.google.com/forms/d/e/1FAIpQLSdvVxHeeW8LiNgjsQeqqFnAYSBPBxJjBkBuAKSj1gAQ4gVHkQ/viewform" TargetMode="External" Id="R34022bc06dc14b0f" /><Relationship Type="http://schemas.openxmlformats.org/officeDocument/2006/relationships/notesSlide" Target="/ppt/notesSlides/notesSlide20.xml" Id="Rccd0d33a7e0d4bf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22c9bf285f54e07" /><Relationship Type="http://schemas.openxmlformats.org/officeDocument/2006/relationships/notesSlide" Target="/ppt/notesSlides/notesSlide21.xml" Id="R251043f280ee4d8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af468343ee74cb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E4159C3-B446-4F7E-9227-F3D4D398153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0ECD7FF-40A3-446A-B3AD-B34B7FCF55C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14</a:t>
            </a:r>
          </a:p>
        </p:txBody>
      </p:sp>
      <p:sp>
        <p:nvSpPr>
          <p:cNvPr id="4" name="">
            <a:extLst xmlns:a="http://schemas.openxmlformats.org/drawingml/2006/main">
              <a:ext uri="{FF2B5EF4-FFF2-40B4-BE49-F238E27FC236}">
                <a16:creationId xmlns:a16="http://schemas.microsoft.com/office/drawing/2014/main" id="{2F6A6B39-4AD5-4759-BF87-4A3F0AB40B5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1E2BA8F2-7DC2-4F4D-9D7E-5AA83BB18D7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EF9F2D4-2F41-48E5-92F3-15CC87D91DE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88070861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45686CE-13FB-4D88-8BF4-0FAEDBFEFE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C78469-D000-465D-BE9C-3719E03156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DAAD956-D7EA-4026-9B1F-4719193A20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05D90FD-1B37-4559-9A53-DEF4B6A5EB9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FE9FE4-6AE8-48A1-851B-62D4D05CBDA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110F8C5F-1477-43BC-A3E5-2821723F5A5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the complete test notebook offline.</a:t>
            </a:r>
          </a:p>
        </p:txBody>
      </p:sp>
      <p:sp>
        <p:nvSpPr>
          <p:cNvPr id="7" name="">
            <a:extLst xmlns:a="http://schemas.openxmlformats.org/drawingml/2006/main">
              <a:ext uri="{FF2B5EF4-FFF2-40B4-BE49-F238E27FC236}">
                <a16:creationId xmlns:a16="http://schemas.microsoft.com/office/drawing/2014/main" id="{2790D00E-5FB6-4B24-BE7C-2807B2E27EA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ACF33C4-1DB0-41B0-901E-7D431BAF19E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6A8BA1EA-E4B9-4DB5-BAE7-B91EFEDBC3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a:t>
            </a:r>
          </a:p>
        </p:txBody>
      </p:sp>
    </p:spTree>
    <p:extLst>
      <p:ext uri="{BB962C8B-B14F-4D97-AF65-F5344CB8AC3E}">
        <p14:creationId xmlns:p14="http://schemas.microsoft.com/office/powerpoint/2010/main" val="11707093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F9892B-F5FA-40DA-9733-226E95BDC2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5F6C4B-CAB0-415B-A250-70C3A3D1FD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63A795-E4A9-4E45-BC3D-CD89E8FF45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71034522-AA0E-4EC9-82DA-80903127F38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BE41F6-3689-448C-B4CF-A82AE8D7DCF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name the target, fit only on training records and explain how you would keep the test untouched?</a:t>
            </a:r>
          </a:p>
        </p:txBody>
      </p:sp>
      <p:sp>
        <p:nvSpPr>
          <p:cNvPr id="6" name="">
            <a:extLst xmlns:a="http://schemas.openxmlformats.org/drawingml/2006/main">
              <a:ext uri="{FF2B5EF4-FFF2-40B4-BE49-F238E27FC236}">
                <a16:creationId xmlns:a16="http://schemas.microsoft.com/office/drawing/2014/main" id="{9B5B484D-CFB6-4637-9341-2AA0C55978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3</a:t>
            </a:r>
          </a:p>
        </p:txBody>
      </p:sp>
    </p:spTree>
    <p:extLst>
      <p:ext uri="{BB962C8B-B14F-4D97-AF65-F5344CB8AC3E}">
        <p14:creationId xmlns:p14="http://schemas.microsoft.com/office/powerpoint/2010/main" val="156591406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E69374-7D6C-46B0-A0B1-22ABA82E5C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FCBA22-F589-4E86-ACD6-CBF3200D09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6016CE-F96B-4A32-9BFD-8C9FDADCAB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84E60096-23BD-45B0-AC49-F1C1EF936F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0F759D-1371-440E-A721-A4B1E024631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AEFD632B-6915-42D1-B226-D7F280E9770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31118C-6E75-45AC-BCA4-70339ADCB7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A45E5870-E34B-453B-9239-8D894B58F0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75426F-83F7-4ED1-A936-F28D0E03FCF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A59082CF-F87E-48AB-AED3-426C00672B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4</a:t>
            </a:r>
          </a:p>
        </p:txBody>
      </p:sp>
    </p:spTree>
    <p:extLst>
      <p:ext uri="{BB962C8B-B14F-4D97-AF65-F5344CB8AC3E}">
        <p14:creationId xmlns:p14="http://schemas.microsoft.com/office/powerpoint/2010/main" val="1508522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1EF8C1-7B5F-4128-967E-674C46DA09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F59A40-95E5-4FF9-BF4C-1618316095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67CF96-D360-4F64-9436-EEA9BE877D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xmlns:a="http://schemas.openxmlformats.org/drawingml/2006/main">
              <a:ext uri="{FF2B5EF4-FFF2-40B4-BE49-F238E27FC236}">
                <a16:creationId xmlns:a16="http://schemas.microsoft.com/office/drawing/2014/main" id="{17997F18-AD96-4BC1-A7CE-8220760922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D8E97C-EADA-4BA5-B2E0-04D23A3C845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xmlns:a="http://schemas.openxmlformats.org/drawingml/2006/main">
              <a:ext uri="{FF2B5EF4-FFF2-40B4-BE49-F238E27FC236}">
                <a16:creationId xmlns:a16="http://schemas.microsoft.com/office/drawing/2014/main" id="{C9AB8F29-1CE3-407F-AB34-9D306AB2146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A097C7A-F79C-42A2-A68B-0649C8F489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xmlns:a="http://schemas.openxmlformats.org/drawingml/2006/main">
              <a:ext uri="{FF2B5EF4-FFF2-40B4-BE49-F238E27FC236}">
                <a16:creationId xmlns:a16="http://schemas.microsoft.com/office/drawing/2014/main" id="{B033CFB1-7A5D-4D60-9E9F-42812E3353B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8FEFF6-3DB0-4DEE-98C7-DECDD11631D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xmlns:a="http://schemas.openxmlformats.org/drawingml/2006/main">
              <a:ext uri="{FF2B5EF4-FFF2-40B4-BE49-F238E27FC236}">
                <a16:creationId xmlns:a16="http://schemas.microsoft.com/office/drawing/2014/main" id="{7C911DC6-D19C-4C3A-B560-491CF1335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5</a:t>
            </a:r>
          </a:p>
        </p:txBody>
      </p:sp>
    </p:spTree>
    <p:extLst>
      <p:ext uri="{BB962C8B-B14F-4D97-AF65-F5344CB8AC3E}">
        <p14:creationId xmlns:p14="http://schemas.microsoft.com/office/powerpoint/2010/main" val="7346573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6200F6-8662-4F9E-AAE4-0B2381BF67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F7E05E-E9DB-4583-9B1C-4132EE511D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DE8243-A048-45DB-BFDD-47B845746F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2C0B98A0-B4AF-44B8-98BA-84E003E356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DE0098-1890-42AD-8865-9FED06A57E3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55568B37-DC68-4351-8904-5F068A5B367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EB10F9-7DE1-4CD6-AA27-26CE7AF6CA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5F7F9731-649E-4E73-8DA0-A6F128BAB7B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8A3C31-0B39-4606-BDD9-77CD10EA446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E56B93AB-8927-418A-9496-793720B56A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6</a:t>
            </a:r>
          </a:p>
        </p:txBody>
      </p:sp>
    </p:spTree>
    <p:extLst>
      <p:ext uri="{BB962C8B-B14F-4D97-AF65-F5344CB8AC3E}">
        <p14:creationId xmlns:p14="http://schemas.microsoft.com/office/powerpoint/2010/main" val="16120531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CF65C7F-621C-4FCF-9E37-EBF09DDA0E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577395-CDB0-4E48-A8DD-BE4425F274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62213B8-BDAB-4A6A-986B-0340259418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492841F1-BE7A-42B7-89B0-9F54E31E014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816C68-1A71-4F2D-963B-28A678A65E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4311F456-FE96-4E2B-827E-07FC258E1E2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BB76950-480B-4738-B276-87C3AC50C6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54A68D1D-E306-433A-ACD9-A73C1080003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903A3002-AB7D-413B-B6F8-C9FC838CFE7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178DD02-2AC0-491C-971E-912E3496DE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3B3CB2D-174B-4773-8668-0A829EBBAC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7</a:t>
            </a:r>
          </a:p>
        </p:txBody>
      </p:sp>
    </p:spTree>
    <p:extLst>
      <p:ext uri="{BB962C8B-B14F-4D97-AF65-F5344CB8AC3E}">
        <p14:creationId xmlns:p14="http://schemas.microsoft.com/office/powerpoint/2010/main" val="195915404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E80E48-F232-4417-BA61-74B3696821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C8B679-9D34-484C-A02A-31678F2CBB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0A91F4-1CD8-4E74-9EB4-EA46121664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59A2B78C-6D3E-49E0-B2D8-5C5299C6C6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A2EEFF-F733-47B1-81F0-61F5137D085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E5D83415-D5AC-4AB1-8ED0-75681F7C9EB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01D806-8D35-4874-B2D4-7ABDED5F6E9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B6D0F4C7-0EB7-4B33-96B4-CC23CEF7271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89509B-31D7-4EF4-B067-AE50D7A56E4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5F378177-DE14-457C-9859-7D685DBBE58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806DFF-CF3E-4112-B9D3-CA8F2198D12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2CEF8C6C-39F8-4903-8E94-37C2482623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8</a:t>
            </a:r>
          </a:p>
        </p:txBody>
      </p:sp>
    </p:spTree>
    <p:extLst>
      <p:ext uri="{BB962C8B-B14F-4D97-AF65-F5344CB8AC3E}">
        <p14:creationId xmlns:p14="http://schemas.microsoft.com/office/powerpoint/2010/main" val="16577003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E6BA5B-E31F-4A90-8CE6-76D48CA8C4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BD8E04-518B-4376-B49B-B8EC8AA5E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8E7A8F-55F7-40AE-9164-2EEDA93D0C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52C210E1-22DB-45ED-A08E-B8F3243F858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042D46-83AA-4EDB-A9CA-734AFE0F4DF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the complete notebook in the offline setting.</a:t>
            </a:r>
          </a:p>
        </p:txBody>
      </p:sp>
      <p:sp>
        <p:nvSpPr>
          <p:cNvPr id="6" name="">
            <a:extLst xmlns:a="http://schemas.openxmlformats.org/drawingml/2006/main">
              <a:ext uri="{FF2B5EF4-FFF2-40B4-BE49-F238E27FC236}">
                <a16:creationId xmlns:a16="http://schemas.microsoft.com/office/drawing/2014/main" id="{758FBE4D-6261-43C1-9BD4-40BE1F188E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9</a:t>
            </a:r>
          </a:p>
        </p:txBody>
      </p:sp>
    </p:spTree>
    <p:extLst>
      <p:ext uri="{BB962C8B-B14F-4D97-AF65-F5344CB8AC3E}">
        <p14:creationId xmlns:p14="http://schemas.microsoft.com/office/powerpoint/2010/main" val="170049610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88689A-170A-47CB-953B-4F7DC37415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0F5C85-1905-4111-BE4C-88EBEA31A6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47E8CE-1F06-4A76-BE1D-37DA206D4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D17B4611-0EE4-40C2-84BC-20A1A54EF1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129C62-4F7B-446E-A301-0A13E3E42ABE}"/>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D8D3BBE9-7F59-47C2-BA00-C400DC12DE0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CFF910-F5C1-4080-B0B9-9FDBED14E60E}"/>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47030E5D-84FD-4390-8FA1-B9CEF7E885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10</a:t>
            </a:r>
          </a:p>
        </p:txBody>
      </p:sp>
    </p:spTree>
    <p:extLst>
      <p:ext uri="{BB962C8B-B14F-4D97-AF65-F5344CB8AC3E}">
        <p14:creationId xmlns:p14="http://schemas.microsoft.com/office/powerpoint/2010/main" val="173804793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4B942C-0CAF-46E2-BD5B-216237BDC1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83ACE9-009B-4E25-A64D-A03D66F700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FF2919-5B4C-44CF-94AB-9D65572BC6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5068FA8B-13DD-44D3-A7CA-BD3AE7C67E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4279C9-C15E-45D5-B33E-F417BD8AC68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6C6B56F2-D8A3-480D-B81B-DAF98EC0EE7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002F30-E5AB-4352-AB8F-62A1DC4FB14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E42DAE87-BE6F-4DCF-80B8-92C5264AF6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72DEDA-D001-4DE5-A1F4-608B761E929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C14C782F-8002-42EE-B1D6-77B28734938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C39D87-2A11-47F8-BC78-0B2D51A861F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2F05AEAB-8C11-430A-BA23-0908BCD98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11</a:t>
            </a:r>
          </a:p>
        </p:txBody>
      </p:sp>
    </p:spTree>
    <p:extLst>
      <p:ext uri="{BB962C8B-B14F-4D97-AF65-F5344CB8AC3E}">
        <p14:creationId xmlns:p14="http://schemas.microsoft.com/office/powerpoint/2010/main" val="13827762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045B10-5428-4627-98E4-DBAF3B8218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1B4082-F141-481C-8627-34A6BE0F3F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F3DD72-07E1-4AD3-8750-1F01D484A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39097840-8485-4C87-8C8F-4AE055E763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4685AD-ED5D-482D-98F1-54C8821FC71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6D745AC1-77C9-4B06-9C77-444C3342EC8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9B127A-BAB6-40AE-A6D1-80BD5BFA7CB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F23A9FAB-A272-4A09-933C-8D46C91C66B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E6A383-CEE3-4FEC-A629-B3723E2F198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80BE5C48-1A1D-402B-B128-796F564A999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530076F-97A5-473F-A242-B9E0DD6C687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89AD376C-0EBD-4A98-9445-A6796B0516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12</a:t>
            </a:r>
          </a:p>
        </p:txBody>
      </p:sp>
    </p:spTree>
    <p:extLst>
      <p:ext uri="{BB962C8B-B14F-4D97-AF65-F5344CB8AC3E}">
        <p14:creationId xmlns:p14="http://schemas.microsoft.com/office/powerpoint/2010/main" val="15911349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5240C3-F137-434F-8C4B-FA0EF05B4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D2227A-7B8D-44FB-9FB6-3E487ABF84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9AFAA2-D5F4-46CF-A933-762FBA6762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76ACFD76-FC10-4591-8EB5-A344010A00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41C834-70EA-4E1E-A0D7-14F30B9D47C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D060EC16-2FF7-413D-AC65-9E968359CDD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67AD2C-A558-4CF3-8F6E-91152E13C0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xmlns:a="http://schemas.openxmlformats.org/drawingml/2006/main">
              <a:ext uri="{FF2B5EF4-FFF2-40B4-BE49-F238E27FC236}">
                <a16:creationId xmlns:a16="http://schemas.microsoft.com/office/drawing/2014/main" id="{132F0877-DA37-41DF-8A58-2BF932A1B3D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58E982-05D0-4735-8BC1-3DEC7C89B58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xmlns:a="http://schemas.openxmlformats.org/drawingml/2006/main">
              <a:ext uri="{FF2B5EF4-FFF2-40B4-BE49-F238E27FC236}">
                <a16:creationId xmlns:a16="http://schemas.microsoft.com/office/drawing/2014/main" id="{E75C3AF6-59E8-4955-9485-F6EBDD71C5F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C48D97B-DCFA-4933-84F8-3159421B2E9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xmlns:a="http://schemas.openxmlformats.org/drawingml/2006/main">
              <a:ext uri="{FF2B5EF4-FFF2-40B4-BE49-F238E27FC236}">
                <a16:creationId xmlns:a16="http://schemas.microsoft.com/office/drawing/2014/main" id="{5FDAD692-7A5B-460A-890A-04B8FC927E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13</a:t>
            </a:r>
          </a:p>
        </p:txBody>
      </p:sp>
    </p:spTree>
    <p:extLst>
      <p:ext uri="{BB962C8B-B14F-4D97-AF65-F5344CB8AC3E}">
        <p14:creationId xmlns:p14="http://schemas.microsoft.com/office/powerpoint/2010/main" val="58525807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A1D9DE-6964-4941-B58B-8C53D41C32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07A2AC-FFDA-4482-83B5-3F31EE6069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9CF1EB-B1AB-4CDE-8AC9-1E1459D6D0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51980447-3C80-4645-8AF7-063235F4C9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F4F0E1-A6B5-42F5-98B5-9128BC4967F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88731A46-A113-430D-A6CA-506E83F1A8D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E498F0-BAEB-4DED-B724-B0757F5911C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BD4BC03D-49A7-4678-98B5-8C0A2ED8875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51C14D-C579-4B0C-A66A-C9428F46B1A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14BDA9F9-6629-467D-BB52-113845DA80D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1B05E2-ECEF-46AA-A09C-E5C5C04E970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1391D7DD-A735-4416-9D78-E6FEE693C0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14</a:t>
            </a:r>
          </a:p>
        </p:txBody>
      </p:sp>
    </p:spTree>
    <p:extLst>
      <p:ext uri="{BB962C8B-B14F-4D97-AF65-F5344CB8AC3E}">
        <p14:creationId xmlns:p14="http://schemas.microsoft.com/office/powerpoint/2010/main" val="17789268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BFB7217-E7A9-4CED-902F-861A9C357C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DB972E-8C7D-44C8-A6A6-58CFE20D07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2FCC8F-3F0A-42B2-8B76-6D28FE3B7D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9DB1F214-A4A1-4E1A-8F99-87D8A967181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E75F24-B380-495A-BAD2-897D3855EA4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7AA4AD5B-877B-498E-B6A3-0D985F89ABD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F930D4-D3D7-49C9-8F8A-FEABA77A8C3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09C21936-2DB5-4E94-8698-132854A6C22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73A615-D334-4128-B0B3-65E329790CB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F88CEA78-FF32-412D-A448-B3C6A5FE977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CE541A-61A9-4B54-A53E-4C0CB406C37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63AD7DD0-2BD4-4875-ABB1-6A3B40C59A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15</a:t>
            </a:r>
          </a:p>
        </p:txBody>
      </p:sp>
    </p:spTree>
    <p:extLst>
      <p:ext uri="{BB962C8B-B14F-4D97-AF65-F5344CB8AC3E}">
        <p14:creationId xmlns:p14="http://schemas.microsoft.com/office/powerpoint/2010/main" val="35281170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BD1814-06B1-4119-ABB1-A094F31075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D13C17-EC3C-45E1-B16C-85E23BC9F0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11C5F9-1B1E-4DF1-9964-ACE29F314D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E210DB64-D416-497E-933F-3C0DC82244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9786A2-FF27-4190-81E6-19E4CC23A74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ADDF5571-9EE5-4508-8DEC-06EB565A841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0E8697-8232-4A1C-A962-004A8A06A97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7D0C9A2C-9560-4F9C-90A3-AD454B3BEDB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3C1B44-AE94-48CE-A1A9-F7FB205E7B0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ABE439FA-F2E2-49BE-A76D-CE7E488D0A6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1336FF4-06F6-4457-9301-483E8FBDD6D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DC34DC4B-6554-4267-8810-93493461B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16</a:t>
            </a:r>
          </a:p>
        </p:txBody>
      </p:sp>
    </p:spTree>
    <p:extLst>
      <p:ext uri="{BB962C8B-B14F-4D97-AF65-F5344CB8AC3E}">
        <p14:creationId xmlns:p14="http://schemas.microsoft.com/office/powerpoint/2010/main" val="204915508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B52AB7-B78D-4799-8899-4C04166676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3CA24A-280B-487E-8863-3160C506F0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DD2296-5F80-404F-9F27-862B88469A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B1252345-1998-4E37-8F09-8661398CE0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2943AD-D905-4501-90DC-15F7831A7FC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5ABEB341-AD55-4EEF-977E-1BAD8974F89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98A991-18C5-49E1-BE5E-A8E00D9CBEA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AC24695B-4C6A-41A9-A521-001A3865117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E0F5ED-8560-4DE7-A612-2B170BEAD58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474F1B8D-46EC-4B09-A82F-95E430154C9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311CAB9-BEDF-4A02-AE0B-B9847A7051A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C322A890-D856-4F8D-A2A3-E5877B0DFE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17</a:t>
            </a:r>
          </a:p>
        </p:txBody>
      </p:sp>
    </p:spTree>
    <p:extLst>
      <p:ext uri="{BB962C8B-B14F-4D97-AF65-F5344CB8AC3E}">
        <p14:creationId xmlns:p14="http://schemas.microsoft.com/office/powerpoint/2010/main" val="559334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6F3375-46C5-44BD-A242-DFFED96932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44577D-64C4-4BDE-92FE-57D7705368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11272C-3C79-4C48-9BB3-FAFB83967E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5A2163BA-6298-4EC6-93B7-E61A3DC05A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9330B0-7937-4F62-9CB2-642C4D6743D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18226E62-6C29-43B6-B342-F272CE1D14B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E78A40-642B-4D2A-AF69-F9B2CD2B7F9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619141D2-5775-488A-8CF9-DDEDE1F959D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49EFDD-0399-41EC-A256-313CD976BFA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7DE4280C-736D-4D7D-B464-47450539AE3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867AFC-390A-4550-B455-944B892E9A0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113E6FDC-C6D3-4195-97F1-3E422E368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18</a:t>
            </a:r>
          </a:p>
        </p:txBody>
      </p:sp>
    </p:spTree>
    <p:extLst>
      <p:ext uri="{BB962C8B-B14F-4D97-AF65-F5344CB8AC3E}">
        <p14:creationId xmlns:p14="http://schemas.microsoft.com/office/powerpoint/2010/main" val="2446307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785E740-A83B-4F00-96FC-53620DCF4B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4F96F2-13E1-499C-A7B8-621927F009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CA09BF-CAA4-4413-A2ED-4B84EA817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B2EC4630-ECB5-4213-8610-CE1A90855B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2E8232-AC45-4C2E-B81A-BE0561650B3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7D9BFCA9-D767-420A-AB4F-A897AB28DC0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654F9F-DD21-4086-9B49-7EB96C61DB9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A43315D4-CE1B-4981-978E-836CD5604D4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9C7468-8EDB-4DF1-9DF1-CD0750F743D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95CE0753-A043-4EA8-8286-F88C64CE79C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A43A7CB-4BD6-4E37-ACFE-D5B81E60297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635E7EEF-841E-4C69-B089-414D4C6A2A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19</a:t>
            </a:r>
          </a:p>
        </p:txBody>
      </p:sp>
    </p:spTree>
    <p:extLst>
      <p:ext uri="{BB962C8B-B14F-4D97-AF65-F5344CB8AC3E}">
        <p14:creationId xmlns:p14="http://schemas.microsoft.com/office/powerpoint/2010/main" val="32346194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B3DF2A7-DEFD-442D-B670-BF2BDD6782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1D6A2D-67CE-415B-B9F0-723DA82E9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D8736EC-1CA6-4BAB-9EA2-8AFFE981A5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xmlns:a="http://schemas.openxmlformats.org/drawingml/2006/main">
              <a:ext uri="{FF2B5EF4-FFF2-40B4-BE49-F238E27FC236}">
                <a16:creationId xmlns:a16="http://schemas.microsoft.com/office/drawing/2014/main" id="{1D9B85FB-9DEC-43C3-B267-68184683932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51C28F-E625-4DA8-B0EF-EAE2EF12B3B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7ADF161C-D21F-404E-B937-828D4BF4D89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FB1936-D756-4847-918C-50C579D539E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CCAA9BE4-47B4-41E8-8210-C9A80D05535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27F82-CB0A-4145-A966-8FA8877B93E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6264FD4D-F508-4F8E-A9EB-2556A56A19A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F71570-2D47-45DC-B28D-E9FCA8F0F00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3CA3D5A1-2D3F-4516-8EAA-0455720FD62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63AF2F1-D9BB-4974-8546-C03CDB76C53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4022bc06dc14b0f"/>
              </a:rPr>
              <a:t>Open TEST2 assignment form</a:t>
            </a:r>
          </a:p>
        </p:txBody>
      </p:sp>
      <p:sp>
        <p:nvSpPr>
          <p:cNvPr id="14" name="">
            <a:extLst xmlns:a="http://schemas.openxmlformats.org/drawingml/2006/main">
              <a:ext uri="{FF2B5EF4-FFF2-40B4-BE49-F238E27FC236}">
                <a16:creationId xmlns:a16="http://schemas.microsoft.com/office/drawing/2014/main" id="{723EC04D-3722-4D55-B026-6C44BAA2794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https://docs.google.com/forms/d/e/1FAIpQLSdvVxHeeW8LiNgjsQeqqFnAYSBPBxJjBkBuAKSj1gAQ4gVHkQ/viewform</a:t>
            </a:r>
          </a:p>
        </p:txBody>
      </p:sp>
      <p:sp>
        <p:nvSpPr>
          <p:cNvPr id="15" name="">
            <a:extLst xmlns:a="http://schemas.openxmlformats.org/drawingml/2006/main">
              <a:ext uri="{FF2B5EF4-FFF2-40B4-BE49-F238E27FC236}">
                <a16:creationId xmlns:a16="http://schemas.microsoft.com/office/drawing/2014/main" id="{2E3AAFA1-2D3E-48FF-AD6E-3BF0F0E618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14   20</a:t>
            </a:r>
          </a:p>
        </p:txBody>
      </p:sp>
    </p:spTree>
    <p:extLst>
      <p:ext uri="{BB962C8B-B14F-4D97-AF65-F5344CB8AC3E}">
        <p14:creationId xmlns:p14="http://schemas.microsoft.com/office/powerpoint/2010/main" val="1940958171"/>
      </p:ext>
    </p:extLst>
  </p:cSld>
</p:sld>
</file>

<file path=ppt/slides/slide2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D1C3D7-7A9E-4FB5-B740-86CB327D47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DB2F6060-6510-4816-94D0-B7231784EB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FB5CB9B1-0949-4BBC-B03E-239D74F5F3F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5B6611B-3785-4697-8CB1-006D4DFFF29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DEA9BF5-5C62-4776-9512-7418E49486C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F3478AA-A312-4AF5-9098-632CB055A6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14   21</a:t>
            </a:r>
          </a:p>
        </p:txBody>
      </p:sp>
    </p:spTree>
    <p:extLst>
      <p:ext uri="{BB962C8B-B14F-4D97-AF65-F5344CB8AC3E}">
        <p14:creationId xmlns:p14="http://schemas.microsoft.com/office/powerpoint/2010/main" val="12751724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2026-09-28T21:15:42.0840000Z</dcterms:created>
  <dcterms:modified xsi:type="dcterms:W3CDTF">2026-09-28T21:15:42.0840000Z</dcterms:modified>
</coreProperties>
</file>