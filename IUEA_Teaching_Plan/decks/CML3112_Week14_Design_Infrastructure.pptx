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4c84c7bbb9b4f3d" Type="http://schemas.openxmlformats.org/officeDocument/2006/relationships/extended-properties" Target="docProps/app.xml"/><Relationship Id="R268b514228924491" Type="http://schemas.openxmlformats.org/officeDocument/2006/relationships/officeDocument" Target="ppt/presentation.xml"/><Relationship Id="R39ba0308396341a0"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aab751743a24cf3"/>
  </p:sldMasterIdLst>
  <p:notesMasterIdLst>
    <p:notesMasterId xmlns:r="http://schemas.openxmlformats.org/officeDocument/2006/relationships" r:id="R3968735280a34497"/>
  </p:notesMasterIdLst>
  <p:sldIdLst>
    <p:sldId xmlns:r="http://schemas.openxmlformats.org/officeDocument/2006/relationships" id="256" r:id="Ree03a0775768408b"/>
    <p:sldId xmlns:r="http://schemas.openxmlformats.org/officeDocument/2006/relationships" id="257" r:id="R49ebc75630f24658"/>
    <p:sldId xmlns:r="http://schemas.openxmlformats.org/officeDocument/2006/relationships" id="258" r:id="R2b97046bfe634ac7"/>
    <p:sldId xmlns:r="http://schemas.openxmlformats.org/officeDocument/2006/relationships" id="259" r:id="R54d13751e90c4802"/>
    <p:sldId xmlns:r="http://schemas.openxmlformats.org/officeDocument/2006/relationships" id="260" r:id="R49e3e6171c4f444c"/>
    <p:sldId xmlns:r="http://schemas.openxmlformats.org/officeDocument/2006/relationships" id="261" r:id="Rc1d19083f1644006"/>
    <p:sldId xmlns:r="http://schemas.openxmlformats.org/officeDocument/2006/relationships" id="262" r:id="R077606ba0b5e4762"/>
    <p:sldId xmlns:r="http://schemas.openxmlformats.org/officeDocument/2006/relationships" id="263" r:id="R789e8f647ad24131"/>
    <p:sldId xmlns:r="http://schemas.openxmlformats.org/officeDocument/2006/relationships" id="264" r:id="Race067eed3374ef9"/>
    <p:sldId xmlns:r="http://schemas.openxmlformats.org/officeDocument/2006/relationships" id="265" r:id="Rf59c03b29613477e"/>
    <p:sldId xmlns:r="http://schemas.openxmlformats.org/officeDocument/2006/relationships" id="266" r:id="R76ffc8bc692b40e3"/>
    <p:sldId xmlns:r="http://schemas.openxmlformats.org/officeDocument/2006/relationships" id="267" r:id="R75fcc4998e12481f"/>
    <p:sldId xmlns:r="http://schemas.openxmlformats.org/officeDocument/2006/relationships" id="268" r:id="Ra954340c7d084f1d"/>
    <p:sldId xmlns:r="http://schemas.openxmlformats.org/officeDocument/2006/relationships" id="269" r:id="R25cac5f0490d4ea2"/>
    <p:sldId xmlns:r="http://schemas.openxmlformats.org/officeDocument/2006/relationships" id="270" r:id="Raccf6f6cfb89441c"/>
    <p:sldId xmlns:r="http://schemas.openxmlformats.org/officeDocument/2006/relationships" id="271" r:id="R162e5dbe1ff44d24"/>
    <p:sldId xmlns:r="http://schemas.openxmlformats.org/officeDocument/2006/relationships" id="272" r:id="Rabc2880cdba7469e"/>
    <p:sldId xmlns:r="http://schemas.openxmlformats.org/officeDocument/2006/relationships" id="273" r:id="R01dbf2f57c824bde"/>
    <p:sldId xmlns:r="http://schemas.openxmlformats.org/officeDocument/2006/relationships" id="274" r:id="R836ec42ec275462a"/>
    <p:sldId xmlns:r="http://schemas.openxmlformats.org/officeDocument/2006/relationships" id="275" r:id="R4619a812c152462c"/>
    <p:sldId xmlns:r="http://schemas.openxmlformats.org/officeDocument/2006/relationships" id="276" r:id="Rb30f82b4a5ab4ac0"/>
    <p:sldId xmlns:r="http://schemas.openxmlformats.org/officeDocument/2006/relationships" id="277" r:id="Rc87a904839ce4d81"/>
    <p:sldId xmlns:r="http://schemas.openxmlformats.org/officeDocument/2006/relationships" id="278" r:id="R1d806e86bb4a490b"/>
    <p:sldId xmlns:r="http://schemas.openxmlformats.org/officeDocument/2006/relationships" id="279" r:id="Rc9b5d409ef00428f"/>
    <p:sldId xmlns:r="http://schemas.openxmlformats.org/officeDocument/2006/relationships" id="280" r:id="R1ec93e5bfcd3435d"/>
    <p:sldId xmlns:r="http://schemas.openxmlformats.org/officeDocument/2006/relationships" id="281" r:id="R14668b2702be41cb"/>
    <p:sldId xmlns:r="http://schemas.openxmlformats.org/officeDocument/2006/relationships" id="282" r:id="R45f91c40f9c74fcb"/>
    <p:sldId xmlns:r="http://schemas.openxmlformats.org/officeDocument/2006/relationships" id="283" r:id="Ref57b887547c4896"/>
    <p:sldId xmlns:r="http://schemas.openxmlformats.org/officeDocument/2006/relationships" id="284" r:id="Radef57a7e8ba4c0d"/>
    <p:sldId xmlns:r="http://schemas.openxmlformats.org/officeDocument/2006/relationships" id="285" r:id="Rbce1727351454b52"/>
    <p:sldId xmlns:r="http://schemas.openxmlformats.org/officeDocument/2006/relationships" id="286" r:id="R8c95ae8f2acf4e9e"/>
    <p:sldId xmlns:r="http://schemas.openxmlformats.org/officeDocument/2006/relationships" id="287" r:id="Rda8a11916b884268"/>
    <p:sldId xmlns:r="http://schemas.openxmlformats.org/officeDocument/2006/relationships" id="288" r:id="R178d6408ad3146f7"/>
    <p:sldId xmlns:r="http://schemas.openxmlformats.org/officeDocument/2006/relationships" id="289" r:id="Ra9860a25e70b4a68"/>
    <p:sldId xmlns:r="http://schemas.openxmlformats.org/officeDocument/2006/relationships" id="290" r:id="R9cef482d78df4106"/>
    <p:sldId xmlns:r="http://schemas.openxmlformats.org/officeDocument/2006/relationships" id="291" r:id="Rb0e0733569b9494a"/>
    <p:sldId xmlns:r="http://schemas.openxmlformats.org/officeDocument/2006/relationships" id="292" r:id="Rf46052b6969b4809"/>
    <p:sldId xmlns:r="http://schemas.openxmlformats.org/officeDocument/2006/relationships" id="293" r:id="R9d227e35f7c84a13"/>
    <p:sldId xmlns:r="http://schemas.openxmlformats.org/officeDocument/2006/relationships" id="294" r:id="R82a71fc7c9c84575"/>
    <p:sldId xmlns:r="http://schemas.openxmlformats.org/officeDocument/2006/relationships" id="295" r:id="R5bf932b696dc4c69"/>
    <p:sldId xmlns:r="http://schemas.openxmlformats.org/officeDocument/2006/relationships" id="296" r:id="R5315d8c12266431c"/>
    <p:sldId xmlns:r="http://schemas.openxmlformats.org/officeDocument/2006/relationships" id="297" r:id="R396a7039e2ae41af"/>
    <p:sldId xmlns:r="http://schemas.openxmlformats.org/officeDocument/2006/relationships" id="298" r:id="Rc935fe27b3704f72"/>
    <p:sldId xmlns:r="http://schemas.openxmlformats.org/officeDocument/2006/relationships" id="299" r:id="Rbae7ef0ae5304f2d"/>
    <p:sldId xmlns:r="http://schemas.openxmlformats.org/officeDocument/2006/relationships" id="300" r:id="R19d68d39d6714384"/>
    <p:sldId xmlns:r="http://schemas.openxmlformats.org/officeDocument/2006/relationships" id="301" r:id="Rfec88c160b704e9d"/>
    <p:sldId xmlns:r="http://schemas.openxmlformats.org/officeDocument/2006/relationships" id="302" r:id="Rdc25d699125a4d76"/>
    <p:sldId xmlns:r="http://schemas.openxmlformats.org/officeDocument/2006/relationships" id="303" r:id="R42cb7c4c52b2467b"/>
    <p:sldId xmlns:r="http://schemas.openxmlformats.org/officeDocument/2006/relationships" id="304" r:id="R3ee1260db9444dd7"/>
    <p:sldId xmlns:r="http://schemas.openxmlformats.org/officeDocument/2006/relationships" id="305" r:id="Re6f105dc99c24741"/>
    <p:sldId xmlns:r="http://schemas.openxmlformats.org/officeDocument/2006/relationships" id="306" r:id="R80c87bc52a7f41b9"/>
    <p:sldId xmlns:r="http://schemas.openxmlformats.org/officeDocument/2006/relationships" id="307" r:id="Rc8554f5f5c1e48f8"/>
    <p:sldId xmlns:r="http://schemas.openxmlformats.org/officeDocument/2006/relationships" id="308" r:id="R8bb4af3783e54fce"/>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0" ns0:id="rId80"/>
    <p:sldId xmlns:ns0="http://schemas.openxmlformats.org/officeDocument/2006/relationships" id="331" ns0:id="rId81"/>
    <p:sldId xmlns:ns0="http://schemas.openxmlformats.org/officeDocument/2006/relationships" id="332" ns0:id="rId82"/>
    <p:sldId xmlns:ns0="http://schemas.openxmlformats.org/officeDocument/2006/relationships" id="333" ns0:id="rId83"/>
    <p:sldId xmlns:r="http://schemas.openxmlformats.org/officeDocument/2006/relationships" id="309" r:id="R7cc5aa8793384fae"/>
    <p:sldId xmlns:r="http://schemas.openxmlformats.org/officeDocument/2006/relationships" id="310" r:id="R46c8423d47234c6d"/>
    <p:sldId xmlns:r="http://schemas.openxmlformats.org/officeDocument/2006/relationships" id="311" r:id="R6af225762c284d14"/>
    <p:sldId xmlns:r="http://schemas.openxmlformats.org/officeDocument/2006/relationships" id="312" r:id="Recdc3c7e896c47c1"/>
    <p:sldId xmlns:r="http://schemas.openxmlformats.org/officeDocument/2006/relationships" id="313" r:id="R852391ebab864526"/>
    <p:sldId xmlns:r="http://schemas.openxmlformats.org/officeDocument/2006/relationships" id="314" r:id="Ra17ad0dc2e054a59"/>
    <p:sldId xmlns:r="http://schemas.openxmlformats.org/officeDocument/2006/relationships" id="315" r:id="Rc4aca0cec7424851"/>
    <p:sldId xmlns:r="http://schemas.openxmlformats.org/officeDocument/2006/relationships" id="316" r:id="R1b3c44a67fbc4d60"/>
    <p:sldId xmlns:r="http://schemas.openxmlformats.org/officeDocument/2006/relationships" id="317" r:id="R601613c3cfb3467e"/>
    <p:sldId xmlns:r="http://schemas.openxmlformats.org/officeDocument/2006/relationships" id="318" r:id="R71202f5e2a734867"/>
    <p:sldId xmlns:r="http://schemas.openxmlformats.org/officeDocument/2006/relationships" id="319" r:id="R1e9ad4aef2a3458c"/>
    <p:sldId xmlns:r="http://schemas.openxmlformats.org/officeDocument/2006/relationships" id="320" r:id="Rd4617cd977ed4334"/>
    <p:sldId xmlns:r="http://schemas.openxmlformats.org/officeDocument/2006/relationships" id="321" r:id="Re57544c278644883"/>
    <p:sldId xmlns:r="http://schemas.openxmlformats.org/officeDocument/2006/relationships" id="322" r:id="R00e7c1eb78aa424f"/>
    <p:sldId xmlns:r="http://schemas.openxmlformats.org/officeDocument/2006/relationships" id="323" r:id="R5175d02b99b949ea"/>
    <p:sldId xmlns:r="http://schemas.openxmlformats.org/officeDocument/2006/relationships" id="324" r:id="R7c868ada2dbc4d3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e7c1eb78aa424f" Type="http://schemas.openxmlformats.org/officeDocument/2006/relationships/slide" Target="slides/slide76.xml"/><Relationship Id="R01dbf2f57c824bde" Type="http://schemas.openxmlformats.org/officeDocument/2006/relationships/slide" Target="slides/slide18.xml"/><Relationship Id="R077606ba0b5e4762" Type="http://schemas.openxmlformats.org/officeDocument/2006/relationships/slide" Target="slides/slide7.xml"/><Relationship Id="R14668b2702be41cb" Type="http://schemas.openxmlformats.org/officeDocument/2006/relationships/slide" Target="slides/slide26.xml"/><Relationship Id="R162e5dbe1ff44d24" Type="http://schemas.openxmlformats.org/officeDocument/2006/relationships/slide" Target="slides/slide16.xml"/><Relationship Id="R178d6408ad3146f7" Type="http://schemas.openxmlformats.org/officeDocument/2006/relationships/slide" Target="slides/slide33.xml"/><Relationship Id="R19d68d39d6714384" Type="http://schemas.openxmlformats.org/officeDocument/2006/relationships/slide" Target="slides/slide45.xml"/><Relationship Id="R1b3c44a67fbc4d60" Type="http://schemas.openxmlformats.org/officeDocument/2006/relationships/slide" Target="slides/slide70.xml"/><Relationship Id="R1d806e86bb4a490b" Type="http://schemas.openxmlformats.org/officeDocument/2006/relationships/slide" Target="slides/slide23.xml"/><Relationship Id="R1e9ad4aef2a3458c" Type="http://schemas.openxmlformats.org/officeDocument/2006/relationships/slide" Target="slides/slide73.xml"/><Relationship Id="R1ec93e5bfcd3435d" Type="http://schemas.openxmlformats.org/officeDocument/2006/relationships/slide" Target="slides/slide25.xml"/><Relationship Id="R25cac5f0490d4ea2" Type="http://schemas.openxmlformats.org/officeDocument/2006/relationships/slide" Target="slides/slide14.xml"/><Relationship Id="R2b97046bfe634ac7" Type="http://schemas.openxmlformats.org/officeDocument/2006/relationships/slide" Target="slides/slide3.xml"/><Relationship Id="R3968735280a34497" Type="http://schemas.openxmlformats.org/officeDocument/2006/relationships/notesMaster" Target="notesMasters/notesMaster1.xml"/><Relationship Id="R396a7039e2ae41af" Type="http://schemas.openxmlformats.org/officeDocument/2006/relationships/slide" Target="slides/slide42.xml"/><Relationship Id="R3ee1260db9444dd7" Type="http://schemas.openxmlformats.org/officeDocument/2006/relationships/slide" Target="slides/slide49.xml"/><Relationship Id="R42cb7c4c52b2467b" Type="http://schemas.openxmlformats.org/officeDocument/2006/relationships/slide" Target="slides/slide48.xml"/><Relationship Id="R45f91c40f9c74fcb" Type="http://schemas.openxmlformats.org/officeDocument/2006/relationships/slide" Target="slides/slide27.xml"/><Relationship Id="R4619a812c152462c" Type="http://schemas.openxmlformats.org/officeDocument/2006/relationships/slide" Target="slides/slide20.xml"/><Relationship Id="R46c8423d47234c6d" Type="http://schemas.openxmlformats.org/officeDocument/2006/relationships/slide" Target="slides/slide64.xml"/><Relationship Id="R49e3e6171c4f444c" Type="http://schemas.openxmlformats.org/officeDocument/2006/relationships/slide" Target="slides/slide5.xml"/><Relationship Id="R49ebc75630f24658" Type="http://schemas.openxmlformats.org/officeDocument/2006/relationships/slide" Target="slides/slide2.xml"/><Relationship Id="R5175d02b99b949ea" Type="http://schemas.openxmlformats.org/officeDocument/2006/relationships/slide" Target="slides/slide77.xml"/><Relationship Id="R5315d8c12266431c" Type="http://schemas.openxmlformats.org/officeDocument/2006/relationships/slide" Target="slides/slide41.xml"/><Relationship Id="R54d13751e90c4802" Type="http://schemas.openxmlformats.org/officeDocument/2006/relationships/slide" Target="slides/slide4.xml"/><Relationship Id="R5bf932b696dc4c69" Type="http://schemas.openxmlformats.org/officeDocument/2006/relationships/slide" Target="slides/slide40.xml"/><Relationship Id="R601613c3cfb3467e" Type="http://schemas.openxmlformats.org/officeDocument/2006/relationships/slide" Target="slides/slide71.xml"/><Relationship Id="R6af225762c284d14" Type="http://schemas.openxmlformats.org/officeDocument/2006/relationships/slide" Target="slides/slide65.xml"/><Relationship Id="R71202f5e2a734867" Type="http://schemas.openxmlformats.org/officeDocument/2006/relationships/slide" Target="slides/slide72.xml"/><Relationship Id="R720a3f4cb1e044a8" Type="http://schemas.openxmlformats.org/officeDocument/2006/relationships/tableStyles" Target="tableStyles.xml"/><Relationship Id="R75fcc4998e12481f" Type="http://schemas.openxmlformats.org/officeDocument/2006/relationships/slide" Target="slides/slide12.xml"/><Relationship Id="R76ffc8bc692b40e3" Type="http://schemas.openxmlformats.org/officeDocument/2006/relationships/slide" Target="slides/slide11.xml"/><Relationship Id="R789e8f647ad24131" Type="http://schemas.openxmlformats.org/officeDocument/2006/relationships/slide" Target="slides/slide8.xml"/><Relationship Id="R7c868ada2dbc4d38" Type="http://schemas.openxmlformats.org/officeDocument/2006/relationships/slide" Target="slides/slide78.xml"/><Relationship Id="R7cc5aa8793384fae" Type="http://schemas.openxmlformats.org/officeDocument/2006/relationships/slide" Target="slides/slide63.xml"/><Relationship Id="R80c87bc52a7f41b9" Type="http://schemas.openxmlformats.org/officeDocument/2006/relationships/slide" Target="slides/slide51.xml"/><Relationship Id="R82a71fc7c9c84575" Type="http://schemas.openxmlformats.org/officeDocument/2006/relationships/slide" Target="slides/slide39.xml"/><Relationship Id="R836ec42ec275462a" Type="http://schemas.openxmlformats.org/officeDocument/2006/relationships/slide" Target="slides/slide19.xml"/><Relationship Id="R852391ebab864526" Type="http://schemas.openxmlformats.org/officeDocument/2006/relationships/slide" Target="slides/slide67.xml"/><Relationship Id="R8bb4af3783e54fce" Type="http://schemas.openxmlformats.org/officeDocument/2006/relationships/slide" Target="slides/slide53.xml"/><Relationship Id="R8c54a62a5f0b40ba" Type="http://schemas.openxmlformats.org/officeDocument/2006/relationships/presProps" Target="presProps.xml"/><Relationship Id="R8c95ae8f2acf4e9e" Type="http://schemas.openxmlformats.org/officeDocument/2006/relationships/slide" Target="slides/slide31.xml"/><Relationship Id="R9cef482d78df4106" Type="http://schemas.openxmlformats.org/officeDocument/2006/relationships/slide" Target="slides/slide35.xml"/><Relationship Id="R9d227e35f7c84a13" Type="http://schemas.openxmlformats.org/officeDocument/2006/relationships/slide" Target="slides/slide38.xml"/><Relationship Id="Ra17ad0dc2e054a59" Type="http://schemas.openxmlformats.org/officeDocument/2006/relationships/slide" Target="slides/slide68.xml"/><Relationship Id="Ra954340c7d084f1d" Type="http://schemas.openxmlformats.org/officeDocument/2006/relationships/slide" Target="slides/slide13.xml"/><Relationship Id="Ra9860a25e70b4a68" Type="http://schemas.openxmlformats.org/officeDocument/2006/relationships/slide" Target="slides/slide34.xml"/><Relationship Id="Rabc2880cdba7469e" Type="http://schemas.openxmlformats.org/officeDocument/2006/relationships/slide" Target="slides/slide17.xml"/><Relationship Id="Raccf6f6cfb89441c" Type="http://schemas.openxmlformats.org/officeDocument/2006/relationships/slide" Target="slides/slide15.xml"/><Relationship Id="Race067eed3374ef9" Type="http://schemas.openxmlformats.org/officeDocument/2006/relationships/slide" Target="slides/slide9.xml"/><Relationship Id="Radef57a7e8ba4c0d" Type="http://schemas.openxmlformats.org/officeDocument/2006/relationships/slide" Target="slides/slide29.xml"/><Relationship Id="Rb0e0733569b9494a" Type="http://schemas.openxmlformats.org/officeDocument/2006/relationships/slide" Target="slides/slide36.xml"/><Relationship Id="Rb30f82b4a5ab4ac0" Type="http://schemas.openxmlformats.org/officeDocument/2006/relationships/slide" Target="slides/slide21.xml"/><Relationship Id="Rbaab751743a24cf3" Type="http://schemas.openxmlformats.org/officeDocument/2006/relationships/slideMaster" Target="slideMasters/slideMaster1.xml"/><Relationship Id="Rbae7ef0ae5304f2d" Type="http://schemas.openxmlformats.org/officeDocument/2006/relationships/slide" Target="slides/slide44.xml"/><Relationship Id="Rbce1727351454b52" Type="http://schemas.openxmlformats.org/officeDocument/2006/relationships/slide" Target="slides/slide30.xml"/><Relationship Id="Rc1d19083f1644006" Type="http://schemas.openxmlformats.org/officeDocument/2006/relationships/slide" Target="slides/slide6.xml"/><Relationship Id="Rc4aca0cec7424851" Type="http://schemas.openxmlformats.org/officeDocument/2006/relationships/slide" Target="slides/slide69.xml"/><Relationship Id="Rc8554f5f5c1e48f8" Type="http://schemas.openxmlformats.org/officeDocument/2006/relationships/slide" Target="slides/slide52.xml"/><Relationship Id="Rc87a904839ce4d81" Type="http://schemas.openxmlformats.org/officeDocument/2006/relationships/slide" Target="slides/slide22.xml"/><Relationship Id="Rc935fe27b3704f72" Type="http://schemas.openxmlformats.org/officeDocument/2006/relationships/slide" Target="slides/slide43.xml"/><Relationship Id="Rc9b5d409ef00428f" Type="http://schemas.openxmlformats.org/officeDocument/2006/relationships/slide" Target="slides/slide24.xml"/><Relationship Id="Rd212ef72e45a48ef" Type="http://schemas.openxmlformats.org/officeDocument/2006/relationships/theme" Target="theme/theme1.xml"/><Relationship Id="Rd4617cd977ed4334" Type="http://schemas.openxmlformats.org/officeDocument/2006/relationships/slide" Target="slides/slide74.xml"/><Relationship Id="Rda8a11916b884268" Type="http://schemas.openxmlformats.org/officeDocument/2006/relationships/slide" Target="slides/slide32.xml"/><Relationship Id="Rdc25d699125a4d76" Type="http://schemas.openxmlformats.org/officeDocument/2006/relationships/slide" Target="slides/slide47.xml"/><Relationship Id="Re57544c278644883" Type="http://schemas.openxmlformats.org/officeDocument/2006/relationships/slide" Target="slides/slide75.xml"/><Relationship Id="Re6f105dc99c24741" Type="http://schemas.openxmlformats.org/officeDocument/2006/relationships/slide" Target="slides/slide50.xml"/><Relationship Id="Recdc3c7e896c47c1" Type="http://schemas.openxmlformats.org/officeDocument/2006/relationships/slide" Target="slides/slide66.xml"/><Relationship Id="Ree03a0775768408b" Type="http://schemas.openxmlformats.org/officeDocument/2006/relationships/slide" Target="slides/slide1.xml"/><Relationship Id="Ref57b887547c4896" Type="http://schemas.openxmlformats.org/officeDocument/2006/relationships/slide" Target="slides/slide28.xml"/><Relationship Id="Rf46052b6969b4809" Type="http://schemas.openxmlformats.org/officeDocument/2006/relationships/slide" Target="slides/slide37.xml"/><Relationship Id="Rf59c03b29613477e" Type="http://schemas.openxmlformats.org/officeDocument/2006/relationships/slide" Target="slides/slide10.xml"/><Relationship Id="Rfec88c160b704e9d" Type="http://schemas.openxmlformats.org/officeDocument/2006/relationships/slide" Target="slides/slide46.xml"/><Relationship Id="rId75" Type="http://schemas.openxmlformats.org/officeDocument/2006/relationships/slide" Target="slides/slide54.xml"/><Relationship Id="rId76" Type="http://schemas.openxmlformats.org/officeDocument/2006/relationships/slide" Target="slides/slide55.xml"/><Relationship Id="rId77" Type="http://schemas.openxmlformats.org/officeDocument/2006/relationships/slide" Target="slides/slide56.xml"/><Relationship Id="rId78" Type="http://schemas.openxmlformats.org/officeDocument/2006/relationships/slide" Target="slides/slide57.xml"/><Relationship Id="rId79" Type="http://schemas.openxmlformats.org/officeDocument/2006/relationships/slide" Target="slides/slide58.xml"/><Relationship Id="rId80" Type="http://schemas.openxmlformats.org/officeDocument/2006/relationships/slide" Target="slides/slide59.xml"/><Relationship Id="rId81" Type="http://schemas.openxmlformats.org/officeDocument/2006/relationships/slide" Target="slides/slide60.xml"/><Relationship Id="rId82" Type="http://schemas.openxmlformats.org/officeDocument/2006/relationships/slide" Target="slides/slide61.xml"/><Relationship Id="rId83"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9d1275c4e822426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8e938958ee4de9" Type="http://schemas.openxmlformats.org/officeDocument/2006/relationships/notesMaster" Target="../notesMasters/notesMaster1.xml"/><Relationship Id="Rbc8e9ad5235b43f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cc165da8b2348cc" Type="http://schemas.openxmlformats.org/officeDocument/2006/relationships/notesMaster" Target="../notesMasters/notesMaster1.xml"/><Relationship Id="Raf8a4a54de7e4bd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86c9f697fd14ce3" Type="http://schemas.openxmlformats.org/officeDocument/2006/relationships/slide" Target="../slides/slide3.xml"/><Relationship Id="Rfdaf8f3a65b94c5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47c4a076ba24b5e" Type="http://schemas.openxmlformats.org/officeDocument/2006/relationships/notesMaster" Target="../notesMasters/notesMaster1.xml"/><Relationship Id="Rb37d2731ccad471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6fc3c6e5ec5453b" Type="http://schemas.openxmlformats.org/officeDocument/2006/relationships/slide" Target="../slides/slide5.xml"/><Relationship Id="Rab11697135b14f6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cac3b7701074a01" Type="http://schemas.openxmlformats.org/officeDocument/2006/relationships/notesMaster" Target="../notesMasters/notesMaster1.xml"/><Relationship Id="Rc85fa51afedd481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8675f4490f614b6f" Type="http://schemas.openxmlformats.org/officeDocument/2006/relationships/notesMaster" Target="../notesMasters/notesMaster1.xml"/><Relationship Id="Re45c98c863404055"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54a77ca673149f9" Type="http://schemas.openxmlformats.org/officeDocument/2006/relationships/slide" Target="../slides/slide8.xml"/><Relationship Id="R572aa176168246c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902491cb9ad43e2" Type="http://schemas.openxmlformats.org/officeDocument/2006/relationships/slide" Target="../slides/slide9.xml"/><Relationship Id="Rda952eccac254377"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d4b25183bd34165" Type="http://schemas.openxmlformats.org/officeDocument/2006/relationships/slide" Target="../slides/slide10.xml"/><Relationship Id="Rdfe6e5e2595547f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efdf0685969f40b9" Type="http://schemas.openxmlformats.org/officeDocument/2006/relationships/notesMaster" Target="../notesMasters/notesMaster1.xml"/><Relationship Id="Rff4132d3df7a4e0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96ba6cab5f9f432c" Type="http://schemas.openxmlformats.org/officeDocument/2006/relationships/notesMaster" Target="../notesMasters/notesMaster1.xml"/><Relationship Id="Rc4ad542ad39d4ae8"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5216f03bfa149c2" Type="http://schemas.openxmlformats.org/officeDocument/2006/relationships/notesMaster" Target="../notesMasters/notesMaster1.xml"/><Relationship Id="R0700e94852f94a3d"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45902620b5f048da" Type="http://schemas.openxmlformats.org/officeDocument/2006/relationships/notesMaster" Target="../notesMasters/notesMaster1.xml"/><Relationship Id="R7d86078d5c06457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b3d9e84c7d8c4f50" Type="http://schemas.openxmlformats.org/officeDocument/2006/relationships/slide" Target="../slides/slide15.xml"/><Relationship Id="Re635d398ff74417d"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2e57798f0434239" Type="http://schemas.openxmlformats.org/officeDocument/2006/relationships/notesMaster" Target="../notesMasters/notesMaster1.xml"/><Relationship Id="R2da65c693eb5497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f88dc5d7ccf47c4" Type="http://schemas.openxmlformats.org/officeDocument/2006/relationships/notesMaster" Target="../notesMasters/notesMaster1.xml"/><Relationship Id="R90b18876b9de453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2cd41161c214f55" Type="http://schemas.openxmlformats.org/officeDocument/2006/relationships/notesMaster" Target="../notesMasters/notesMaster1.xml"/><Relationship Id="Rdaa3d1f6fe35482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a881d07174d04307" Type="http://schemas.openxmlformats.org/officeDocument/2006/relationships/slide" Target="../slides/slide19.xml"/><Relationship Id="Rc405f32d21764b5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c3dbc9a7f15472f" Type="http://schemas.openxmlformats.org/officeDocument/2006/relationships/notesMaster" Target="../notesMasters/notesMaster1.xml"/><Relationship Id="R79aa1d01b9634fb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5ab0238d1884d26" Type="http://schemas.openxmlformats.org/officeDocument/2006/relationships/slide" Target="../slides/slide21.xml"/><Relationship Id="Rd13d9f889ac7406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433d2c1fe684e85" Type="http://schemas.openxmlformats.org/officeDocument/2006/relationships/slide" Target="../slides/slide22.xml"/><Relationship Id="Rf222dc49c624485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795248b9c76f4b59" Type="http://schemas.openxmlformats.org/officeDocument/2006/relationships/notesMaster" Target="../notesMasters/notesMaster1.xml"/><Relationship Id="Rb8de2beb630d450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d75999804c147b1" Type="http://schemas.openxmlformats.org/officeDocument/2006/relationships/notesMaster" Target="../notesMasters/notesMaster1.xml"/><Relationship Id="Ra3f6ac063ece4ae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60273f3f40ff4f37" Type="http://schemas.openxmlformats.org/officeDocument/2006/relationships/slide" Target="../slides/slide25.xml"/><Relationship Id="Rc4a2814e2bc34f3f"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9565dc0ce35d43e7" Type="http://schemas.openxmlformats.org/officeDocument/2006/relationships/notesMaster" Target="../notesMasters/notesMaster1.xml"/><Relationship Id="Rf967c7f037d442b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4ba64066a0f14093" Type="http://schemas.openxmlformats.org/officeDocument/2006/relationships/notesMaster" Target="../notesMasters/notesMaster1.xml"/><Relationship Id="Rdc3dcd1274d44bc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7e79db28797740ce" Type="http://schemas.openxmlformats.org/officeDocument/2006/relationships/notesMaster" Target="../notesMasters/notesMaster1.xml"/><Relationship Id="Ra7b186892da54cf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b104d28739264840" Type="http://schemas.openxmlformats.org/officeDocument/2006/relationships/slide" Target="../slides/slide29.xml"/><Relationship Id="Rdc6ce605483f445f"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1663158a62b24cf7" Type="http://schemas.openxmlformats.org/officeDocument/2006/relationships/slide" Target="../slides/slide30.xml"/><Relationship Id="R4a85c587883b4d10"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e6e0dc806524ede" Type="http://schemas.openxmlformats.org/officeDocument/2006/relationships/slide" Target="../slides/slide31.xml"/><Relationship Id="R91ba35dcbf644c48"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03ba3c360a5048df" Type="http://schemas.openxmlformats.org/officeDocument/2006/relationships/slide" Target="../slides/slide32.xml"/><Relationship Id="R591965c071a34543"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8a1fcb1fe06b4cd1" Type="http://schemas.openxmlformats.org/officeDocument/2006/relationships/notesMaster" Target="../notesMasters/notesMaster1.xml"/><Relationship Id="Rcac66ed41077406d"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265469866a24492e" Type="http://schemas.openxmlformats.org/officeDocument/2006/relationships/notesMaster" Target="../notesMasters/notesMaster1.xml"/><Relationship Id="R950be337389b47c7"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0a07f628c57c440e" Type="http://schemas.openxmlformats.org/officeDocument/2006/relationships/notesMaster" Target="../notesMasters/notesMaster1.xml"/><Relationship Id="R36ac08f3be1643b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4457913bba2345ef" Type="http://schemas.openxmlformats.org/officeDocument/2006/relationships/slide" Target="../slides/slide36.xml"/><Relationship Id="Rc151f41a27904bb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9cfc529516b94294" Type="http://schemas.openxmlformats.org/officeDocument/2006/relationships/slide" Target="../slides/slide37.xml"/><Relationship Id="Ra4eb028116d54135"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0688f47d651b413a" Type="http://schemas.openxmlformats.org/officeDocument/2006/relationships/slide" Target="../slides/slide38.xml"/><Relationship Id="Rb38547c1556849d6"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0c51a8957c9c48c3" Type="http://schemas.openxmlformats.org/officeDocument/2006/relationships/slide" Target="../slides/slide39.xml"/><Relationship Id="R240cc30006824abf"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2d48430574794bbd" Type="http://schemas.openxmlformats.org/officeDocument/2006/relationships/slide" Target="../slides/slide40.xml"/><Relationship Id="Ref621d56b263436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505da8d2526549dc" Type="http://schemas.openxmlformats.org/officeDocument/2006/relationships/notesMaster" Target="../notesMasters/notesMaster1.xml"/><Relationship Id="R67a1ae8b6cb44e64"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4d02d82d6fa45d8" Type="http://schemas.openxmlformats.org/officeDocument/2006/relationships/slide" Target="../slides/slide42.xml"/><Relationship Id="Ra4a097dc7014439a"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708e03e40f0d4370" Type="http://schemas.openxmlformats.org/officeDocument/2006/relationships/notesMaster" Target="../notesMasters/notesMaster1.xml"/><Relationship Id="Rb60f7a88af944415"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a59ba7068ee4b88" Type="http://schemas.openxmlformats.org/officeDocument/2006/relationships/notesMaster" Target="../notesMasters/notesMaster1.xml"/><Relationship Id="R1c48f94f8be040f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0e8980c293b4909" Type="http://schemas.openxmlformats.org/officeDocument/2006/relationships/notesMaster" Target="../notesMasters/notesMaster1.xml"/><Relationship Id="Rde29039d645a400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b89001670a674125" Type="http://schemas.openxmlformats.org/officeDocument/2006/relationships/slide" Target="../slides/slide46.xml"/><Relationship Id="Recc82c087b8a4d9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9049010e6ef43e1" Type="http://schemas.openxmlformats.org/officeDocument/2006/relationships/slide" Target="../slides/slide47.xml"/><Relationship Id="R272a9f7e980e4d66"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31e191569d2b40f7" Type="http://schemas.openxmlformats.org/officeDocument/2006/relationships/slide" Target="../slides/slide48.xml"/><Relationship Id="Re7a5fe87ab3f4d6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821b2c1d58a7453d" Type="http://schemas.openxmlformats.org/officeDocument/2006/relationships/notesMaster" Target="../notesMasters/notesMaster1.xml"/><Relationship Id="R8508a27b62814f1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31c1d3b12e1f4ec9" Type="http://schemas.openxmlformats.org/officeDocument/2006/relationships/slide" Target="../slides/slide50.xml"/><Relationship Id="Re2988a81bfdf4200"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3c82ffa71ca4549" Type="http://schemas.openxmlformats.org/officeDocument/2006/relationships/slide" Target="../slides/slide51.xml"/><Relationship Id="R6064db27be7c486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8d9b04aefca44aee" Type="http://schemas.openxmlformats.org/officeDocument/2006/relationships/notesMaster" Target="../notesMasters/notesMaster1.xml"/><Relationship Id="Ra0fe6ce8614644d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197d635813b64a1b" Type="http://schemas.openxmlformats.org/officeDocument/2006/relationships/slide" Target="../slides/slide53.xml"/><Relationship Id="Rb7c561a23ec942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0a1144f51575455a" Type="http://schemas.openxmlformats.org/officeDocument/2006/relationships/notesMaster" Target="../notesMasters/notesMaster1.xml"/><Relationship Id="Rfd0e9f627d0b46a7"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cace410a2f5430d" Type="http://schemas.openxmlformats.org/officeDocument/2006/relationships/notesMaster" Target="../notesMasters/notesMaster1.xml"/><Relationship Id="Rda2fcceec7be49ee"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5b59e9eda8354a14" Type="http://schemas.openxmlformats.org/officeDocument/2006/relationships/slide" Target="../slides/slide65.xml"/><Relationship Id="R87201f3562e84609"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4b15735bdd94453f" Type="http://schemas.openxmlformats.org/officeDocument/2006/relationships/notesMaster" Target="../notesMasters/notesMaster1.xml"/><Relationship Id="R8e69d7d1410744d4"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5a49fb6ebaa04e31" Type="http://schemas.openxmlformats.org/officeDocument/2006/relationships/notesMaster" Target="../notesMasters/notesMaster1.xml"/><Relationship Id="Rdad1a31babc94e28"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8c65fd01ad8e4999" Type="http://schemas.openxmlformats.org/officeDocument/2006/relationships/slide" Target="../slides/slide68.xml"/><Relationship Id="Rce7405368f2f4b33"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1fc508d3ff3d46c1" Type="http://schemas.openxmlformats.org/officeDocument/2006/relationships/notesMaster" Target="../notesMasters/notesMaster1.xml"/><Relationship Id="Rf4dcc5287b944e95"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1b0c303b059748e0" Type="http://schemas.openxmlformats.org/officeDocument/2006/relationships/slide" Target="../slides/slide70.xml"/><Relationship Id="R265f1dc6c5584a1e"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0835778cad2c4636" Type="http://schemas.openxmlformats.org/officeDocument/2006/relationships/slide" Target="../slides/slide71.xml"/><Relationship Id="Rb72ab6492e6f461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8f1043db60ae4b0f" Type="http://schemas.openxmlformats.org/officeDocument/2006/relationships/slide" Target="../slides/slide72.xml"/><Relationship Id="Rcdd9313f851048e7"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7b1159680a974898" Type="http://schemas.openxmlformats.org/officeDocument/2006/relationships/notesMaster" Target="../notesMasters/notesMaster1.xml"/><Relationship Id="Ra613c41c0001413a"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05f51f1e52a04a7f" Type="http://schemas.openxmlformats.org/officeDocument/2006/relationships/slide" Target="../slides/slide74.xml"/><Relationship Id="Rf6da59b61ead49e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c5aa5e5fddc04f52" Type="http://schemas.openxmlformats.org/officeDocument/2006/relationships/notesMaster" Target="../notesMasters/notesMaster1.xml"/><Relationship Id="Rd6dad3c6746c4fde"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67f868a89ec64af9" Type="http://schemas.openxmlformats.org/officeDocument/2006/relationships/slide" Target="../slides/slide76.xml"/><Relationship Id="R7c93cb7d07e34e54"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3c2a40d34fd243ec" Type="http://schemas.openxmlformats.org/officeDocument/2006/relationships/slide" Target="../slides/slide77.xml"/><Relationship Id="Ra8abb8805ebd4feb"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74eca9ac8dcc4ece" Type="http://schemas.openxmlformats.org/officeDocument/2006/relationships/slide" Target="../slides/slide78.xml"/><Relationship Id="Ra807388a3afb4ce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Civil Engineering and Architecture.</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power demand in kilowatts. The target is the thing we want to predict.</a:t>
            </a:r>
          </a:p>
          <a:p xmlns:a="http://schemas.openxmlformats.org/drawingml/2006/main"/>
          <a:p xmlns:a="http://schemas.openxmlformats.org/drawingml/2006/main">
            <a:r>
              <a:t>The ambient column is the temperature of the surrounding air,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kilowatts. For the RMSE, the squared errors are four and sixteen. Their mean is ten, and the square root of ten is about three point one six kilowatts.</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kilowatts.</a:t>
            </a:r>
          </a:p>
          <a:p xmlns:a="http://schemas.openxmlformats.org/drawingml/2006/main"/>
          <a:p xmlns:a="http://schemas.openxmlformats.org/drawingml/2006/main">
            <a:r>
              <a:t>For the linear model, the MAE and the RMSE are both zero, in kilowatts. Its predictions of thirty and forty matched the actual validation targets exactly. For the tree, the MAE is fifteen and the RMSE is fifteen point eight one, in kilowatts.</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has grown since the first plan. It now reaches back over Weeks 8 to 13, so that it checks what we have really learned this term.</a:t>
            </a:r>
          </a:p>
          <a:p/>
          <a:p>
            <a:r>
              <a:t>There are eight coding tasks and six reading choices. From Week 8 we have the predictions and the two error measures. From Week 9 we have counting warnings and working out their cost. From Week 10 we have the split by equipment and cross-validation. From Week 11 we have asking whether an extra input helps. From Week 12 we have choosing a model inside two limits. From Week 13 we have the ridge curve and the nearest neighbours.</a:t>
            </a:r>
          </a:p>
          <a:p/>
          <a:p>
            <a:r>
              <a:t>The next few slides revise the later weeks with tiny examples, so that nothing in the test is a surprise. Everything we need is a small step from something we have already written.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in mind. A fold is one round of cross-validation: one group is held back and the rest are used to fit. Cross-validation means holding each group back in turn, and then reporting the average error and how far the errors spread.</a:t>
            </a:r>
          </a:p>
          <a:p/>
          <a:p>
            <a:r>
              <a:t>Ablation means adding or removing one input and comparing the error on the same rows. A ridge penalty is a price on large coefficients, and it calms a wiggly curve. The number alpha sets the price.</a:t>
            </a:r>
          </a:p>
          <a:p/>
          <a:p>
            <a:r>
              <a:t>Nearest neighbours predicts from the average of the closest training rows. Scaling puts the inputs on a common ruler, so that a column with big numbers does not decide all the distances.</a:t>
            </a:r>
          </a:p>
          <a:p/>
          <a:p>
            <a:r>
              <a:t>Every one of these words came from a lesson in Weeks 10 to 13. Nothing here is new.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4 asks us to count the outcomes of a warning model and work out a cost. Label one means a warning was needed, or a warning was given.</a:t>
            </a:r>
          </a:p>
          <a:p/>
          <a:p>
            <a:r>
              <a:t>We pair each actual label with its predicted label using zip. Then we count three things. A true positive, tp, is a warning that was needed and given. A false negative, fn, is a warning that was needed and missed. A false positive, fp, is a warning given when none was needed, a false alarm.</a:t>
            </a:r>
          </a:p>
          <a:p/>
          <a:p>
            <a:r>
              <a:t>The cost rule in the test is five for each missed warning and one for each false alarm. Here one warning was missed and there were no false alarms, so the cost is five. In the test we also work out precision and recall, and we use zero when a denominator would be zero.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5 repeats the check so that every group is held back once. This is cross-validation by equipment group.</a:t>
            </a:r>
          </a:p>
          <a:p/>
          <a:p>
            <a:r>
              <a:t>The loop picks one group to hold out. The training rows are all the other groups, and the test rows are the held-out group. We fit a straight line on the training rows, predict the held-out rows, and print the error. Then the loop moves to the next group.</a:t>
            </a:r>
          </a:p>
          <a:p/>
          <a:p>
            <a:r>
              <a:t>In the real test there are five groups, E1 to E5, and E6 is never used. The function returns the five errors in order, their average, and their spread, which is the sample standard deviation. A small spread means the model behaves much the same on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6 asks whether an extra input earns its place. This is an ablation: one change, the same rows, the same error measure.</a:t>
            </a:r>
          </a:p>
          <a:p/>
          <a:p>
            <a:r>
              <a:t>First we make the new input, load times temperature, in both tables. Then the loop fits two straight-line models. The first uses load and temperature. The second adds the new column. Each is fitted on the training rows and scored on the validation rows.</a:t>
            </a:r>
          </a:p>
          <a:p/>
          <a:p>
            <a:r>
              <a:t>Compare the two printed errors. Here the second is smaller, so the extra input helped on this tiny file. The test asks for both errors and their difference, and it does not promise which way the answer goes.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7 chooses a model under two limits, one for the error and one for the time a prediction takes. Each candidate is a dictionary with a name, a validation error and a time in milliseconds.</a:t>
            </a:r>
          </a:p>
          <a:p/>
          <a:p>
            <a:r>
              <a:t>First we keep only the candidates that meet both limits. The tree is dropped because it takes thirty milliseconds, and the mean is dropped because its error is four. Two are left, the line and knn.</a:t>
            </a:r>
          </a:p>
          <a:p/>
          <a:p>
            <a:r>
              <a:t>Then we sort. The smallest error comes first, then the shorter time, then the name in alphabetical order. The first one in the sorted list is knn. If nothing meets both limits, the test wants the answer None. We never use the test scores to choose.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8 compares two ideas from Week 13. First we build both models. Nothing is fitted yet, so nothing prints.</a:t>
            </a:r>
          </a:p>
          <a:p/>
          <a:p>
            <a:r>
              <a:t>The ridge pipeline has three steps. PolynomialFeatures makes load, load squared and load cubed. StandardScaler puts those three columns on a common ruler. Ridge fits a curve with a penalty, and alpha equal to one sets the price of the penalty.</a:t>
            </a:r>
          </a:p>
          <a:p/>
          <a:p>
            <a:r>
              <a:t>The neighbour pipeline has two steps. StandardScaler puts load and temperature on a common ruler, so that neither decides all the distances. Then KNeighborsRegressor predicts from the average of the three nearest training rows.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both models on the training rows and score them on the validation rows. The ridge model sees load alone. The neighbour model sees load and temperature, because that is how the task is written.</a:t>
            </a:r>
          </a:p>
          <a:p/>
          <a:p>
            <a:r>
              <a:t>The loop predicts the validation rows with each model and prints the mean absolute error. Here the ridge error is a little over one, and the neighbour error is two. So ridge is better on this tiny file.</a:t>
            </a:r>
          </a:p>
          <a:p/>
          <a:p>
            <a:r>
              <a:t>In the test, the function returns both errors without rounding, and the word ridge or knn for the smaller one. Every step is fitted on the training rows only. The validation rows are used only to score.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short checklist for the later weeks. Before the test, we should be able to do four things. Count true positives, false negatives and false alarms and work out a cost. Hold each group back in turn and report the average error and the spread. Compare two models on the same rows. And choose the best model inside two limits.</a:t>
            </a:r>
          </a:p>
          <a:p/>
          <a:p>
            <a:r>
              <a:t>We should also be able to explain four ideas in plain words. A very large ridge penalty can flatten the curve and make both errors worse. Nearest neighbours need scaled inputs, because distances depend on the size of the numbers. The test rows stay sealed until the choice is made. And every fit, including every fill value and every scaler, uses training rows only.</a:t>
            </a:r>
          </a:p>
          <a:p/>
          <a:p>
            <a:r>
              <a:t>If you can do these and explain these, you are ready for the later part of the test.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There are eight code tasks. Each has a prompt, a function name and the marks it carries. Read the prompt, and write your code in the function with the name supplied.</a:t>
            </a:r>
          </a:p>
          <a:p xmlns:a="http://schemas.openxmlformats.org/drawingml/2006/main"/>
          <a:p xmlns:a="http://schemas.openxmlformats.org/drawingml/2006/main">
            <a:r>
              <a:t>There are also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it reaches back over Weeks 8 to 13.</a:t>
            </a:r>
          </a:p>
          <a:p xmlns:a="http://schemas.openxmlformats.org/drawingml/2006/main"/>
          <a:p xmlns:a="http://schemas.openxmlformats.org/drawingml/2006/main">
            <a:r>
              <a:t>From Weeks 8 to 10 we have the equipment-group split for ten marks, the baseline, linear and tree predictions for fifteen, MAE and RMSE for five, and cross-validation by equipment group for ten.</a:t>
            </a:r>
          </a:p>
          <a:p xmlns:a="http://schemas.openxmlformats.org/drawingml/2006/main"/>
          <a:p xmlns:a="http://schemas.openxmlformats.org/drawingml/2006/main">
            <a:r>
              <a:t>From Weeks 9, 11 and 12 we have classification and cost for ten marks, the feature ablation for ten, and choosing a model under limits for ten.</a:t>
            </a:r>
          </a:p>
          <a:p xmlns:a="http://schemas.openxmlformats.org/drawingml/2006/main"/>
          <a:p xmlns:a="http://schemas.openxmlformats.org/drawingml/2006/main">
            <a:r>
              <a:t>From Week 13 we have the ridge curve and nearest neighbours for fifteen marks. The six interpretation choices are worth fifteen marks together.</a:t>
            </a:r>
          </a:p>
          <a:p xmlns:a="http://schemas.openxmlformats.org/drawingml/2006/main"/>
          <a:p xmlns:a="http://schemas.openxmlformats.org/drawingml/2006/main">
            <a:r>
              <a:t>Every one of these steps is something we have practised. The revision slides before this section cover each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work down the eight tasks in order. Each task is checked on its own, so an error in one does not stop the grader from checking the next. If a task will not work, leave it and move on, and come back if you have time.</a:t>
            </a:r>
          </a:p>
          <a:p xmlns:a="http://schemas.openxmlformats.org/drawingml/2006/main"/>
          <a:p xmlns:a="http://schemas.openxmlformats.org/drawingml/2006/main">
            <a:r>
              <a:t>Throughout, the final-test group, E6, stays untouched until the very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341e6d0cb344d1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e8391524f68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944f11f366949a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d98f63f63e3480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bff77661d4b14f7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17e9c9e89f842b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B62713-4036-4B0A-9032-5EFA1A7C69A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D76A4C8-5192-4B20-8338-CB1D80CE235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38E7F7-8DBA-4D16-A2F6-26ADED064E1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C9D719-F9EF-4A6D-B856-CC9BC477647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7E2DC3-0402-4DB6-B9F4-E722F45DDAE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DD517E-DBB0-40EA-83C6-AE83C9C202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346171-28B2-4EE4-87E5-D220470B236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75248EF-DCAA-45F4-9614-29BE22E2851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460B42-7B7B-47BD-8E2B-9DC864F17DC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30372-8DD6-45AA-933F-46D39322C2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32609d748634075" Type="http://schemas.openxmlformats.org/officeDocument/2006/relationships/slideLayout" Target="../slideLayouts/slideLayout1.xml"/><Relationship Id="R5073249c417f4986" Type="http://schemas.openxmlformats.org/officeDocument/2006/relationships/slideLayout" Target="../slideLayouts/slideLayout6.xml"/><Relationship Id="R75da8ec4f91e4660" Type="http://schemas.openxmlformats.org/officeDocument/2006/relationships/slideLayout" Target="../slideLayouts/slideLayout3.xml"/><Relationship Id="R7e78eeff2adf4439" Type="http://schemas.openxmlformats.org/officeDocument/2006/relationships/slideLayout" Target="../slideLayouts/slideLayout4.xml"/><Relationship Id="Raf113f1cfe3a449b" Type="http://schemas.openxmlformats.org/officeDocument/2006/relationships/slideLayout" Target="../slideLayouts/slideLayout2.xml"/><Relationship Id="Rb6a79ba613ae4c4c" Type="http://schemas.openxmlformats.org/officeDocument/2006/relationships/theme" Target="theme/theme2.xml"/><Relationship Id="Rc1ad042b4cdd4dd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2609d748634075"/>
    <p:sldLayoutId xmlns:r="http://schemas.openxmlformats.org/officeDocument/2006/relationships" id="2147483650" r:id="Raf113f1cfe3a449b"/>
    <p:sldLayoutId xmlns:r="http://schemas.openxmlformats.org/officeDocument/2006/relationships" id="2147483651" r:id="R75da8ec4f91e4660"/>
    <p:sldLayoutId xmlns:r="http://schemas.openxmlformats.org/officeDocument/2006/relationships" id="2147483652" r:id="R7e78eeff2adf4439"/>
    <p:sldLayoutId xmlns:r="http://schemas.openxmlformats.org/officeDocument/2006/relationships" id="2147483653" r:id="Rc1ad042b4cdd4dde"/>
    <p:sldLayoutId xmlns:r="http://schemas.openxmlformats.org/officeDocument/2006/relationships" id="2147483654" r:id="R5073249c417f49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0fd9640f9f74bb9" Type="http://schemas.openxmlformats.org/officeDocument/2006/relationships/image" Target="../media/image.png"/><Relationship Id="R66f1b8fb2e674007" Type="http://schemas.openxmlformats.org/officeDocument/2006/relationships/slideLayout" Target="../slideLayouts/slideLayout6.xml"/><Relationship Id="R7d7a6d7e7679419c"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cdf250c5eb4943c2" Type="http://schemas.openxmlformats.org/officeDocument/2006/relationships/notesSlide" Target="../notesSlides/notesSlide2.xml"/><Relationship Id="Rd328f870a1b448e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6b3a422fb4b14f4c" Type="http://schemas.openxmlformats.org/officeDocument/2006/relationships/slideLayout" Target="../slideLayouts/slideLayout6.xml"/><Relationship Id="R7a56957b38894faa"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7adf518c9364c83" Type="http://schemas.openxmlformats.org/officeDocument/2006/relationships/notesSlide" Target="../notesSlides/notesSlide4.xml"/><Relationship Id="Rdccd86a74f304a8a"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c1144d61401147e4" Type="http://schemas.openxmlformats.org/officeDocument/2006/relationships/slideLayout" Target="../slideLayouts/slideLayout6.xml"/><Relationship Id="Rdc85f2ffd974424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d9a0d3d086f3493c" Type="http://schemas.openxmlformats.org/officeDocument/2006/relationships/slideLayout" Target="../slideLayouts/slideLayout6.xml"/><Relationship Id="Rde0391690c024d9a"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2c825d3dcfc44dd" Type="http://schemas.openxmlformats.org/officeDocument/2006/relationships/notesSlide" Target="../notesSlides/notesSlide7.xml"/><Relationship Id="R93996ea78984415c"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97da1e688ea247f4" Type="http://schemas.openxmlformats.org/officeDocument/2006/relationships/notesSlide" Target="../notesSlides/notesSlide8.xml"/><Relationship Id="Rf73e19bdaf074724"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1c29b72b71cf4157" Type="http://schemas.openxmlformats.org/officeDocument/2006/relationships/notesSlide" Target="../notesSlides/notesSlide9.xml"/><Relationship Id="R750bf095fa8f457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e06f97b3f2974c7e" Type="http://schemas.openxmlformats.org/officeDocument/2006/relationships/slideLayout" Target="../slideLayouts/slideLayout6.xml"/><Relationship Id="Re36e4a789cbe41f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a95e07c7b91643fa" Type="http://schemas.openxmlformats.org/officeDocument/2006/relationships/notesSlide" Target="../notesSlides/notesSlide11.xml"/><Relationship Id="Rd21e6367822643ad"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638645f7aee496c" Type="http://schemas.openxmlformats.org/officeDocument/2006/relationships/notesSlide" Target="../notesSlides/notesSlide12.xml"/><Relationship Id="Rd189a0e4583b41b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cdbe12da66e4de8" Type="http://schemas.openxmlformats.org/officeDocument/2006/relationships/slideLayout" Target="../slideLayouts/slideLayout6.xml"/><Relationship Id="R99ee1dadc03c4da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9abb05931424f9e" Type="http://schemas.openxmlformats.org/officeDocument/2006/relationships/notesSlide" Target="../notesSlides/notesSlide14.xml"/><Relationship Id="Rae6e5d770d2c401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06a0370b844064" Type="http://schemas.openxmlformats.org/officeDocument/2006/relationships/slideLayout" Target="../slideLayouts/slideLayout6.xml"/><Relationship Id="Re0c001f713c6480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3327d215ff4b7f" Type="http://schemas.openxmlformats.org/officeDocument/2006/relationships/notesSlide" Target="../notesSlides/notesSlide16.xml"/><Relationship Id="R507c571a0d83458b"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562e7810a428426a" Type="http://schemas.openxmlformats.org/officeDocument/2006/relationships/slideLayout" Target="../slideLayouts/slideLayout6.xml"/><Relationship Id="Rd962ff165c7940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9482a8ea1d84f8c" Type="http://schemas.openxmlformats.org/officeDocument/2006/relationships/notesSlide" Target="../notesSlides/notesSlide18.xml"/><Relationship Id="Rcb1e7ee3c16b495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2e52246765dd42b1" Type="http://schemas.openxmlformats.org/officeDocument/2006/relationships/slideLayout" Target="../slideLayouts/slideLayout6.xml"/><Relationship Id="Rc090af1fb59c4af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ab636d1031294747" Type="http://schemas.openxmlformats.org/officeDocument/2006/relationships/notesSlide" Target="../notesSlides/notesSlide20.xml"/><Relationship Id="Rcf3cddc862c24ef7"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d2ab3cc951b46c3" Type="http://schemas.openxmlformats.org/officeDocument/2006/relationships/slideLayout" Target="../slideLayouts/slideLayout6.xml"/><Relationship Id="R9ea81de3cb5944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be03b2de428a4b2e" Type="http://schemas.openxmlformats.org/officeDocument/2006/relationships/slideLayout" Target="../slideLayouts/slideLayout6.xml"/><Relationship Id="Re7ff14754c22496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410ab1976c74b7f" Type="http://schemas.openxmlformats.org/officeDocument/2006/relationships/notesSlide" Target="../notesSlides/notesSlide23.xml"/><Relationship Id="Rd7e7811cce114ac2"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9efd9fe3e074666" Type="http://schemas.openxmlformats.org/officeDocument/2006/relationships/slideLayout" Target="../slideLayouts/slideLayout6.xml"/><Relationship Id="Rb6ee01e8dad6481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79ddb8786784b70" Type="http://schemas.openxmlformats.org/officeDocument/2006/relationships/slideLayout" Target="../slideLayouts/slideLayout6.xml"/><Relationship Id="R53582047ef0143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e0214a91c7b46b4" Type="http://schemas.openxmlformats.org/officeDocument/2006/relationships/slideLayout" Target="../slideLayouts/slideLayout6.xml"/><Relationship Id="Ra70a32cff98344fe"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57e3e26788e4dc9" Type="http://schemas.openxmlformats.org/officeDocument/2006/relationships/slideLayout" Target="../slideLayouts/slideLayout6.xml"/><Relationship Id="R136f5a138da9445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9923cb65a0c4e36" Type="http://schemas.openxmlformats.org/officeDocument/2006/relationships/notesSlide" Target="../notesSlides/notesSlide28.xml"/><Relationship Id="R97b4bcf52142427f"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594426f98e7c44f6" Type="http://schemas.openxmlformats.org/officeDocument/2006/relationships/notesSlide" Target="../notesSlides/notesSlide29.xml"/><Relationship Id="R597719a72b644bc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17ca5360b0754d35" Type="http://schemas.openxmlformats.org/officeDocument/2006/relationships/notesSlide" Target="../notesSlides/notesSlide30.xml"/><Relationship Id="R5c0027933b9a424f"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1ea31c7a05284e6d" Type="http://schemas.openxmlformats.org/officeDocument/2006/relationships/notesSlide" Target="../notesSlides/notesSlide31.xml"/><Relationship Id="Rfcb846f7ec7141eb"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189054e0725b426b" Type="http://schemas.openxmlformats.org/officeDocument/2006/relationships/notesSlide" Target="../notesSlides/notesSlide32.xml"/><Relationship Id="R60143676be32408c"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8ca093865c514238" Type="http://schemas.openxmlformats.org/officeDocument/2006/relationships/notesSlide" Target="../notesSlides/notesSlide33.xml"/><Relationship Id="Re9653019ec654186"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c39f2ced38d4fc1" Type="http://schemas.openxmlformats.org/officeDocument/2006/relationships/slideLayout" Target="../slideLayouts/slideLayout6.xml"/><Relationship Id="R966087280e06462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7d89aee0b2f34478" Type="http://schemas.openxmlformats.org/officeDocument/2006/relationships/slideLayout" Target="../slideLayouts/slideLayout6.xml"/><Relationship Id="R9f03f247f6c94b5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681e8e6cfde343e3" Type="http://schemas.openxmlformats.org/officeDocument/2006/relationships/slideLayout" Target="../slideLayouts/slideLayout6.xml"/><Relationship Id="Rbe4ac160e300427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2deee7e8147447d" Type="http://schemas.openxmlformats.org/officeDocument/2006/relationships/slideLayout" Target="../slideLayouts/slideLayout6.xml"/><Relationship Id="R712af722694d431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07e9f23205c94270" Type="http://schemas.openxmlformats.org/officeDocument/2006/relationships/slideLayout" Target="../slideLayouts/slideLayout6.xml"/><Relationship Id="Ree59f798d60d427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28e5a4799c64d55" Type="http://schemas.openxmlformats.org/officeDocument/2006/relationships/notesSlide" Target="../notesSlides/notesSlide39.xml"/><Relationship Id="R7c443ac022a842b8"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32379a26ec44e01" Type="http://schemas.openxmlformats.org/officeDocument/2006/relationships/slideLayout" Target="../slideLayouts/slideLayout6.xml"/><Relationship Id="R0d1ff784801b425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920d1e6bb90d430b" Type="http://schemas.openxmlformats.org/officeDocument/2006/relationships/notesSlide" Target="../notesSlides/notesSlide41.xml"/><Relationship Id="Rfd91a6330d8b45de"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44448625e99c42a5" Type="http://schemas.openxmlformats.org/officeDocument/2006/relationships/notesSlide" Target="../notesSlides/notesSlide42.xml"/><Relationship Id="Rbac404aa44004937"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0d8484090e4844b3" Type="http://schemas.openxmlformats.org/officeDocument/2006/relationships/slideLayout" Target="../slideLayouts/slideLayout6.xml"/><Relationship Id="R709a32a1298b469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0969a0e7da8b49df" Type="http://schemas.openxmlformats.org/officeDocument/2006/relationships/slideLayout" Target="../slideLayouts/slideLayout6.xml"/><Relationship Id="R220e6d8a35cc42e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0e427615cf74431" Type="http://schemas.openxmlformats.org/officeDocument/2006/relationships/slideLayout" Target="../slideLayouts/slideLayout6.xml"/><Relationship Id="Rff7b3173af9d40ba"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26211891c2ce455c" Type="http://schemas.openxmlformats.org/officeDocument/2006/relationships/slideLayout" Target="../slideLayouts/slideLayout6.xml"/><Relationship Id="R76aaf3356833439c"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47c55b9441624f68" Type="http://schemas.openxmlformats.org/officeDocument/2006/relationships/notesSlide" Target="../notesSlides/notesSlide47.xml"/><Relationship Id="R89a325cecdd64fb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6122ee7f35864986" Type="http://schemas.openxmlformats.org/officeDocument/2006/relationships/notesSlide" Target="../notesSlides/notesSlide48.xml"/><Relationship Id="Rcb380dda2f97438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0ca48b6518a43e6" Type="http://schemas.openxmlformats.org/officeDocument/2006/relationships/notesSlide" Target="../notesSlides/notesSlide49.xml"/><Relationship Id="Rdee117f355b54657"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48257753fb7a4ace" Type="http://schemas.openxmlformats.org/officeDocument/2006/relationships/notesSlide" Target="../notesSlides/notesSlide50.xml"/><Relationship Id="R4b15fd76e8994e77"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f23d77267c374a36" Type="http://schemas.openxmlformats.org/officeDocument/2006/relationships/notesSlide" Target="../notesSlides/notesSlide51.xml"/><Relationship Id="Rfc2782c79a8543f3"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4afdb3f1bfd5449f" Type="http://schemas.openxmlformats.org/officeDocument/2006/relationships/slideLayout" Target="../slideLayouts/slideLayout6.xml"/><Relationship Id="R5c37f6c299cc43bf"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8b4f4714ab304ca5" Type="http://schemas.openxmlformats.org/officeDocument/2006/relationships/notesSlide" Target="../notesSlides/notesSlide53.xml"/><Relationship Id="Re1f7b8bd7d144fbc"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e4dae8027134ea3" Type="http://schemas.openxmlformats.org/officeDocument/2006/relationships/slideLayout" Target="../slideLayouts/slideLayout6.xml"/><Relationship Id="Recb82bb1599c49c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3250c9f0ad6f42b3" Type="http://schemas.openxmlformats.org/officeDocument/2006/relationships/slideLayout" Target="../slideLayouts/slideLayout6.xml"/><Relationship Id="R74738c8f8a4c4a91"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b36838c969014e32" Type="http://schemas.openxmlformats.org/officeDocument/2006/relationships/notesSlide" Target="../notesSlides/notesSlide65.xml"/><Relationship Id="Rfd0788c9ba08445c"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807d09adf71e4ea6" Type="http://schemas.openxmlformats.org/officeDocument/2006/relationships/slideLayout" Target="../slideLayouts/slideLayout6.xml"/><Relationship Id="R9d5333a73a054c0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017367f1b6204319" Type="http://schemas.openxmlformats.org/officeDocument/2006/relationships/notesSlide" Target="../notesSlides/notesSlide67.xml"/><Relationship Id="Rb9c29286d85c4e0c"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4f97ff4048f34e3a" Type="http://schemas.openxmlformats.org/officeDocument/2006/relationships/slideLayout" Target="../slideLayouts/slideLayout6.xml"/><Relationship Id="Rc97fa8105a94492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0f7365c526ee4eb6" Type="http://schemas.openxmlformats.org/officeDocument/2006/relationships/slideLayout" Target="../slideLayouts/slideLayout6.xml"/><Relationship Id="R4c4c17a46ee0416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60ec88622ab94a8d" Type="http://schemas.openxmlformats.org/officeDocument/2006/relationships/hyperlink" Target="https://iuea-test-entry.jothammartin-wambi.workers.dev/?test=CML3112%7CTEST2" TargetMode="External"/><Relationship Id="R6e9f00d776cf4e02" Type="http://schemas.openxmlformats.org/officeDocument/2006/relationships/notesSlide" Target="../notesSlides/notesSlide70.xml"/><Relationship Id="R8b504a3b85a04693" Type="http://schemas.openxmlformats.org/officeDocument/2006/relationships/hyperlink" Target="https://iuea-test-entry.jothammartin-wambi.workers.dev/?test=CML3112%7CTEST2" TargetMode="External"/><Relationship Id="R97da985286744e43" Type="http://schemas.openxmlformats.org/officeDocument/2006/relationships/image" Target="../media/image2.png"/><Relationship Id="Rb8fac6db4dfe4ff9"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62cc5aa8c36b4efe" Type="http://schemas.openxmlformats.org/officeDocument/2006/relationships/slideLayout" Target="../slideLayouts/slideLayout6.xml"/><Relationship Id="R64e798e48eb1460d"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4ec3536d284143b4" Type="http://schemas.openxmlformats.org/officeDocument/2006/relationships/slideLayout" Target="../slideLayouts/slideLayout6.xml"/><Relationship Id="Rdf3b4be46cb04eba"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a10c3efaeee445ac" Type="http://schemas.openxmlformats.org/officeDocument/2006/relationships/notesSlide" Target="../notesSlides/notesSlide73.xml"/><Relationship Id="Rb0ce9d1038014a38"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40f18a9b6ea14a16" Type="http://schemas.openxmlformats.org/officeDocument/2006/relationships/notesSlide" Target="../notesSlides/notesSlide74.xml"/><Relationship Id="R41bdfc7524454a5a"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5eb037be4c554697" Type="http://schemas.openxmlformats.org/officeDocument/2006/relationships/notesSlide" Target="../notesSlides/notesSlide75.xml"/><Relationship Id="Rb607c6429d9d477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60ed4fe956d34f35" Type="http://schemas.openxmlformats.org/officeDocument/2006/relationships/notesSlide" Target="../notesSlides/notesSlide76.xml"/><Relationship Id="Rec46156024594269"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9e92285618f2441c" Type="http://schemas.openxmlformats.org/officeDocument/2006/relationships/notesSlide" Target="../notesSlides/notesSlide77.xml"/><Relationship Id="Refa5789b2fe14387"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0f2a4058cd524bac" Type="http://schemas.openxmlformats.org/officeDocument/2006/relationships/slideLayout" Target="../slideLayouts/slideLayout6.xml"/><Relationship Id="R60dc450cae564e1b" Type="http://schemas.openxmlformats.org/officeDocument/2006/relationships/notesSlide" Target="../notesSlides/notesSlide7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E2767A3-5B33-42D4-994C-30A57A9E1C62}"/>
              </a:ext>
            </a:extLst>
          </p:cNvPr>
          <p:cNvPicPr>
            <a:picLocks xmlns:a="http://schemas.openxmlformats.org/drawingml/2006/main" noChangeAspect="1"/>
          </p:cNvPicPr>
          <p:nvPr/>
        </p:nvPicPr>
        <p:blipFill>
          <a:blip xmlns:r="http://schemas.openxmlformats.org/officeDocument/2006/relationships" xmlns:a="http://schemas.openxmlformats.org/drawingml/2006/main" r:embed="R20fd9640f9f74bb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1F3AE0-447F-4ED8-B48C-140035535E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67BF831-D055-44EF-92FF-E612F3CF9F6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14</a:t>
            </a:r>
          </a:p>
        </p:txBody>
      </p:sp>
      <p:sp>
        <p:nvSpPr>
          <p:cNvPr id="4" name="">
            <a:extLst xmlns:a="http://schemas.openxmlformats.org/drawingml/2006/main">
              <a:ext uri="{FF2B5EF4-FFF2-40B4-BE49-F238E27FC236}">
                <a16:creationId xmlns:a16="http://schemas.microsoft.com/office/drawing/2014/main" id="{D3634415-5487-4E56-92CB-E0C6B1F2160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0153EE78-2A8C-4EE0-9608-C878E20D5B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52102E28-BD51-46E6-81BE-B9E592D755D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1309625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B50728-6434-461A-8039-75DCF84777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CAEB7F-6EA7-48F1-9D1F-0F0A90BD88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799BA9-D4C9-484A-8E7D-2EEDC10F1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C54644BB-DC1C-44EF-BE53-D6CB74C244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C1B2D4-DA01-4E4D-8A2D-EA8EBCECB26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CML3112_Test2_practice.csv. Save both on your laptop.</a:t>
            </a:r>
          </a:p>
        </p:txBody>
      </p:sp>
      <p:sp>
        <p:nvSpPr>
          <p:cNvPr id="6" name="">
            <a:extLst xmlns:a="http://schemas.openxmlformats.org/drawingml/2006/main">
              <a:ext uri="{FF2B5EF4-FFF2-40B4-BE49-F238E27FC236}">
                <a16:creationId xmlns:a16="http://schemas.microsoft.com/office/drawing/2014/main" id="{5843B067-EDE5-430D-856B-74232E9B805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DB2F65-9BDD-46A9-9A1F-E419B7D422B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6893E581-8CE7-4526-BDC3-621B6F299E9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C0E4C2-10B1-432C-A9DA-E241760A85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F56F54AB-71A1-4B91-B61C-3D5B27A39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a:t>
            </a:r>
          </a:p>
        </p:txBody>
      </p:sp>
    </p:spTree>
    <p:extLst>
      <p:ext uri="{BB962C8B-B14F-4D97-AF65-F5344CB8AC3E}">
        <p14:creationId xmlns:p14="http://schemas.microsoft.com/office/powerpoint/2010/main" val="21206186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1D46A1-6F4D-4A63-9381-4FF68BDCF3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B8AAB5-3B0C-4EEB-A0BC-C45273EB6F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607291-95E6-48D6-950D-B415500FE2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91CA1CB5-6B9D-4DE6-B2E3-7892FD7577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E9C385-323D-4EE6-A8B7-EDEDB24AD17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CML3112_Test2_practice.csv with the worked examples in this section.</a:t>
            </a:r>
          </a:p>
        </p:txBody>
      </p:sp>
      <p:sp>
        <p:nvSpPr>
          <p:cNvPr id="6" name="">
            <a:extLst xmlns:a="http://schemas.openxmlformats.org/drawingml/2006/main">
              <a:ext uri="{FF2B5EF4-FFF2-40B4-BE49-F238E27FC236}">
                <a16:creationId xmlns:a16="http://schemas.microsoft.com/office/drawing/2014/main" id="{6E9D9912-D4B5-468B-B115-84B081FBE2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B6D64F-E103-4666-A5ED-03931204E56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D94A221-48CE-486A-97B3-88EEC84FA8D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8CEEE8-3B68-490A-A322-7B90BBB569E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2DAA1080-7189-4F6E-9EC6-5BA38D9D9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a:t>
            </a:r>
          </a:p>
        </p:txBody>
      </p:sp>
    </p:spTree>
    <p:extLst>
      <p:ext uri="{BB962C8B-B14F-4D97-AF65-F5344CB8AC3E}">
        <p14:creationId xmlns:p14="http://schemas.microsoft.com/office/powerpoint/2010/main" val="16743107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C02580-7099-422F-BBC6-3A40FB12B7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B5C22D-381E-4426-8010-2E7D577FE1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88306A-3726-46F6-89AF-42D6F8E849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AA76E165-8E0E-4E84-B609-F8205A5C1F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A60912-0EBC-4526-9C83-49A5FFC2B8A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9FD8644C-39D8-46BF-9685-3E383196E66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9F0ED2-31E9-424F-809F-EC24E94E4D0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1D6EE4AA-7E82-4E57-BE84-896D9BA2536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38B667-6EF5-4886-AD95-F9EB1A73510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6936DB12-E79E-48BE-94A9-FF7FA83B33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a:t>
            </a:r>
          </a:p>
        </p:txBody>
      </p:sp>
    </p:spTree>
    <p:extLst>
      <p:ext uri="{BB962C8B-B14F-4D97-AF65-F5344CB8AC3E}">
        <p14:creationId xmlns:p14="http://schemas.microsoft.com/office/powerpoint/2010/main" val="5187944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0FCC46-2672-4B01-8966-E1E688A544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16E36E-F38E-4DB0-90C1-98D7CB40B0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2FA0B7F-E2A3-4069-B880-C4D91C09C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38103A88-2F89-4E87-9C86-758475B89C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2BD44-AA52-43E7-BDC7-AB4840DAC46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CML3112_Test2_practice.csv.</a:t>
            </a:r>
          </a:p>
        </p:txBody>
      </p:sp>
      <p:sp>
        <p:nvSpPr>
          <p:cNvPr id="6" name="">
            <a:extLst xmlns:a="http://schemas.openxmlformats.org/drawingml/2006/main">
              <a:ext uri="{FF2B5EF4-FFF2-40B4-BE49-F238E27FC236}">
                <a16:creationId xmlns:a16="http://schemas.microsoft.com/office/drawing/2014/main" id="{7174BF38-C170-4928-A6E2-9EBB20969E1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6348B9-6672-4BDF-9C45-4B3AA6874E0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F3ECDB09-C911-4C03-A39C-66079BE4FC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59E403-C8A0-4B4C-9EBB-AA058A94969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92192DA5-AB84-44D4-8A41-31FF5D8042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a:t>
            </a:r>
          </a:p>
        </p:txBody>
      </p:sp>
    </p:spTree>
    <p:extLst>
      <p:ext uri="{BB962C8B-B14F-4D97-AF65-F5344CB8AC3E}">
        <p14:creationId xmlns:p14="http://schemas.microsoft.com/office/powerpoint/2010/main" val="12684765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D7F59E-9F26-448D-9666-C084018A01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93DC1B-30DD-4778-AD5C-94572579CC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E5287C3-0A27-4ABA-BF86-6DF65859F0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5144181-0AE6-4C82-9F86-2C019EF593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DF599B-E2B4-4AA6-A739-BD61ED8A587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957E2BD2-B62F-4B67-B55C-3E7F6D452D6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278E34-38CB-4B0B-B8B1-3E880B1DA42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power demand, measured in kW.</a:t>
            </a:r>
          </a:p>
        </p:txBody>
      </p:sp>
      <p:sp>
        <p:nvSpPr>
          <p:cNvPr id="8" name="">
            <a:extLst xmlns:a="http://schemas.openxmlformats.org/drawingml/2006/main">
              <a:ext uri="{FF2B5EF4-FFF2-40B4-BE49-F238E27FC236}">
                <a16:creationId xmlns:a16="http://schemas.microsoft.com/office/drawing/2014/main" id="{E2B46BA0-9217-4279-A183-0BD31871C3F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E8707E-4FE7-4F7A-A583-C26FBA49D4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9013B6D-A334-48FF-9D7B-AD1FDAACAD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a:t>
            </a:r>
          </a:p>
        </p:txBody>
      </p:sp>
    </p:spTree>
    <p:extLst>
      <p:ext uri="{BB962C8B-B14F-4D97-AF65-F5344CB8AC3E}">
        <p14:creationId xmlns:p14="http://schemas.microsoft.com/office/powerpoint/2010/main" val="20876506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6DBC69-E01F-4404-8B3A-CC36E00E0D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413575-F8B1-468A-80E0-B7A9A18F22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AD9DEDF-B91D-4DF2-B0F6-1F2B828F6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59CFA2EC-7C16-46BF-858F-E118DB3E98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1ABA8A-BDE6-420D-9438-8D59763B242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BABA564B-9694-4485-A7AA-B33E10CE5DC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B37201-EA4E-4E31-BBC4-90F6C17C6C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35691961-6080-4D40-B870-F5FD3ED7591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6F290D-39A5-4312-A6E9-305A54E7E2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84CB17EA-4B45-4C96-BD2F-F1B3CD82DC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a:t>
            </a:r>
          </a:p>
        </p:txBody>
      </p:sp>
    </p:spTree>
    <p:extLst>
      <p:ext uri="{BB962C8B-B14F-4D97-AF65-F5344CB8AC3E}">
        <p14:creationId xmlns:p14="http://schemas.microsoft.com/office/powerpoint/2010/main" val="15012023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AE84F9-5873-4CCF-945B-21ACFA260C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2DA76-20EB-437F-963A-95E5374288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AAA082-A8E7-4505-91CB-0C5A914F0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34E851BE-E5DB-4D51-A3E8-455A8B0180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271B10-90CA-47E1-BF7B-B9089D208E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81EE947-9F50-4B33-B588-AF962D2AC1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2352D19C-7BE2-4A98-A5EB-E8DB1F0AB37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2F096A85-FEAB-410B-A8AC-77605CEEEF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8</a:t>
            </a:r>
          </a:p>
        </p:txBody>
      </p:sp>
    </p:spTree>
    <p:extLst>
      <p:ext uri="{BB962C8B-B14F-4D97-AF65-F5344CB8AC3E}">
        <p14:creationId xmlns:p14="http://schemas.microsoft.com/office/powerpoint/2010/main" val="52589323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990DCC-4BD8-47AC-8503-D9FD985065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710BE9-2443-45F8-92BE-3BE5D1EC6E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922ABE-F74E-4166-8761-197F3ACD1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F2B43B01-BFF7-40C5-9C57-E2852F1A2E1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6B632C1-9146-4638-A72A-2E1041F82DF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A922B288-66E2-4138-A9BA-BB8DFD91BF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9</a:t>
            </a:r>
          </a:p>
        </p:txBody>
      </p:sp>
    </p:spTree>
    <p:extLst>
      <p:ext uri="{BB962C8B-B14F-4D97-AF65-F5344CB8AC3E}">
        <p14:creationId xmlns:p14="http://schemas.microsoft.com/office/powerpoint/2010/main" val="6952324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F2AFFB-4357-4232-B79C-699503C674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20CE84-43C9-4E96-A421-DCCCF96617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1A2D7F4-3C84-47D6-A3A4-A8FE1D2583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CC205E31-62E7-4FE0-AB6D-E9DBDF1A202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2B2597-267D-4286-AC18-37B27CD78E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"CML3112_Test2_practice.csv"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0C815866-88C4-4A80-98AB-1958B2022F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8C490957-BD17-46FE-90A4-854A196B26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8283B6D-8647-4679-9472-DD8BB154E4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10</a:t>
            </a:r>
          </a:p>
        </p:txBody>
      </p:sp>
    </p:spTree>
    <p:extLst>
      <p:ext uri="{BB962C8B-B14F-4D97-AF65-F5344CB8AC3E}">
        <p14:creationId xmlns:p14="http://schemas.microsoft.com/office/powerpoint/2010/main" val="5171569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C2859A-833B-4652-8370-94681A0114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EA256C-7441-4F5A-BD27-75CDE75B50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1EF272-41DA-4D26-8FB0-1DE451F933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670E0318-CFF0-492F-8408-339F734A0B0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9FC54E-DEE3-458E-8711-8299C66DCFD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E35BD0E-AC3B-4691-ACB0-45B165F3DD6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B7A90639-FAB2-42BA-934E-0A2E381965B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0E6692FC-CBD7-4C8B-92B4-1E5B66D5DF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11</a:t>
            </a:r>
          </a:p>
        </p:txBody>
      </p:sp>
    </p:spTree>
    <p:extLst>
      <p:ext uri="{BB962C8B-B14F-4D97-AF65-F5344CB8AC3E}">
        <p14:creationId xmlns:p14="http://schemas.microsoft.com/office/powerpoint/2010/main" val="194864423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97484D-4CCB-4A4A-8E4C-FDFEB37E79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6F03F9-D17B-4638-9031-CC57698B8B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7526DE-A80B-4A04-99D0-672960832A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D54CEC1F-54B8-406A-9412-9DE2CE692EE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CFD0E3-750F-4371-8D84-B2C0B7103B3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EABFA89B-2637-442D-B60E-0A56FBB917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12</a:t>
            </a:r>
          </a:p>
        </p:txBody>
      </p:sp>
    </p:spTree>
    <p:extLst>
      <p:ext uri="{BB962C8B-B14F-4D97-AF65-F5344CB8AC3E}">
        <p14:creationId xmlns:p14="http://schemas.microsoft.com/office/powerpoint/2010/main" val="1013129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4FCB1B-DD1C-4B36-B6CE-5EE39C8CA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C23D1-CC85-4E0A-8150-1E32F59CA5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EFF100-8AC7-4BEE-8174-385BC35262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6B0EAF95-A6FB-45D2-94D7-249CC48746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F17E37-02A3-4A8F-9FFD-36478F8DEB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B41D4CB6-C597-4808-9E2B-2A6FAD4BBA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81570C-D4C9-4BD7-A596-D26482EB4E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EF35B1BF-44BA-469E-9AAC-533186B5A68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4A05290F-0FBF-4830-B109-3927C2348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13</a:t>
            </a:r>
          </a:p>
        </p:txBody>
      </p:sp>
    </p:spTree>
    <p:extLst>
      <p:ext uri="{BB962C8B-B14F-4D97-AF65-F5344CB8AC3E}">
        <p14:creationId xmlns:p14="http://schemas.microsoft.com/office/powerpoint/2010/main" val="10159177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FD7F46-8E01-47A1-8769-60F300D0F9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D9771-4F9B-4251-8C89-A203EB0E24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B77F849-0057-419C-BC0C-3243F17282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FED527AD-3424-412F-AC1E-94455A4932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CEE3AF-FBEA-4711-8980-3CBCFFAAE15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DDE00610-5DB7-46D9-B3CA-DC7D6C01CA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E67A00-72BF-4DFC-B9D2-5C8A6146769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56595B11-5752-43EB-A74C-36B6345AEE7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44B26E-7095-4450-A385-9A6AA14C8F7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C92541B5-783A-4716-8080-2A5B0F9A7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14</a:t>
            </a:r>
          </a:p>
        </p:txBody>
      </p:sp>
    </p:spTree>
    <p:extLst>
      <p:ext uri="{BB962C8B-B14F-4D97-AF65-F5344CB8AC3E}">
        <p14:creationId xmlns:p14="http://schemas.microsoft.com/office/powerpoint/2010/main" val="52709767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FFF9E8-9134-4517-8165-16633F8495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CD7B76-5758-40BD-8AF0-78236D6824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159593-A479-4C12-900B-209ECED501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FE82C78A-9F8C-45EC-93EC-205AE6138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DD18C4-A273-492B-901E-06F77906A51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3B641324-062B-416C-AAE4-F94292B6B76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21BC10-47A6-4C10-A91C-2547C9A9CB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FD5B84F1-4FA0-4345-BFD0-3A9FD97D183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4CFA60-C2EC-40BC-8F8C-6BAFDC64E61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4564BF75-E126-4EFD-AA3D-DC94CD9C1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15</a:t>
            </a:r>
          </a:p>
        </p:txBody>
      </p:sp>
    </p:spTree>
    <p:extLst>
      <p:ext uri="{BB962C8B-B14F-4D97-AF65-F5344CB8AC3E}">
        <p14:creationId xmlns:p14="http://schemas.microsoft.com/office/powerpoint/2010/main" val="14041072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9E6DAC-8ED1-4885-B1A3-AD4A2541C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F23138-846E-4553-8D1D-214A6E6A1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7D99E-8798-4399-A3E4-6CD0DF1D43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70CB28F3-F86F-4C3B-B724-52B94B6B78C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B4F6AC-FB0C-4DBB-9E31-489FD40631B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C5D78FA-8911-465F-B489-734EBFE4553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4563ED86-C3AC-44AE-B23E-A440D666890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E8A8D66C-A5F6-48FE-8B0A-3613FD560B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16</a:t>
            </a:r>
          </a:p>
        </p:txBody>
      </p:sp>
    </p:spTree>
    <p:extLst>
      <p:ext uri="{BB962C8B-B14F-4D97-AF65-F5344CB8AC3E}">
        <p14:creationId xmlns:p14="http://schemas.microsoft.com/office/powerpoint/2010/main" val="6758706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60F414-5117-49E2-94B4-DE9D0398F2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8B57C2-6D23-4BD1-A469-54047654D6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0D80F0-EACB-43DB-A44A-6593FB7DE3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46D798BB-9687-47F4-B5B2-FFB625D33D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1A5CAD-AEA8-4915-ACF7-6E7942784F0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E230C842-7D76-45A4-B683-13AECBF01C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515A2E-FE85-41C7-A157-B3E2E70B2DA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5E5261C-2C10-405D-909E-774A756BC42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FD6A5681-E217-487B-B30F-856010DD41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17</a:t>
            </a:r>
          </a:p>
        </p:txBody>
      </p:sp>
    </p:spTree>
    <p:extLst>
      <p:ext uri="{BB962C8B-B14F-4D97-AF65-F5344CB8AC3E}">
        <p14:creationId xmlns:p14="http://schemas.microsoft.com/office/powerpoint/2010/main" val="19542236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3D3240-E704-46C0-AE17-3CFB359560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1AC960-B603-4C5D-9F2E-4DBA0B4E2B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A110B5-04F8-4303-BA2B-DB0201514A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3176FB8E-4068-44A8-B6D2-F6686EA874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B5B227-103F-40CC-8E86-62FB0C2823A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C9075F4B-B223-4E9E-93E6-EB4439F5457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7CF9F-7592-4ED2-9D70-78ACC60B240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E4E19EE6-4EB7-4D71-8653-BCB931F4F45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6D4FE-84FA-404A-B5F2-2C69D43D22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CA0AC285-CEC2-48EA-B903-6D75D91159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18</a:t>
            </a:r>
          </a:p>
        </p:txBody>
      </p:sp>
    </p:spTree>
    <p:extLst>
      <p:ext uri="{BB962C8B-B14F-4D97-AF65-F5344CB8AC3E}">
        <p14:creationId xmlns:p14="http://schemas.microsoft.com/office/powerpoint/2010/main" val="16505680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596F17-0F45-43CE-9CC5-71DFA44A49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01B63E-EAAD-49CC-BF18-0057BB5EA8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7D1AA7-9D05-4812-87FC-77E3BCAE8E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7DA449A8-CAA8-4B47-9123-F7C0B50C445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CA013B-5050-469C-8D5F-429E2DEBDFB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0BF891-8809-49F0-9CE4-C74AA43F64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37752A6C-DE56-43BC-8DE7-CA6035D1B42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6FD23A92-EDBA-4F44-822B-FD647956F9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19</a:t>
            </a:r>
          </a:p>
        </p:txBody>
      </p:sp>
    </p:spTree>
    <p:extLst>
      <p:ext uri="{BB962C8B-B14F-4D97-AF65-F5344CB8AC3E}">
        <p14:creationId xmlns:p14="http://schemas.microsoft.com/office/powerpoint/2010/main" val="163833444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7343F7-24AE-49B7-A865-2992E2E2A5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BE1487-7244-4A61-BBDD-EE0C79F364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EAAABA-8C81-4282-96CB-26ECD56C7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3C789F16-8555-4D62-A60E-7084E2A2D46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2A4F04-F835-45C2-83C0-6FD4E536A23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0235836D-501E-4F8C-AC9E-849C73F331A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08F9C450-CF95-4191-B113-B67A7619EF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B648D31-7C0D-43E8-9BAD-5EA7CE1DB5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20</a:t>
            </a:r>
          </a:p>
        </p:txBody>
      </p:sp>
    </p:spTree>
    <p:extLst>
      <p:ext uri="{BB962C8B-B14F-4D97-AF65-F5344CB8AC3E}">
        <p14:creationId xmlns:p14="http://schemas.microsoft.com/office/powerpoint/2010/main" val="136569590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00B35E-AE69-41DA-BDB7-4E6891F13A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FDCDC9-026C-4A81-9FC9-E04E95FC23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36977A-F05E-4CE9-8C6F-3921694E26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0ECE4B36-8C65-46B1-8213-E723674BEA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2BF200-1DF0-458A-BA7D-EB47366796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0A4D47BC-F355-42DA-B6CA-B7C42D447F1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4D8EAB-1A68-4429-BB8F-B4FF6BAE04B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52F06500-27DC-43B0-826E-83E8AC1799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D18FDE-86C8-42DD-B41D-3568378948F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B8668A74-07DB-4364-8859-8C18C57B7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21</a:t>
            </a:r>
          </a:p>
        </p:txBody>
      </p:sp>
    </p:spTree>
    <p:extLst>
      <p:ext uri="{BB962C8B-B14F-4D97-AF65-F5344CB8AC3E}">
        <p14:creationId xmlns:p14="http://schemas.microsoft.com/office/powerpoint/2010/main" val="2755336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EC1E2E-F7C9-4FCB-835C-D78D2F6F9C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327BEB-C7A7-4D3E-B024-5C5399A6B8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9A1C47-0097-4BC7-9274-E3D521D676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427A20F0-3746-4DCA-89D6-EC07A5EAC1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9A7AC6-CA3D-430A-8EC2-FA37325C00E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0477C523-DD54-458D-99F7-05538C05D75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108474-0F2B-48C8-BA69-5EF1569424B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46AFFCD2-C8A1-4A4F-B4A4-7F4AAA1FF0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EB5BCF-1A0F-4CCE-A59A-26B66D94CEA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A6470CEB-8FEA-4A74-B154-51C764E094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22</a:t>
            </a:r>
          </a:p>
        </p:txBody>
      </p:sp>
    </p:spTree>
    <p:extLst>
      <p:ext uri="{BB962C8B-B14F-4D97-AF65-F5344CB8AC3E}">
        <p14:creationId xmlns:p14="http://schemas.microsoft.com/office/powerpoint/2010/main" val="197482071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A640AB-25AC-4CEB-AFB8-208973F298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CAB58D-A77A-4512-B9AB-1E182ED771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8C499B-7C78-4725-8B2D-D9F7AA943E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2ADB9F17-E041-41B7-A64C-EC80CCC3B8F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9084C-35FC-44F2-937B-E0F9CC8DC6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BF5624F-5ECC-4034-A4F4-DEDE1A38DCF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98FE6904-76E8-4637-80B5-9F3D5E3854A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D496978A-0358-4B05-AE2C-0AECA046DC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23</a:t>
            </a:r>
          </a:p>
        </p:txBody>
      </p:sp>
    </p:spTree>
    <p:extLst>
      <p:ext uri="{BB962C8B-B14F-4D97-AF65-F5344CB8AC3E}">
        <p14:creationId xmlns:p14="http://schemas.microsoft.com/office/powerpoint/2010/main" val="210152836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7DF206-8AE1-4662-9FCA-70D12AC747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62BD45-C4DE-4253-9FA9-517EC04CC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57A95C-8094-4562-B098-B112B9C557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CEB51CC5-E21D-46A0-BE63-14D4C9602AB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8D018B-4418-4826-8F31-B0F43C1800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3DF8593-FF67-48DD-9540-6A10955C2A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79D401F9-A517-4A07-9FFF-D6AC24841B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2AB6631A-F0B0-4CB3-B9FA-78EA537A86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24</a:t>
            </a:r>
          </a:p>
        </p:txBody>
      </p:sp>
    </p:spTree>
    <p:extLst>
      <p:ext uri="{BB962C8B-B14F-4D97-AF65-F5344CB8AC3E}">
        <p14:creationId xmlns:p14="http://schemas.microsoft.com/office/powerpoint/2010/main" val="22210228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39A997-AC2E-4142-B503-7B5E9CB08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AC43DF-32F2-45D1-A1D6-F512E0717B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FB4D17-7B83-4ED1-B720-8344DAAAF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BD001093-F273-417B-AD8F-8EB14465713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357EE5-FCD0-4E4B-BA39-36550F7ECC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6182CD5-D096-4FAD-9FF8-7C6DF119D03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A05614E8-5DE3-4C43-B25E-34BC94BE8E8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3C0B2013-99BC-4C3C-BEDA-2EC49BA10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25</a:t>
            </a:r>
          </a:p>
        </p:txBody>
      </p:sp>
    </p:spTree>
    <p:extLst>
      <p:ext uri="{BB962C8B-B14F-4D97-AF65-F5344CB8AC3E}">
        <p14:creationId xmlns:p14="http://schemas.microsoft.com/office/powerpoint/2010/main" val="185270457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8887A6-418A-47A9-B904-2A94E8132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41F3F0-CD78-43CD-AECE-294F67CAC0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E73C46-FE4B-4B28-B163-FC21F54314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34712DF4-2B57-417B-B4A8-546ED3BA1C6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C681A2-2C19-4479-87D9-8E6286FD98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D535274-7BF8-457C-8052-11A592104A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0CBCCD11-0FF6-48B4-8CB0-8BA763A130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84C8AA7E-DF5C-4A97-A173-CA395286A9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26</a:t>
            </a:r>
          </a:p>
        </p:txBody>
      </p:sp>
    </p:spTree>
    <p:extLst>
      <p:ext uri="{BB962C8B-B14F-4D97-AF65-F5344CB8AC3E}">
        <p14:creationId xmlns:p14="http://schemas.microsoft.com/office/powerpoint/2010/main" val="16443187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1BDD7F-46C1-49DB-8FB2-5A4BD1B080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24EFD6-CD2F-41D5-8B0C-A6B0F027BE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BDAC71-463A-4A37-8578-3EE038874A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2D8C3B0B-67E7-415D-A8EF-40E48E9656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E919D0-1649-44D2-81B2-8705187B25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2AF2BC0D-ADEA-400A-960B-41ACCA8E1B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EA2D64C1-7CCC-465A-814D-85868CA5CCE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A7096F6-5CFC-4E3C-91A5-BBD8822F48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27</a:t>
            </a:r>
          </a:p>
        </p:txBody>
      </p:sp>
    </p:spTree>
    <p:extLst>
      <p:ext uri="{BB962C8B-B14F-4D97-AF65-F5344CB8AC3E}">
        <p14:creationId xmlns:p14="http://schemas.microsoft.com/office/powerpoint/2010/main" val="16087945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CF137E-7DEB-43A9-B74D-E59B05EADD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52575C-CEDD-4970-AF17-63715187A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AD88E7-5FE1-4DB0-A856-6E494E9FE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40A6E738-1CD0-4FCE-A517-EB6A2BAACFF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311FA80-3235-4EDD-A04C-88B08746E3F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DEED10E7-8094-4ED4-B135-5EA6C2BB20E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BF3A80AF-63D9-4FF5-B030-88F27DF973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28</a:t>
            </a:r>
          </a:p>
        </p:txBody>
      </p:sp>
    </p:spTree>
    <p:extLst>
      <p:ext uri="{BB962C8B-B14F-4D97-AF65-F5344CB8AC3E}">
        <p14:creationId xmlns:p14="http://schemas.microsoft.com/office/powerpoint/2010/main" val="9172587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316E5E-4803-49C1-807D-DBCA0E49F2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57B436-F828-4C1E-BA5E-9A372B4D4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412323-6879-4607-97D2-1CE32FBCF8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3E27077F-AA8D-42D1-B279-5ADF3E88F90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91D88D-3A8A-4383-877B-6DFF4809F0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60085029-F36B-4660-B3CE-031E9D1C4F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D93A579E-84E3-494C-A2D6-268631B8DFF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AA697D5-81D2-4C52-867A-015D61E36C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29</a:t>
            </a:r>
          </a:p>
        </p:txBody>
      </p:sp>
    </p:spTree>
    <p:extLst>
      <p:ext uri="{BB962C8B-B14F-4D97-AF65-F5344CB8AC3E}">
        <p14:creationId xmlns:p14="http://schemas.microsoft.com/office/powerpoint/2010/main" val="85245253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3D64A5-C991-4262-A26A-2C1CE4E5CF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82309A-80D9-471B-BF74-B7676DAAC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15E4CC-11BA-4278-B5A7-5704011C3D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AEC06B95-A08C-4EDC-B079-21D697F907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6CF07F-8DDC-4BD9-8CFA-4A69F19624B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7643A126-096E-4B34-A920-CBE31DCBB99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1E879F-ABB2-4BF6-9396-E39B61A2F86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43383748-55F2-44DA-8F0B-87E4392D61B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66ABD4-343D-467E-B5F6-480E700C82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DF51792A-AA1A-4163-BB6B-69B232497C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30</a:t>
            </a:r>
          </a:p>
        </p:txBody>
      </p:sp>
    </p:spTree>
    <p:extLst>
      <p:ext uri="{BB962C8B-B14F-4D97-AF65-F5344CB8AC3E}">
        <p14:creationId xmlns:p14="http://schemas.microsoft.com/office/powerpoint/2010/main" val="178326370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6B118D-C75D-4B67-8444-7BE006047E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AC6BA4-26BF-48B3-82E5-77492ADA9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D60812-B688-4153-B48A-9EFBE810D1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5CEE0332-191E-4657-8CA3-66CC121918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9C3424-DD16-4B8E-88A0-92906A9DA07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B936BE53-0AFE-4105-AC9C-F8C1A6BEF8C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37390D-5D4D-4ACA-94C9-4F03CD91F1A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kW. RMSE = √10 ≈ 3.16 kW.</a:t>
            </a:r>
          </a:p>
        </p:txBody>
      </p:sp>
      <p:sp>
        <p:nvSpPr>
          <p:cNvPr id="8" name="">
            <a:extLst xmlns:a="http://schemas.openxmlformats.org/drawingml/2006/main">
              <a:ext uri="{FF2B5EF4-FFF2-40B4-BE49-F238E27FC236}">
                <a16:creationId xmlns:a16="http://schemas.microsoft.com/office/drawing/2014/main" id="{6E17C985-42E2-4B04-B64A-529A3FAD3B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505B0A-93F2-4B01-A118-3995068278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186DC6B1-AE33-4432-AC3B-716B3A701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31</a:t>
            </a:r>
          </a:p>
        </p:txBody>
      </p:sp>
    </p:spTree>
    <p:extLst>
      <p:ext uri="{BB962C8B-B14F-4D97-AF65-F5344CB8AC3E}">
        <p14:creationId xmlns:p14="http://schemas.microsoft.com/office/powerpoint/2010/main" val="109483550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FC8C55-5CD8-4FDC-ABE3-E20445C1FB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A9BE87-0136-424D-9CCA-7CBC0516A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363E57-9A9E-488B-8E85-86A8AB0FEC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43D27580-F1EF-4CD3-9B79-598EEB9A3F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F4405F-3367-447E-BDBC-8911A57F3E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B755DA08-BAD8-4235-8864-C01F5F19271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71126F-DDCE-40C4-ADD1-FD111962D93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0A88B64C-A96F-4AD7-ABF3-B531720F2E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E630A2-E6EB-4A01-A5CB-5888C6C8E20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F3AECBC8-1019-434F-A1A0-189A794783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32</a:t>
            </a:r>
          </a:p>
        </p:txBody>
      </p:sp>
    </p:spTree>
    <p:extLst>
      <p:ext uri="{BB962C8B-B14F-4D97-AF65-F5344CB8AC3E}">
        <p14:creationId xmlns:p14="http://schemas.microsoft.com/office/powerpoint/2010/main" val="80455604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96BAEE-92A7-42C1-8F81-C864DDFBE3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3E18B8-F479-4C8E-834A-8727A65266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071364-9D53-4418-8A61-8C6E088FD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9DB3216D-4A06-4C9C-AD79-C6037FE0D39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014A1E-78A9-467D-AF9B-60778A80A8A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0420B53-BA4F-439F-B253-985731210C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CF87CBA6-DB05-4AA5-AE7A-FFA77A2AAE9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C6F337CE-A4F6-4295-B5B9-0C9707E6A0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33</a:t>
            </a:r>
          </a:p>
        </p:txBody>
      </p:sp>
    </p:spTree>
    <p:extLst>
      <p:ext uri="{BB962C8B-B14F-4D97-AF65-F5344CB8AC3E}">
        <p14:creationId xmlns:p14="http://schemas.microsoft.com/office/powerpoint/2010/main" val="142880677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DD5261-3E73-4615-A8DF-7BCAACF5B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D465F6-D6E1-4F21-AC1D-D3AB1AE05E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16C0E7-2A1F-4D0A-8331-273307CD93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45B05417-5685-4157-9473-C2E72FE99E9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70CA9E-07AD-40AE-960B-B1B43DFD01B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553B78CC-87E8-45CD-B303-A23D59CC25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34</a:t>
            </a:r>
          </a:p>
        </p:txBody>
      </p:sp>
    </p:spTree>
    <p:extLst>
      <p:ext uri="{BB962C8B-B14F-4D97-AF65-F5344CB8AC3E}">
        <p14:creationId xmlns:p14="http://schemas.microsoft.com/office/powerpoint/2010/main" val="79763703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033E0B-FAE8-451A-925C-FBD8B31902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098FA4-609F-415F-AB0A-53BE2950A4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48C4C6-0DB7-442F-BCA7-464846032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1C5DA7F4-0BCB-4F7A-B5FF-2833279DF9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6C4F64-F590-422B-A37C-FE516C05CC6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E116CD4F-BB7A-4925-A697-DCBBFF75F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FF5D9B-8FA6-4886-AB47-21B953586C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97C4806-9D3E-4CAE-B5DC-F74CEDF988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82D264-DEC7-49C2-96B4-6CEBBF1AEE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C9817B55-7FCD-48A2-9C83-1E089C85E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35</a:t>
            </a:r>
          </a:p>
        </p:txBody>
      </p:sp>
    </p:spTree>
    <p:extLst>
      <p:ext uri="{BB962C8B-B14F-4D97-AF65-F5344CB8AC3E}">
        <p14:creationId xmlns:p14="http://schemas.microsoft.com/office/powerpoint/2010/main" val="8674739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966271-3CD0-4BC4-9320-78C0820B2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D370E1-1E9F-4EF6-AB08-CBEEB7E344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3E619B-17E8-428D-88DA-8F92480CC2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2D621912-64F6-4C64-847C-C63ECAACAE9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3B700B5-FC67-4DFC-9C56-AC4E015F931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9F394F27-EF62-4D45-A95E-4BEEB01B7A1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0162D919-40C8-4A8C-AE29-C6FB0B4624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36</a:t>
            </a:r>
          </a:p>
        </p:txBody>
      </p:sp>
    </p:spTree>
    <p:extLst>
      <p:ext uri="{BB962C8B-B14F-4D97-AF65-F5344CB8AC3E}">
        <p14:creationId xmlns:p14="http://schemas.microsoft.com/office/powerpoint/2010/main" val="117556578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FC7606-B4B6-47D5-8997-DCF67CEFA9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81B6D0-8A6D-4DDC-8B12-23064E78D3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D54BF0-879A-4520-A72E-7DF6072D0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59D12C4D-C55D-446D-9F81-FE1E4A21C0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5B63F8-7A23-42C2-8FF5-4543536A2B8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0D6DF00D-2DA9-4C0B-AC0B-E191570725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265AB92A-A5E6-4B66-B2DD-032D85E9F4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4B95E21-2AB1-4F03-ABFA-47A1E1D6F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37</a:t>
            </a:r>
          </a:p>
        </p:txBody>
      </p:sp>
    </p:spTree>
    <p:extLst>
      <p:ext uri="{BB962C8B-B14F-4D97-AF65-F5344CB8AC3E}">
        <p14:creationId xmlns:p14="http://schemas.microsoft.com/office/powerpoint/2010/main" val="114722433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8F1B07-42A2-4D07-ACBA-52A62A2470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86F1D4-6141-496D-94C7-A09FAA1D1C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460EBC-32CC-4D3E-8D1E-AD88A5270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8698EFD-75F3-42BB-AEB9-AF3DD71597B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A82736-1C74-4C9C-9DDA-42BAE98F84D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1C4F6869-9E77-4619-A261-D363980F6A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38</a:t>
            </a:r>
          </a:p>
        </p:txBody>
      </p:sp>
    </p:spTree>
    <p:extLst>
      <p:ext uri="{BB962C8B-B14F-4D97-AF65-F5344CB8AC3E}">
        <p14:creationId xmlns:p14="http://schemas.microsoft.com/office/powerpoint/2010/main" val="1301662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DFD10E-E955-49B9-B86E-B49B29426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029D51-939F-4D72-8FDD-502EBD48A8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A37ACA-19D6-47E1-B740-0217480354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DE1595C6-9943-4A0B-BF50-2FF1AA68C82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433165-4DB8-4425-96F8-EE72BB9954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A1E44E0E-6553-4C20-9BD4-94477D0C68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BF31B78E-B0F8-43C9-A109-5122EEAA09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997C70E-5DEC-41A7-B786-FF719139ED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39</a:t>
            </a:r>
          </a:p>
        </p:txBody>
      </p:sp>
    </p:spTree>
    <p:extLst>
      <p:ext uri="{BB962C8B-B14F-4D97-AF65-F5344CB8AC3E}">
        <p14:creationId xmlns:p14="http://schemas.microsoft.com/office/powerpoint/2010/main" val="136766057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3DD514-5426-4313-93B4-4581D6F46F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CA4162-B762-415B-AA9F-989C10A252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8F0239-F686-47F5-9313-95A8CAAE3B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06209837-DE7D-4721-9916-43D61296DE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66E526-833D-4DAF-9B90-EE6FB53DDA9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84AEEB2A-4F0C-431B-AEDF-5972B2E675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BCD0FB-73DB-4C36-B327-D7C511E2F17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EAD3A990-D221-42B0-B496-247C77E2F84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7C8676-7959-47EF-B6FA-B2FE9BA1FC7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5DCEA4A5-FD3B-4868-AC74-60908F289C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40</a:t>
            </a:r>
          </a:p>
        </p:txBody>
      </p:sp>
    </p:spTree>
    <p:extLst>
      <p:ext uri="{BB962C8B-B14F-4D97-AF65-F5344CB8AC3E}">
        <p14:creationId xmlns:p14="http://schemas.microsoft.com/office/powerpoint/2010/main" val="15892103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01CBD5-3688-4440-AD9D-1CB5F58923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ECC20A-F5F6-4D3D-B0FA-46CACCC865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BA1D66-B8F1-48FE-91AB-0076FF85EF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496F6F6A-9765-40CB-9989-078E21ED07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653346-4615-4B4F-98E2-EC54ECDBA49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A49AF207-1D57-4226-983C-BE6F8BBA15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0F889F-9A5B-42DF-8D1C-AD126F6A078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286352AD-EF3D-4828-B7C1-EB28A860B1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2CF3F9-8F7A-4DFB-A629-6FB2077392F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E6B6069B-687B-49DD-83D8-7878BD71FB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41</a:t>
            </a:r>
          </a:p>
        </p:txBody>
      </p:sp>
    </p:spTree>
    <p:extLst>
      <p:ext uri="{BB962C8B-B14F-4D97-AF65-F5344CB8AC3E}">
        <p14:creationId xmlns:p14="http://schemas.microsoft.com/office/powerpoint/2010/main" val="168821320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3DF7AD-0143-480A-A88D-84B087F7DD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95EED4-98C6-4F52-8E86-24E168D0FE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9B5A0F-ABE0-4074-803A-58811286A5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EF580295-2233-4413-9A91-EDE83C7C609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DC359A-B404-4435-9FC1-E8BF28F9618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7E9A7B08-5A64-4CF1-A5BB-9A42CED83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42</a:t>
            </a:r>
          </a:p>
        </p:txBody>
      </p:sp>
    </p:spTree>
    <p:extLst>
      <p:ext uri="{BB962C8B-B14F-4D97-AF65-F5344CB8AC3E}">
        <p14:creationId xmlns:p14="http://schemas.microsoft.com/office/powerpoint/2010/main" val="168183519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F51762-9110-4122-B87B-72554744C3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15CC4E-8260-4538-8A39-B3D6FD5AC8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6DF4CE-5A81-4ADA-9F31-3F05EFBB4A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FE79CDEB-C5B4-4F8E-9FE8-49A92602681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11FB20-2282-4C6D-8A8C-BB9B43AD0F1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497F00AC-3A35-4C65-999D-5ADC1AEC234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827230CA-5FC8-4ED1-9033-87CEBC1F95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1C5E2E5-FC43-431E-B1C0-470A97AF7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43</a:t>
            </a:r>
          </a:p>
        </p:txBody>
      </p:sp>
    </p:spTree>
    <p:extLst>
      <p:ext uri="{BB962C8B-B14F-4D97-AF65-F5344CB8AC3E}">
        <p14:creationId xmlns:p14="http://schemas.microsoft.com/office/powerpoint/2010/main" val="197872944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0F6AEE-7A53-419D-8F19-85813D7FC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0275FE-EB82-4BDC-9C7A-B170DCEC46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1FC0F4-02E3-4492-85EE-31ECD419AA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4AA5EE3-16B9-4848-A4E4-CC184622DC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4B92C3-2EBB-4935-9772-E2957EA617A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6DA754DB-3DDE-441C-93D4-B4EAFCDE614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E71C6ECD-BE69-426E-9EE7-9ABC7D2C93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44</a:t>
            </a:r>
          </a:p>
        </p:txBody>
      </p:sp>
    </p:spTree>
    <p:extLst>
      <p:ext uri="{BB962C8B-B14F-4D97-AF65-F5344CB8AC3E}">
        <p14:creationId xmlns:p14="http://schemas.microsoft.com/office/powerpoint/2010/main" val="209522440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7C2D71-4218-4DC0-B449-D068177E24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D20AF8-E5E6-4C7B-8CE8-001A28182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4DFD9E-69A0-418F-8918-D94A42446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8B89D40D-FBB4-4CDB-AC85-3E020401AB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B6305E-53B4-491B-8E93-8D8388A4F6F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D974613B-98CA-4C81-BD90-821898828F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DD81CEF-F07D-4686-B68C-CC0CEFFE2B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195F335F-F446-4EE0-89A7-0C864CC5C6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B33E01BE-81A0-49D3-82D5-F792905868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45</a:t>
            </a:r>
          </a:p>
        </p:txBody>
      </p:sp>
    </p:spTree>
    <p:extLst>
      <p:ext uri="{BB962C8B-B14F-4D97-AF65-F5344CB8AC3E}">
        <p14:creationId xmlns:p14="http://schemas.microsoft.com/office/powerpoint/2010/main" val="184415132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1EBED2-5F74-400F-88C7-6138FB1C5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0E3B95-D9D5-44B2-B3B9-D981E64C1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9C3AC0-BBAC-4AC4-855F-0B975088FD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205D246D-713A-415E-B264-44830F52932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4848BD-A2A0-4192-B992-26CA13BC9C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337DFB7-F254-4C4C-A2F8-F8B1A7011CD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756E365F-07B6-4D1B-B7FA-3E5201593E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A9C9A962-5FC7-4851-BDC6-3D92F3F315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46</a:t>
            </a:r>
          </a:p>
        </p:txBody>
      </p:sp>
    </p:spTree>
    <p:extLst>
      <p:ext uri="{BB962C8B-B14F-4D97-AF65-F5344CB8AC3E}">
        <p14:creationId xmlns:p14="http://schemas.microsoft.com/office/powerpoint/2010/main" val="212004348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F477BA-D3E1-454B-B338-88BBB3DE4D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990EDD-C646-4800-90F9-374E4FA75B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F56B5C-E1CF-4223-94F1-5C81254B1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85ACBF1B-8661-46B0-AD15-75A5CC50A46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B9C1C4-9F25-4F7B-9D48-7E613E97B07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7A970E8D-B868-4C00-A6DC-BB51020DF6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60426B6A-F770-43B8-85E8-FE70CB962A8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BCD786F-2B68-4C9E-9B3A-21E33BE128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47</a:t>
            </a:r>
          </a:p>
        </p:txBody>
      </p:sp>
    </p:spTree>
    <p:extLst>
      <p:ext uri="{BB962C8B-B14F-4D97-AF65-F5344CB8AC3E}">
        <p14:creationId xmlns:p14="http://schemas.microsoft.com/office/powerpoint/2010/main" val="210263650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D7CBE4-834F-4F8F-BB46-7DE97E1499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33E13E-05A0-40C9-8387-91E2B9DD1F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CE6559-E91C-4770-9224-172F3E291D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CED3AC03-56F0-42F5-A6EF-72A1BB9957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C898D6-B87F-41EC-90C5-4FB204AC86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C1CC44B4-119F-48FB-8DD4-DE33557F3A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CF7D66-4A5E-43CF-9E81-BB86C899B0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83389EBE-DF3B-403C-B33C-70956E01E49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A28BA6-B565-46A5-B884-43FC83429FD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30060E45-8CB0-4435-B571-03EDE0CE3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48</a:t>
            </a:r>
          </a:p>
        </p:txBody>
      </p:sp>
    </p:spTree>
    <p:extLst>
      <p:ext uri="{BB962C8B-B14F-4D97-AF65-F5344CB8AC3E}">
        <p14:creationId xmlns:p14="http://schemas.microsoft.com/office/powerpoint/2010/main" val="88700887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42CE94-6FD7-4A92-8BE7-F4709AE47B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3AB830-565A-4415-A9B5-068F41B7A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92F15A-863F-4FB9-AD58-9FAF533B5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2DD81780-60F6-4EEA-B7BB-A6F0979D561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6AF09FD-060C-49BC-9E94-E357EA857F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A7ACFC63-0B06-4D67-934B-9A41C666C8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49</a:t>
            </a:r>
          </a:p>
        </p:txBody>
      </p:sp>
    </p:spTree>
    <p:extLst>
      <p:ext uri="{BB962C8B-B14F-4D97-AF65-F5344CB8AC3E}">
        <p14:creationId xmlns:p14="http://schemas.microsoft.com/office/powerpoint/2010/main" val="60280341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ED69DE-9CBC-4543-A391-EE763FACF7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F495E-35BC-4222-9F93-AA96A10F3B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65BDAA-45DC-47F5-B846-89043EDDD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A7A6FD88-0036-491C-BA95-415A5F7F3CA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EC6D9C-F5BE-4A1E-803C-AE6FFA514BF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A6949F8E-F643-4D94-97D5-0C7FC162C2E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1DCC9181-42EA-4048-84C8-7B7631522B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50</a:t>
            </a:r>
          </a:p>
        </p:txBody>
      </p:sp>
    </p:spTree>
    <p:extLst>
      <p:ext uri="{BB962C8B-B14F-4D97-AF65-F5344CB8AC3E}">
        <p14:creationId xmlns:p14="http://schemas.microsoft.com/office/powerpoint/2010/main" val="44174543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E04FFC-5A2F-4689-9024-FA6F9ADFE8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C6BAD8-C934-401C-A148-8507CD3CC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873D20-9C21-4520-BB44-2804C68800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BD4A8F5F-B0C6-4B61-8789-70D1CD92836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1B6B0D-BDB6-412F-B4F1-9BF358BAD2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8AF57CEA-330D-430C-AD0C-15FC131AF58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20BCFB9C-096C-4103-BB1F-37ED729D4A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EA0FF7F9-3948-451A-8892-E62D6871B3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51</a:t>
            </a:r>
          </a:p>
        </p:txBody>
      </p:sp>
    </p:spTree>
    <p:extLst>
      <p:ext uri="{BB962C8B-B14F-4D97-AF65-F5344CB8AC3E}">
        <p14:creationId xmlns:p14="http://schemas.microsoft.com/office/powerpoint/2010/main" val="118480230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CB3FB6-F8FE-45C9-BE5F-5D97109F9B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9935E5-3180-4060-A059-E90DC08EE1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0BB75AF-CE8F-4C17-96F6-42FA724674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A1F39200-0CCC-4860-8988-9BEC073031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C328D8-AD10-44E7-A5BB-B5A877B3D73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ABB38AE5-0E51-4DB2-8540-9C05118F0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39D9EF-553B-49F1-8A01-AC4E8408AE1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51FA9D36-ABFB-4A66-BD8A-EDD3E47BF38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5DD0E6-FAC1-4970-A7C3-066513260A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9088091F-EAA2-494F-B7DB-8C7A339E2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52</a:t>
            </a:r>
          </a:p>
        </p:txBody>
      </p:sp>
    </p:spTree>
    <p:extLst>
      <p:ext uri="{BB962C8B-B14F-4D97-AF65-F5344CB8AC3E}">
        <p14:creationId xmlns:p14="http://schemas.microsoft.com/office/powerpoint/2010/main" val="57421209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B9B0DE-6BDF-4953-ADA7-773C7EC7A4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E7F575-80AA-449B-873A-1D38C0D0D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8E477F-9E32-4AE7-8A1E-9B8E944953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49FEE0B4-0C1A-47C0-B2D3-0413B394DC4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D5853F-BC7C-4987-9C74-FB163356F9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kW.</a:t>
            </a:r>
          </a:p>
        </p:txBody>
      </p:sp>
      <p:sp>
        <p:nvSpPr>
          <p:cNvPr id="6" name="">
            <a:extLst xmlns:a="http://schemas.openxmlformats.org/drawingml/2006/main">
              <a:ext uri="{FF2B5EF4-FFF2-40B4-BE49-F238E27FC236}">
                <a16:creationId xmlns:a16="http://schemas.microsoft.com/office/drawing/2014/main" id="{B623B2C1-0326-42AD-8F7C-C938F7FFA0A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BE07B3-5ACE-43A3-A068-E10E71C75EE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kW. Tree: MAE 15, RMSE 15.81 kW.</a:t>
            </a:r>
          </a:p>
        </p:txBody>
      </p:sp>
      <p:sp>
        <p:nvSpPr>
          <p:cNvPr id="8" name="">
            <a:extLst xmlns:a="http://schemas.openxmlformats.org/drawingml/2006/main">
              <a:ext uri="{FF2B5EF4-FFF2-40B4-BE49-F238E27FC236}">
                <a16:creationId xmlns:a16="http://schemas.microsoft.com/office/drawing/2014/main" id="{717885F8-5283-4B96-85B6-6ADB91818F9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7C8C4B-25AE-4DE5-81E3-A53288023A2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29B2C99E-24D3-46AF-8789-3FE7687FA9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53</a:t>
            </a:r>
          </a:p>
        </p:txBody>
      </p:sp>
    </p:spTree>
    <p:extLst>
      <p:ext uri="{BB962C8B-B14F-4D97-AF65-F5344CB8AC3E}">
        <p14:creationId xmlns:p14="http://schemas.microsoft.com/office/powerpoint/2010/main" val="1697081090"/>
      </p:ext>
    </p:extLst>
  </p:cSld>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test now reaches back to Week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EIGHT CODING TASKS</a:t>
            </a:r>
          </a:p>
          <a:p>
            <a:pPr>
              <a:spcAft>
                <a:spcPts val="800"/>
              </a:spcAft>
            </a:pPr>
            <a:r>
              <a:rPr sz="2000" b="0">
                <a:solidFill>
                  <a:srgbClr val="1C3144"/>
                </a:solidFill>
                <a:latin typeface="Calibri"/>
              </a:rPr>
              <a:t>Week 8: predictions and errors. Week 9: warnings and cost. Week 10: the split and cross-validation. Week 11: does an extra input help? Week 12: choose under limits. Week 13: ridge and neighbours.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SIX READING CHOICES</a:t>
            </a:r>
          </a:p>
          <a:p>
            <a:pPr>
              <a:spcAft>
                <a:spcPts val="800"/>
              </a:spcAft>
            </a:pPr>
            <a:r>
              <a:rPr sz="2000" b="0">
                <a:solidFill>
                  <a:srgbClr val="1C3144"/>
                </a:solidFill>
                <a:latin typeface="Calibri"/>
              </a:rPr>
              <a:t>Splits, fill values, cost, the sealed test rows, the ridge penalty and scaling. Record the letters in DECISIONS.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later weeks</a:t>
            </a:r>
          </a:p>
        </p:txBody>
      </p:sp>
      <p:graphicFrame>
        <p:nvGraphicFramePr>
          <p:cNvPr id="5" name="Table 4"/>
          <p:cNvGraphicFramePr>
            <a:graphicFrameLocks noGrp="1"/>
          </p:cNvGraphicFramePr>
          <p:nvPr/>
        </p:nvGraphicFramePr>
        <p:xfrm>
          <a:off x="584200" y="1625600"/>
          <a:ext cx="11049000" cy="4622800"/>
        </p:xfrm>
        <a:graphic>
          <a:graphicData uri="http://schemas.openxmlformats.org/drawingml/2006/table">
            <a:tbl>
              <a:tblPr firstRow="0" bandRow="0">
                <a:tableStyleId>{5C22544A-7EE6-4342-B048-85BDC9FD1C3A}</a:tableStyleId>
              </a:tblPr>
              <a:tblGrid>
                <a:gridCol w="2540000"/>
                <a:gridCol w="7493000"/>
                <a:gridCol w="10160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Week</a:t>
                      </a:r>
                    </a:p>
                  </a:txBody>
                  <a:tcPr marL="101600" marR="101600" marT="38100" marB="38100" anchor="ctr">
                    <a:solidFill>
                      <a:srgbClr val="2E7D6F"/>
                    </a:solidFill>
                  </a:tcPr>
                </a:tc>
              </a:tr>
              <a:tr h="660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round of cross-validation: one group held back, the rest used to fit.</a:t>
                      </a:r>
                    </a:p>
                  </a:txBody>
                  <a:tcPr marL="101600" marR="101600" marT="38100" marB="38100" anchor="ctr">
                    <a:solidFill>
                      <a:srgbClr val="EEF3F6"/>
                    </a:solidFill>
                  </a:tcPr>
                </a:tc>
                <a:tc>
                  <a:txBody>
                    <a:bodyPr wrap="square"/>
                    <a:lstStyle/>
                    <a:p>
                      <a:r>
                        <a:rPr sz="1700" b="0">
                          <a:solidFill>
                            <a:srgbClr val="1C3144"/>
                          </a:solidFill>
                          <a:latin typeface="Calibri"/>
                        </a:rPr>
                        <a:t>10</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Holding each group back in turn, then reporting the average and the spread.</a:t>
                      </a:r>
                    </a:p>
                  </a:txBody>
                  <a:tcPr marL="101600" marR="101600" marT="38100" marB="38100" anchor="ctr">
                    <a:solidFill>
                      <a:srgbClr val="FFFFFF"/>
                    </a:solidFill>
                  </a:tcPr>
                </a:tc>
                <a:tc>
                  <a:txBody>
                    <a:bodyPr wrap="square"/>
                    <a:lstStyle/>
                    <a:p>
                      <a:r>
                        <a:rPr sz="1700" b="0">
                          <a:solidFill>
                            <a:srgbClr val="1C3144"/>
                          </a:solidFill>
                          <a:latin typeface="Calibri"/>
                        </a:rPr>
                        <a:t>10</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Adding or removing one input and comparing the error on the same rows.</a:t>
                      </a:r>
                    </a:p>
                  </a:txBody>
                  <a:tcPr marL="101600" marR="101600" marT="38100" marB="38100" anchor="ctr">
                    <a:solidFill>
                      <a:srgbClr val="EEF3F6"/>
                    </a:solidFill>
                  </a:tcPr>
                </a:tc>
                <a:tc>
                  <a:txBody>
                    <a:bodyPr wrap="square"/>
                    <a:lstStyle/>
                    <a:p>
                      <a:r>
                        <a:rPr sz="1700" b="0">
                          <a:solidFill>
                            <a:srgbClr val="1C3144"/>
                          </a:solidFill>
                          <a:latin typeface="Calibri"/>
                        </a:rPr>
                        <a:t>11</a:t>
                      </a:r>
                    </a:p>
                  </a:txBody>
                  <a:tcPr marL="101600" marR="101600" marT="38100" marB="38100" anchor="ctr">
                    <a:solidFill>
                      <a:srgbClr val="EEF3F6"/>
                    </a:solidFill>
                  </a:tcPr>
                </a:tc>
              </a:tr>
              <a:tr h="660400">
                <a:tc>
                  <a:txBody>
                    <a:bodyPr wrap="square"/>
                    <a:lstStyle/>
                    <a:p>
                      <a:r>
                        <a:rPr sz="1700" b="1">
                          <a:solidFill>
                            <a:srgbClr val="1C3144"/>
                          </a:solidFill>
                          <a:latin typeface="Calibri"/>
                        </a:rPr>
                        <a:t>Ridge penalty</a:t>
                      </a:r>
                    </a:p>
                  </a:txBody>
                  <a:tcPr marL="101600" marR="101600" marT="38100" marB="38100" anchor="ctr">
                    <a:solidFill>
                      <a:srgbClr val="FFFFFF"/>
                    </a:solidFill>
                  </a:tcPr>
                </a:tc>
                <a:tc>
                  <a:txBody>
                    <a:bodyPr wrap="square"/>
                    <a:lstStyle/>
                    <a:p>
                      <a:r>
                        <a:rPr sz="1700" b="0">
                          <a:solidFill>
                            <a:srgbClr val="1C3144"/>
                          </a:solidFill>
                          <a:latin typeface="Calibri"/>
                        </a:rPr>
                        <a:t>A price on large coefficients that calms a wiggly curve. Alpha sets the price.</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r h="660400">
                <a:tc>
                  <a:txBody>
                    <a:bodyPr wrap="square"/>
                    <a:lstStyle/>
                    <a:p>
                      <a:r>
                        <a:rPr sz="1700" b="1">
                          <a:solidFill>
                            <a:srgbClr val="1C3144"/>
                          </a:solidFill>
                          <a:latin typeface="Calibri"/>
                        </a:rPr>
                        <a:t>Nearest neighbours</a:t>
                      </a:r>
                    </a:p>
                  </a:txBody>
                  <a:tcPr marL="101600" marR="101600" marT="38100" marB="38100" anchor="ctr">
                    <a:solidFill>
                      <a:srgbClr val="EEF3F6"/>
                    </a:solidFill>
                  </a:tcPr>
                </a:tc>
                <a:tc>
                  <a:txBody>
                    <a:bodyPr wrap="square"/>
                    <a:lstStyle/>
                    <a:p>
                      <a:r>
                        <a:rPr sz="1700" b="0">
                          <a:solidFill>
                            <a:srgbClr val="1C3144"/>
                          </a:solidFill>
                          <a:latin typeface="Calibri"/>
                        </a:rPr>
                        <a:t>Predict from the average of the closest training rows.</a:t>
                      </a:r>
                    </a:p>
                  </a:txBody>
                  <a:tcPr marL="101600" marR="101600" marT="38100" marB="38100" anchor="ctr">
                    <a:solidFill>
                      <a:srgbClr val="EEF3F6"/>
                    </a:solidFill>
                  </a:tcPr>
                </a:tc>
                <a:tc>
                  <a:txBody>
                    <a:bodyPr wrap="square"/>
                    <a:lstStyle/>
                    <a:p>
                      <a:r>
                        <a:rPr sz="1700" b="0">
                          <a:solidFill>
                            <a:srgbClr val="1C3144"/>
                          </a:solidFill>
                          <a:latin typeface="Calibri"/>
                        </a:rPr>
                        <a:t>13</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 so that one big number does not decide the distances.</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Counting warnings and their cost</a:t>
            </a:r>
          </a:p>
        </p:txBody>
      </p:sp>
      <p:sp>
        <p:nvSpPr>
          <p:cNvPr id="5" name="Rectangle 4"/>
          <p:cNvSpPr/>
          <p:nvPr/>
        </p:nvSpPr>
        <p:spPr>
          <a:xfrm>
            <a:off x="520700" y="1600200"/>
            <a:ext cx="7112000" cy="2355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27250"/>
          </a:xfrm>
          <a:prstGeom prst="rect">
            <a:avLst/>
          </a:prstGeom>
          <a:noFill/>
        </p:spPr>
        <p:txBody>
          <a:bodyPr wrap="square">
            <a:spAutoFit/>
          </a:bodyPr>
          <a:lstStyle/>
          <a:p>
            <a:pPr>
              <a:lnSpc>
                <a:spcPts val="1750"/>
              </a:lnSpc>
            </a:pPr>
            <a:r>
              <a:rPr sz="1400">
                <a:solidFill>
                  <a:srgbClr val="F4F7FA"/>
                </a:solidFill>
                <a:latin typeface="Courier New"/>
              </a:rPr>
              <a:t>actual</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pairs</a:t>
            </a:r>
            <a:r>
              <a:rPr sz="1400">
                <a:solidFill>
                  <a:srgbClr val="F4F7FA"/>
                </a:solidFill>
                <a:latin typeface="Courier New"/>
              </a:rPr>
              <a:t> = </a:t>
            </a:r>
            <a:r>
              <a:rPr sz="1400">
                <a:solidFill>
                  <a:srgbClr val="F4F7FA"/>
                </a:solidFill>
                <a:latin typeface="Courier New"/>
              </a:rPr>
              <a:t>list</a:t>
            </a:r>
            <a:r>
              <a:rPr sz="1400">
                <a:solidFill>
                  <a:srgbClr val="F4F7FA"/>
                </a:solidFill>
                <a:latin typeface="Courier New"/>
              </a:rPr>
              <a:t>(</a:t>
            </a:r>
            <a:r>
              <a:rPr sz="1400">
                <a:solidFill>
                  <a:srgbClr val="F4F7FA"/>
                </a:solidFill>
                <a:latin typeface="Courier New"/>
              </a:rPr>
              <a:t>zip</a:t>
            </a:r>
            <a:r>
              <a:rPr sz="1400">
                <a:solidFill>
                  <a:srgbClr val="F4F7FA"/>
                </a:solidFill>
                <a:latin typeface="Courier New"/>
              </a:rPr>
              <a:t>(</a:t>
            </a:r>
            <a:r>
              <a:rPr sz="1400">
                <a:solidFill>
                  <a:srgbClr val="F4F7FA"/>
                </a:solidFill>
                <a:latin typeface="Courier New"/>
              </a:rPr>
              <a:t>actual</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tp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cost</a:t>
            </a:r>
            <a:r>
              <a:rPr sz="1400">
                <a:solidFill>
                  <a:srgbClr val="F4F7FA"/>
                </a:solidFill>
                <a:latin typeface="Courier New"/>
              </a:rPr>
              <a:t> = </a:t>
            </a:r>
            <a:r>
              <a:rPr sz="1400">
                <a:solidFill>
                  <a:srgbClr val="F4F7FA"/>
                </a:solidFill>
                <a:latin typeface="Courier New"/>
              </a:rPr>
              <a:t>5</a:t>
            </a:r>
            <a:r>
              <a:rPr sz="1400">
                <a:solidFill>
                  <a:srgbClr val="F4F7FA"/>
                </a:solidFill>
                <a:latin typeface="Courier New"/>
              </a:rPr>
              <a:t> * </a:t>
            </a: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fp</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cost</a:t>
            </a:r>
            <a:r>
              <a:rPr sz="1400">
                <a:solidFill>
                  <a:srgbClr val="F4F7FA"/>
                </a:solidFill>
                <a:latin typeface="Courier New"/>
              </a:rPr>
              <a:t>", </a:t>
            </a:r>
            <a:r>
              <a:rPr sz="1400">
                <a:solidFill>
                  <a:srgbClr val="F4F7FA"/>
                </a:solidFill>
                <a:latin typeface="Courier New"/>
              </a:rPr>
              <a:t>cost</a:t>
            </a:r>
            <a:r>
              <a:rPr sz="1400">
                <a:solidFill>
                  <a:srgbClr val="F4F7FA"/>
                </a:solidFill>
                <a:latin typeface="Courier New"/>
              </a:rPr>
              <a:t>)</a:t>
            </a:r>
          </a:p>
        </p:txBody>
      </p:sp>
      <p:sp>
        <p:nvSpPr>
          <p:cNvPr id="7" name="Rectangle 6"/>
          <p:cNvSpPr/>
          <p:nvPr/>
        </p:nvSpPr>
        <p:spPr>
          <a:xfrm>
            <a:off x="520700" y="40830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184650"/>
            <a:ext cx="6858000" cy="599440"/>
          </a:xfrm>
          <a:prstGeom prst="rect">
            <a:avLst/>
          </a:prstGeom>
          <a:noFill/>
        </p:spPr>
        <p:txBody>
          <a:bodyPr wrap="square">
            <a:spAutoFit/>
          </a:bodyPr>
          <a:lstStyle/>
          <a:p>
            <a:r>
              <a:rPr sz="1600">
                <a:solidFill>
                  <a:srgbClr val="1C3144"/>
                </a:solidFill>
                <a:latin typeface="Courier New"/>
              </a:rPr>
              <a:t>tp 2 fn 1 fp 0</a:t>
            </a:r>
          </a:p>
          <a:p>
            <a:r>
              <a:rPr sz="1600">
                <a:solidFill>
                  <a:srgbClr val="1C3144"/>
                </a:solidFill>
                <a:latin typeface="Courier New"/>
              </a:rPr>
              <a:t>cost 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tp: warnings given and needed. fn: warnings missed. fp: false alarms.</a:t>
            </a:r>
          </a:p>
          <a:p>
            <a:pPr>
              <a:spcAft>
                <a:spcPts val="900"/>
              </a:spcAft>
            </a:pPr>
            <a:r>
              <a:rPr sz="1750" b="0">
                <a:solidFill>
                  <a:srgbClr val="1C3144"/>
                </a:solidFill>
                <a:latin typeface="Calibri"/>
              </a:rPr>
              <a:t>zip pairs each actual label with its predicted label.</a:t>
            </a:r>
          </a:p>
          <a:p>
            <a:pPr>
              <a:spcAft>
                <a:spcPts val="900"/>
              </a:spcAft>
            </a:pPr>
            <a:r>
              <a:rPr sz="1750" b="0">
                <a:solidFill>
                  <a:srgbClr val="1C3144"/>
                </a:solidFill>
                <a:latin typeface="Calibri"/>
              </a:rPr>
              <a:t>A missed warning costs 5 and a false alarm costs 1.</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Label 1 means a warning. One warning was missed, so the cost is 5.</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Cross-validation by equipment group</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table</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a:t>
            </a:r>
            <a:r>
              <a:rPr sz="1200">
                <a:solidFill>
                  <a:srgbClr val="F4F7FA"/>
                </a:solidFill>
                <a:latin typeface="Courier New"/>
              </a:rPr>
              <a:t>list</a:t>
            </a:r>
            <a:r>
              <a:rPr sz="1200">
                <a:solidFill>
                  <a:srgbClr val="F4F7FA"/>
                </a:solidFill>
                <a:latin typeface="Courier New"/>
              </a:rPr>
              <a:t>("</a:t>
            </a:r>
            <a:r>
              <a:rPr sz="1200">
                <a:solidFill>
                  <a:srgbClr val="F4F7FA"/>
                </a:solidFill>
                <a:latin typeface="Courier New"/>
              </a:rPr>
              <a:t>AABBCC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 </a:t>
            </a:r>
            <a:r>
              <a:rPr sz="1200">
                <a:solidFill>
                  <a:srgbClr val="F4F7FA"/>
                </a:solidFill>
                <a:latin typeface="Courier New"/>
              </a:rPr>
              <a:t>21</a:t>
            </a:r>
            <a:r>
              <a:rPr sz="1200">
                <a:solidFill>
                  <a:srgbClr val="F4F7FA"/>
                </a:solidFill>
                <a:latin typeface="Courier New"/>
              </a:rPr>
              <a:t>, </a:t>
            </a:r>
            <a:r>
              <a:rPr sz="1200">
                <a:solidFill>
                  <a:srgbClr val="F4F7FA"/>
                </a:solidFill>
                <a:latin typeface="Courier New"/>
              </a:rPr>
              <a:t>14</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 </a:t>
            </a:r>
            <a:r>
              <a:rPr sz="1200">
                <a:solidFill>
                  <a:srgbClr val="F4F7FA"/>
                </a:solidFill>
                <a:latin typeface="Courier New"/>
              </a:rPr>
              <a:t>41</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held_out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ABC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test</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held_out</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559300"/>
            <a:ext cx="7112000" cy="10261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873760"/>
          </a:xfrm>
          <a:prstGeom prst="rect">
            <a:avLst/>
          </a:prstGeom>
          <a:noFill/>
        </p:spPr>
        <p:txBody>
          <a:bodyPr wrap="square">
            <a:spAutoFit/>
          </a:bodyPr>
          <a:lstStyle/>
          <a:p>
            <a:r>
              <a:rPr sz="1600">
                <a:solidFill>
                  <a:srgbClr val="1C3144"/>
                </a:solidFill>
                <a:latin typeface="Courier New"/>
              </a:rPr>
              <a:t>A 1.27</a:t>
            </a:r>
          </a:p>
          <a:p>
            <a:r>
              <a:rPr sz="1600">
                <a:solidFill>
                  <a:srgbClr val="1C3144"/>
                </a:solidFill>
                <a:latin typeface="Courier New"/>
              </a:rPr>
              <a:t>B 0.95</a:t>
            </a:r>
          </a:p>
          <a:p>
            <a:r>
              <a:rPr sz="1600">
                <a:solidFill>
                  <a:srgbClr val="1C3144"/>
                </a:solidFill>
                <a:latin typeface="Courier New"/>
              </a:rPr>
              <a:t>C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pass holds one group back and fits on the others.</a:t>
            </a:r>
          </a:p>
          <a:p>
            <a:pPr>
              <a:spcAft>
                <a:spcPts val="900"/>
              </a:spcAft>
            </a:pPr>
            <a:r>
              <a:rPr sz="1750" b="0">
                <a:solidFill>
                  <a:srgbClr val="1C3144"/>
                </a:solidFill>
                <a:latin typeface="Calibri"/>
              </a:rPr>
              <a:t>A held-back group never appears in its own training rows.</a:t>
            </a:r>
          </a:p>
          <a:p>
            <a:pPr>
              <a:spcAft>
                <a:spcPts val="900"/>
              </a:spcAft>
            </a:pPr>
            <a:r>
              <a:rPr sz="1750" b="0">
                <a:solidFill>
                  <a:srgbClr val="1C3144"/>
                </a:solidFill>
                <a:latin typeface="Calibri"/>
              </a:rPr>
              <a:t>The test asks for E1 to E5, then the mean and the spread of the five errors.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Three groups give three passes and three errors.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Does an extra input help?</a:t>
            </a:r>
          </a:p>
        </p:txBody>
      </p:sp>
      <p:sp>
        <p:nvSpPr>
          <p:cNvPr id="5" name="Rectangle 4"/>
          <p:cNvSpPr/>
          <p:nvPr/>
        </p:nvSpPr>
        <p:spPr>
          <a:xfrm>
            <a:off x="520700" y="1600200"/>
            <a:ext cx="7112000" cy="3213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984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 </a:t>
            </a:r>
            <a:r>
              <a:rPr sz="1200">
                <a:solidFill>
                  <a:srgbClr val="F4F7FA"/>
                </a:solidFill>
                <a:latin typeface="Courier New"/>
              </a:rPr>
              <a:t>18</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65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24</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a:t>
            </a:r>
            <a:r>
              <a:rPr sz="1200">
                <a:solidFill>
                  <a:srgbClr val="F4F7FA"/>
                </a:solidFill>
                <a:latin typeface="Courier New"/>
              </a:rPr>
              <a:t>valid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load_x_temp</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load_x_temp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len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inputs</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p:txBody>
      </p:sp>
      <p:sp>
        <p:nvSpPr>
          <p:cNvPr id="7" name="Rectangle 6"/>
          <p:cNvSpPr/>
          <p:nvPr/>
        </p:nvSpPr>
        <p:spPr>
          <a:xfrm>
            <a:off x="520700" y="49403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41900"/>
            <a:ext cx="6858000" cy="599440"/>
          </a:xfrm>
          <a:prstGeom prst="rect">
            <a:avLst/>
          </a:prstGeom>
          <a:noFill/>
        </p:spPr>
        <p:txBody>
          <a:bodyPr wrap="square">
            <a:spAutoFit/>
          </a:bodyPr>
          <a:lstStyle/>
          <a:p>
            <a:r>
              <a:rPr sz="1600">
                <a:solidFill>
                  <a:srgbClr val="1C3144"/>
                </a:solidFill>
                <a:latin typeface="Courier New"/>
              </a:rPr>
              <a:t>2 inputs 0.336</a:t>
            </a:r>
          </a:p>
          <a:p>
            <a:r>
              <a:rPr sz="1600">
                <a:solidFill>
                  <a:srgbClr val="1C3144"/>
                </a:solidFill>
                <a:latin typeface="Courier New"/>
              </a:rPr>
              <a:t>3 inputs 0.145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new input is the load multiplied by the temperature.</a:t>
            </a:r>
          </a:p>
          <a:p>
            <a:pPr>
              <a:spcAft>
                <a:spcPts val="900"/>
              </a:spcAft>
            </a:pPr>
            <a:r>
              <a:rPr sz="1750" b="0">
                <a:solidFill>
                  <a:srgbClr val="1C3144"/>
                </a:solidFill>
                <a:latin typeface="Calibri"/>
              </a:rPr>
              <a:t>Both models use the same training rows and the same validation rows.</a:t>
            </a:r>
          </a:p>
          <a:p>
            <a:pPr>
              <a:spcAft>
                <a:spcPts val="900"/>
              </a:spcAft>
            </a:pPr>
            <a:r>
              <a:rPr sz="1750" b="0">
                <a:solidFill>
                  <a:srgbClr val="1C3144"/>
                </a:solidFill>
                <a:latin typeface="Calibri"/>
              </a:rPr>
              <a:t>The only change is one extra column.</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On this tiny file the extra input lowers the error. On the test file, report what the numbers show.</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a model inside two limits</a:t>
            </a:r>
          </a:p>
        </p:txBody>
      </p:sp>
      <p:sp>
        <p:nvSpPr>
          <p:cNvPr id="5" name="Rectangle 4"/>
          <p:cNvSpPr/>
          <p:nvPr/>
        </p:nvSpPr>
        <p:spPr>
          <a:xfrm>
            <a:off x="520700" y="1600200"/>
            <a:ext cx="7112000" cy="2641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413000"/>
          </a:xfrm>
          <a:prstGeom prst="rect">
            <a:avLst/>
          </a:prstGeom>
          <a:noFill/>
        </p:spPr>
        <p:txBody>
          <a:bodyPr wrap="square">
            <a:spAutoFit/>
          </a:bodyPr>
          <a:lstStyle/>
          <a:p>
            <a:pPr>
              <a:lnSpc>
                <a:spcPts val="1500"/>
              </a:lnSpc>
            </a:pPr>
            <a:r>
              <a:rPr sz="1200">
                <a:solidFill>
                  <a:srgbClr val="F4F7FA"/>
                </a:solidFill>
                <a:latin typeface="Courier New"/>
              </a:rPr>
              <a:t>candidates</a:t>
            </a:r>
            <a:r>
              <a:rPr sz="1200">
                <a:solidFill>
                  <a:srgbClr val="F4F7FA"/>
                </a:solidFill>
                <a:latin typeface="Courier New"/>
              </a:rPr>
              <a:t> = [</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line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tree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mean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4</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kept</a:t>
            </a:r>
            <a:r>
              <a:rPr sz="1200">
                <a:solidFill>
                  <a:srgbClr val="F4F7FA"/>
                </a:solidFill>
                <a:latin typeface="Courier New"/>
              </a:rPr>
              <a:t> =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candidates</a:t>
            </a:r>
          </a:p>
          <a:p>
            <a:pPr>
              <a:lnSpc>
                <a:spcPts val="1500"/>
              </a:lnSpc>
            </a:pPr>
            <a:r>
              <a:rPr sz="1200">
                <a:solidFill>
                  <a:srgbClr val="F4F7FA"/>
                </a:solidFill>
                <a:latin typeface="Courier New"/>
              </a:rPr>
              <a:t>        </a:t>
            </a:r>
            <a:r>
              <a:rPr sz="1200">
                <a:solidFill>
                  <a:srgbClr val="FFB080"/>
                </a:solidFill>
                <a:latin typeface="Courier New"/>
              </a:rPr>
              <a:t>if</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&lt;= </a:t>
            </a:r>
            <a:r>
              <a:rPr sz="1200">
                <a:solidFill>
                  <a:srgbClr val="F4F7FA"/>
                </a:solidFill>
                <a:latin typeface="Courier New"/>
              </a:rPr>
              <a:t>2</a:t>
            </a:r>
            <a:r>
              <a:rPr sz="1200">
                <a:solidFill>
                  <a:srgbClr val="F4F7FA"/>
                </a:solidFill>
                <a:latin typeface="Courier New"/>
              </a:rPr>
              <a:t>.</a:t>
            </a:r>
            <a:r>
              <a:rPr sz="1200">
                <a:solidFill>
                  <a:srgbClr val="F4F7FA"/>
                </a:solidFill>
                <a:latin typeface="Courier New"/>
              </a:rPr>
              <a:t>0</a:t>
            </a:r>
          </a:p>
          <a:p>
            <a:pPr>
              <a:lnSpc>
                <a:spcPts val="1500"/>
              </a:lnSpc>
            </a:pPr>
            <a:r>
              <a:rPr sz="1200">
                <a:solidFill>
                  <a:srgbClr val="F4F7FA"/>
                </a:solidFill>
                <a:latin typeface="Courier New"/>
              </a:rPr>
              <a:t>        </a:t>
            </a:r>
            <a:r>
              <a:rPr sz="1200">
                <a:solidFill>
                  <a:srgbClr val="F4F7FA"/>
                </a:solidFill>
                <a:latin typeface="Courier New"/>
              </a:rPr>
              <a:t>and</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&lt;= </a:t>
            </a:r>
            <a:r>
              <a:rPr sz="1200">
                <a:solidFill>
                  <a:srgbClr val="F4F7FA"/>
                </a:solidFill>
                <a:latin typeface="Courier New"/>
              </a:rPr>
              <a:t>20</a:t>
            </a:r>
            <a:r>
              <a:rPr sz="1200">
                <a:solidFill>
                  <a:srgbClr val="F4F7FA"/>
                </a:solidFill>
                <a:latin typeface="Courier New"/>
              </a:rPr>
              <a:t>]</a:t>
            </a:r>
          </a:p>
          <a:p>
            <a:pPr>
              <a:lnSpc>
                <a:spcPts val="1500"/>
              </a:lnSpc>
            </a:pPr>
            <a:r>
              <a:rPr sz="1200">
                <a:solidFill>
                  <a:srgbClr val="F4F7FA"/>
                </a:solidFill>
                <a:latin typeface="Courier New"/>
              </a:rPr>
              <a:t>ranked</a:t>
            </a:r>
            <a:r>
              <a:rPr sz="1200">
                <a:solidFill>
                  <a:srgbClr val="F4F7FA"/>
                </a:solidFill>
                <a:latin typeface="Courier New"/>
              </a:rPr>
              <a:t> = </a:t>
            </a:r>
            <a:r>
              <a:rPr sz="1200">
                <a:solidFill>
                  <a:srgbClr val="F4F7FA"/>
                </a:solidFill>
                <a:latin typeface="Courier New"/>
              </a:rPr>
              <a:t>sorted</a:t>
            </a:r>
            <a:r>
              <a:rPr sz="1200">
                <a:solidFill>
                  <a:srgbClr val="F4F7FA"/>
                </a:solidFill>
                <a:latin typeface="Courier New"/>
              </a:rPr>
              <a:t>(</a:t>
            </a:r>
            <a:r>
              <a:rPr sz="1200">
                <a:solidFill>
                  <a:srgbClr val="F4F7FA"/>
                </a:solidFill>
                <a:latin typeface="Courier New"/>
              </a:rPr>
              <a:t>kept</a:t>
            </a:r>
            <a:r>
              <a:rPr sz="1200">
                <a:solidFill>
                  <a:srgbClr val="F4F7FA"/>
                </a:solidFill>
                <a:latin typeface="Courier New"/>
              </a:rPr>
              <a:t>, </a:t>
            </a:r>
            <a:r>
              <a:rPr sz="1200">
                <a:solidFill>
                  <a:srgbClr val="F4F7FA"/>
                </a:solidFill>
                <a:latin typeface="Courier New"/>
              </a:rPr>
              <a:t>key</a:t>
            </a:r>
            <a:r>
              <a:rPr sz="1200">
                <a:solidFill>
                  <a:srgbClr val="F4F7FA"/>
                </a:solidFill>
                <a:latin typeface="Courier New"/>
              </a:rPr>
              <a:t>=</a:t>
            </a:r>
            <a:r>
              <a:rPr sz="1200">
                <a:solidFill>
                  <a:srgbClr val="F4F7FA"/>
                </a:solidFill>
                <a:latin typeface="Courier New"/>
              </a:rPr>
              <a:t>lambda</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p>
          <a:p>
            <a:pPr>
              <a:lnSpc>
                <a:spcPts val="1500"/>
              </a:lnSpc>
            </a:pP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kept</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ranked</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p:txBody>
      </p:sp>
      <p:sp>
        <p:nvSpPr>
          <p:cNvPr id="7" name="Rectangle 6"/>
          <p:cNvSpPr/>
          <p:nvPr/>
        </p:nvSpPr>
        <p:spPr>
          <a:xfrm>
            <a:off x="520700" y="4368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70400"/>
            <a:ext cx="6858000" cy="599440"/>
          </a:xfrm>
          <a:prstGeom prst="rect">
            <a:avLst/>
          </a:prstGeom>
          <a:noFill/>
        </p:spPr>
        <p:txBody>
          <a:bodyPr wrap="square">
            <a:spAutoFit/>
          </a:bodyPr>
          <a:lstStyle/>
          <a:p>
            <a:r>
              <a:rPr sz="1600">
                <a:solidFill>
                  <a:srgbClr val="1C3144"/>
                </a:solidFill>
                <a:latin typeface="Courier New"/>
              </a:rPr>
              <a:t>['line', 'knn']</a:t>
            </a:r>
          </a:p>
          <a:p>
            <a:r>
              <a:rPr sz="1600">
                <a:solidFill>
                  <a:srgbClr val="1C3144"/>
                </a:solidFill>
                <a:latin typeface="Courier New"/>
              </a:rPr>
              <a:t>knn</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kept holds the models that meet both limits.</a:t>
            </a:r>
          </a:p>
          <a:p>
            <a:pPr>
              <a:spcAft>
                <a:spcPts val="900"/>
              </a:spcAft>
            </a:pPr>
            <a:r>
              <a:rPr sz="1750" b="0">
                <a:solidFill>
                  <a:srgbClr val="1C3144"/>
                </a:solidFill>
                <a:latin typeface="Calibri"/>
              </a:rPr>
              <a:t>sorted orders them by error, then speed, then name.</a:t>
            </a:r>
          </a:p>
          <a:p>
            <a:pPr>
              <a:spcAft>
                <a:spcPts val="900"/>
              </a:spcAft>
            </a:pPr>
            <a:r>
              <a:rPr sz="1750" b="0">
                <a:solidFill>
                  <a:srgbClr val="1C3144"/>
                </a:solidFill>
                <a:latin typeface="Calibri"/>
              </a:rPr>
              <a:t>The first one in the sorted list is the choice.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tree is too slow and the mean is too inaccurate. Of the rest, knn has the smaller error.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build the models (1/2)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pipeline</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make_pipeline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neighbors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KNeighborsRegressor</a:t>
            </a:r>
          </a:p>
          <a:p>
            <a:pPr>
              <a:lnSpc>
                <a:spcPts val="1750"/>
              </a:lnSpc>
            </a:pPr>
            <a:r>
              <a:rPr sz="1400">
                <a:solidFill>
                  <a:srgbClr val="F4F7FA"/>
                </a:solidFill>
                <a:latin typeface="Courier New"/>
              </a:rPr>
              <a:t>ridge</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p>
          <a:p>
            <a:pPr>
              <a:lnSpc>
                <a:spcPts val="1750"/>
              </a:lnSpc>
            </a:pPr>
            <a:r>
              <a:rPr sz="1400">
                <a:solidFill>
                  <a:srgbClr val="F4F7FA"/>
                </a:solidFill>
                <a:latin typeface="Courier New"/>
              </a:rPr>
              <a:t>knn</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KNeighborsRegressor</a:t>
            </a:r>
            <a:r>
              <a:rPr sz="1400">
                <a:solidFill>
                  <a:srgbClr val="F4F7FA"/>
                </a:solidFill>
                <a:latin typeface="Courier New"/>
              </a:rPr>
              <a:t>(</a:t>
            </a:r>
            <a:r>
              <a:rPr sz="1400">
                <a:solidFill>
                  <a:srgbClr val="F4F7FA"/>
                </a:solidFill>
                <a:latin typeface="Courier New"/>
              </a:rPr>
              <a:t>n_neighbors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a:t>
            </a:r>
          </a:p>
        </p:txBody>
      </p:sp>
      <p:sp>
        <p:nvSpPr>
          <p:cNvPr id="7" name="Rectangle 6"/>
          <p:cNvSpPr/>
          <p:nvPr/>
        </p:nvSpPr>
        <p:spPr>
          <a:xfrm>
            <a:off x="520700" y="474980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25120"/>
          </a:xfrm>
          <a:prstGeom prst="rect">
            <a:avLst/>
          </a:prstGeom>
          <a:noFill/>
        </p:spPr>
        <p:txBody>
          <a:bodyPr wrap="square">
            <a:spAutoFit/>
          </a:bodyPr>
          <a:lstStyle/>
          <a:p>
            <a:r>
              <a:rPr sz="16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ridge pipeline makes a cubic curve of load, scales it, then fits with a penalty.</a:t>
            </a:r>
          </a:p>
          <a:p>
            <a:pPr>
              <a:spcAft>
                <a:spcPts val="900"/>
              </a:spcAft>
            </a:pPr>
            <a:r>
              <a:rPr sz="1750" b="0">
                <a:solidFill>
                  <a:srgbClr val="1C3144"/>
                </a:solidFill>
                <a:latin typeface="Calibri"/>
              </a:rPr>
              <a:t>The neighbour pipeline scales both inputs first.</a:t>
            </a:r>
          </a:p>
          <a:p>
            <a:pPr>
              <a:spcAft>
                <a:spcPts val="900"/>
              </a:spcAft>
            </a:pPr>
            <a:r>
              <a:rPr sz="1750" b="0">
                <a:solidFill>
                  <a:srgbClr val="1C3144"/>
                </a:solidFill>
                <a:latin typeface="Calibri"/>
              </a:rPr>
              <a:t>Nothing is fitted yet.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Two recipes. Each one will be fitted on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fit and score (2/2)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 </a:t>
            </a:r>
            <a:r>
              <a:rPr sz="1200">
                <a:solidFill>
                  <a:srgbClr val="F4F7FA"/>
                </a:solidFill>
                <a:latin typeface="Courier New"/>
              </a:rPr>
              <a:t>90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33</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31</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a:t>
            </a:r>
            <a:r>
              <a:rPr sz="1200">
                <a:solidFill>
                  <a:srgbClr val="F4F7FA"/>
                </a:solidFill>
                <a:latin typeface="Courier New"/>
              </a:rPr>
              <a:t>8</a:t>
            </a:r>
            <a:r>
              <a:rPr sz="1200">
                <a:solidFill>
                  <a:srgbClr val="F4F7FA"/>
                </a:solidFill>
                <a:latin typeface="Courier New"/>
              </a:rPr>
              <a:t>, </a:t>
            </a:r>
            <a:r>
              <a:rPr sz="1200">
                <a:solidFill>
                  <a:srgbClr val="F4F7FA"/>
                </a:solidFill>
                <a:latin typeface="Courier New"/>
              </a:rPr>
              <a:t>19</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39</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45</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55</a:t>
            </a:r>
            <a:r>
              <a:rPr sz="1200">
                <a:solidFill>
                  <a:srgbClr val="F4F7FA"/>
                </a:solidFill>
                <a:latin typeface="Courier New"/>
              </a:rPr>
              <a:t>, </a:t>
            </a:r>
            <a:r>
              <a:rPr sz="1200">
                <a:solidFill>
                  <a:srgbClr val="F4F7FA"/>
                </a:solidFill>
                <a:latin typeface="Courier New"/>
              </a:rPr>
              <a:t>75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38</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ridge</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knn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749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599440"/>
          </a:xfrm>
          <a:prstGeom prst="rect">
            <a:avLst/>
          </a:prstGeom>
          <a:noFill/>
        </p:spPr>
        <p:txBody>
          <a:bodyPr wrap="square">
            <a:spAutoFit/>
          </a:bodyPr>
          <a:lstStyle/>
          <a:p>
            <a:r>
              <a:rPr sz="1600">
                <a:solidFill>
                  <a:srgbClr val="1C3144"/>
                </a:solidFill>
                <a:latin typeface="Courier New"/>
              </a:rPr>
              <a:t>ridge 1.16</a:t>
            </a:r>
          </a:p>
          <a:p>
            <a:r>
              <a:rPr sz="1600">
                <a:solidFill>
                  <a:srgbClr val="1C3144"/>
                </a:solidFill>
                <a:latin typeface="Courier New"/>
              </a:rPr>
              <a:t>knn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Both models are fitted on the training rows only.</a:t>
            </a:r>
          </a:p>
          <a:p>
            <a:pPr>
              <a:spcAft>
                <a:spcPts val="900"/>
              </a:spcAft>
            </a:pPr>
            <a:r>
              <a:rPr sz="1750" b="0">
                <a:solidFill>
                  <a:srgbClr val="1C3144"/>
                </a:solidFill>
                <a:latin typeface="Calibri"/>
              </a:rPr>
              <a:t>The ridge model sees load alone. The neighbour model sees load and temperature.</a:t>
            </a:r>
          </a:p>
          <a:p>
            <a:pPr>
              <a:spcAft>
                <a:spcPts val="900"/>
              </a:spcAft>
            </a:pPr>
            <a:r>
              <a:rPr sz="1750" b="0">
                <a:solidFill>
                  <a:srgbClr val="1C3144"/>
                </a:solidFill>
                <a:latin typeface="Calibri"/>
              </a:rPr>
              <a:t>Both are scored on the same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Same rows, same measure. The smaller error is better.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Test 2 checklist for Weeks 9 to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I CAN</a:t>
            </a:r>
          </a:p>
          <a:p>
            <a:pPr>
              <a:spcAft>
                <a:spcPts val="800"/>
              </a:spcAft>
            </a:pPr>
            <a:r>
              <a:rPr sz="2000" b="0">
                <a:solidFill>
                  <a:srgbClr val="1C3144"/>
                </a:solidFill>
                <a:latin typeface="Calibri"/>
              </a:rPr>
              <a:t>Count tp, fn and fp and work out a cost. Hold each group back in turn and report the mean and spread. Compare two models on the same rows. Choose the best model inside two limits.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I CAN EXPLAIN</a:t>
            </a:r>
          </a:p>
          <a:p>
            <a:pPr>
              <a:spcAft>
                <a:spcPts val="800"/>
              </a:spcAft>
            </a:pPr>
            <a:r>
              <a:rPr sz="2000" b="0">
                <a:solidFill>
                  <a:srgbClr val="1C3144"/>
                </a:solidFill>
                <a:latin typeface="Calibri"/>
              </a:rPr>
              <a:t>Why a very large ridge penalty can hurt. Why neighbours need scaled inputs. Why the test rows stay sealed. Why every fit uses training rows only.</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14   62</a:t>
            </a:r>
          </a:p>
        </p:txBody>
      </p:sp>
    </p:spTree>
  </p:cSld>
  <p:clrMapOvr>
    <a:masterClrMapping/>
  </p:clrMapOvr>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3CA6BC-37CD-4ED6-B5A4-6ADE7A70D1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AFBEA4-1863-4302-94D7-181727AAE3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98C346D-3008-4566-AFBD-D0DEAD1F3B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14B8B3F7-802C-438C-A21E-45752E0AEF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18930-978B-422D-A951-FF64B50FCE9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CDD527E8-674C-4B56-A1E6-9ADA369188C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5E480E-7597-4DBD-AC1C-5C91C45385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5CFD2ECE-622B-4A30-A5CC-F6681DD4A2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4E6CA9-F572-4F73-B422-0B804813568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6C4EA95D-6709-4ACE-B319-B3FACAB6F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63</a:t>
            </a:r>
          </a:p>
        </p:txBody>
      </p:sp>
    </p:spTree>
    <p:extLst>
      <p:ext uri="{BB962C8B-B14F-4D97-AF65-F5344CB8AC3E}">
        <p14:creationId xmlns:p14="http://schemas.microsoft.com/office/powerpoint/2010/main" val="9307302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CBEF74-0D63-4D82-8987-F2232D9E0C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917C2BB-66CF-4D05-A45C-94C34116DD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D35A8A2-0D83-455C-BB6E-7431D55AAE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7D82A2BA-2E81-4F30-A231-C78428BE09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4A4499-5EA8-424F-83F2-10543793195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019DB38E-A691-49C1-8972-971B6BA84AB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77C871-5539-4A45-924E-7B82B569366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9BA9EE9E-F91C-412E-A7C9-34F4461A21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1071C-5806-4D9A-9D30-15DBD8803B9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9BF0FA01-2A1E-4103-A768-41EE05D19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64</a:t>
            </a:r>
          </a:p>
        </p:txBody>
      </p:sp>
    </p:spTree>
    <p:extLst>
      <p:ext uri="{BB962C8B-B14F-4D97-AF65-F5344CB8AC3E}">
        <p14:creationId xmlns:p14="http://schemas.microsoft.com/office/powerpoint/2010/main" val="171122330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26A4CA-0552-45AC-8258-A243390C0B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DCCBC2-621A-4109-8C66-E6EA73FB5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29F0FC-19EC-4DD8-B651-53D42A166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572BFDA5-4B63-41A3-B4D5-301546DC6EF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74B277B-EC0F-4D81-A9E5-BF0808734B20}"/>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75DB6682-02B6-431C-BCF1-11C0BF6701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65</a:t>
            </a:r>
          </a:p>
        </p:txBody>
      </p:sp>
    </p:spTree>
    <p:extLst>
      <p:ext uri="{BB962C8B-B14F-4D97-AF65-F5344CB8AC3E}">
        <p14:creationId xmlns:p14="http://schemas.microsoft.com/office/powerpoint/2010/main" val="1630349057"/>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E7F2E31-4A04-4158-AACB-AAC7CAFBCD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8B14C2-A4EB-4644-B3BF-87FFA4A3AE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29743-2E87-4F6B-957E-6FF4CA33BE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EB73B959-3F27-4EB6-BC34-42B74D64AD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E385C0-44E4-4EDA-90C8-30CB8E29B60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ED326386-B149-4835-A607-1EFAECD63D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98C8D6-1718-4075-8AFA-C9CCAE8DB95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14A6F083-7E09-4AC1-BB00-E79815D7A7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412FA60F-162A-4E25-A8A1-B19ABB6DA2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66</a:t>
            </a:r>
          </a:p>
        </p:txBody>
      </p:sp>
    </p:spTree>
    <p:extLst>
      <p:ext uri="{BB962C8B-B14F-4D97-AF65-F5344CB8AC3E}">
        <p14:creationId xmlns:p14="http://schemas.microsoft.com/office/powerpoint/2010/main" val="147798776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38BA7E-E0CF-4B36-A857-6D14B6DA70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E017BE-73CE-4BDD-8B98-E4689B5C7A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7D77CD-91ED-4B5A-9FC1-A8008BCD33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B50E1189-D034-4CC5-8548-10490AAFD7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5A3A0E-1797-4BC8-86B7-D2F561429B3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AEE9CA7C-B55C-445F-BF4D-CB7F5EE65A0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1012C0-6AEF-431D-9A85-C8E6B3709C2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AF7C781C-CBCD-4AD7-BB12-B6A253B12E3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924102-81FF-43C8-A6F3-63C973D3BE5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C73813FD-2D9C-4F73-94FE-0A59953025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67</a:t>
            </a:r>
          </a:p>
        </p:txBody>
      </p:sp>
    </p:spTree>
    <p:extLst>
      <p:ext uri="{BB962C8B-B14F-4D97-AF65-F5344CB8AC3E}">
        <p14:creationId xmlns:p14="http://schemas.microsoft.com/office/powerpoint/2010/main" val="102969421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A23DB3-34C1-47C6-A1E2-5B42F8CD9F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0E732B-3A52-47A1-BE38-50E76ED80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A9D085C-3B5F-473D-85F4-AC7EF7DFA1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7E302154-4CD4-4734-9CFE-B4441A9AC17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C33089-D19B-42DF-8790-9B5BDCF5780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02374343-DB56-4D79-BFA9-8F031D87AA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349B12-4619-421C-821A-ED69E4C7A1F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901C01AF-B994-459D-8291-3DC5088A1C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AA0877D-AA1A-4960-BA4D-8F443273E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68</a:t>
            </a:r>
          </a:p>
        </p:txBody>
      </p:sp>
    </p:spTree>
    <p:extLst>
      <p:ext uri="{BB962C8B-B14F-4D97-AF65-F5344CB8AC3E}">
        <p14:creationId xmlns:p14="http://schemas.microsoft.com/office/powerpoint/2010/main" val="53555429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D9B7BA-BC41-495E-BBB3-6A850FA9D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467B7E-EC48-41DA-9FFF-021AA872A5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C4DC67-A3D0-47DF-B5A2-0C62788B88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8677F5E5-5D55-43E3-8518-223607A60E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71C697-7C2D-468D-ABCC-CE62344AFB7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0F771E28-CE03-418D-9A49-911F9C4ECA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22B2FF-02A0-4B10-8691-7B019417AD8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5C0F4FD4-4B68-46A3-8DCA-FD994696A28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DDE59D-CEB6-4EAA-8D5C-6A50C28732B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A10224FC-6C55-44C8-97BC-F4F259FFA4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69</a:t>
            </a:r>
          </a:p>
        </p:txBody>
      </p:sp>
    </p:spTree>
    <p:extLst>
      <p:ext uri="{BB962C8B-B14F-4D97-AF65-F5344CB8AC3E}">
        <p14:creationId xmlns:p14="http://schemas.microsoft.com/office/powerpoint/2010/main" val="42687243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6524738-7D26-4CEF-8B95-5D953952ED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67AAD-3498-486E-A3D5-FAE3A31A70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045AE2C7-FA5F-4AFB-9AEC-6D5A9F8246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F9138128-63B7-48EC-829B-F12675E7840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885A84-69E1-4FE2-BB30-2B177AB7E85B}"/>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D3D2BDB8-07FC-4DA9-9E50-7A6F5B0898F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7B1B3A-827F-47C3-A9EB-D915DDA7B1EF}"/>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D4BE2E29-DE15-4D12-9469-049CF9CE9415}"/>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3E9C5A-33A6-4CAF-BDFA-6FFE5C26BA2C}"/>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B47CA1D2-EF66-4B9E-AAFF-880C5B6895E0}"/>
              </a:ext>
            </a:extLst>
          </p:cNvPr>
          <p:cNvPicPr>
            <a:picLocks xmlns:a="http://schemas.openxmlformats.org/drawingml/2006/main" noChangeAspect="1"/>
          </p:cNvPicPr>
          <p:nvPr/>
        </p:nvPicPr>
        <p:blipFill>
          <a:blip xmlns:r="http://schemas.openxmlformats.org/officeDocument/2006/relationships" xmlns:a="http://schemas.openxmlformats.org/drawingml/2006/main" r:embed="R97da985286744e4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1629BBC-E1D5-4992-950B-B8CFFDC0E8E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4A175AA8-F1DF-4158-A6D6-A3BD234BA9F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D074C48-A5C5-4B61-8E5D-F63BE385448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b504a3b85a04693"/>
              </a:rPr>
              <a:t>Open your test files</a:t>
            </a:r>
          </a:p>
        </p:txBody>
      </p:sp>
      <p:sp>
        <p:nvSpPr>
          <p:cNvPr id="14" name="">
            <a:extLst xmlns:a="http://schemas.openxmlformats.org/drawingml/2006/main">
              <a:ext uri="{FF2B5EF4-FFF2-40B4-BE49-F238E27FC236}">
                <a16:creationId xmlns:a16="http://schemas.microsoft.com/office/drawing/2014/main" id="{83A69C67-395B-411C-BC74-C86F9662860D}"/>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9E17DFFF-8AA7-4A72-8952-B7D7CC60B310}"/>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60ec88622ab94a8d"/>
              </a:rPr>
              <a:t>https://iuea-test-entry.jothammartin-wambi.workers.dev/?test=CML3112%7CTEST2</a:t>
            </a:r>
          </a:p>
        </p:txBody>
      </p:sp>
      <p:sp>
        <p:nvSpPr>
          <p:cNvPr id="16" name="">
            <a:extLst xmlns:a="http://schemas.openxmlformats.org/drawingml/2006/main">
              <a:ext uri="{FF2B5EF4-FFF2-40B4-BE49-F238E27FC236}">
                <a16:creationId xmlns:a16="http://schemas.microsoft.com/office/drawing/2014/main" id="{4C13C6E2-64CC-4B12-BF7A-CF19E736B7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70</a:t>
            </a:r>
          </a:p>
        </p:txBody>
      </p:sp>
    </p:spTree>
    <p:extLst>
      <p:ext uri="{BB962C8B-B14F-4D97-AF65-F5344CB8AC3E}">
        <p14:creationId xmlns:p14="http://schemas.microsoft.com/office/powerpoint/2010/main" val="75788450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153159-E7A7-4ABE-8E2C-B49AC669A5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860676-ACC9-4956-B10B-779FA4732A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BA82FE-9F6D-4868-869F-3EB9009625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197FC1C5-A47C-40B1-96AA-EBF73565B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847F6C-1D9D-4431-9828-02A2C2A315C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1AEB47AD-DE01-44B8-B326-9DA21CBF26B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644A1D-4D06-421A-B242-485E6BBED3B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8B582695-065B-456F-A33E-83510818E5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743245-88D7-46EE-8868-508A960B0DD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404896FC-07FC-4DD8-9483-EA231680C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71</a:t>
            </a:r>
          </a:p>
        </p:txBody>
      </p:sp>
    </p:spTree>
    <p:extLst>
      <p:ext uri="{BB962C8B-B14F-4D97-AF65-F5344CB8AC3E}">
        <p14:creationId xmlns:p14="http://schemas.microsoft.com/office/powerpoint/2010/main" val="1572276435"/>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EB65A4-9ABE-4D9C-B1F4-38C606DB07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E8AF14-0703-4D97-BA6C-19D98267A4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A98167-0504-43F9-AC3D-740E2F32B7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15A945ED-EFC6-4768-A6D1-D1C39991E0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523C2C-A089-4455-ACAF-6F4200690D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Eight code tasks, each with a prompt, function name and marks.</a:t>
            </a:r>
          </a:p>
        </p:txBody>
      </p:sp>
      <p:sp>
        <p:nvSpPr>
          <p:cNvPr id="6" name="">
            <a:extLst xmlns:a="http://schemas.openxmlformats.org/drawingml/2006/main">
              <a:ext uri="{FF2B5EF4-FFF2-40B4-BE49-F238E27FC236}">
                <a16:creationId xmlns:a16="http://schemas.microsoft.com/office/drawing/2014/main" id="{49272A2B-2A2B-48D5-A166-0DFAA8D4D42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1D3C8-5DF8-4E1E-AF9B-A87991FDD72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83F65521-8806-47B0-A92A-C1D44F6C599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B29076-29B5-40A7-928C-42B6BBA3933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78B6D8B2-61E3-469C-B2F1-544AA561CE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72</a:t>
            </a:r>
          </a:p>
        </p:txBody>
      </p:sp>
    </p:spTree>
    <p:extLst>
      <p:ext uri="{BB962C8B-B14F-4D97-AF65-F5344CB8AC3E}">
        <p14:creationId xmlns:p14="http://schemas.microsoft.com/office/powerpoint/2010/main" val="203598056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40691F-6C87-456F-8FF5-5128CFA95E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AABAE8-E8C6-478C-B64C-E72DDB2796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8F85BC4-36CB-410E-863D-A181BA7E6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9136015D-E19E-4083-B177-20452F0BAF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5136E0-7A2F-417C-9767-B282C2211C5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8 to 10: split 10, predictions 15, MAE and RMSE 5, group cross-validation 10.</a:t>
            </a:r>
          </a:p>
        </p:txBody>
      </p:sp>
      <p:sp>
        <p:nvSpPr>
          <p:cNvPr id="6" name="">
            <a:extLst xmlns:a="http://schemas.openxmlformats.org/drawingml/2006/main">
              <a:ext uri="{FF2B5EF4-FFF2-40B4-BE49-F238E27FC236}">
                <a16:creationId xmlns:a16="http://schemas.microsoft.com/office/drawing/2014/main" id="{8FCD9806-2311-4B4C-A2B8-E3EB2B152EE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94F795-EFED-46FF-BB2D-127A86FDFF0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9, 11 and 12: classification and cost 10, feature ablation 10, model selection 10.</a:t>
            </a:r>
          </a:p>
        </p:txBody>
      </p:sp>
      <p:sp>
        <p:nvSpPr>
          <p:cNvPr id="8" name="">
            <a:extLst xmlns:a="http://schemas.openxmlformats.org/drawingml/2006/main">
              <a:ext uri="{FF2B5EF4-FFF2-40B4-BE49-F238E27FC236}">
                <a16:creationId xmlns:a16="http://schemas.microsoft.com/office/drawing/2014/main" id="{6887ABEF-0748-4D05-8225-DE4D27E8359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8357B5-5C67-4629-A482-1E8B4A9C392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13: ridge and nearest neighbours 15. Six interpretation choices 15.</a:t>
            </a:r>
          </a:p>
        </p:txBody>
      </p:sp>
      <p:sp>
        <p:nvSpPr>
          <p:cNvPr id="10" name="">
            <a:extLst xmlns:a="http://schemas.openxmlformats.org/drawingml/2006/main">
              <a:ext uri="{FF2B5EF4-FFF2-40B4-BE49-F238E27FC236}">
                <a16:creationId xmlns:a16="http://schemas.microsoft.com/office/drawing/2014/main" id="{5C8C4E7E-689B-4F99-9AE8-F36A47A88A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73</a:t>
            </a:r>
          </a:p>
        </p:txBody>
      </p:sp>
    </p:spTree>
    <p:extLst>
      <p:ext uri="{BB962C8B-B14F-4D97-AF65-F5344CB8AC3E}">
        <p14:creationId xmlns:p14="http://schemas.microsoft.com/office/powerpoint/2010/main" val="1948790688"/>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D1C4FC-9C88-4D57-AC70-9FBFC6780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4EB4C1-CC47-4E82-9D20-DF39DFA601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DE821C-7BEC-44FE-9E42-03D3D96F46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33DB2131-8B9F-4E73-B2AC-F08F183D20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269001-B0C2-4CF5-A4BE-28BCDA5CAD4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8BB6AA95-1F4F-4415-902D-268AA1087A8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61E65B-3F1B-4D73-818F-FCB5CA0622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AF840AA7-EB83-46E2-BFA3-1E2FD481444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7DBDE4-8431-4343-B27F-2AF57C00E4C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down the eight tasks in order. Each is checked on its own, so move on if one is stuck.</a:t>
            </a:r>
          </a:p>
        </p:txBody>
      </p:sp>
      <p:sp>
        <p:nvSpPr>
          <p:cNvPr id="10" name="">
            <a:extLst xmlns:a="http://schemas.openxmlformats.org/drawingml/2006/main">
              <a:ext uri="{FF2B5EF4-FFF2-40B4-BE49-F238E27FC236}">
                <a16:creationId xmlns:a16="http://schemas.microsoft.com/office/drawing/2014/main" id="{CA35EFF5-12AB-437D-AF00-862DDCED70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74</a:t>
            </a:r>
          </a:p>
        </p:txBody>
      </p:sp>
    </p:spTree>
    <p:extLst>
      <p:ext uri="{BB962C8B-B14F-4D97-AF65-F5344CB8AC3E}">
        <p14:creationId xmlns:p14="http://schemas.microsoft.com/office/powerpoint/2010/main" val="1430573999"/>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4D3E0A-BFDA-4015-97EC-DBEB4122CB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93DACE-F405-4731-BDB2-43D09AF235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2EC775-8B20-4CB3-96C6-F3C33450FB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9D41A8FF-EC13-4534-ADAF-12E08055D2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9004F9-64E5-415C-8088-2862AAA3B7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B4AFEE8C-05C1-4265-9442-486FE10B327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69CE3F-0732-4D26-99B5-4C575A2F957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52A42BD3-AD37-47E9-9D38-69D1765ED9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13CBC6-A8D8-473C-BC11-D78B0CDE4D8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060F7616-97F4-4F70-88F5-E46730542AB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AD9D2E-F2B7-43BD-B068-C0ACAFFDA14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070BA015-7E85-4CC3-A71A-FAA807A15A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75</a:t>
            </a:r>
          </a:p>
        </p:txBody>
      </p:sp>
    </p:spTree>
    <p:extLst>
      <p:ext uri="{BB962C8B-B14F-4D97-AF65-F5344CB8AC3E}">
        <p14:creationId xmlns:p14="http://schemas.microsoft.com/office/powerpoint/2010/main" val="1286223322"/>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6B82C3-D1D1-4DD7-A402-5D01D0CC4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34E996-B8D2-4247-A70F-C061975AC0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78C667C-225E-48E6-BC63-8474DF80AE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39C914D0-B2A2-4662-B857-CAA39B15A1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EBBDC0-DD44-4FCC-ADD7-249A6790BFE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1EF84F73-679F-4F32-AA96-0495CC24E32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81AA7A-21B3-46B9-81BE-2104A96A89B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14A160B9-6192-4AAA-83D0-CE977DB9B25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3AF3FC-1888-49D4-AEA1-7BD974AE55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BD95CB4D-B75B-43C9-AE1A-4804C09F8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76</a:t>
            </a:r>
          </a:p>
        </p:txBody>
      </p:sp>
    </p:spTree>
    <p:extLst>
      <p:ext uri="{BB962C8B-B14F-4D97-AF65-F5344CB8AC3E}">
        <p14:creationId xmlns:p14="http://schemas.microsoft.com/office/powerpoint/2010/main" val="333657363"/>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5BBCC-12CC-419E-832E-C5EBE1333D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654AF7-0240-45AA-BD88-E967A8D4F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44DD8A-AE30-4E57-8114-7B7966B963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92CD96E6-43F3-474C-9A07-195797F24F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99796B-D1CA-46EB-BB94-FABAF19A84B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18C44824-C4B8-4B7A-9205-0D5E7AF02A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7DE3DE-2879-44AE-B5A8-E26F1326A40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11655563-67DB-4E91-A848-A8EF4BDC3C3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CA7104-F5AD-4F0D-9ECB-331827F23AA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831F44D2-0AA6-4602-9F77-BE1525E8E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77</a:t>
            </a:r>
          </a:p>
        </p:txBody>
      </p:sp>
    </p:spTree>
    <p:extLst>
      <p:ext uri="{BB962C8B-B14F-4D97-AF65-F5344CB8AC3E}">
        <p14:creationId xmlns:p14="http://schemas.microsoft.com/office/powerpoint/2010/main" val="106843052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F74927-5A75-4633-8B6B-FD631DCA8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257E64-7434-4ED4-955E-46EDD5D60E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7B2438-2B82-4348-9091-810421D044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F2F555F4-3A3B-4A00-AF30-1B26B3B19B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F86350-CDFE-4823-93C4-2649DA008A7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31FC5BA8-E418-4BC6-97F7-83FBBDC089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01D889-3F61-49B7-800F-52894FEF105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3725C348-D472-4221-8251-D9A4AA6BD95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A6BE89-E255-4089-9FEB-09FBC4B1B8F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92E22888-0554-44D2-8666-25891147C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78</a:t>
            </a:r>
          </a:p>
        </p:txBody>
      </p:sp>
    </p:spTree>
    <p:extLst>
      <p:ext uri="{BB962C8B-B14F-4D97-AF65-F5344CB8AC3E}">
        <p14:creationId xmlns:p14="http://schemas.microsoft.com/office/powerpoint/2010/main" val="5114148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2026-10-20T18:00:21.2090000Z</dcterms:created>
  <dcterms:modified xsi:type="dcterms:W3CDTF">2026-10-20T18:00:21.2090000Z</dcterms:modified>
  <dc:description>patched-20261030</dc:description>
</coreProperties>
</file>