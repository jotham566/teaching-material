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ec323bdb34616" /><Relationship Type="http://schemas.openxmlformats.org/officeDocument/2006/relationships/extended-properties" Target="/docProps/app.xml" Id="R47ff23f7e84543c4" /><Relationship Type="http://schemas.openxmlformats.org/officeDocument/2006/relationships/officeDocument" Target="/ppt/presentation.xml" Id="R4dab488c89c84308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6817f101d6f5411f"/>
  </p:sldMasterIdLst>
  <p:notesMasterIdLst>
    <p:notesMasterId r:id="Reb5506c44a8041f1"/>
  </p:notesMasterIdLst>
  <p:sldIdLst>
    <p:sldId id="256" r:id="R22bcf343e97f42f6"/>
    <p:sldId id="257" r:id="R4af27f37f0a44b38"/>
    <p:sldId id="258" r:id="R3efcbf38ebc34df9"/>
    <p:sldId id="259" r:id="R45428250c139439d"/>
    <p:sldId id="260" r:id="Rf12312bd453548d3"/>
    <p:sldId id="261" r:id="R5f185ed2b69545eb"/>
    <p:sldId id="262" r:id="R2ef7f386c25049e4"/>
    <p:sldId id="263" r:id="R4d6267d57bbb436a"/>
    <p:sldId id="264" r:id="R363ae83dfe9d4d11"/>
    <p:sldId id="265" r:id="Reb136a52effe4b0c"/>
    <p:sldId id="266" r:id="R5179aebf51ee4721"/>
    <p:sldId id="267" r:id="Raeea41e91ff94530"/>
    <p:sldId id="268" r:id="R095d80438e7c4bf2"/>
    <p:sldId id="269" r:id="R753e8a50d30e41a9"/>
    <p:sldId id="270" r:id="R50ee304c2fb84166"/>
    <p:sldId id="271" r:id="R7b8ce9a2e40f4fab"/>
    <p:sldId id="272" r:id="Rb00d49283e704c9a"/>
    <p:sldId id="273" r:id="Rb4651fd5d981404e"/>
    <p:sldId id="274" r:id="R7714d196372f46a4"/>
    <p:sldId id="275" r:id="Rd45edbdd624a45c9"/>
    <p:sldId id="276" r:id="R146288212a0e49af"/>
    <p:sldId id="277" r:id="R3f567d13b7754e27"/>
    <p:sldId id="278" r:id="Rf18f604d3f824a6f"/>
    <p:sldId id="279" r:id="R9ecbe594cbfc4c05"/>
  </p:sldIdLst>
  <p:sldSz cx="12192000" cy="6858000"/>
  <p:notesSz cx="6858000" cy="9144000"/>
  <p:custShowLst>
    <p:custShow name="Core teaching" id="1">
      <p:sldLst>
        <p:sld r:id="R22bcf343e97f42f6"/>
        <p:sld r:id="R4af27f37f0a44b38"/>
        <p:sld r:id="R3efcbf38ebc34df9"/>
        <p:sld r:id="R45428250c139439d"/>
        <p:sld r:id="Rf12312bd453548d3"/>
        <p:sld r:id="R5f185ed2b69545eb"/>
        <p:sld r:id="R2ef7f386c25049e4"/>
        <p:sld r:id="R4d6267d57bbb436a"/>
        <p:sld r:id="R363ae83dfe9d4d11"/>
        <p:sld r:id="Reb136a52effe4b0c"/>
        <p:sld r:id="R5179aebf51ee4721"/>
        <p:sld r:id="Raeea41e91ff94530"/>
        <p:sld r:id="R095d80438e7c4bf2"/>
        <p:sld r:id="R753e8a50d30e41a9"/>
        <p:sld r:id="R50ee304c2fb84166"/>
        <p:sld r:id="R7b8ce9a2e40f4fab"/>
        <p:sld r:id="Rb00d49283e704c9a"/>
        <p:sld r:id="Rb4651fd5d981404e"/>
        <p:sld r:id="R7714d196372f46a4"/>
        <p:sld r:id="Rd45edbdd624a45c9"/>
      </p:sldLst>
    </p:custShow>
  </p:custShow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75fddcd5a147c0" /><Relationship Type="http://schemas.openxmlformats.org/officeDocument/2006/relationships/slideMaster" Target="/ppt/slideMasters/slideMaster1.xml" Id="R6817f101d6f5411f" /><Relationship Type="http://schemas.openxmlformats.org/officeDocument/2006/relationships/notesMaster" Target="/ppt/notesMasters/notesMaster1.xml" Id="Reb5506c44a8041f1" /><Relationship Type="http://schemas.openxmlformats.org/officeDocument/2006/relationships/presProps" Target="/ppt/presProps.xml" Id="R5a4bf4bf24aa46b1" /><Relationship Type="http://schemas.openxmlformats.org/officeDocument/2006/relationships/tableStyles" Target="/ppt/tableStyles.xml" Id="R8cb97613462e4b1d" /><Relationship Type="http://schemas.openxmlformats.org/officeDocument/2006/relationships/slide" Target="/ppt/slides/slide1.xml" Id="R22bcf343e97f42f6" /><Relationship Type="http://schemas.openxmlformats.org/officeDocument/2006/relationships/slide" Target="/ppt/slides/slide2.xml" Id="R4af27f37f0a44b38" /><Relationship Type="http://schemas.openxmlformats.org/officeDocument/2006/relationships/slide" Target="/ppt/slides/slide3.xml" Id="R3efcbf38ebc34df9" /><Relationship Type="http://schemas.openxmlformats.org/officeDocument/2006/relationships/slide" Target="/ppt/slides/slide4.xml" Id="R45428250c139439d" /><Relationship Type="http://schemas.openxmlformats.org/officeDocument/2006/relationships/slide" Target="/ppt/slides/slide5.xml" Id="Rf12312bd453548d3" /><Relationship Type="http://schemas.openxmlformats.org/officeDocument/2006/relationships/slide" Target="/ppt/slides/slide6.xml" Id="R5f185ed2b69545eb" /><Relationship Type="http://schemas.openxmlformats.org/officeDocument/2006/relationships/slide" Target="/ppt/slides/slide7.xml" Id="R2ef7f386c25049e4" /><Relationship Type="http://schemas.openxmlformats.org/officeDocument/2006/relationships/slide" Target="/ppt/slides/slide8.xml" Id="R4d6267d57bbb436a" /><Relationship Type="http://schemas.openxmlformats.org/officeDocument/2006/relationships/slide" Target="/ppt/slides/slide9.xml" Id="R363ae83dfe9d4d11" /><Relationship Type="http://schemas.openxmlformats.org/officeDocument/2006/relationships/slide" Target="/ppt/slides/slide10.xml" Id="Reb136a52effe4b0c" /><Relationship Type="http://schemas.openxmlformats.org/officeDocument/2006/relationships/slide" Target="/ppt/slides/slide11.xml" Id="R5179aebf51ee4721" /><Relationship Type="http://schemas.openxmlformats.org/officeDocument/2006/relationships/slide" Target="/ppt/slides/slide12.xml" Id="Raeea41e91ff94530" /><Relationship Type="http://schemas.openxmlformats.org/officeDocument/2006/relationships/slide" Target="/ppt/slides/slide13.xml" Id="R095d80438e7c4bf2" /><Relationship Type="http://schemas.openxmlformats.org/officeDocument/2006/relationships/slide" Target="/ppt/slides/slide14.xml" Id="R753e8a50d30e41a9" /><Relationship Type="http://schemas.openxmlformats.org/officeDocument/2006/relationships/slide" Target="/ppt/slides/slide15.xml" Id="R50ee304c2fb84166" /><Relationship Type="http://schemas.openxmlformats.org/officeDocument/2006/relationships/slide" Target="/ppt/slides/slide16.xml" Id="R7b8ce9a2e40f4fab" /><Relationship Type="http://schemas.openxmlformats.org/officeDocument/2006/relationships/slide" Target="/ppt/slides/slide17.xml" Id="Rb00d49283e704c9a" /><Relationship Type="http://schemas.openxmlformats.org/officeDocument/2006/relationships/slide" Target="/ppt/slides/slide18.xml" Id="Rb4651fd5d981404e" /><Relationship Type="http://schemas.openxmlformats.org/officeDocument/2006/relationships/slide" Target="/ppt/slides/slide19.xml" Id="R7714d196372f46a4" /><Relationship Type="http://schemas.openxmlformats.org/officeDocument/2006/relationships/slide" Target="/ppt/slides/slide20.xml" Id="Rd45edbdd624a45c9" /><Relationship Type="http://schemas.openxmlformats.org/officeDocument/2006/relationships/slide" Target="/ppt/slides/slide21.xml" Id="R146288212a0e49af" /><Relationship Type="http://schemas.openxmlformats.org/officeDocument/2006/relationships/slide" Target="/ppt/slides/slide22.xml" Id="R3f567d13b7754e27" /><Relationship Type="http://schemas.openxmlformats.org/officeDocument/2006/relationships/slide" Target="/ppt/slides/slide23.xml" Id="Rf18f604d3f824a6f" /><Relationship Type="http://schemas.openxmlformats.org/officeDocument/2006/relationships/slide" Target="/ppt/slides/slide24.xml" Id="R9ecbe594cbfc4c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3eaeb54826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76fd448b24586" /><Relationship Type="http://schemas.openxmlformats.org/officeDocument/2006/relationships/notesMaster" Target="/ppt/notesMasters/notesMaster1.xml" Id="Rea7cd7b1fa0c40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ef5033b92d4bf1" /><Relationship Type="http://schemas.openxmlformats.org/officeDocument/2006/relationships/notesMaster" Target="/ppt/notesMasters/notesMaster1.xml" Id="Rd61f2101233c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d8b1d0d3e84d0e" /><Relationship Type="http://schemas.openxmlformats.org/officeDocument/2006/relationships/notesMaster" Target="/ppt/notesMasters/notesMaster1.xml" Id="R48b4ac778b3f4d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8c673e3b484b4d" /><Relationship Type="http://schemas.openxmlformats.org/officeDocument/2006/relationships/notesMaster" Target="/ppt/notesMasters/notesMaster1.xml" Id="R72618a57b10746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ecc2c3e66a48cf" /><Relationship Type="http://schemas.openxmlformats.org/officeDocument/2006/relationships/notesMaster" Target="/ppt/notesMasters/notesMaster1.xml" Id="R4a14016d83bc4f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fe3e4ca9bb4fd3" /><Relationship Type="http://schemas.openxmlformats.org/officeDocument/2006/relationships/notesMaster" Target="/ppt/notesMasters/notesMaster1.xml" Id="R4989d35de95941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627f25063047dc" /><Relationship Type="http://schemas.openxmlformats.org/officeDocument/2006/relationships/notesMaster" Target="/ppt/notesMasters/notesMaster1.xml" Id="Rc21aa7fcee544e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38d6534191466b" /><Relationship Type="http://schemas.openxmlformats.org/officeDocument/2006/relationships/notesMaster" Target="/ppt/notesMasters/notesMaster1.xml" Id="Rf9fa50eeb68f4d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b20be92bcf4b72" /><Relationship Type="http://schemas.openxmlformats.org/officeDocument/2006/relationships/notesMaster" Target="/ppt/notesMasters/notesMaster1.xml" Id="R4ada6d01f4c44c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0ebc918324e03" /><Relationship Type="http://schemas.openxmlformats.org/officeDocument/2006/relationships/notesMaster" Target="/ppt/notesMasters/notesMaster1.xml" Id="R7796445e12fb4c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504e11103144fa" /><Relationship Type="http://schemas.openxmlformats.org/officeDocument/2006/relationships/notesMaster" Target="/ppt/notesMasters/notesMaster1.xml" Id="R7a67a6df3b734d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562ecc705a4433" /><Relationship Type="http://schemas.openxmlformats.org/officeDocument/2006/relationships/notesMaster" Target="/ppt/notesMasters/notesMaster1.xml" Id="R378120dd7d554cd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4bb4791de5439e" /><Relationship Type="http://schemas.openxmlformats.org/officeDocument/2006/relationships/notesMaster" Target="/ppt/notesMasters/notesMaster1.xml" Id="R846311e4633946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a589153aee347ea" /><Relationship Type="http://schemas.openxmlformats.org/officeDocument/2006/relationships/notesMaster" Target="/ppt/notesMasters/notesMaster1.xml" Id="Rdb9c1e1397b44a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1b0dd02ded4891" /><Relationship Type="http://schemas.openxmlformats.org/officeDocument/2006/relationships/notesMaster" Target="/ppt/notesMasters/notesMaster1.xml" Id="R6c98fae82ff740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323858a28e4b8f" /><Relationship Type="http://schemas.openxmlformats.org/officeDocument/2006/relationships/notesMaster" Target="/ppt/notesMasters/notesMaster1.xml" Id="R8340b827e12f45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4729722f2e04896" /><Relationship Type="http://schemas.openxmlformats.org/officeDocument/2006/relationships/notesMaster" Target="/ppt/notesMasters/notesMaster1.xml" Id="R82417738a3694a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7322a6fa2534ca5" /><Relationship Type="http://schemas.openxmlformats.org/officeDocument/2006/relationships/notesMaster" Target="/ppt/notesMasters/notesMaster1.xml" Id="Rd1bdb6a700364e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4c6da52d15c40ab" /><Relationship Type="http://schemas.openxmlformats.org/officeDocument/2006/relationships/notesMaster" Target="/ppt/notesMasters/notesMaster1.xml" Id="Rffccb25b040249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bccf15feb841a3" /><Relationship Type="http://schemas.openxmlformats.org/officeDocument/2006/relationships/notesMaster" Target="/ppt/notesMasters/notesMaster1.xml" Id="R1cb179367b4c41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179ebe6dd024a9b" /><Relationship Type="http://schemas.openxmlformats.org/officeDocument/2006/relationships/notesMaster" Target="/ppt/notesMasters/notesMaster1.xml" Id="Rd3c241c8ca3e440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dde7b246ef247ef" /><Relationship Type="http://schemas.openxmlformats.org/officeDocument/2006/relationships/notesMaster" Target="/ppt/notesMasters/notesMaster1.xml" Id="R5ebfecbc6dde46f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4890f40039148bd" /><Relationship Type="http://schemas.openxmlformats.org/officeDocument/2006/relationships/notesMaster" Target="/ppt/notesMasters/notesMaster1.xml" Id="Rb424aa29258445c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96b804d2bb0431c" /><Relationship Type="http://schemas.openxmlformats.org/officeDocument/2006/relationships/notesMaster" Target="/ppt/notesMasters/notesMaster1.xml" Id="R88edaba92af748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I will ask: What evidence would support restarting after restricted-data disclosure? I will record the learner’s explanation before showing the answer. Containment, cause investigation, corrected controls, passed tests and an authorised restart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support restarting after restricted-data disclosure?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Containment, cause investigation, corrected controls, passed tests and an authorised restart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What evidence would support restarting after restricted-data disclosure? A supported answer should establish: Containment, cause investigation, corrected controls, passed tests and an authorised restart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Recall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without showing the prior result. Containment, cause investigation, corrected controls, passed tests and an authorised restart decision. Invite a reason, then connect the answer to today’s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support restarting after restricted-data disclosure?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Containment, cause investigation, corrected controls, passed tests and an authorised restart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What evidence would support restarting after restricted-data disclosure? A supported answer should establish: Containment, cause investigation, corrected controls, passed tests and an authorised restart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What AI-native means for this firm.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this as a working course definition, not a formal standard or a claim that every process needs AI. Ask what has changed in the learner’s understanding since Session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distinguish the firm from individual chatbot users?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Shared sources, repeatable workflows, responsibilities, evaluation and maintained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What would distinguish the firm from individual chatbot users? A supported answer should establish: Shared sources, repeatable workflows, responsibilities, evaluation and maintained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connected learning journey.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the path from task understanding to model behaviour, data preparation, retrieval, legal and tax use, agents and governance. Ask the learner to explain one connection in her own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Why did we prepare information before building the assistant?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system depends on relevant, reliable and permitted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Why did we prepare information before building the assistant? A supported answer should establish: The system depends on relevant, reliable and permitted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Comparing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Discuss trade-offs. The most impressive demonstration may not be the best first investment.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missing condition should block a launch?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 owner, no permitted data, no quality test or unresolved critical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Which missing condition should block a launch? A supported answer should establish: No owner, no permitted data, no quality test or unresolved critical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current and redesigned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current manual search, reading, drafting and partner review beside assisted retrieval, source-linked draft and qualified review. Mark the work that changes rather than assume all manual work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responsibility remains with the partner?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Professional judgement and the defined approval of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Which responsibility remains with the partner? A supported answer should establish: Professional judgement and the defined approval of advice.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measurable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2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Observe the current process before promising gains. Sampling should represent actual document types and difficult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can faster generation hide?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More verification, correction or exception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What can faster generation hide? A supported answer should establish: More verification, correction or exception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fictional capacity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comparison is a deliberately simple illustrative baseline. For forty tasks, a ten-minute difference releases four hundred minutes, or six hours forty minutes. Do not count it as an automatic cash saving.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be measured in the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Total time including review, correction, support and exceptions.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What should be measured in the pilot? A supported answer should establish: Total time including review, correction, support and exceptions.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When the benefit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This stress case connects quality to economics. Tool charges, setup, training and support would be additional considerations. All assumptions are fictional.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action would this evidence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Investigate quality and scope, revise the design or stop rather than claim productivity.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What action would this evidence support? A supported answer should establish: Investigate quality and scope, revise the design or stop rather than claim productivity.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Buy, configure or commission.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custom agent is not automatically more capable or economical. Ask a vendor to work on representative permitted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we request beyond a polished demo?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Reproducible tests, failures, review effort, operating cost and exit arrangements.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What should we request beyond a polished demo? A supported answer should establish: Reproducible tests, failures, review effort, operating cost and exit arrangements.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pilot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Agree responsibilities rather than create unnecessary committees. The partner needs a cross-functional view even if a small team combines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Who owns source freshness?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named information or knowledge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Who owns source freshness? A supported answer should establish: The named information or knowledge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Staff adoption and professional development.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AI adoption can affect supervision, junior learning and incentives. The firm should decide how staff retain domain skills and learn to challenge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make staff avoid the approved process?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Poor fit, access friction, unclear expectations or no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What would make staff avoid the approved process? A supported answer should establish: Poor fit, access friction, unclear expectations or no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Efficiency and service redesign.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Avoid claiming that billable time released becomes revenue automatically. Discuss how the firm will use capacity and maintain service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Who makes the pricing or disclosure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responsible partners using applicable professional and contractual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Who makes the pricing or disclosure decision? A supported answer should establish: The responsible partners using applicable professional and contractual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staged adoption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stages depend on evidence and agreed dates. They are not an unconditional thirty-day deployment promise.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permits expansion?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Quality, access, operational performance and user adoption under the proposed wider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What evidence permits expansion? A supported answer should establish: Quality, access, operational performance and user adoption under the proposed wider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first 90-day discussion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relative dates because no kickoff date or firm owner is agreed. Convert these into actual names and dates with the learner. Day 90 is a decision point, not an automatic expansion.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you do if data preparation takes longer?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Revise the plan and scope rather than skip source and access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What would you do if data preparation takes longer? A supported answer should establish: Revise the plan and scope rather than skip source and access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partner-ready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Complete a short proposal together from decisions made during the course. The learner should be able to explain it without relying on AI buzzwords.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another partner need to approve?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bounded purpose, resources, responsibilities, evidence plan and risk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What would another partner need to approve? A supported answer should establish: A bounded purpose, resources, responsibilities, evidence plan and risk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Our in-class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run-sheet. I demonstrate the first example; the learner predicts, chooses evidence and checks the changed example. Save actual outputs or mark the step unexecuted.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Before we begin: Repeat the diagnostic using the alternate facts, without displaying the model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pilot needs a bounded problem, representative evidence, acceptance tests, resources, owners and a review decision. Time released is not automatically cash saved. State what evidence would justify expansion or stopping.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Before we begin: Repeat the diagnostic using the alternate facts, without displaying the model answers. A supported answer should establish: A pilot needs a bounded problem, representative evidence, acceptance tests, resources, owners and a review decision. Time released is not automatically cash saved. State what evidence would justify expansion or stopping.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What we can conclude.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Have the learner explain the conclusion before I summarise it. Compare the actual result with the model answer and preserve unresolved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part of today’s result remains unverified?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classroom proposal is not production approval; proposed roles and dates require the firm’s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Which part of today’s result remains unverified? A supported answer should establish: A classroom proposal is not production approval; proposed roles and dates require the firm’s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firm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Record a proposed owner and one condition before proceeding. This is a class decision record, not firm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change this proposed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Prepare one proposal for firm review, with conditions and a next decision date.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What evidence would change this proposed decision? A supported answer should establish: Prepare one proposal for firm review, with conditions and a next decision date.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Check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these changed-fact questions before opening the answer key. Do not expand with a critical failure. Revise the design or stop if total effort/value is worse. Named firm authorities decide scope and permissions after additional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pilot that fails its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Do not expand with a critical failure. Revise the design or stop if total effort/value is worse. Named firm authorities decide scope and permissions after additional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A pilot that fails its test A supported answer should establish: Do not expand with a critical failure. Revise the design or stop if total effort/value is worse. Named firm authorities decide scope and permissions after additional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Keep the proposal and the decision record for the firm’s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good experiment is valuable evidence. Organisational adoption adds support, training, source management and a decision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must survive when the original user is absent?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Usable instructions, sources, review responsibility and operational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What must survive when the original user is absent? A supported answer should establish: Usable instructions, sources, review responsibility and operational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Choose one primary scope rather than launch all three at once. The course has shown how the mechanisms connect, not established that all are ready for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candidate has the clearest first quality test?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Use accessible evidence and a result a qualified person can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Released minutes are cash savings. I will clarify: Separate capacity, demand, avoidable cost and actual revenue effects. Then return to this slide’s question: Which candidate has the clearest first quality test? A supported answer should establish: Use accessible evidence and a result a qualified person can 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Each material change can invalidate assumptions. Define what triggers retesting, approval and updated staff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happen before adding live filing authority?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separate authority, integration, risk and evaluation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good demo justifies expansion. I will clarify: Use representative cases, costs, access failures and the stress scenario. Then return to this slide’s question: What should happen before adding live filing authority? A supported answer should establish: A separate authority, integration, risk and evaluation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What would justify starting, revising or stopping the firm’s first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Offer these as future depth based on interest. The current course establishes conceptual understanding and an implementation path, not independent production engineering competence.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deeper area would help the selected pilot?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Choose based on the actual capability gap, not terminology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Day90 means automatic deployment. I will clarify: Require an evidence-based expand, revise or stop decision and actual firm approval. Then return to this slide’s question: Which deeper area would help the selected pilot? A supported answer should establish: Choose based on the actual capability gap, not terminology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055e63656e4f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a7d99338146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113b27c1e4a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f6884da4e48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4a266468e344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09165f39246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0FBC7E-5CB2-4DAA-8613-485A3A531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9B48A8-F4C6-4999-A000-F8F6D660989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2AFCAB-3311-4AE4-A708-95ED5E301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5BA117-42CD-4739-AF2D-2550629521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F1C3D92-785E-404A-BA1E-613441DEA9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3A7A28C-3035-4260-9174-DDF582BD5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E30B7F-9F04-4E71-B46D-6DBAFFF17B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1591479-987F-4CF2-91DA-C621A430F7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3B1FEC-C413-4A71-9B3B-1A96AAF36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DDB7CD-B79D-47FF-BD36-A01A58D7CE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ce626e04e4123" /><Relationship Type="http://schemas.openxmlformats.org/officeDocument/2006/relationships/slideLayout" Target="/ppt/slideLayouts/slideLayout1.xml" Id="Rab46ec98b9c14b8c" /><Relationship Type="http://schemas.openxmlformats.org/officeDocument/2006/relationships/slideLayout" Target="/ppt/slideLayouts/slideLayout2.xml" Id="Rfbb80a8ee1434af2" /><Relationship Type="http://schemas.openxmlformats.org/officeDocument/2006/relationships/slideLayout" Target="/ppt/slideLayouts/slideLayout3.xml" Id="R3e595b9e0a2041b4" /><Relationship Type="http://schemas.openxmlformats.org/officeDocument/2006/relationships/slideLayout" Target="/ppt/slideLayouts/slideLayout4.xml" Id="R5ebf22cd98314be5" /><Relationship Type="http://schemas.openxmlformats.org/officeDocument/2006/relationships/slideLayout" Target="/ppt/slideLayouts/slideLayout5.xml" Id="Ra05fd1bf26ea46b3" /><Relationship Type="http://schemas.openxmlformats.org/officeDocument/2006/relationships/slideLayout" Target="/ppt/slideLayouts/slideLayout6.xml" Id="Re66ee10690474d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6ec98b9c14b8c"/>
    <p:sldLayoutId xmlns:r="http://schemas.openxmlformats.org/officeDocument/2006/relationships" id="2147483650" r:id="Rfbb80a8ee1434af2"/>
    <p:sldLayoutId xmlns:r="http://schemas.openxmlformats.org/officeDocument/2006/relationships" id="2147483651" r:id="R3e595b9e0a2041b4"/>
    <p:sldLayoutId xmlns:r="http://schemas.openxmlformats.org/officeDocument/2006/relationships" id="2147483652" r:id="R5ebf22cd98314be5"/>
    <p:sldLayoutId xmlns:r="http://schemas.openxmlformats.org/officeDocument/2006/relationships" id="2147483653" r:id="Ra05fd1bf26ea46b3"/>
    <p:sldLayoutId xmlns:r="http://schemas.openxmlformats.org/officeDocument/2006/relationships" id="2147483654" r:id="Re66ee10690474d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950db6506f4d89" /><Relationship Type="http://schemas.openxmlformats.org/officeDocument/2006/relationships/notesSlide" Target="/ppt/notesSlides/notesSlide1.xml" Id="Rd84e1df33c1444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cd5cf55a644d9" /><Relationship Type="http://schemas.openxmlformats.org/officeDocument/2006/relationships/notesSlide" Target="/ppt/notesSlides/notesSlide2.xml" Id="R77b5fce51e304a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ef6d8ea8c049f1" /><Relationship Type="http://schemas.openxmlformats.org/officeDocument/2006/relationships/notesSlide" Target="/ppt/notesSlides/notesSlide3.xml" Id="Ra59c3e2965ba41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fee3e0d0049fc" /><Relationship Type="http://schemas.openxmlformats.org/officeDocument/2006/relationships/notesSlide" Target="/ppt/notesSlides/notesSlide4.xml" Id="Re244eef50a3e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1f0e74af54fa0" /><Relationship Type="http://schemas.openxmlformats.org/officeDocument/2006/relationships/notesSlide" Target="/ppt/notesSlides/notesSlide5.xml" Id="R1c575304b6ce4d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d0f04259e481e" /><Relationship Type="http://schemas.openxmlformats.org/officeDocument/2006/relationships/notesSlide" Target="/ppt/notesSlides/notesSlide6.xml" Id="R494ef9a1798047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bd4c7288f49c9" /><Relationship Type="http://schemas.openxmlformats.org/officeDocument/2006/relationships/notesSlide" Target="/ppt/notesSlides/notesSlide7.xml" Id="R6b42269d39d64b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8d1f9edb64fe5" /><Relationship Type="http://schemas.openxmlformats.org/officeDocument/2006/relationships/notesSlide" Target="/ppt/notesSlides/notesSlide8.xml" Id="R73cb53ff8c33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aecb1138b45f6" /><Relationship Type="http://schemas.openxmlformats.org/officeDocument/2006/relationships/notesSlide" Target="/ppt/notesSlides/notesSlide9.xml" Id="R96399c5fc73540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841d595bc6467f" /><Relationship Type="http://schemas.openxmlformats.org/officeDocument/2006/relationships/notesSlide" Target="/ppt/notesSlides/notesSlide10.xml" Id="R72a8ddfe30874d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0fe2aad99d46b0" /><Relationship Type="http://schemas.openxmlformats.org/officeDocument/2006/relationships/notesSlide" Target="/ppt/notesSlides/notesSlide11.xml" Id="R026f2bedf7634c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a01c352444d63" /><Relationship Type="http://schemas.openxmlformats.org/officeDocument/2006/relationships/notesSlide" Target="/ppt/notesSlides/notesSlide12.xml" Id="R7d4d779391af44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9195e3c2948f1" /><Relationship Type="http://schemas.openxmlformats.org/officeDocument/2006/relationships/notesSlide" Target="/ppt/notesSlides/notesSlide13.xml" Id="Rd2d1da99669549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1c8238a6654a0e" /><Relationship Type="http://schemas.openxmlformats.org/officeDocument/2006/relationships/notesSlide" Target="/ppt/notesSlides/notesSlide14.xml" Id="R73999208f9ac4c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54aca04d344b6" /><Relationship Type="http://schemas.openxmlformats.org/officeDocument/2006/relationships/notesSlide" Target="/ppt/notesSlides/notesSlide15.xml" Id="R9ccf14451c6c47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542dd4ddb444b" /><Relationship Type="http://schemas.openxmlformats.org/officeDocument/2006/relationships/notesSlide" Target="/ppt/notesSlides/notesSlide16.xml" Id="Rd23f88e340874a4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ae515c17ee4941" /><Relationship Type="http://schemas.openxmlformats.org/officeDocument/2006/relationships/notesSlide" Target="/ppt/notesSlides/notesSlide17.xml" Id="R944851280d344c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a70bf29cbc4dd5" /><Relationship Type="http://schemas.openxmlformats.org/officeDocument/2006/relationships/notesSlide" Target="/ppt/notesSlides/notesSlide18.xml" Id="R82836e33162645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3c0e26194457a" /><Relationship Type="http://schemas.openxmlformats.org/officeDocument/2006/relationships/notesSlide" Target="/ppt/notesSlides/notesSlide19.xml" Id="R533f7c365ea04a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a0623011440fd" /><Relationship Type="http://schemas.openxmlformats.org/officeDocument/2006/relationships/notesSlide" Target="/ppt/notesSlides/notesSlide20.xml" Id="R37d10862c52e4ac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c5944e50b14cda" /><Relationship Type="http://schemas.openxmlformats.org/officeDocument/2006/relationships/notesSlide" Target="/ppt/notesSlides/notesSlide21.xml" Id="R03eb0a7dab3f41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c0ed9e1054caf" /><Relationship Type="http://schemas.openxmlformats.org/officeDocument/2006/relationships/notesSlide" Target="/ppt/notesSlides/notesSlide22.xml" Id="Rc398ddb2d5c742a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51a60b168240df" /><Relationship Type="http://schemas.openxmlformats.org/officeDocument/2006/relationships/notesSlide" Target="/ppt/notesSlides/notesSlide23.xml" Id="Rc54d7f32de3f498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f0885628140d4" /><Relationship Type="http://schemas.openxmlformats.org/officeDocument/2006/relationships/notesSlide" Target="/ppt/notesSlides/notesSlide24.xml" Id="Ra5b2c5ebbb1c4f9c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Leading implementation and evaluating a pilot">
    <p:bg>
      <p:bgPr>
        <a:solidFill>
          <a:srgbClr val="1C314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396">
            <a:extLst>
              <a:ext uri="{FF2B5EF4-FFF2-40B4-BE49-F238E27FC236}">
                <ns2:creationId id="{05D214DA-A8E1-4A02-B9CA-50D73B9D2CC0}"/>
              </a:ext>
            </a:extLst>
          </p:cNvPr>
          <p:cNvSpPr>
            <a:spLocks noGrp="1"/>
          </p:cNvSpPr>
          <p:nvPr/>
        </p:nvSpPr>
        <p:spPr>
          <a:xfrm>
            <a:off x="619125" y="5905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3A087"/>
                </a:solidFill>
                <a:latin typeface="Calibri"/>
                <a:ea typeface="Calibri"/>
                <a:cs typeface="Calibri"/>
              </a:rPr>
              <a:t>SESSION 12</a:t>
            </a:r>
          </a:p>
        </p:txBody>
      </p:sp>
      <p:sp>
        <p:nvSpPr>
          <p:cNvPr id="2" name="text-397">
            <a:extLst>
              <a:ext uri="{FF2B5EF4-FFF2-40B4-BE49-F238E27FC236}">
                <ns2:creationId id="{3FD5B460-CF96-4E5E-B39F-CC635096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16764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Leading implementation and evaluating a pilot</a:t>
            </a:r>
          </a:p>
        </p:txBody>
      </p:sp>
      <p:sp>
        <p:nvSpPr>
          <p:cNvPr id="3" name="text-398">
            <a:extLst>
              <a:ext uri="{FF2B5EF4-FFF2-40B4-BE49-F238E27FC236}">
                <ns2:creationId id="{A0E9A425-FED5-4BD6-A1DF-F0C9455D8805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10382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What would justify starting, revising or stopping the firm’s first pilot?</a:t>
            </a:r>
          </a:p>
        </p:txBody>
      </p:sp>
      <p:sp>
        <p:nvSpPr>
          <p:cNvPr id="4" name="text-399">
            <a:extLst>
              <a:ext uri="{FF2B5EF4-FFF2-40B4-BE49-F238E27FC236}">
                <ns2:creationId id="{0FE6A7F0-85DE-4403-BBD3-883ABE783671}"/>
              </a:ext>
            </a:extLst>
          </p:cNvPr>
          <p:cNvSpPr>
            <a:spLocks noGrp="1"/>
          </p:cNvSpPr>
          <p:nvPr/>
        </p:nvSpPr>
        <p:spPr>
          <a:xfrm>
            <a:off x="619125" y="60102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Jotham Martin Wambi   KLAi Professional Learning</a:t>
            </a:r>
          </a:p>
        </p:txBody>
      </p:sp>
    </p:spTree>
    <p:extLst>
      <p:ext uri="{BB962C8B-B14F-4D97-AF65-F5344CB8AC3E}">
        <ns3:creationId val="494314250"/>
      </p:ext>
    </p:extLst>
  </p:cSld>
  <p:transition spd="med" advClick="1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ecall governan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400">
            <a:extLst>
              <a:ext uri="{FF2B5EF4-FFF2-40B4-BE49-F238E27FC236}">
                <ns2:creationId id="{4272CE85-EFD1-46F1-B46A-A4904DF59F7E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01">
            <a:extLst>
              <a:ext uri="{FF2B5EF4-FFF2-40B4-BE49-F238E27FC236}">
                <ns2:creationId id="{FCC5D15D-6481-44A3-B63C-71632F5A8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Recall governance</a:t>
            </a:r>
          </a:p>
        </p:txBody>
      </p:sp>
      <p:sp>
        <p:nvSpPr>
          <p:cNvPr id="4" name="text-403">
            <a:extLst>
              <a:ext uri="{FF2B5EF4-FFF2-40B4-BE49-F238E27FC236}">
                <ns2:creationId id="{5A81DDCD-F196-417B-95ED-E10BF4D2217C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RECALL SESSION 11</a:t>
            </a:r>
          </a:p>
        </p:txBody>
      </p:sp>
      <p:sp>
        <p:nvSpPr>
          <p:cNvPr id="5" name="text-404">
            <a:extLst>
              <a:ext uri="{FF2B5EF4-FFF2-40B4-BE49-F238E27FC236}">
                <ns2:creationId id="{FFBA8116-AE61-4FED-BD9E-1B214ECEBF75}"/>
              </a:ext>
            </a:extLst>
          </p:cNvPr>
          <p:cNvSpPr>
            <a:spLocks noGrp="1"/>
          </p:cNvSpPr>
          <p:nvPr/>
        </p:nvSpPr>
        <p:spPr>
          <a:xfrm>
            <a:off x="619125" y="2495550"/>
            <a:ext cx="10858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evidence would support restarting after restricted-data disclosure?</a:t>
            </a:r>
          </a:p>
        </p:txBody>
      </p:sp>
      <p:sp>
        <p:nvSpPr>
          <p:cNvPr id="6" name="text-405">
            <a:extLst>
              <a:ext uri="{FF2B5EF4-FFF2-40B4-BE49-F238E27FC236}">
                <ns2:creationId id="{D76AC005-2475-439A-AA4B-14D654C8E13E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TODAY’S QUESTION</a:t>
            </a:r>
          </a:p>
        </p:txBody>
      </p:sp>
      <p:sp>
        <p:nvSpPr>
          <p:cNvPr id="7" name="text-406">
            <a:extLst>
              <a:ext uri="{FF2B5EF4-FFF2-40B4-BE49-F238E27FC236}">
                <ns2:creationId id="{454AFCA0-4A1B-44CE-A3DA-50FCD4D8F84A}"/>
              </a:ext>
            </a:extLst>
          </p:cNvPr>
          <p:cNvSpPr>
            <a:spLocks noGrp="1"/>
          </p:cNvSpPr>
          <p:nvPr/>
        </p:nvSpPr>
        <p:spPr>
          <a:xfrm>
            <a:off x="619125" y="4362450"/>
            <a:ext cx="1085850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would justify starting, revising or stopping the firm’s first pilot?</a:t>
            </a:r>
          </a:p>
        </p:txBody>
      </p:sp>
      <p:sp>
        <p:nvSpPr>
          <p:cNvPr id="8" name="text-407">
            <a:extLst>
              <a:ext uri="{FF2B5EF4-FFF2-40B4-BE49-F238E27FC236}">
                <ns2:creationId id="{CAA3EE4E-2999-4D75-817A-CE2DD942BC1C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Result: A defensible pilot proposal and a comparison with the entry diagnostic.</a:t>
            </a:r>
          </a:p>
        </p:txBody>
      </p:sp>
      <p:sp>
        <p:nvSpPr>
          <p:cNvPr id="3" name="text-402">
            <a:extLst>
              <a:ext uri="{FF2B5EF4-FFF2-40B4-BE49-F238E27FC236}">
                <ns2:creationId id="{7A4E6FE4-46C5-4345-9B7D-36F517FEC2A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2</a:t>
            </a:r>
          </a:p>
        </p:txBody>
      </p:sp>
    </p:spTree>
    <p:extLst>
      <p:ext uri="{BB962C8B-B14F-4D97-AF65-F5344CB8AC3E}">
        <ns3:creationId val="1280044429"/>
      </p:ext>
    </p:extLst>
  </p:cSld>
  <p:transition spd="med" advClick="1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AI-native means for this fir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408">
            <a:extLst>
              <a:ext uri="{FF2B5EF4-FFF2-40B4-BE49-F238E27FC236}">
                <ns2:creationId id="{80DA2BBB-2D71-4A50-9A31-480FEC7AA493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09">
            <a:extLst>
              <a:ext uri="{FF2B5EF4-FFF2-40B4-BE49-F238E27FC236}">
                <ns2:creationId id="{46FA1B40-AAC1-47B2-80D6-CA4C96647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AI-native means for this firm</a:t>
            </a:r>
          </a:p>
        </p:txBody>
      </p:sp>
      <p:sp>
        <p:nvSpPr>
          <p:cNvPr id="4" name="text-411">
            <a:extLst>
              <a:ext uri="{FF2B5EF4-FFF2-40B4-BE49-F238E27FC236}">
                <ns2:creationId id="{EA9638A9-4D03-466A-8D85-078249DFEC7A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12">
            <a:extLst>
              <a:ext uri="{FF2B5EF4-FFF2-40B4-BE49-F238E27FC236}">
                <ns2:creationId id="{E0A60E7E-B0D5-463C-9D68-85D5693CC3C0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Work design deliberately includes suitable AI capabilities.</a:t>
            </a:r>
          </a:p>
        </p:txBody>
      </p:sp>
      <p:sp>
        <p:nvSpPr>
          <p:cNvPr id="6" name="text-413">
            <a:extLst>
              <a:ext uri="{FF2B5EF4-FFF2-40B4-BE49-F238E27FC236}">
                <ns2:creationId id="{C5D5766A-637D-4AE0-89D6-2656148AB536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14">
            <a:extLst>
              <a:ext uri="{FF2B5EF4-FFF2-40B4-BE49-F238E27FC236}">
                <ns2:creationId id="{1ACD2505-F0DC-4E2F-AB44-E9137D0A687B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Reliable information and clear responsibilities support the work.</a:t>
            </a:r>
          </a:p>
        </p:txBody>
      </p:sp>
      <p:sp>
        <p:nvSpPr>
          <p:cNvPr id="8" name="text-415">
            <a:extLst>
              <a:ext uri="{FF2B5EF4-FFF2-40B4-BE49-F238E27FC236}">
                <ns2:creationId id="{D27D3DE0-3595-4C3A-8EC1-87F1D5860096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416">
            <a:extLst>
              <a:ext uri="{FF2B5EF4-FFF2-40B4-BE49-F238E27FC236}">
                <ns2:creationId id="{3BFDFB46-FA24-41DF-95D6-AC14FB5EF1B0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Evidence guides adoption, change and expansion.</a:t>
            </a:r>
          </a:p>
        </p:txBody>
      </p:sp>
      <p:sp>
        <p:nvSpPr>
          <p:cNvPr id="3" name="text-410">
            <a:extLst>
              <a:ext uri="{FF2B5EF4-FFF2-40B4-BE49-F238E27FC236}">
                <ns2:creationId id="{08192D00-88E3-4041-8A0B-3D4FA0C81B5B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3</a:t>
            </a:r>
          </a:p>
        </p:txBody>
      </p:sp>
    </p:spTree>
    <p:extLst>
      <p:ext uri="{BB962C8B-B14F-4D97-AF65-F5344CB8AC3E}">
        <ns3:creationId val="709380598"/>
      </p:ext>
    </p:extLst>
  </p:cSld>
  <p:transition spd="med" advClick="1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The connected learning journe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2" name="reveal-04-arrow" descr="The connected learning journey">
            <a:extLst>
              <a:ext uri="{FF2B5EF4-FFF2-40B4-BE49-F238E27FC236}">
                <ns2:creationId id="{A41A8226-D0E3-468F-ABA9-C8975D6DA8A2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51094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1" name="reveal-03-arrow">
            <a:extLst>
              <a:ext uri="{FF2B5EF4-FFF2-40B4-BE49-F238E27FC236}">
                <ns2:creationId id="{E4A611A5-78A3-4B50-94EB-8245207E26CA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9312" y="3771900"/>
            <a:ext cx="333376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0" name="reveal-02-arrow">
            <a:extLst>
              <a:ext uri="{FF2B5EF4-FFF2-40B4-BE49-F238E27FC236}">
                <ns2:creationId id="{AE7C3E0F-0B5B-497A-A0E0-ADA060B18639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107531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4" name="text-417">
            <a:extLst>
              <a:ext uri="{FF2B5EF4-FFF2-40B4-BE49-F238E27FC236}">
                <ns2:creationId id="{CD617FBC-6182-40A1-AFFB-0C2FB474C48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18">
            <a:extLst>
              <a:ext uri="{FF2B5EF4-FFF2-40B4-BE49-F238E27FC236}">
                <ns2:creationId id="{56EBDCD3-9422-436F-8E15-BB8638A31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connected learning journey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83D6D00C-4D82-4575-9570-2B8CDA706C32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number">
            <a:extLst>
              <a:ext uri="{FF2B5EF4-FFF2-40B4-BE49-F238E27FC236}">
                <ns2:creationId id="{A336AD30-A5DA-4C0C-9E62-EB1E09D19830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veal-01-label">
            <a:extLst>
              <a:ext uri="{FF2B5EF4-FFF2-40B4-BE49-F238E27FC236}">
                <ns2:creationId id="{7C433ECE-0C5C-4636-8A24-DC782AE381E2}"/>
              </a:ext>
            </a:extLst>
          </p:cNvPr>
          <p:cNvSpPr>
            <a:spLocks noGrp="1"/>
          </p:cNvSpPr>
          <p:nvPr/>
        </p:nvSpPr>
        <p:spPr>
          <a:xfrm>
            <a:off x="771525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Understand</a:t>
            </a:r>
          </a:p>
        </p:txBody>
      </p:sp>
      <p:sp>
        <p:nvSpPr>
          <p:cNvPr id="7" name="reveal-01-detail">
            <a:extLst>
              <a:ext uri="{FF2B5EF4-FFF2-40B4-BE49-F238E27FC236}">
                <ns2:creationId id="{DC1F4869-D3C8-4D64-A3ED-55973A8D0982}"/>
              </a:ext>
            </a:extLst>
          </p:cNvPr>
          <p:cNvSpPr>
            <a:spLocks noGrp="1"/>
          </p:cNvSpPr>
          <p:nvPr/>
        </p:nvSpPr>
        <p:spPr>
          <a:xfrm>
            <a:off x="771525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Task and model</a:t>
            </a:r>
          </a:p>
        </p:txBody>
      </p:sp>
      <p:sp>
        <p:nvSpPr>
          <p:cNvPr id="8" name="reveal-02-stage">
            <a:extLst>
              <a:ext uri="{FF2B5EF4-FFF2-40B4-BE49-F238E27FC236}">
                <ns2:creationId id="{A3D50C3D-8EEC-4067-B213-387C0F9B8F92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40906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2-number">
            <a:extLst>
              <a:ext uri="{FF2B5EF4-FFF2-40B4-BE49-F238E27FC236}">
                <ns2:creationId id="{FDB32626-4A21-4D47-A823-6F0D500624C6}"/>
              </a:ext>
            </a:extLst>
          </p:cNvPr>
          <p:cNvSpPr>
            <a:spLocks noGrp="1"/>
          </p:cNvSpPr>
          <p:nvPr/>
        </p:nvSpPr>
        <p:spPr>
          <a:xfrm>
            <a:off x="3440906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reveal-02-label">
            <a:extLst>
              <a:ext uri="{FF2B5EF4-FFF2-40B4-BE49-F238E27FC236}">
                <ns2:creationId id="{6BFA0C67-BC29-43B7-A92C-2A8DAAABB24A}"/>
              </a:ext>
            </a:extLst>
          </p:cNvPr>
          <p:cNvSpPr>
            <a:spLocks noGrp="1"/>
          </p:cNvSpPr>
          <p:nvPr/>
        </p:nvSpPr>
        <p:spPr>
          <a:xfrm>
            <a:off x="3593306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1" name="reveal-02-detail">
            <a:extLst>
              <a:ext uri="{FF2B5EF4-FFF2-40B4-BE49-F238E27FC236}">
                <ns2:creationId id="{67B67623-44B2-488C-BC30-5CEFB2FBF322}"/>
              </a:ext>
            </a:extLst>
          </p:cNvPr>
          <p:cNvSpPr>
            <a:spLocks noGrp="1"/>
          </p:cNvSpPr>
          <p:nvPr/>
        </p:nvSpPr>
        <p:spPr>
          <a:xfrm>
            <a:off x="3593306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Information and search</a:t>
            </a:r>
          </a:p>
        </p:txBody>
      </p:sp>
      <p:sp>
        <p:nvSpPr>
          <p:cNvPr id="12" name="reveal-03-stage">
            <a:extLst>
              <a:ext uri="{FF2B5EF4-FFF2-40B4-BE49-F238E27FC236}">
                <ns2:creationId id="{2D5D1C00-4587-4B83-BFD7-9C18F84B654E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3" name="reveal-03-number">
            <a:extLst>
              <a:ext uri="{FF2B5EF4-FFF2-40B4-BE49-F238E27FC236}">
                <ns2:creationId id="{DFA27495-E892-42A9-AB53-942993471880}"/>
              </a:ext>
            </a:extLst>
          </p:cNvPr>
          <p:cNvSpPr>
            <a:spLocks noGrp="1"/>
          </p:cNvSpPr>
          <p:nvPr/>
        </p:nvSpPr>
        <p:spPr>
          <a:xfrm>
            <a:off x="6262688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reveal-03-label">
            <a:extLst>
              <a:ext uri="{FF2B5EF4-FFF2-40B4-BE49-F238E27FC236}">
                <ns2:creationId id="{E9FA10A3-6126-4EFC-856D-EC03093F829C}"/>
              </a:ext>
            </a:extLst>
          </p:cNvPr>
          <p:cNvSpPr>
            <a:spLocks noGrp="1"/>
          </p:cNvSpPr>
          <p:nvPr/>
        </p:nvSpPr>
        <p:spPr>
          <a:xfrm>
            <a:off x="6415088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Apply</a:t>
            </a:r>
          </a:p>
        </p:txBody>
      </p:sp>
      <p:sp>
        <p:nvSpPr>
          <p:cNvPr id="15" name="reveal-03-detail">
            <a:extLst>
              <a:ext uri="{FF2B5EF4-FFF2-40B4-BE49-F238E27FC236}">
                <ns2:creationId id="{9BEBFB67-C3CA-48AA-A950-1EB8086ABBC0}"/>
              </a:ext>
            </a:extLst>
          </p:cNvPr>
          <p:cNvSpPr>
            <a:spLocks noGrp="1"/>
          </p:cNvSpPr>
          <p:nvPr/>
        </p:nvSpPr>
        <p:spPr>
          <a:xfrm>
            <a:off x="6415088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Legal and tax work</a:t>
            </a:r>
          </a:p>
        </p:txBody>
      </p:sp>
      <p:sp>
        <p:nvSpPr>
          <p:cNvPr id="16" name="reveal-04-stage">
            <a:extLst>
              <a:ext uri="{FF2B5EF4-FFF2-40B4-BE49-F238E27FC236}">
                <ns2:creationId id="{F9EF376D-DC6F-425E-A471-6A6EC3B09C87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84469" y="2762250"/>
            <a:ext cx="2488406" cy="201930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17" name="reveal-04-number">
            <a:extLst>
              <a:ext uri="{FF2B5EF4-FFF2-40B4-BE49-F238E27FC236}">
                <ns2:creationId id="{8B0928C1-D7F9-4D2D-8835-D5270A3C38D7}"/>
              </a:ext>
            </a:extLst>
          </p:cNvPr>
          <p:cNvSpPr>
            <a:spLocks noGrp="1"/>
          </p:cNvSpPr>
          <p:nvPr/>
        </p:nvSpPr>
        <p:spPr>
          <a:xfrm>
            <a:off x="9084469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reveal-04-label">
            <a:extLst>
              <a:ext uri="{FF2B5EF4-FFF2-40B4-BE49-F238E27FC236}">
                <ns2:creationId id="{E9B83C01-BC42-4245-A272-042069020BA8}"/>
              </a:ext>
            </a:extLst>
          </p:cNvPr>
          <p:cNvSpPr>
            <a:spLocks noGrp="1"/>
          </p:cNvSpPr>
          <p:nvPr/>
        </p:nvSpPr>
        <p:spPr>
          <a:xfrm>
            <a:off x="9236869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Lead</a:t>
            </a:r>
          </a:p>
        </p:txBody>
      </p:sp>
      <p:sp>
        <p:nvSpPr>
          <p:cNvPr id="19" name="reveal-04-detail">
            <a:extLst>
              <a:ext uri="{FF2B5EF4-FFF2-40B4-BE49-F238E27FC236}">
                <ns2:creationId id="{BD6587E1-1EC5-43CE-A75F-0B79957EA543}"/>
              </a:ext>
            </a:extLst>
          </p:cNvPr>
          <p:cNvSpPr>
            <a:spLocks noGrp="1"/>
          </p:cNvSpPr>
          <p:nvPr/>
        </p:nvSpPr>
        <p:spPr>
          <a:xfrm>
            <a:off x="9236869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Govern and evaluate</a:t>
            </a:r>
          </a:p>
        </p:txBody>
      </p:sp>
      <p:sp>
        <p:nvSpPr>
          <p:cNvPr id="23" name="text-423">
            <a:extLst>
              <a:ext uri="{FF2B5EF4-FFF2-40B4-BE49-F238E27FC236}">
                <ns2:creationId id="{75F88D6C-192C-4BE9-A51D-FBF4B9BFDF87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The same fictional matter connects technical understanding with organisational decisions.</a:t>
            </a:r>
          </a:p>
        </p:txBody>
      </p:sp>
      <p:sp>
        <p:nvSpPr>
          <p:cNvPr id="3" name="text-419">
            <a:extLst>
              <a:ext uri="{FF2B5EF4-FFF2-40B4-BE49-F238E27FC236}">
                <ns2:creationId id="{05AA8F8D-EA9D-45EF-ABB8-8CA4B05B725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4</a:t>
            </a:r>
          </a:p>
        </p:txBody>
      </p:sp>
    </p:spTree>
    <p:extLst>
      <p:ext uri="{BB962C8B-B14F-4D97-AF65-F5344CB8AC3E}">
        <ns4:creationId val="113477306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omparing candidat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424">
            <a:extLst>
              <a:ext uri="{FF2B5EF4-FFF2-40B4-BE49-F238E27FC236}">
                <ns2:creationId id="{55C8B3B5-5969-4892-97B5-B43F5B20B36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25">
            <a:extLst>
              <a:ext uri="{FF2B5EF4-FFF2-40B4-BE49-F238E27FC236}">
                <ns2:creationId id="{7E94A20A-A937-41C7-A212-06042E3C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Comparing candidates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21BC8EBC-4C0F-429B-A9B1-FAB9A49C63A3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6238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Criterion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Value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Which recurring problem matters?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Feasibility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Are sources and systems usable?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What could fail and who is affected?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Adoption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Will staff use and review it?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Ownership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Who maintains the capability?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426">
            <a:extLst>
              <a:ext uri="{FF2B5EF4-FFF2-40B4-BE49-F238E27FC236}">
                <ns2:creationId id="{0C75E342-6ABC-4B81-B319-B60513E3027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5</a:t>
            </a:r>
          </a:p>
        </p:txBody>
      </p:sp>
    </p:spTree>
    <p:extLst>
      <p:ext uri="{BB962C8B-B14F-4D97-AF65-F5344CB8AC3E}">
        <ns3:creationId val="155139009"/>
      </p:ext>
    </p:extLst>
  </p:cSld>
  <p:transition spd="med" advClick="1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The current and redesigned proces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35" name="reveal-02-arrow-2" descr="The current and redesigned process">
            <a:extLst>
              <a:ext uri="{FF2B5EF4-FFF2-40B4-BE49-F238E27FC236}">
                <ns2:creationId id="{7C8DE989-795F-482A-8DEF-4B86ACA6F94A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>
            <a:off x="8753475" y="5205413"/>
            <a:ext cx="3238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34" name="reveal-02-arrow-1">
            <a:extLst>
              <a:ext uri="{FF2B5EF4-FFF2-40B4-BE49-F238E27FC236}">
                <ns2:creationId id="{957C9832-E607-4ECA-B885-91051B21C79D}"/>
              </a:ext>
              <a:ext uri="{C183D7F6-B498-43B3-948B-1728B52AA6E4}">
                <ns3:decorative val="1"/>
              </a:ext>
            </a:extLst>
          </p:cNvPr>
          <p:cNvCxnSpPr>
            <a:stCxn id="24" idx="3"/>
            <a:endCxn id="27" idx="1"/>
          </p:cNvCxnSpPr>
          <p:nvPr/>
        </p:nvCxnSpPr>
        <p:spPr>
          <a:xfrm>
            <a:off x="5934075" y="5205413"/>
            <a:ext cx="3238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33" name="reveal-02-arrow-0">
            <a:extLst>
              <a:ext uri="{FF2B5EF4-FFF2-40B4-BE49-F238E27FC236}">
                <ns2:creationId id="{2AECB112-6CDC-4EC2-B6B9-E70E37080F09}"/>
              </a:ext>
              <a:ext uri="{C183D7F6-B498-43B3-948B-1728B52AA6E4}">
                <ns3:decorative val="1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3114675" y="5205413"/>
            <a:ext cx="3238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9" name="reveal-01-arrow-2">
            <a:extLst>
              <a:ext uri="{FF2B5EF4-FFF2-40B4-BE49-F238E27FC236}">
                <ns2:creationId id="{6AF03E42-4ADB-4DD9-A883-3A5D7EF9ECCE}"/>
              </a:ext>
              <a:ext uri="{C183D7F6-B498-43B3-948B-1728B52AA6E4}">
                <ns3:decorative val="1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8753475" y="3043238"/>
            <a:ext cx="3238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8" name="reveal-01-arrow-1">
            <a:extLst>
              <a:ext uri="{FF2B5EF4-FFF2-40B4-BE49-F238E27FC236}">
                <ns2:creationId id="{D801E99C-B4AB-4933-9CB1-A0F14F01EB34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5934075" y="3043238"/>
            <a:ext cx="3238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17" name="reveal-01-arrow-0">
            <a:extLst>
              <a:ext uri="{FF2B5EF4-FFF2-40B4-BE49-F238E27FC236}">
                <ns2:creationId id="{B2CFC318-B4B8-4829-A286-D2BCA98C9BCF}"/>
              </a:ext>
              <a:ext uri="{C183D7F6-B498-43B3-948B-1728B52AA6E4}">
                <ns3:decorative val="1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114675" y="3043238"/>
            <a:ext cx="323850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37" name="text-427">
            <a:extLst>
              <a:ext uri="{FF2B5EF4-FFF2-40B4-BE49-F238E27FC236}">
                <ns2:creationId id="{83E7E32A-AC10-4CA9-8AFF-73C5FA11A45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28">
            <a:extLst>
              <a:ext uri="{FF2B5EF4-FFF2-40B4-BE49-F238E27FC236}">
                <ns2:creationId id="{DB3C7431-8569-4655-9618-F16D13AC0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current and redesigned process</a:t>
            </a:r>
          </a:p>
        </p:txBody>
      </p:sp>
      <p:sp>
        <p:nvSpPr>
          <p:cNvPr id="4" name="reveal-01-route">
            <a:extLst>
              <a:ext uri="{FF2B5EF4-FFF2-40B4-BE49-F238E27FC236}">
                <ns2:creationId id="{99D4F44D-685F-4105-A126-7880CAAE8E49}"/>
              </a:ext>
            </a:extLst>
          </p:cNvPr>
          <p:cNvSpPr>
            <a:spLocks noGrp="1"/>
          </p:cNvSpPr>
          <p:nvPr/>
        </p:nvSpPr>
        <p:spPr>
          <a:xfrm>
            <a:off x="619125" y="1962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CURRENT PROCESS</a:t>
            </a:r>
          </a:p>
        </p:txBody>
      </p:sp>
      <p:sp>
        <p:nvSpPr>
          <p:cNvPr id="5" name="reveal-01-stage-0">
            <a:extLst>
              <a:ext uri="{FF2B5EF4-FFF2-40B4-BE49-F238E27FC236}">
                <ns2:creationId id="{8C953723-F346-49DB-B66A-268DC39411AF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457450"/>
            <a:ext cx="2495550" cy="11715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6" name="reveal-01-label-0">
            <a:extLst>
              <a:ext uri="{FF2B5EF4-FFF2-40B4-BE49-F238E27FC236}">
                <ns2:creationId id="{610BE90B-3391-46E2-A9FD-7E0AAC60EF13}"/>
              </a:ext>
            </a:extLst>
          </p:cNvPr>
          <p:cNvSpPr>
            <a:spLocks noGrp="1"/>
          </p:cNvSpPr>
          <p:nvPr/>
        </p:nvSpPr>
        <p:spPr>
          <a:xfrm>
            <a:off x="752475" y="2552700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Search</a:t>
            </a:r>
          </a:p>
        </p:txBody>
      </p:sp>
      <p:sp>
        <p:nvSpPr>
          <p:cNvPr id="7" name="reveal-01-detail-0">
            <a:extLst>
              <a:ext uri="{FF2B5EF4-FFF2-40B4-BE49-F238E27FC236}">
                <ns2:creationId id="{A8941059-3DA7-4C89-B17F-E753C55139E0}"/>
              </a:ext>
            </a:extLst>
          </p:cNvPr>
          <p:cNvSpPr>
            <a:spLocks noGrp="1"/>
          </p:cNvSpPr>
          <p:nvPr/>
        </p:nvSpPr>
        <p:spPr>
          <a:xfrm>
            <a:off x="752475" y="3076575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Find source</a:t>
            </a:r>
          </a:p>
        </p:txBody>
      </p:sp>
      <p:sp>
        <p:nvSpPr>
          <p:cNvPr id="8" name="reveal-01-stage-1">
            <a:extLst>
              <a:ext uri="{FF2B5EF4-FFF2-40B4-BE49-F238E27FC236}">
                <ns2:creationId id="{26F4010A-4FC4-401A-A8DD-A7591237BFC0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38525" y="2457450"/>
            <a:ext cx="2495550" cy="11715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1-label-1">
            <a:extLst>
              <a:ext uri="{FF2B5EF4-FFF2-40B4-BE49-F238E27FC236}">
                <ns2:creationId id="{B3525882-B0DB-4F97-A7B2-375A7A6EBBE2}"/>
              </a:ext>
            </a:extLst>
          </p:cNvPr>
          <p:cNvSpPr>
            <a:spLocks noGrp="1"/>
          </p:cNvSpPr>
          <p:nvPr/>
        </p:nvSpPr>
        <p:spPr>
          <a:xfrm>
            <a:off x="3571875" y="2552700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Read</a:t>
            </a:r>
          </a:p>
        </p:txBody>
      </p:sp>
      <p:sp>
        <p:nvSpPr>
          <p:cNvPr id="10" name="reveal-01-detail-1">
            <a:extLst>
              <a:ext uri="{FF2B5EF4-FFF2-40B4-BE49-F238E27FC236}">
                <ns2:creationId id="{2BDB2820-B03B-461A-B9CD-F7D1C732162F}"/>
              </a:ext>
            </a:extLst>
          </p:cNvPr>
          <p:cNvSpPr>
            <a:spLocks noGrp="1"/>
          </p:cNvSpPr>
          <p:nvPr/>
        </p:nvSpPr>
        <p:spPr>
          <a:xfrm>
            <a:off x="3571875" y="3076575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Interpret</a:t>
            </a:r>
          </a:p>
        </p:txBody>
      </p:sp>
      <p:sp>
        <p:nvSpPr>
          <p:cNvPr id="11" name="reveal-01-stage-2">
            <a:extLst>
              <a:ext uri="{FF2B5EF4-FFF2-40B4-BE49-F238E27FC236}">
                <ns2:creationId id="{C642F709-4418-42E6-9EE1-9250962B7FE1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57925" y="2457450"/>
            <a:ext cx="2495550" cy="11715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2" name="reveal-01-label-2">
            <a:extLst>
              <a:ext uri="{FF2B5EF4-FFF2-40B4-BE49-F238E27FC236}">
                <ns2:creationId id="{59636A58-2A1D-4C6F-A652-84E7A2223EA5}"/>
              </a:ext>
            </a:extLst>
          </p:cNvPr>
          <p:cNvSpPr>
            <a:spLocks noGrp="1"/>
          </p:cNvSpPr>
          <p:nvPr/>
        </p:nvSpPr>
        <p:spPr>
          <a:xfrm>
            <a:off x="6391275" y="2552700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Draft</a:t>
            </a:r>
          </a:p>
        </p:txBody>
      </p:sp>
      <p:sp>
        <p:nvSpPr>
          <p:cNvPr id="13" name="reveal-01-detail-2">
            <a:extLst>
              <a:ext uri="{FF2B5EF4-FFF2-40B4-BE49-F238E27FC236}">
                <ns2:creationId id="{60A9E9D9-780C-4D5E-8DFB-A6F0A12435D3}"/>
              </a:ext>
            </a:extLst>
          </p:cNvPr>
          <p:cNvSpPr>
            <a:spLocks noGrp="1"/>
          </p:cNvSpPr>
          <p:nvPr/>
        </p:nvSpPr>
        <p:spPr>
          <a:xfrm>
            <a:off x="6391275" y="3076575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14" name="reveal-01-stage-3">
            <a:extLst>
              <a:ext uri="{FF2B5EF4-FFF2-40B4-BE49-F238E27FC236}">
                <ns2:creationId id="{DBC7C0ED-0471-480B-B9EE-4A0CC16820D6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77325" y="2457450"/>
            <a:ext cx="2495550" cy="1171575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5" name="reveal-01-label-3">
            <a:extLst>
              <a:ext uri="{FF2B5EF4-FFF2-40B4-BE49-F238E27FC236}">
                <ns2:creationId id="{C99C0EA1-BC21-431A-90D2-9ADE4D425128}"/>
              </a:ext>
            </a:extLst>
          </p:cNvPr>
          <p:cNvSpPr>
            <a:spLocks noGrp="1"/>
          </p:cNvSpPr>
          <p:nvPr/>
        </p:nvSpPr>
        <p:spPr>
          <a:xfrm>
            <a:off x="9210675" y="2552700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Partner</a:t>
            </a:r>
          </a:p>
        </p:txBody>
      </p:sp>
      <p:sp>
        <p:nvSpPr>
          <p:cNvPr id="16" name="reveal-01-detail-3">
            <a:extLst>
              <a:ext uri="{FF2B5EF4-FFF2-40B4-BE49-F238E27FC236}">
                <ns2:creationId id="{ECE43219-068D-4344-B084-9FEEEFDE2B1E}"/>
              </a:ext>
            </a:extLst>
          </p:cNvPr>
          <p:cNvSpPr>
            <a:spLocks noGrp="1"/>
          </p:cNvSpPr>
          <p:nvPr/>
        </p:nvSpPr>
        <p:spPr>
          <a:xfrm>
            <a:off x="9210675" y="3076575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20" name="reveal-02-route">
            <a:extLst>
              <a:ext uri="{FF2B5EF4-FFF2-40B4-BE49-F238E27FC236}">
                <ns2:creationId id="{17BACB5D-A7C6-4EFA-A056-EB841773BEA9}"/>
              </a:ext>
            </a:extLst>
          </p:cNvPr>
          <p:cNvSpPr>
            <a:spLocks noGrp="1"/>
          </p:cNvSpPr>
          <p:nvPr/>
        </p:nvSpPr>
        <p:spPr>
          <a:xfrm>
            <a:off x="619125" y="4124325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ASSISTED PROCESS</a:t>
            </a:r>
          </a:p>
        </p:txBody>
      </p:sp>
      <p:sp>
        <p:nvSpPr>
          <p:cNvPr id="21" name="reveal-02-stage-0">
            <a:extLst>
              <a:ext uri="{FF2B5EF4-FFF2-40B4-BE49-F238E27FC236}">
                <ns2:creationId id="{CCECB67E-3623-4547-9004-69B1854B3F7B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4619625"/>
            <a:ext cx="2495550" cy="1171575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22" name="reveal-02-label-0">
            <a:extLst>
              <a:ext uri="{FF2B5EF4-FFF2-40B4-BE49-F238E27FC236}">
                <ns2:creationId id="{14590A1C-E990-4EA1-A0CE-67E07E41319C}"/>
              </a:ext>
            </a:extLst>
          </p:cNvPr>
          <p:cNvSpPr>
            <a:spLocks noGrp="1"/>
          </p:cNvSpPr>
          <p:nvPr/>
        </p:nvSpPr>
        <p:spPr>
          <a:xfrm>
            <a:off x="752475" y="4714875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Retrieve</a:t>
            </a:r>
          </a:p>
        </p:txBody>
      </p:sp>
      <p:sp>
        <p:nvSpPr>
          <p:cNvPr id="23" name="reveal-02-detail-0">
            <a:extLst>
              <a:ext uri="{FF2B5EF4-FFF2-40B4-BE49-F238E27FC236}">
                <ns2:creationId id="{907BB8D3-E925-45EB-B98A-C36747EB60B7}"/>
              </a:ext>
            </a:extLst>
          </p:cNvPr>
          <p:cNvSpPr>
            <a:spLocks noGrp="1"/>
          </p:cNvSpPr>
          <p:nvPr/>
        </p:nvSpPr>
        <p:spPr>
          <a:xfrm>
            <a:off x="752475" y="5238750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Permitted sources</a:t>
            </a:r>
          </a:p>
        </p:txBody>
      </p:sp>
      <p:sp>
        <p:nvSpPr>
          <p:cNvPr id="24" name="reveal-02-stage-1">
            <a:extLst>
              <a:ext uri="{FF2B5EF4-FFF2-40B4-BE49-F238E27FC236}">
                <ns2:creationId id="{6F89B1D7-F1D7-45C5-BCCA-2AC2CDC61F5A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38525" y="4619625"/>
            <a:ext cx="2495550" cy="1171575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25" name="reveal-02-label-1">
            <a:extLst>
              <a:ext uri="{FF2B5EF4-FFF2-40B4-BE49-F238E27FC236}">
                <ns2:creationId id="{54EFE6CC-5921-4A83-9AFF-6DC6E0A71102}"/>
              </a:ext>
            </a:extLst>
          </p:cNvPr>
          <p:cNvSpPr>
            <a:spLocks noGrp="1"/>
          </p:cNvSpPr>
          <p:nvPr/>
        </p:nvSpPr>
        <p:spPr>
          <a:xfrm>
            <a:off x="3571875" y="4714875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AI draft</a:t>
            </a:r>
          </a:p>
        </p:txBody>
      </p:sp>
      <p:sp>
        <p:nvSpPr>
          <p:cNvPr id="26" name="reveal-02-detail-1">
            <a:extLst>
              <a:ext uri="{FF2B5EF4-FFF2-40B4-BE49-F238E27FC236}">
                <ns2:creationId id="{C6988594-3C35-4DC7-89F2-2EE7982F5184}"/>
              </a:ext>
            </a:extLst>
          </p:cNvPr>
          <p:cNvSpPr>
            <a:spLocks noGrp="1"/>
          </p:cNvSpPr>
          <p:nvPr/>
        </p:nvSpPr>
        <p:spPr>
          <a:xfrm>
            <a:off x="3571875" y="5238750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Cited finding</a:t>
            </a:r>
          </a:p>
        </p:txBody>
      </p:sp>
      <p:sp>
        <p:nvSpPr>
          <p:cNvPr id="27" name="reveal-02-stage-2">
            <a:extLst>
              <a:ext uri="{FF2B5EF4-FFF2-40B4-BE49-F238E27FC236}">
                <ns2:creationId id="{B849A889-FF2B-43B0-B737-F387C2ACEDDF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57925" y="4619625"/>
            <a:ext cx="2495550" cy="1171575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28" name="reveal-02-label-2">
            <a:extLst>
              <a:ext uri="{FF2B5EF4-FFF2-40B4-BE49-F238E27FC236}">
                <ns2:creationId id="{7A0C6560-9923-43B6-AADB-214596A2E6B5}"/>
              </a:ext>
            </a:extLst>
          </p:cNvPr>
          <p:cNvSpPr>
            <a:spLocks noGrp="1"/>
          </p:cNvSpPr>
          <p:nvPr/>
        </p:nvSpPr>
        <p:spPr>
          <a:xfrm>
            <a:off x="6391275" y="4714875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Reviewer</a:t>
            </a:r>
          </a:p>
        </p:txBody>
      </p:sp>
      <p:sp>
        <p:nvSpPr>
          <p:cNvPr id="29" name="reveal-02-detail-2">
            <a:extLst>
              <a:ext uri="{FF2B5EF4-FFF2-40B4-BE49-F238E27FC236}">
                <ns2:creationId id="{1EE26747-C865-4A6E-A93A-29A1B94BA0A3}"/>
              </a:ext>
            </a:extLst>
          </p:cNvPr>
          <p:cNvSpPr>
            <a:spLocks noGrp="1"/>
          </p:cNvSpPr>
          <p:nvPr/>
        </p:nvSpPr>
        <p:spPr>
          <a:xfrm>
            <a:off x="6391275" y="5238750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and decide</a:t>
            </a:r>
          </a:p>
        </p:txBody>
      </p:sp>
      <p:sp>
        <p:nvSpPr>
          <p:cNvPr id="30" name="reveal-02-stage-3">
            <a:extLst>
              <a:ext uri="{FF2B5EF4-FFF2-40B4-BE49-F238E27FC236}">
                <ns2:creationId id="{58541A83-0BFA-402E-BB40-8E9DB383D05D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77325" y="4619625"/>
            <a:ext cx="2495550" cy="1171575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31" name="reveal-02-label-3">
            <a:extLst>
              <a:ext uri="{FF2B5EF4-FFF2-40B4-BE49-F238E27FC236}">
                <ns2:creationId id="{A251586B-BA37-4404-B332-17EB75291570}"/>
              </a:ext>
            </a:extLst>
          </p:cNvPr>
          <p:cNvSpPr>
            <a:spLocks noGrp="1"/>
          </p:cNvSpPr>
          <p:nvPr/>
        </p:nvSpPr>
        <p:spPr>
          <a:xfrm>
            <a:off x="9210675" y="4714875"/>
            <a:ext cx="22288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32" name="reveal-02-detail-3">
            <a:extLst>
              <a:ext uri="{FF2B5EF4-FFF2-40B4-BE49-F238E27FC236}">
                <ns2:creationId id="{1F72D969-E11C-4D10-859F-5905D2FB5E6C}"/>
              </a:ext>
            </a:extLst>
          </p:cNvPr>
          <p:cNvSpPr>
            <a:spLocks noGrp="1"/>
          </p:cNvSpPr>
          <p:nvPr/>
        </p:nvSpPr>
        <p:spPr>
          <a:xfrm>
            <a:off x="9210675" y="5238750"/>
            <a:ext cx="22288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Approved result</a:t>
            </a:r>
          </a:p>
        </p:txBody>
      </p:sp>
      <p:sp>
        <p:nvSpPr>
          <p:cNvPr id="36" name="text-436">
            <a:extLst>
              <a:ext uri="{FF2B5EF4-FFF2-40B4-BE49-F238E27FC236}">
                <ns2:creationId id="{D2890EB3-934D-41AC-9332-33F4D642766A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The assisted design changes preparation. Qualified review and accountable use remain explicit.</a:t>
            </a:r>
          </a:p>
        </p:txBody>
      </p:sp>
      <p:sp>
        <p:nvSpPr>
          <p:cNvPr id="3" name="text-429">
            <a:extLst>
              <a:ext uri="{FF2B5EF4-FFF2-40B4-BE49-F238E27FC236}">
                <ns2:creationId id="{CFCEE446-41E3-4D58-9EBC-B14A27A25F1B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6</a:t>
            </a:r>
          </a:p>
        </p:txBody>
      </p:sp>
    </p:spTree>
    <p:extLst>
      <p:ext uri="{BB962C8B-B14F-4D97-AF65-F5344CB8AC3E}">
        <ns4:creationId val="36529631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measurable bas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437">
            <a:extLst>
              <a:ext uri="{FF2B5EF4-FFF2-40B4-BE49-F238E27FC236}">
                <ns2:creationId id="{A267E830-8F03-415B-9976-622890468813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38">
            <a:extLst>
              <a:ext uri="{FF2B5EF4-FFF2-40B4-BE49-F238E27FC236}">
                <ns2:creationId id="{E07EB148-C8F0-48E6-ABF2-BE18C5597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measurable baseline</a:t>
            </a:r>
          </a:p>
        </p:txBody>
      </p:sp>
      <p:sp>
        <p:nvSpPr>
          <p:cNvPr id="4" name="text-440">
            <a:extLst>
              <a:ext uri="{FF2B5EF4-FFF2-40B4-BE49-F238E27FC236}">
                <ns2:creationId id="{386B01C2-C04E-4170-9DD1-E51B3E5FE9F1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41">
            <a:extLst>
              <a:ext uri="{FF2B5EF4-FFF2-40B4-BE49-F238E27FC236}">
                <ns2:creationId id="{9D896030-0D54-4AE2-AE16-9DE04FE31B59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Time to find relevant evidence</a:t>
            </a:r>
          </a:p>
        </p:txBody>
      </p:sp>
      <p:sp>
        <p:nvSpPr>
          <p:cNvPr id="6" name="text-442">
            <a:extLst>
              <a:ext uri="{FF2B5EF4-FFF2-40B4-BE49-F238E27FC236}">
                <ns2:creationId id="{FC534D83-38E2-48E7-BFB5-797C8FFB0E2C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43">
            <a:extLst>
              <a:ext uri="{FF2B5EF4-FFF2-40B4-BE49-F238E27FC236}">
                <ns2:creationId id="{5FFE04DE-EE52-42A4-99B3-7713329ED0CD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Accuracy and completeness of the finding</a:t>
            </a:r>
          </a:p>
        </p:txBody>
      </p:sp>
      <p:sp>
        <p:nvSpPr>
          <p:cNvPr id="8" name="text-444">
            <a:extLst>
              <a:ext uri="{FF2B5EF4-FFF2-40B4-BE49-F238E27FC236}">
                <ns2:creationId id="{0FD27247-A1A2-4811-841E-C5973119D052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445">
            <a:extLst>
              <a:ext uri="{FF2B5EF4-FFF2-40B4-BE49-F238E27FC236}">
                <ns2:creationId id="{064B6096-7414-42A8-B4C8-1F3E55CF0FFF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Partner review and correction effort</a:t>
            </a:r>
          </a:p>
        </p:txBody>
      </p:sp>
      <p:sp>
        <p:nvSpPr>
          <p:cNvPr id="10" name="text-446">
            <a:extLst>
              <a:ext uri="{FF2B5EF4-FFF2-40B4-BE49-F238E27FC236}">
                <ns2:creationId id="{FFD5D76C-1EB1-4474-8754-14B261C42868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447">
            <a:extLst>
              <a:ext uri="{FF2B5EF4-FFF2-40B4-BE49-F238E27FC236}">
                <ns2:creationId id="{E1D731CE-AC30-4E12-814F-C835E0A21C8A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Turnaround, cost and client experience</a:t>
            </a:r>
          </a:p>
        </p:txBody>
      </p:sp>
      <p:sp>
        <p:nvSpPr>
          <p:cNvPr id="3" name="text-439">
            <a:extLst>
              <a:ext uri="{FF2B5EF4-FFF2-40B4-BE49-F238E27FC236}">
                <ns2:creationId id="{D58F8B16-7EC4-4472-A2E0-6D39405ACFA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7</a:t>
            </a:r>
          </a:p>
        </p:txBody>
      </p:sp>
    </p:spTree>
    <p:extLst>
      <p:ext uri="{BB962C8B-B14F-4D97-AF65-F5344CB8AC3E}">
        <ns3:creationId val="629658482"/>
      </p:ext>
    </p:extLst>
  </p:cSld>
  <p:transition spd="med" advClick="1">
    <p:fade/>
  </p:transition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fictional capacity examp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448">
            <a:extLst>
              <a:ext uri="{FF2B5EF4-FFF2-40B4-BE49-F238E27FC236}">
                <ns2:creationId id="{DA6189E1-311B-4394-91D1-C4519596A378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49">
            <a:extLst>
              <a:ext uri="{FF2B5EF4-FFF2-40B4-BE49-F238E27FC236}">
                <ns2:creationId id="{2D468BB4-F770-4AFF-A0D3-1BFE5D261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fictional capacity example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C88D383-80AA-4CC2-9F99-8A0DE4E6940F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9358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Per task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Current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Assisted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Search and preparation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20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8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Review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10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12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Total under these assumptions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30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20 minutes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450">
            <a:extLst>
              <a:ext uri="{FF2B5EF4-FFF2-40B4-BE49-F238E27FC236}">
                <ns2:creationId id="{6D67A871-ABF0-436D-91A1-853F3B65758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8</a:t>
            </a:r>
          </a:p>
        </p:txBody>
      </p:sp>
    </p:spTree>
    <p:extLst>
      <p:ext uri="{BB962C8B-B14F-4D97-AF65-F5344CB8AC3E}">
        <ns3:creationId val="1973258634"/>
      </p:ext>
    </p:extLst>
  </p:cSld>
  <p:transition spd="med" advClick="1">
    <p:fade/>
  </p:transition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en the benefit disappea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451">
            <a:extLst>
              <a:ext uri="{FF2B5EF4-FFF2-40B4-BE49-F238E27FC236}">
                <ns2:creationId id="{CEAFC8D0-BB53-4DDF-8199-624CDE6AB50E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52">
            <a:extLst>
              <a:ext uri="{FF2B5EF4-FFF2-40B4-BE49-F238E27FC236}">
                <ns2:creationId id="{3BAB87BA-B603-4386-9657-B193635B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When the benefit disappears</a:t>
            </a:r>
          </a:p>
        </p:txBody>
      </p:sp>
      <p:sp>
        <p:nvSpPr>
          <p:cNvPr id="4" name="text-454">
            <a:extLst>
              <a:ext uri="{FF2B5EF4-FFF2-40B4-BE49-F238E27FC236}">
                <ns2:creationId id="{5F7F5640-BB5C-46C1-A51A-01753DFBCC94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55">
            <a:extLst>
              <a:ext uri="{FF2B5EF4-FFF2-40B4-BE49-F238E27FC236}">
                <ns2:creationId id="{A8EAC2D9-F769-43AF-A6D2-D6D302BFEE4A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If assisted review rises to 25 minutes, total assisted time is 33 minutes.</a:t>
            </a:r>
          </a:p>
        </p:txBody>
      </p:sp>
      <p:sp>
        <p:nvSpPr>
          <p:cNvPr id="6" name="text-456">
            <a:extLst>
              <a:ext uri="{FF2B5EF4-FFF2-40B4-BE49-F238E27FC236}">
                <ns2:creationId id="{0985890D-6C9E-4FB5-8307-0120984684E3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57">
            <a:extLst>
              <a:ext uri="{FF2B5EF4-FFF2-40B4-BE49-F238E27FC236}">
                <ns2:creationId id="{B217811A-8E8D-4A25-9088-C612B4F33FD0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Against the 30-minute baseline, forty tasks consume 120 extra minutes.</a:t>
            </a:r>
          </a:p>
        </p:txBody>
      </p:sp>
      <p:sp>
        <p:nvSpPr>
          <p:cNvPr id="3" name="text-453">
            <a:extLst>
              <a:ext uri="{FF2B5EF4-FFF2-40B4-BE49-F238E27FC236}">
                <ns2:creationId id="{8F3E21A6-4E25-4562-8BF1-3318CF53348D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9</a:t>
            </a:r>
          </a:p>
        </p:txBody>
      </p:sp>
    </p:spTree>
    <p:extLst>
      <p:ext uri="{BB962C8B-B14F-4D97-AF65-F5344CB8AC3E}">
        <ns3:creationId val="310099332"/>
      </p:ext>
    </p:extLst>
  </p:cSld>
  <p:transition spd="med" advClick="1">
    <p:fade/>
  </p:transition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Buy, configure or commis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458">
            <a:extLst>
              <a:ext uri="{FF2B5EF4-FFF2-40B4-BE49-F238E27FC236}">
                <ns2:creationId id="{6F3A0188-EB50-4B4F-8FE8-FBDFCD370BB0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59">
            <a:extLst>
              <a:ext uri="{FF2B5EF4-FFF2-40B4-BE49-F238E27FC236}">
                <ns2:creationId id="{C8776D91-68E8-4A6D-9917-663D7483B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Buy, configure or commission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A911921F-0B11-4A20-BCE2-F3D3560C4F7E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9358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Route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partner should assess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Existing product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Task fit, sources, rights and contract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Configure a platform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Connections, permissions and support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Custom development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Ownership, evaluation and maintenance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460">
            <a:extLst>
              <a:ext uri="{FF2B5EF4-FFF2-40B4-BE49-F238E27FC236}">
                <ns2:creationId id="{A802A545-11C2-4EC9-9216-416992362DC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10</a:t>
            </a:r>
          </a:p>
        </p:txBody>
      </p:sp>
    </p:spTree>
    <p:extLst>
      <p:ext uri="{BB962C8B-B14F-4D97-AF65-F5344CB8AC3E}">
        <ns3:creationId val="1590598001"/>
      </p:ext>
    </p:extLst>
  </p:cSld>
  <p:transition spd="med" advClick="1">
    <p:fade/>
  </p:transition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pilot te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461">
            <a:extLst>
              <a:ext uri="{FF2B5EF4-FFF2-40B4-BE49-F238E27FC236}">
                <ns2:creationId id="{0C685FFF-59E9-4CAD-A8DD-34A6578B25E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62">
            <a:extLst>
              <a:ext uri="{FF2B5EF4-FFF2-40B4-BE49-F238E27FC236}">
                <ns2:creationId id="{7EDE2D97-63CA-4F48-AEBC-DF4CB53C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pilot team</a:t>
            </a:r>
          </a:p>
        </p:txBody>
      </p:sp>
      <p:sp>
        <p:nvSpPr>
          <p:cNvPr id="4" name="text-464">
            <a:extLst>
              <a:ext uri="{FF2B5EF4-FFF2-40B4-BE49-F238E27FC236}">
                <ns2:creationId id="{E15E16B6-77A4-4139-B05B-C796BB72F4DB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65">
            <a:extLst>
              <a:ext uri="{FF2B5EF4-FFF2-40B4-BE49-F238E27FC236}">
                <ns2:creationId id="{E98BA845-D1F6-4B2B-A3FB-9AFCA6A60A91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Sponsor with decision authority</a:t>
            </a:r>
          </a:p>
        </p:txBody>
      </p:sp>
      <p:sp>
        <p:nvSpPr>
          <p:cNvPr id="6" name="text-466">
            <a:extLst>
              <a:ext uri="{FF2B5EF4-FFF2-40B4-BE49-F238E27FC236}">
                <ns2:creationId id="{6FEE78A5-FFEA-410A-9C3A-201872D24868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67">
            <a:extLst>
              <a:ext uri="{FF2B5EF4-FFF2-40B4-BE49-F238E27FC236}">
                <ns2:creationId id="{5E83B08E-B53E-46E8-96FD-ABB2B84F353E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Practice and information owners</a:t>
            </a:r>
          </a:p>
        </p:txBody>
      </p:sp>
      <p:sp>
        <p:nvSpPr>
          <p:cNvPr id="8" name="text-468">
            <a:extLst>
              <a:ext uri="{FF2B5EF4-FFF2-40B4-BE49-F238E27FC236}">
                <ns2:creationId id="{770FC661-3AB9-41D3-99B1-971E38E79C66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469">
            <a:extLst>
              <a:ext uri="{FF2B5EF4-FFF2-40B4-BE49-F238E27FC236}">
                <ns2:creationId id="{46E45419-64C5-4E02-85A3-4676CD2B8DE5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Technical support and qualified reviewers</a:t>
            </a:r>
          </a:p>
        </p:txBody>
      </p:sp>
      <p:sp>
        <p:nvSpPr>
          <p:cNvPr id="10" name="text-470">
            <a:extLst>
              <a:ext uri="{FF2B5EF4-FFF2-40B4-BE49-F238E27FC236}">
                <ns2:creationId id="{D231545F-7BA8-4A75-A381-251563F132EE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471">
            <a:extLst>
              <a:ext uri="{FF2B5EF4-FFF2-40B4-BE49-F238E27FC236}">
                <ns2:creationId id="{D2150950-2C95-4A77-9B8A-4F95B2B3F077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Staff who will use the process</a:t>
            </a:r>
          </a:p>
        </p:txBody>
      </p:sp>
      <p:sp>
        <p:nvSpPr>
          <p:cNvPr id="3" name="text-463">
            <a:extLst>
              <a:ext uri="{FF2B5EF4-FFF2-40B4-BE49-F238E27FC236}">
                <ns2:creationId id="{9698C389-0652-4597-8923-B9B8F156CCF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11</a:t>
            </a:r>
          </a:p>
        </p:txBody>
      </p:sp>
    </p:spTree>
    <p:extLst>
      <p:ext uri="{BB962C8B-B14F-4D97-AF65-F5344CB8AC3E}">
        <ns3:creationId val="33500826"/>
      </p:ext>
    </p:extLst>
  </p:cSld>
  <p:transition spd="med" advClick="1">
    <p:fade/>
  </p:transition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taff adoption and professional develop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472">
            <a:extLst>
              <a:ext uri="{FF2B5EF4-FFF2-40B4-BE49-F238E27FC236}">
                <ns2:creationId id="{B80AA56A-3E96-4EFF-BC79-728C84553DA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73">
            <a:extLst>
              <a:ext uri="{FF2B5EF4-FFF2-40B4-BE49-F238E27FC236}">
                <ns2:creationId id="{6E9EF092-EBA1-4AF2-9D08-C131AAAC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Staff adoption and professional development</a:t>
            </a:r>
          </a:p>
        </p:txBody>
      </p:sp>
      <p:sp>
        <p:nvSpPr>
          <p:cNvPr id="4" name="text-475">
            <a:extLst>
              <a:ext uri="{FF2B5EF4-FFF2-40B4-BE49-F238E27FC236}">
                <ns2:creationId id="{D2B474B7-7C79-4322-82BA-F3417D06D66F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76">
            <a:extLst>
              <a:ext uri="{FF2B5EF4-FFF2-40B4-BE49-F238E27FC236}">
                <ns2:creationId id="{249E1C91-76BE-47D6-8CDB-65794C0A8290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Explain which work changes and why.</a:t>
            </a:r>
          </a:p>
        </p:txBody>
      </p:sp>
      <p:sp>
        <p:nvSpPr>
          <p:cNvPr id="6" name="text-477">
            <a:extLst>
              <a:ext uri="{FF2B5EF4-FFF2-40B4-BE49-F238E27FC236}">
                <ns2:creationId id="{BDA7B1CC-DB02-417B-A953-3E7352C97E91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78">
            <a:extLst>
              <a:ext uri="{FF2B5EF4-FFF2-40B4-BE49-F238E27FC236}">
                <ns2:creationId id="{3EC6CF53-40E7-47BB-80D2-F338B2D94D0E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Demonstrate permitted uses with real workflow examples.</a:t>
            </a:r>
          </a:p>
        </p:txBody>
      </p:sp>
      <p:sp>
        <p:nvSpPr>
          <p:cNvPr id="8" name="text-479">
            <a:extLst>
              <a:ext uri="{FF2B5EF4-FFF2-40B4-BE49-F238E27FC236}">
                <ns2:creationId id="{6C76E073-CF2C-4D74-9EBB-3BA0AB17CF74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480">
            <a:extLst>
              <a:ext uri="{FF2B5EF4-FFF2-40B4-BE49-F238E27FC236}">
                <ns2:creationId id="{61DD83E2-01C4-4141-AAD2-FE5BFE65C385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Train reviewers as well as users.</a:t>
            </a:r>
          </a:p>
        </p:txBody>
      </p:sp>
      <p:sp>
        <p:nvSpPr>
          <p:cNvPr id="10" name="text-481">
            <a:extLst>
              <a:ext uri="{FF2B5EF4-FFF2-40B4-BE49-F238E27FC236}">
                <ns2:creationId id="{3D2998E9-A62B-444E-8B40-EB8C66BA323A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482">
            <a:extLst>
              <a:ext uri="{FF2B5EF4-FFF2-40B4-BE49-F238E27FC236}">
                <ns2:creationId id="{F0B56B60-96CE-4CB4-953E-168C377AFA45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Provide an accessible feedback and incident route.</a:t>
            </a:r>
          </a:p>
        </p:txBody>
      </p:sp>
      <p:sp>
        <p:nvSpPr>
          <p:cNvPr id="3" name="text-474">
            <a:extLst>
              <a:ext uri="{FF2B5EF4-FFF2-40B4-BE49-F238E27FC236}">
                <ns2:creationId id="{B1913D30-7118-4242-B2F8-183A84D2285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12</a:t>
            </a:r>
          </a:p>
        </p:txBody>
      </p:sp>
    </p:spTree>
    <p:extLst>
      <p:ext uri="{BB962C8B-B14F-4D97-AF65-F5344CB8AC3E}">
        <ns3:creationId val="1437807380"/>
      </p:ext>
    </p:extLst>
  </p:cSld>
  <p:transition spd="med" advClick="1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Efficiency and service redesig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483">
            <a:extLst>
              <a:ext uri="{FF2B5EF4-FFF2-40B4-BE49-F238E27FC236}">
                <ns2:creationId id="{94D9844F-80F8-4D69-A769-7E6065C8F68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84">
            <a:extLst>
              <a:ext uri="{FF2B5EF4-FFF2-40B4-BE49-F238E27FC236}">
                <ns2:creationId id="{A88CEBDD-92B2-47DA-8EEB-458082EE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Efficiency and service redesign</a:t>
            </a:r>
          </a:p>
        </p:txBody>
      </p:sp>
      <p:sp>
        <p:nvSpPr>
          <p:cNvPr id="4" name="text-486">
            <a:extLst>
              <a:ext uri="{FF2B5EF4-FFF2-40B4-BE49-F238E27FC236}">
                <ns2:creationId id="{65DF66D7-4788-4232-AFAD-7032A78DE4F6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87">
            <a:extLst>
              <a:ext uri="{FF2B5EF4-FFF2-40B4-BE49-F238E27FC236}">
                <ns2:creationId id="{2C956EDC-407A-4C60-9861-BA9248AC8705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Decide how quality and turnaround benefit clients.</a:t>
            </a:r>
          </a:p>
        </p:txBody>
      </p:sp>
      <p:sp>
        <p:nvSpPr>
          <p:cNvPr id="6" name="text-488">
            <a:extLst>
              <a:ext uri="{FF2B5EF4-FFF2-40B4-BE49-F238E27FC236}">
                <ns2:creationId id="{586ED20F-3A91-491B-BFD5-C996CC945BB0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89">
            <a:extLst>
              <a:ext uri="{FF2B5EF4-FFF2-40B4-BE49-F238E27FC236}">
                <ns2:creationId id="{F14140FB-7BE8-4D48-BA8A-A4445C0AA41E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 engagement terms and communication where relevant.</a:t>
            </a:r>
          </a:p>
        </p:txBody>
      </p:sp>
      <p:sp>
        <p:nvSpPr>
          <p:cNvPr id="8" name="text-490">
            <a:extLst>
              <a:ext uri="{FF2B5EF4-FFF2-40B4-BE49-F238E27FC236}">
                <ns2:creationId id="{1510C8E6-A47F-4DFF-96FE-71463C6FE7C4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491">
            <a:extLst>
              <a:ext uri="{FF2B5EF4-FFF2-40B4-BE49-F238E27FC236}">
                <ns2:creationId id="{AA9D500D-E933-4B58-A31C-004A0F5128A5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Consider fees, value and accountability under applicable duties.</a:t>
            </a:r>
          </a:p>
        </p:txBody>
      </p:sp>
      <p:sp>
        <p:nvSpPr>
          <p:cNvPr id="3" name="text-485">
            <a:extLst>
              <a:ext uri="{FF2B5EF4-FFF2-40B4-BE49-F238E27FC236}">
                <ns2:creationId id="{AF44A3F2-DC43-4531-AF4D-5ACD343D3ED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13</a:t>
            </a:r>
          </a:p>
        </p:txBody>
      </p:sp>
    </p:spTree>
    <p:extLst>
      <p:ext uri="{BB962C8B-B14F-4D97-AF65-F5344CB8AC3E}">
        <ns3:creationId val="93264291"/>
      </p:ext>
    </p:extLst>
  </p:cSld>
  <p:transition spd="med" advClick="1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A staged adoption rou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2" name="reveal-04-arrow" descr="A staged adoption route">
            <a:extLst>
              <a:ext uri="{FF2B5EF4-FFF2-40B4-BE49-F238E27FC236}">
                <ns2:creationId id="{6B3CAD55-AFFC-4130-8489-7B58E1E13F0A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51094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1" name="reveal-03-arrow">
            <a:extLst>
              <a:ext uri="{FF2B5EF4-FFF2-40B4-BE49-F238E27FC236}">
                <ns2:creationId id="{33DA0CB4-5C05-49E3-A328-38D1FC1827F7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9312" y="3771900"/>
            <a:ext cx="333376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0" name="reveal-02-arrow">
            <a:extLst>
              <a:ext uri="{FF2B5EF4-FFF2-40B4-BE49-F238E27FC236}">
                <ns2:creationId id="{318EC67C-76E5-4D43-A0F3-85DB4525763D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107531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3" name="text-492">
            <a:extLst>
              <a:ext uri="{FF2B5EF4-FFF2-40B4-BE49-F238E27FC236}">
                <ns2:creationId id="{6C4391D6-00CE-4F81-A2E5-9EB619B988A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93">
            <a:extLst>
              <a:ext uri="{FF2B5EF4-FFF2-40B4-BE49-F238E27FC236}">
                <ns2:creationId id="{94892B21-CAC3-4F13-94CF-C5EED7F7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staged adoption route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0D4F641A-54F2-4DA0-BF9D-EACD7897B6D5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number">
            <a:extLst>
              <a:ext uri="{FF2B5EF4-FFF2-40B4-BE49-F238E27FC236}">
                <ns2:creationId id="{6D07300D-7981-4E16-92C1-43EE52B926A9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veal-01-label">
            <a:extLst>
              <a:ext uri="{FF2B5EF4-FFF2-40B4-BE49-F238E27FC236}">
                <ns2:creationId id="{21DB9968-70A9-4015-AC0A-CDBA59D8DEA3}"/>
              </a:ext>
            </a:extLst>
          </p:cNvPr>
          <p:cNvSpPr>
            <a:spLocks noGrp="1"/>
          </p:cNvSpPr>
          <p:nvPr/>
        </p:nvSpPr>
        <p:spPr>
          <a:xfrm>
            <a:off x="771525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Prepare</a:t>
            </a:r>
          </a:p>
        </p:txBody>
      </p:sp>
      <p:sp>
        <p:nvSpPr>
          <p:cNvPr id="7" name="reveal-01-detail">
            <a:extLst>
              <a:ext uri="{FF2B5EF4-FFF2-40B4-BE49-F238E27FC236}">
                <ns2:creationId id="{CE8F98AE-4BA8-4A03-A042-631337B93901}"/>
              </a:ext>
            </a:extLst>
          </p:cNvPr>
          <p:cNvSpPr>
            <a:spLocks noGrp="1"/>
          </p:cNvSpPr>
          <p:nvPr/>
        </p:nvSpPr>
        <p:spPr>
          <a:xfrm>
            <a:off x="771525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Sources, scope and owner</a:t>
            </a:r>
          </a:p>
        </p:txBody>
      </p:sp>
      <p:sp>
        <p:nvSpPr>
          <p:cNvPr id="8" name="reveal-02-stage">
            <a:extLst>
              <a:ext uri="{FF2B5EF4-FFF2-40B4-BE49-F238E27FC236}">
                <ns2:creationId id="{B93080D5-17E3-44A7-922A-51C94857A58E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40906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2-number">
            <a:extLst>
              <a:ext uri="{FF2B5EF4-FFF2-40B4-BE49-F238E27FC236}">
                <ns2:creationId id="{4C8CC375-FDD6-42DD-8F1E-283C2874D09C}"/>
              </a:ext>
            </a:extLst>
          </p:cNvPr>
          <p:cNvSpPr>
            <a:spLocks noGrp="1"/>
          </p:cNvSpPr>
          <p:nvPr/>
        </p:nvSpPr>
        <p:spPr>
          <a:xfrm>
            <a:off x="3440906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reveal-02-label">
            <a:extLst>
              <a:ext uri="{FF2B5EF4-FFF2-40B4-BE49-F238E27FC236}">
                <ns2:creationId id="{54D97C4A-7AF8-48B8-A54E-865885361883}"/>
              </a:ext>
            </a:extLst>
          </p:cNvPr>
          <p:cNvSpPr>
            <a:spLocks noGrp="1"/>
          </p:cNvSpPr>
          <p:nvPr/>
        </p:nvSpPr>
        <p:spPr>
          <a:xfrm>
            <a:off x="3593306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Shadow</a:t>
            </a:r>
          </a:p>
        </p:txBody>
      </p:sp>
      <p:sp>
        <p:nvSpPr>
          <p:cNvPr id="11" name="reveal-02-detail">
            <a:extLst>
              <a:ext uri="{FF2B5EF4-FFF2-40B4-BE49-F238E27FC236}">
                <ns2:creationId id="{BAB1BE72-CA1C-426C-B9D6-909FB7EF54B8}"/>
              </a:ext>
            </a:extLst>
          </p:cNvPr>
          <p:cNvSpPr>
            <a:spLocks noGrp="1"/>
          </p:cNvSpPr>
          <p:nvPr/>
        </p:nvSpPr>
        <p:spPr>
          <a:xfrm>
            <a:off x="3593306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Compare with manual work</a:t>
            </a:r>
          </a:p>
        </p:txBody>
      </p:sp>
      <p:sp>
        <p:nvSpPr>
          <p:cNvPr id="12" name="reveal-03-stage">
            <a:extLst>
              <a:ext uri="{FF2B5EF4-FFF2-40B4-BE49-F238E27FC236}">
                <ns2:creationId id="{9DF91537-1BED-448D-B15F-8B3B67C41FA6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3" name="reveal-03-number">
            <a:extLst>
              <a:ext uri="{FF2B5EF4-FFF2-40B4-BE49-F238E27FC236}">
                <ns2:creationId id="{ADAA2AA8-079B-4DDC-96AC-29A183A54DB2}"/>
              </a:ext>
            </a:extLst>
          </p:cNvPr>
          <p:cNvSpPr>
            <a:spLocks noGrp="1"/>
          </p:cNvSpPr>
          <p:nvPr/>
        </p:nvSpPr>
        <p:spPr>
          <a:xfrm>
            <a:off x="6262688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reveal-03-label">
            <a:extLst>
              <a:ext uri="{FF2B5EF4-FFF2-40B4-BE49-F238E27FC236}">
                <ns2:creationId id="{7CEE9724-F350-46E6-A905-A53A4C12D402}"/>
              </a:ext>
            </a:extLst>
          </p:cNvPr>
          <p:cNvSpPr>
            <a:spLocks noGrp="1"/>
          </p:cNvSpPr>
          <p:nvPr/>
        </p:nvSpPr>
        <p:spPr>
          <a:xfrm>
            <a:off x="6415088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Pilot</a:t>
            </a:r>
          </a:p>
        </p:txBody>
      </p:sp>
      <p:sp>
        <p:nvSpPr>
          <p:cNvPr id="15" name="reveal-03-detail">
            <a:extLst>
              <a:ext uri="{FF2B5EF4-FFF2-40B4-BE49-F238E27FC236}">
                <ns2:creationId id="{02696EF1-FBC8-4F74-9A51-3C136A1FECEC}"/>
              </a:ext>
            </a:extLst>
          </p:cNvPr>
          <p:cNvSpPr>
            <a:spLocks noGrp="1"/>
          </p:cNvSpPr>
          <p:nvPr/>
        </p:nvSpPr>
        <p:spPr>
          <a:xfrm>
            <a:off x="6415088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Bounded authorised use</a:t>
            </a:r>
          </a:p>
        </p:txBody>
      </p:sp>
      <p:sp>
        <p:nvSpPr>
          <p:cNvPr id="16" name="reveal-04-stage">
            <a:extLst>
              <a:ext uri="{FF2B5EF4-FFF2-40B4-BE49-F238E27FC236}">
                <ns2:creationId id="{BCEAD7A8-1C78-49B0-A5E1-827B36AD12C4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84469" y="2762250"/>
            <a:ext cx="2488406" cy="201930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17" name="reveal-04-number">
            <a:extLst>
              <a:ext uri="{FF2B5EF4-FFF2-40B4-BE49-F238E27FC236}">
                <ns2:creationId id="{353D3FA7-CE4F-45DE-B8D0-31DC9C49FD16}"/>
              </a:ext>
            </a:extLst>
          </p:cNvPr>
          <p:cNvSpPr>
            <a:spLocks noGrp="1"/>
          </p:cNvSpPr>
          <p:nvPr/>
        </p:nvSpPr>
        <p:spPr>
          <a:xfrm>
            <a:off x="9084469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reveal-04-label">
            <a:extLst>
              <a:ext uri="{FF2B5EF4-FFF2-40B4-BE49-F238E27FC236}">
                <ns2:creationId id="{8D235C64-2180-45C6-BB2A-7734E42DE791}"/>
              </a:ext>
            </a:extLst>
          </p:cNvPr>
          <p:cNvSpPr>
            <a:spLocks noGrp="1"/>
          </p:cNvSpPr>
          <p:nvPr/>
        </p:nvSpPr>
        <p:spPr>
          <a:xfrm>
            <a:off x="9236869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19" name="reveal-04-detail">
            <a:extLst>
              <a:ext uri="{FF2B5EF4-FFF2-40B4-BE49-F238E27FC236}">
                <ns2:creationId id="{032C8A64-6977-45A5-9174-82F6142322B0}"/>
              </a:ext>
            </a:extLst>
          </p:cNvPr>
          <p:cNvSpPr>
            <a:spLocks noGrp="1"/>
          </p:cNvSpPr>
          <p:nvPr/>
        </p:nvSpPr>
        <p:spPr>
          <a:xfrm>
            <a:off x="9236869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Expand, revise or stop</a:t>
            </a:r>
          </a:p>
        </p:txBody>
      </p:sp>
      <p:sp>
        <p:nvSpPr>
          <p:cNvPr id="3" name="text-494">
            <a:extLst>
              <a:ext uri="{FF2B5EF4-FFF2-40B4-BE49-F238E27FC236}">
                <ns2:creationId id="{A91F4762-804F-472E-9BBE-B6067BB192B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14</a:t>
            </a:r>
          </a:p>
        </p:txBody>
      </p:sp>
    </p:spTree>
    <p:extLst>
      <p:ext uri="{BB962C8B-B14F-4D97-AF65-F5344CB8AC3E}">
        <ns4:creationId val="53362243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first 90-day discussion pla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498">
            <a:extLst>
              <a:ext uri="{FF2B5EF4-FFF2-40B4-BE49-F238E27FC236}">
                <ns2:creationId id="{CEE15D42-3114-4B2B-A095-09B639A317B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499">
            <a:extLst>
              <a:ext uri="{FF2B5EF4-FFF2-40B4-BE49-F238E27FC236}">
                <ns2:creationId id="{C181065E-1318-49B3-9B1F-28824344C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first 90-day discussion plan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CD7757F-12D6-4110-8527-44C62F367F14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9358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When after approval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Proposed 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 and decision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Day 0–30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Practice and information owners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Scope, sources and baseline; ready to shadow?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Day 31–60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Workflow owner and reviewers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Quality, effort and access tests; bounded use?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Day 61–90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Sponsor and risk 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Value and remaining risk; expand, revise or stop?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500">
            <a:extLst>
              <a:ext uri="{FF2B5EF4-FFF2-40B4-BE49-F238E27FC236}">
                <ns2:creationId id="{C8F047A3-1A5F-4874-BFD2-C61209ED924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15</a:t>
            </a:r>
          </a:p>
        </p:txBody>
      </p:sp>
    </p:spTree>
    <p:extLst>
      <p:ext uri="{BB962C8B-B14F-4D97-AF65-F5344CB8AC3E}">
        <ns3:creationId val="253358890"/>
      </p:ext>
    </p:extLst>
  </p:cSld>
  <p:transition spd="med" advClick="1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partner-ready propos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501">
            <a:extLst>
              <a:ext uri="{FF2B5EF4-FFF2-40B4-BE49-F238E27FC236}">
                <ns2:creationId id="{DA1CB9E1-E6FC-41AD-8C04-F28233890F5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02">
            <a:extLst>
              <a:ext uri="{FF2B5EF4-FFF2-40B4-BE49-F238E27FC236}">
                <ns2:creationId id="{619F1F76-035F-4684-A05B-CB7A4DFF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partner-ready proposal</a:t>
            </a:r>
          </a:p>
        </p:txBody>
      </p:sp>
      <p:sp>
        <p:nvSpPr>
          <p:cNvPr id="4" name="text-504">
            <a:extLst>
              <a:ext uri="{FF2B5EF4-FFF2-40B4-BE49-F238E27FC236}">
                <ns2:creationId id="{B3AC0385-8BED-49C2-9D66-4675C64BD039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05">
            <a:extLst>
              <a:ext uri="{FF2B5EF4-FFF2-40B4-BE49-F238E27FC236}">
                <ns2:creationId id="{E60E4253-B55C-4B03-8365-691D285518A2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Problem and selected workflow</a:t>
            </a:r>
          </a:p>
        </p:txBody>
      </p:sp>
      <p:sp>
        <p:nvSpPr>
          <p:cNvPr id="6" name="text-506">
            <a:extLst>
              <a:ext uri="{FF2B5EF4-FFF2-40B4-BE49-F238E27FC236}">
                <ns2:creationId id="{16F4C8AB-C9FD-476D-9C3F-517BF1FFBE69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07">
            <a:extLst>
              <a:ext uri="{FF2B5EF4-FFF2-40B4-BE49-F238E27FC236}">
                <ns2:creationId id="{F50A3CC4-F052-4AA2-8DA1-8BE883718F94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Information, system and review design</a:t>
            </a:r>
          </a:p>
        </p:txBody>
      </p:sp>
      <p:sp>
        <p:nvSpPr>
          <p:cNvPr id="8" name="text-508">
            <a:extLst>
              <a:ext uri="{FF2B5EF4-FFF2-40B4-BE49-F238E27FC236}">
                <ns2:creationId id="{7C5DB52A-4799-4E22-A37B-0F51BE4308E9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509">
            <a:extLst>
              <a:ext uri="{FF2B5EF4-FFF2-40B4-BE49-F238E27FC236}">
                <ns2:creationId id="{8F6BEA66-D96E-4DFA-9634-6A75E556D31C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Evidence and acceptance conditions</a:t>
            </a:r>
          </a:p>
        </p:txBody>
      </p:sp>
      <p:sp>
        <p:nvSpPr>
          <p:cNvPr id="10" name="text-510">
            <a:extLst>
              <a:ext uri="{FF2B5EF4-FFF2-40B4-BE49-F238E27FC236}">
                <ns2:creationId id="{B5C60581-FA41-49E3-AAE9-A98C5AD5E065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511">
            <a:extLst>
              <a:ext uri="{FF2B5EF4-FFF2-40B4-BE49-F238E27FC236}">
                <ns2:creationId id="{BED6CEA6-8B3F-45DA-8B5C-9491FAD96B63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Ownership, resources and staged decision</a:t>
            </a:r>
          </a:p>
        </p:txBody>
      </p:sp>
      <p:sp>
        <p:nvSpPr>
          <p:cNvPr id="3" name="text-503">
            <a:extLst>
              <a:ext uri="{FF2B5EF4-FFF2-40B4-BE49-F238E27FC236}">
                <ns2:creationId id="{07300F40-089C-4DC4-9BAF-4C7D82D9161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16</a:t>
            </a:r>
          </a:p>
        </p:txBody>
      </p:sp>
    </p:spTree>
    <p:extLst>
      <p:ext uri="{BB962C8B-B14F-4D97-AF65-F5344CB8AC3E}">
        <ns3:creationId val="1681332712"/>
      </p:ext>
    </p:extLst>
  </p:cSld>
  <p:transition spd="med" advClick="1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ur in-class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text-512">
            <a:extLst>
              <a:ext uri="{FF2B5EF4-FFF2-40B4-BE49-F238E27FC236}">
                <ns2:creationId id="{ED84A3CB-BD5A-40FB-88BB-78A7960F82ED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13">
            <a:extLst>
              <a:ext uri="{FF2B5EF4-FFF2-40B4-BE49-F238E27FC236}">
                <ns2:creationId id="{77D72224-D7E0-464D-9503-BE8242328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Our in-class work</a:t>
            </a:r>
          </a:p>
        </p:txBody>
      </p:sp>
      <p:sp>
        <p:nvSpPr>
          <p:cNvPr id="4" name="text-515">
            <a:extLst>
              <a:ext uri="{FF2B5EF4-FFF2-40B4-BE49-F238E27FC236}">
                <ns2:creationId id="{77C130DE-2442-4EA6-B262-E787EDFB3515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16">
            <a:extLst>
              <a:ext uri="{FF2B5EF4-FFF2-40B4-BE49-F238E27FC236}">
                <ns2:creationId id="{D0ACA1E3-1640-45F6-A60E-1982D7F04F53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Repeat the diagnostic with changed examples.</a:t>
            </a:r>
          </a:p>
        </p:txBody>
      </p:sp>
      <p:sp>
        <p:nvSpPr>
          <p:cNvPr id="6" name="text-517">
            <a:extLst>
              <a:ext uri="{FF2B5EF4-FFF2-40B4-BE49-F238E27FC236}">
                <ns2:creationId id="{DCBDEEA7-83A2-4FB5-8548-21367F2225ED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18">
            <a:extLst>
              <a:ext uri="{FF2B5EF4-FFF2-40B4-BE49-F238E27FC236}">
                <ns2:creationId id="{E72F7C35-7D15-4F53-9AAA-0DF05081ACDE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Adapt the worked proposal to one candidate task.</a:t>
            </a:r>
          </a:p>
        </p:txBody>
      </p:sp>
      <p:sp>
        <p:nvSpPr>
          <p:cNvPr id="8" name="text-519">
            <a:extLst>
              <a:ext uri="{FF2B5EF4-FFF2-40B4-BE49-F238E27FC236}">
                <ns2:creationId id="{2A553410-BFC2-49E2-B002-6C8312B70BF8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520">
            <a:extLst>
              <a:ext uri="{FF2B5EF4-FFF2-40B4-BE49-F238E27FC236}">
                <ns2:creationId id="{63DABF92-1CE4-4CAB-8737-0941B5EFF964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cost, review effort and the stress case.</a:t>
            </a:r>
          </a:p>
        </p:txBody>
      </p:sp>
      <p:sp>
        <p:nvSpPr>
          <p:cNvPr id="10" name="text-521">
            <a:extLst>
              <a:ext uri="{FF2B5EF4-FFF2-40B4-BE49-F238E27FC236}">
                <ns2:creationId id="{8B309972-8802-4283-AA1F-1F8303BAB0FA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522">
            <a:extLst>
              <a:ext uri="{FF2B5EF4-FFF2-40B4-BE49-F238E27FC236}">
                <ns2:creationId id="{A498E18C-AFDE-46C3-A759-62F9AB4DA499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Agree proposed owners and staged decision points.</a:t>
            </a:r>
          </a:p>
        </p:txBody>
      </p:sp>
      <p:sp>
        <p:nvSpPr>
          <p:cNvPr id="12" name="text-523">
            <a:extLst>
              <a:ext uri="{FF2B5EF4-FFF2-40B4-BE49-F238E27FC236}">
                <ns2:creationId id="{E84E98B6-3093-4A26-A6FB-ACD54CD17DBC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We complete this together during class.</a:t>
            </a:r>
          </a:p>
        </p:txBody>
      </p:sp>
      <p:sp>
        <p:nvSpPr>
          <p:cNvPr id="3" name="text-514">
            <a:extLst>
              <a:ext uri="{FF2B5EF4-FFF2-40B4-BE49-F238E27FC236}">
                <ns2:creationId id="{458734D5-AB42-4F63-B40B-82E002349DF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17</a:t>
            </a:r>
          </a:p>
        </p:txBody>
      </p:sp>
    </p:spTree>
    <p:extLst>
      <p:ext uri="{BB962C8B-B14F-4D97-AF65-F5344CB8AC3E}">
        <ns3:creationId val="1945373232"/>
      </p:ext>
    </p:extLst>
  </p:cSld>
  <p:transition spd="med" advClick="1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we can conclu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524">
            <a:extLst>
              <a:ext uri="{FF2B5EF4-FFF2-40B4-BE49-F238E27FC236}">
                <ns2:creationId id="{75341C36-2ADC-4C2D-804F-2140E6FC858C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25">
            <a:extLst>
              <a:ext uri="{FF2B5EF4-FFF2-40B4-BE49-F238E27FC236}">
                <ns2:creationId id="{A7703AF0-9878-49FC-9412-2A84B77BF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we can conclude</a:t>
            </a:r>
          </a:p>
        </p:txBody>
      </p:sp>
      <p:sp>
        <p:nvSpPr>
          <p:cNvPr id="4" name="text-527">
            <a:extLst>
              <a:ext uri="{FF2B5EF4-FFF2-40B4-BE49-F238E27FC236}">
                <ns2:creationId id="{1111EBCE-EEC3-46AF-9ABC-3BF819B0410F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28">
            <a:extLst>
              <a:ext uri="{FF2B5EF4-FFF2-40B4-BE49-F238E27FC236}">
                <ns2:creationId id="{02A5E5B0-7042-4026-8474-2B2F747434E4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pilot needs a bounded problem, representative evidence, acceptance tests, resources, owners and a review decision. Time released is not automatically cash saved. State what evidence would justify expansion or stopping.</a:t>
            </a:r>
          </a:p>
        </p:txBody>
      </p:sp>
      <p:sp>
        <p:nvSpPr>
          <p:cNvPr id="6" name="text-529">
            <a:extLst>
              <a:ext uri="{FF2B5EF4-FFF2-40B4-BE49-F238E27FC236}">
                <ns2:creationId id="{1AF32D2E-4A97-4BD5-A1F0-31AA93E835C2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30">
            <a:extLst>
              <a:ext uri="{FF2B5EF4-FFF2-40B4-BE49-F238E27FC236}">
                <ns2:creationId id="{1111282F-5C2A-4768-93F2-3991B07AE780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classroom proposal is not production approval; proposed roles and dates require the firm’s agreement.</a:t>
            </a:r>
          </a:p>
        </p:txBody>
      </p:sp>
      <p:sp>
        <p:nvSpPr>
          <p:cNvPr id="3" name="text-526">
            <a:extLst>
              <a:ext uri="{FF2B5EF4-FFF2-40B4-BE49-F238E27FC236}">
                <ns2:creationId id="{7FF9F4E5-DCD0-4F56-8474-083D96E4672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18</a:t>
            </a:r>
          </a:p>
        </p:txBody>
      </p:sp>
    </p:spTree>
    <p:extLst>
      <p:ext uri="{BB962C8B-B14F-4D97-AF65-F5344CB8AC3E}">
        <ns3:creationId val="586221930"/>
      </p:ext>
    </p:extLst>
  </p:cSld>
  <p:transition spd="med" advClick="1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firm deci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531">
            <a:extLst>
              <a:ext uri="{FF2B5EF4-FFF2-40B4-BE49-F238E27FC236}">
                <ns2:creationId id="{6EC987AB-C515-4CDB-9694-9D705195C70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32">
            <a:extLst>
              <a:ext uri="{FF2B5EF4-FFF2-40B4-BE49-F238E27FC236}">
                <ns2:creationId id="{CD4E6152-A823-4127-BFBF-8C3AA357A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firm decision</a:t>
            </a:r>
          </a:p>
        </p:txBody>
      </p:sp>
      <p:sp>
        <p:nvSpPr>
          <p:cNvPr id="4" name="text-534">
            <a:extLst>
              <a:ext uri="{FF2B5EF4-FFF2-40B4-BE49-F238E27FC236}">
                <ns2:creationId id="{93FB8D26-2BEA-4532-84CA-AFF9312C5E74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35">
            <a:extLst>
              <a:ext uri="{FF2B5EF4-FFF2-40B4-BE49-F238E27FC236}">
                <ns2:creationId id="{9C5C2F96-F4C6-4F5C-B1FA-B8D245336E4C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3314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Prepare one proposal for firm review, with conditions and a next decision date.</a:t>
            </a:r>
          </a:p>
        </p:txBody>
      </p:sp>
      <p:sp>
        <p:nvSpPr>
          <p:cNvPr id="6" name="text-536">
            <a:extLst>
              <a:ext uri="{FF2B5EF4-FFF2-40B4-BE49-F238E27FC236}">
                <ns2:creationId id="{82760201-D681-43D8-84FA-58364E57EBE8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Record the decision and the evidence still needed.</a:t>
            </a:r>
          </a:p>
        </p:txBody>
      </p:sp>
      <p:sp>
        <p:nvSpPr>
          <p:cNvPr id="3" name="text-533">
            <a:extLst>
              <a:ext uri="{FF2B5EF4-FFF2-40B4-BE49-F238E27FC236}">
                <ns2:creationId id="{1F3ECC90-9A77-4225-9D3C-BD656FE070A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19</a:t>
            </a:r>
          </a:p>
        </p:txBody>
      </p:sp>
    </p:spTree>
    <p:extLst>
      <p:ext uri="{BB962C8B-B14F-4D97-AF65-F5344CB8AC3E}">
        <ns3:creationId val="163060401"/>
      </p:ext>
    </p:extLst>
  </p:cSld>
  <p:transition spd="med" advClick="1">
    <p:fade/>
  </p:transition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heck understand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537">
            <a:extLst>
              <a:ext uri="{FF2B5EF4-FFF2-40B4-BE49-F238E27FC236}">
                <ns2:creationId id="{766273F7-A822-44DC-9B49-EF8A0EE1B58D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38">
            <a:extLst>
              <a:ext uri="{FF2B5EF4-FFF2-40B4-BE49-F238E27FC236}">
                <ns2:creationId id="{128EF661-1B91-4774-A7A2-6C57F53D2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understanding</a:t>
            </a:r>
          </a:p>
        </p:txBody>
      </p:sp>
      <p:sp>
        <p:nvSpPr>
          <p:cNvPr id="4" name="text-540">
            <a:extLst>
              <a:ext uri="{FF2B5EF4-FFF2-40B4-BE49-F238E27FC236}">
                <ns2:creationId id="{2BC3C6F7-050E-4842-9E57-0D2ABB541ADF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41">
            <a:extLst>
              <a:ext uri="{FF2B5EF4-FFF2-40B4-BE49-F238E27FC236}">
                <ns2:creationId id="{0A424ADD-43C2-42A2-AA1F-2B9504BAEF54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draft saves time but loses a critical exception. Expand?</a:t>
            </a:r>
          </a:p>
        </p:txBody>
      </p:sp>
      <p:sp>
        <p:nvSpPr>
          <p:cNvPr id="6" name="text-542">
            <a:extLst>
              <a:ext uri="{FF2B5EF4-FFF2-40B4-BE49-F238E27FC236}">
                <ns2:creationId id="{A22900D5-6807-45B6-8DFE-7CACB8B52A64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43">
            <a:extLst>
              <a:ext uri="{FF2B5EF4-FFF2-40B4-BE49-F238E27FC236}">
                <ns2:creationId id="{E89BAD43-2E76-427F-A04D-51AD1C835AE4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 effort rises above the manual baseline. What changes?</a:t>
            </a:r>
          </a:p>
        </p:txBody>
      </p:sp>
      <p:sp>
        <p:nvSpPr>
          <p:cNvPr id="8" name="text-544">
            <a:extLst>
              <a:ext uri="{FF2B5EF4-FFF2-40B4-BE49-F238E27FC236}">
                <ns2:creationId id="{EB54B32F-7D98-4570-A9C3-C43CE799A02A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545">
            <a:extLst>
              <a:ext uri="{FF2B5EF4-FFF2-40B4-BE49-F238E27FC236}">
                <ns2:creationId id="{27A05F8A-2056-41FC-AA22-837C1249D0B7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Who can approve more users or action authority?</a:t>
            </a:r>
          </a:p>
        </p:txBody>
      </p:sp>
      <p:sp>
        <p:nvSpPr>
          <p:cNvPr id="3" name="text-539">
            <a:extLst>
              <a:ext uri="{FF2B5EF4-FFF2-40B4-BE49-F238E27FC236}">
                <ns2:creationId id="{D7A1402E-964E-4BEF-806B-9E72FC2A387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20</a:t>
            </a:r>
          </a:p>
        </p:txBody>
      </p:sp>
    </p:spTree>
    <p:extLst>
      <p:ext uri="{BB962C8B-B14F-4D97-AF65-F5344CB8AC3E}">
        <ns3:creationId val="389675640"/>
      </p:ext>
    </p:extLst>
  </p:cSld>
  <p:transition spd="med" advClick="1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Individual experimentation and firm capabil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546">
            <a:extLst>
              <a:ext uri="{FF2B5EF4-FFF2-40B4-BE49-F238E27FC236}">
                <ns2:creationId id="{DD687B0A-C0C3-427C-8CAA-A4DC64FD7BA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47">
            <a:extLst>
              <a:ext uri="{FF2B5EF4-FFF2-40B4-BE49-F238E27FC236}">
                <ns2:creationId id="{6B8BDE2C-BA29-4B93-93BE-86901A74A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Individual experimentation and firm capability</a:t>
            </a:r>
          </a:p>
        </p:txBody>
      </p:sp>
      <p:sp>
        <p:nvSpPr>
          <p:cNvPr id="4" name="text-549">
            <a:extLst>
              <a:ext uri="{FF2B5EF4-FFF2-40B4-BE49-F238E27FC236}">
                <ns2:creationId id="{98CF0ADA-7471-4ECC-9E57-8794FF3FECE7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Individual experiment</a:t>
            </a:r>
          </a:p>
        </p:txBody>
      </p:sp>
      <p:sp>
        <p:nvSpPr>
          <p:cNvPr id="5" name="text-550">
            <a:extLst>
              <a:ext uri="{FF2B5EF4-FFF2-40B4-BE49-F238E27FC236}">
                <ns2:creationId id="{EE9DC34E-F291-49A5-80BC-049A1848A4FC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person obtains a useful response using a familiar tool.</a:t>
            </a:r>
          </a:p>
        </p:txBody>
      </p:sp>
      <p:sp>
        <p:nvSpPr>
          <p:cNvPr id="6" name="text-551">
            <a:extLst>
              <a:ext uri="{FF2B5EF4-FFF2-40B4-BE49-F238E27FC236}">
                <ns2:creationId id="{4C5E527A-9378-4D3A-A783-755B0BFCAC0F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Firm capability</a:t>
            </a:r>
          </a:p>
        </p:txBody>
      </p:sp>
      <p:sp>
        <p:nvSpPr>
          <p:cNvPr id="7" name="text-552">
            <a:extLst>
              <a:ext uri="{FF2B5EF4-FFF2-40B4-BE49-F238E27FC236}">
                <ns2:creationId id="{89A6D24B-9BDD-4E90-8F32-B9897CFC2710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Colleagues can repeat the work using approved sources, review standards and an owned service.</a:t>
            </a:r>
          </a:p>
        </p:txBody>
      </p:sp>
      <p:sp>
        <p:nvSpPr>
          <p:cNvPr id="3" name="text-548">
            <a:extLst>
              <a:ext uri="{FF2B5EF4-FFF2-40B4-BE49-F238E27FC236}">
                <ns2:creationId id="{7E7F16CD-603C-465A-8B88-9A6D1C2E3AE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21   OPTIONAL EXPLORATION</a:t>
            </a:r>
          </a:p>
        </p:txBody>
      </p:sp>
    </p:spTree>
    <p:extLst>
      <p:ext uri="{BB962C8B-B14F-4D97-AF65-F5344CB8AC3E}">
        <ns3:creationId val="1506991757"/>
      </p:ext>
    </p:extLst>
  </p:cSld>
  <p:transition spd="med" advClick="1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first candidate pilo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553">
            <a:extLst>
              <a:ext uri="{FF2B5EF4-FFF2-40B4-BE49-F238E27FC236}">
                <ns2:creationId id="{CACEB13C-D339-47FF-83B4-B03ABC62D1CD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54">
            <a:extLst>
              <a:ext uri="{FF2B5EF4-FFF2-40B4-BE49-F238E27FC236}">
                <ns2:creationId id="{A58226FA-1DE6-49DD-BD34-3ED850C96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first candidate pilot</a:t>
            </a:r>
          </a:p>
        </p:txBody>
      </p:sp>
      <p:sp>
        <p:nvSpPr>
          <p:cNvPr id="4" name="text-556">
            <a:extLst>
              <a:ext uri="{FF2B5EF4-FFF2-40B4-BE49-F238E27FC236}">
                <ns2:creationId id="{31BA6A97-8FD9-4EFF-AFE5-5BB8D1B08FC5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57">
            <a:extLst>
              <a:ext uri="{FF2B5EF4-FFF2-40B4-BE49-F238E27FC236}">
                <ns2:creationId id="{DDE542E4-C726-462D-8871-856C9B2ABDEF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Internal precedent and clause search</a:t>
            </a:r>
          </a:p>
        </p:txBody>
      </p:sp>
      <p:sp>
        <p:nvSpPr>
          <p:cNvPr id="6" name="text-558">
            <a:extLst>
              <a:ext uri="{FF2B5EF4-FFF2-40B4-BE49-F238E27FC236}">
                <ns2:creationId id="{8019E928-A5CD-4218-99D5-2D8BEAE85AA7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59">
            <a:extLst>
              <a:ext uri="{FF2B5EF4-FFF2-40B4-BE49-F238E27FC236}">
                <ns2:creationId id="{B32816A4-7304-4C8E-B982-C38B63D3543C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Contract review against a maintained playbook</a:t>
            </a:r>
          </a:p>
        </p:txBody>
      </p:sp>
      <p:sp>
        <p:nvSpPr>
          <p:cNvPr id="8" name="text-560">
            <a:extLst>
              <a:ext uri="{FF2B5EF4-FFF2-40B4-BE49-F238E27FC236}">
                <ns2:creationId id="{3FBFEAA7-1E9E-42C3-9191-384999EE7CC2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561">
            <a:extLst>
              <a:ext uri="{FF2B5EF4-FFF2-40B4-BE49-F238E27FC236}">
                <ns2:creationId id="{60D14307-893C-4FB9-BF19-7D5F7192789F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Tax evidence and reconciliation assistance</a:t>
            </a:r>
          </a:p>
        </p:txBody>
      </p:sp>
      <p:sp>
        <p:nvSpPr>
          <p:cNvPr id="3" name="text-555">
            <a:extLst>
              <a:ext uri="{FF2B5EF4-FFF2-40B4-BE49-F238E27FC236}">
                <ns2:creationId id="{3B80355E-5940-4B2D-912A-AF33935BE2FB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22   OPTIONAL EXPLORATION</a:t>
            </a:r>
          </a:p>
        </p:txBody>
      </p:sp>
    </p:spTree>
    <p:extLst>
      <p:ext uri="{BB962C8B-B14F-4D97-AF65-F5344CB8AC3E}">
        <ns3:creationId val="1494192175"/>
      </p:ext>
    </p:extLst>
  </p:cSld>
  <p:transition spd="med" advClick="1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change after laun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562">
            <a:extLst>
              <a:ext uri="{FF2B5EF4-FFF2-40B4-BE49-F238E27FC236}">
                <ns2:creationId id="{62CFA59A-B3D8-4FFF-ACAD-0FF2F5EB9D95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63">
            <a:extLst>
              <a:ext uri="{FF2B5EF4-FFF2-40B4-BE49-F238E27FC236}">
                <ns2:creationId id="{EBD6C984-2606-4D70-A0D2-698EB485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change after launch</a:t>
            </a:r>
          </a:p>
        </p:txBody>
      </p:sp>
      <p:sp>
        <p:nvSpPr>
          <p:cNvPr id="4" name="text-565">
            <a:extLst>
              <a:ext uri="{FF2B5EF4-FFF2-40B4-BE49-F238E27FC236}">
                <ns2:creationId id="{8071ED37-3096-485A-84DF-10AE04557172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66">
            <a:extLst>
              <a:ext uri="{FF2B5EF4-FFF2-40B4-BE49-F238E27FC236}">
                <ns2:creationId id="{18E2E43A-C6D1-47F1-ABEB-0B4F992F35A0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provider updates the model.</a:t>
            </a:r>
          </a:p>
        </p:txBody>
      </p:sp>
      <p:sp>
        <p:nvSpPr>
          <p:cNvPr id="6" name="text-567">
            <a:extLst>
              <a:ext uri="{FF2B5EF4-FFF2-40B4-BE49-F238E27FC236}">
                <ns2:creationId id="{FF18C641-36DF-4D9C-BC99-BF6453220237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68">
            <a:extLst>
              <a:ext uri="{FF2B5EF4-FFF2-40B4-BE49-F238E27FC236}">
                <ns2:creationId id="{B2ADD131-6D98-49DA-B712-11ED1FF0A0C7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source is amended or access changes.</a:t>
            </a:r>
          </a:p>
        </p:txBody>
      </p:sp>
      <p:sp>
        <p:nvSpPr>
          <p:cNvPr id="8" name="text-569">
            <a:extLst>
              <a:ext uri="{FF2B5EF4-FFF2-40B4-BE49-F238E27FC236}">
                <ns2:creationId id="{A40523C1-2D50-474A-8991-91BE17FD1DAE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570">
            <a:extLst>
              <a:ext uri="{FF2B5EF4-FFF2-40B4-BE49-F238E27FC236}">
                <ns2:creationId id="{28752388-2B88-47D2-A454-7E8737392732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process gains a new action or user group.</a:t>
            </a:r>
          </a:p>
        </p:txBody>
      </p:sp>
      <p:sp>
        <p:nvSpPr>
          <p:cNvPr id="3" name="text-564">
            <a:extLst>
              <a:ext uri="{FF2B5EF4-FFF2-40B4-BE49-F238E27FC236}">
                <ns2:creationId id="{CE003F0B-028F-4E0B-86E0-D94CA517192A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23   OPTIONAL EXPLORATION</a:t>
            </a:r>
          </a:p>
        </p:txBody>
      </p:sp>
    </p:spTree>
    <p:extLst>
      <p:ext uri="{BB962C8B-B14F-4D97-AF65-F5344CB8AC3E}">
        <ns3:creationId val="60966918"/>
      </p:ext>
    </p:extLst>
  </p:cSld>
  <p:transition spd="med" advClick="1">
    <p:fade/>
  </p:transition>
</p:sld>
</file>

<file path=ppt/slides/slide2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further technical study could ad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571">
            <a:extLst>
              <a:ext uri="{FF2B5EF4-FFF2-40B4-BE49-F238E27FC236}">
                <ns2:creationId id="{91390552-D3F0-4ABD-B990-59A3B747D7B9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12</a:t>
            </a:r>
          </a:p>
        </p:txBody>
      </p:sp>
      <p:sp>
        <p:nvSpPr>
          <p:cNvPr id="2" name="text-572">
            <a:extLst>
              <a:ext uri="{FF2B5EF4-FFF2-40B4-BE49-F238E27FC236}">
                <ns2:creationId id="{FB97F2CB-01A5-4AB3-941D-E8AEF17C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further technical study could add</a:t>
            </a:r>
          </a:p>
        </p:txBody>
      </p:sp>
      <p:sp>
        <p:nvSpPr>
          <p:cNvPr id="4" name="text-574">
            <a:extLst>
              <a:ext uri="{FF2B5EF4-FFF2-40B4-BE49-F238E27FC236}">
                <ns2:creationId id="{4827F1AB-A2EC-4088-BEC4-7268FE1181A4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75">
            <a:extLst>
              <a:ext uri="{FF2B5EF4-FFF2-40B4-BE49-F238E27FC236}">
                <ns2:creationId id="{9286FAB6-EF69-49F8-9717-17BBF434E7FD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Programming and model development</a:t>
            </a:r>
          </a:p>
        </p:txBody>
      </p:sp>
      <p:sp>
        <p:nvSpPr>
          <p:cNvPr id="6" name="text-576">
            <a:extLst>
              <a:ext uri="{FF2B5EF4-FFF2-40B4-BE49-F238E27FC236}">
                <ns2:creationId id="{CD31927C-C9CB-404B-8181-E2FE47CDC5D7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577">
            <a:extLst>
              <a:ext uri="{FF2B5EF4-FFF2-40B4-BE49-F238E27FC236}">
                <ns2:creationId id="{3F88DF39-B4AD-4B07-A5E4-3F1E8FC8E9A1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Neural-network mathematics and optimisation</a:t>
            </a:r>
          </a:p>
        </p:txBody>
      </p:sp>
      <p:sp>
        <p:nvSpPr>
          <p:cNvPr id="8" name="text-578">
            <a:extLst>
              <a:ext uri="{FF2B5EF4-FFF2-40B4-BE49-F238E27FC236}">
                <ns2:creationId id="{F9680DE2-2007-4330-8EF6-F76397AB4A32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579">
            <a:extLst>
              <a:ext uri="{FF2B5EF4-FFF2-40B4-BE49-F238E27FC236}">
                <ns2:creationId id="{F83B5CDC-598A-45D5-88A0-07CA90EF444F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Advanced retrieval and evaluation engineering</a:t>
            </a:r>
          </a:p>
        </p:txBody>
      </p:sp>
      <p:sp>
        <p:nvSpPr>
          <p:cNvPr id="10" name="text-580">
            <a:extLst>
              <a:ext uri="{FF2B5EF4-FFF2-40B4-BE49-F238E27FC236}">
                <ns2:creationId id="{5DDB0888-748D-452F-9AFD-2CA1CEE02250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581">
            <a:extLst>
              <a:ext uri="{FF2B5EF4-FFF2-40B4-BE49-F238E27FC236}">
                <ns2:creationId id="{62598D92-1418-47EA-97D1-FE6DDE3863CD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Production integration and security engineering</a:t>
            </a:r>
          </a:p>
        </p:txBody>
      </p:sp>
      <p:sp>
        <p:nvSpPr>
          <p:cNvPr id="3" name="text-573">
            <a:extLst>
              <a:ext uri="{FF2B5EF4-FFF2-40B4-BE49-F238E27FC236}">
                <ns2:creationId id="{0DE6C2F5-BCF0-4CEC-8EF7-84C00330E357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12   24   OPTIONAL EXPLORATION</a:t>
            </a:r>
          </a:p>
        </p:txBody>
      </p:sp>
    </p:spTree>
    <p:extLst>
      <p:ext uri="{BB962C8B-B14F-4D97-AF65-F5344CB8AC3E}">
        <ns3:creationId val="863467219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2026-10-26T10:01:55.0410000Z</dcterms:created>
  <dcterms:modified xsi:type="dcterms:W3CDTF">2026-10-26T10:01:55.0410000Z</dcterms:modified>
</coreProperties>
</file>