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dbd23db1154804" /><Relationship Type="http://schemas.openxmlformats.org/officeDocument/2006/relationships/extended-properties" Target="/docProps/app.xml" Id="R1e676b09af8b4542" /><Relationship Type="http://schemas.openxmlformats.org/officeDocument/2006/relationships/officeDocument" Target="/ppt/presentation.xml" Id="Rfbcbd49a2d804054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615f3fb18110445f"/>
  </p:sldMasterIdLst>
  <p:notesMasterIdLst>
    <p:notesMasterId r:id="R66413b19faf9400e"/>
  </p:notesMasterIdLst>
  <p:sldIdLst>
    <p:sldId id="256" r:id="R64e68a70c7b64d1e"/>
    <p:sldId id="257" r:id="Rb8adb2dcf20d4f66"/>
    <p:sldId id="258" r:id="R1e61ad823de34558"/>
    <p:sldId id="259" r:id="R881b7034ea0d4599"/>
    <p:sldId id="260" r:id="R07dd79d9e79d4250"/>
    <p:sldId id="261" r:id="R04ddfeb2c7e6442a"/>
    <p:sldId id="262" r:id="R2fa6b895c0494697"/>
    <p:sldId id="263" r:id="R8709f7152d2d451b"/>
    <p:sldId id="264" r:id="Rfa94c0debffa4bb1"/>
    <p:sldId id="265" r:id="Rdfdc0367bc0a42fb"/>
    <p:sldId id="266" r:id="Re9de93d68ab34108"/>
    <p:sldId id="267" r:id="R541156b9a2064026"/>
    <p:sldId id="268" r:id="R8b54b18ae83d471a"/>
    <p:sldId id="269" r:id="R776365d7423f42d7"/>
    <p:sldId id="270" r:id="R71a0376fae684309"/>
    <p:sldId id="271" r:id="Re4561e79617a4ab7"/>
    <p:sldId id="272" r:id="R7b8b407397c74280"/>
    <p:sldId id="273" r:id="Rea73a5bf4a174f11"/>
    <p:sldId id="274" r:id="Rb722247775b94bce"/>
    <p:sldId id="275" r:id="R31c09566597b469a"/>
    <p:sldId id="276" r:id="R2b23f379ded34ba5"/>
    <p:sldId id="277" r:id="R0e6e81b25ddd4fee"/>
    <p:sldId id="278" r:id="R4f2ddcc0c1e8409a"/>
  </p:sldIdLst>
  <p:sldSz cx="12192000" cy="6858000"/>
  <p:notesSz cx="6858000" cy="9144000"/>
  <p:custShowLst>
    <p:custShow name="Core teaching" id="1">
      <p:sldLst>
        <p:sld r:id="R64e68a70c7b64d1e"/>
        <p:sld r:id="Rb8adb2dcf20d4f66"/>
        <p:sld r:id="R1e61ad823de34558"/>
        <p:sld r:id="R881b7034ea0d4599"/>
        <p:sld r:id="R07dd79d9e79d4250"/>
        <p:sld r:id="R04ddfeb2c7e6442a"/>
        <p:sld r:id="R2fa6b895c0494697"/>
        <p:sld r:id="R8709f7152d2d451b"/>
        <p:sld r:id="Rfa94c0debffa4bb1"/>
        <p:sld r:id="Rdfdc0367bc0a42fb"/>
        <p:sld r:id="Re9de93d68ab34108"/>
        <p:sld r:id="R541156b9a2064026"/>
        <p:sld r:id="R8b54b18ae83d471a"/>
        <p:sld r:id="R776365d7423f42d7"/>
        <p:sld r:id="R71a0376fae684309"/>
        <p:sld r:id="Re4561e79617a4ab7"/>
        <p:sld r:id="R7b8b407397c74280"/>
        <p:sld r:id="Rea73a5bf4a174f11"/>
        <p:sld r:id="Rb722247775b94bce"/>
      </p:sldLst>
    </p:custShow>
  </p:custShow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6b059724d54760" /><Relationship Type="http://schemas.openxmlformats.org/officeDocument/2006/relationships/slideMaster" Target="/ppt/slideMasters/slideMaster1.xml" Id="R615f3fb18110445f" /><Relationship Type="http://schemas.openxmlformats.org/officeDocument/2006/relationships/notesMaster" Target="/ppt/notesMasters/notesMaster1.xml" Id="R66413b19faf9400e" /><Relationship Type="http://schemas.openxmlformats.org/officeDocument/2006/relationships/presProps" Target="/ppt/presProps.xml" Id="R528399d4a28e44b9" /><Relationship Type="http://schemas.openxmlformats.org/officeDocument/2006/relationships/tableStyles" Target="/ppt/tableStyles.xml" Id="R593db9b0e7c14da6" /><Relationship Type="http://schemas.openxmlformats.org/officeDocument/2006/relationships/slide" Target="/ppt/slides/slide1.xml" Id="R64e68a70c7b64d1e" /><Relationship Type="http://schemas.openxmlformats.org/officeDocument/2006/relationships/slide" Target="/ppt/slides/slide2.xml" Id="Rb8adb2dcf20d4f66" /><Relationship Type="http://schemas.openxmlformats.org/officeDocument/2006/relationships/slide" Target="/ppt/slides/slide3.xml" Id="R1e61ad823de34558" /><Relationship Type="http://schemas.openxmlformats.org/officeDocument/2006/relationships/slide" Target="/ppt/slides/slide4.xml" Id="R881b7034ea0d4599" /><Relationship Type="http://schemas.openxmlformats.org/officeDocument/2006/relationships/slide" Target="/ppt/slides/slide5.xml" Id="R07dd79d9e79d4250" /><Relationship Type="http://schemas.openxmlformats.org/officeDocument/2006/relationships/slide" Target="/ppt/slides/slide6.xml" Id="R04ddfeb2c7e6442a" /><Relationship Type="http://schemas.openxmlformats.org/officeDocument/2006/relationships/slide" Target="/ppt/slides/slide7.xml" Id="R2fa6b895c0494697" /><Relationship Type="http://schemas.openxmlformats.org/officeDocument/2006/relationships/slide" Target="/ppt/slides/slide8.xml" Id="R8709f7152d2d451b" /><Relationship Type="http://schemas.openxmlformats.org/officeDocument/2006/relationships/slide" Target="/ppt/slides/slide9.xml" Id="Rfa94c0debffa4bb1" /><Relationship Type="http://schemas.openxmlformats.org/officeDocument/2006/relationships/slide" Target="/ppt/slides/slide10.xml" Id="Rdfdc0367bc0a42fb" /><Relationship Type="http://schemas.openxmlformats.org/officeDocument/2006/relationships/slide" Target="/ppt/slides/slide11.xml" Id="Re9de93d68ab34108" /><Relationship Type="http://schemas.openxmlformats.org/officeDocument/2006/relationships/slide" Target="/ppt/slides/slide12.xml" Id="R541156b9a2064026" /><Relationship Type="http://schemas.openxmlformats.org/officeDocument/2006/relationships/slide" Target="/ppt/slides/slide13.xml" Id="R8b54b18ae83d471a" /><Relationship Type="http://schemas.openxmlformats.org/officeDocument/2006/relationships/slide" Target="/ppt/slides/slide14.xml" Id="R776365d7423f42d7" /><Relationship Type="http://schemas.openxmlformats.org/officeDocument/2006/relationships/slide" Target="/ppt/slides/slide15.xml" Id="R71a0376fae684309" /><Relationship Type="http://schemas.openxmlformats.org/officeDocument/2006/relationships/slide" Target="/ppt/slides/slide16.xml" Id="Re4561e79617a4ab7" /><Relationship Type="http://schemas.openxmlformats.org/officeDocument/2006/relationships/slide" Target="/ppt/slides/slide17.xml" Id="R7b8b407397c74280" /><Relationship Type="http://schemas.openxmlformats.org/officeDocument/2006/relationships/slide" Target="/ppt/slides/slide18.xml" Id="Rea73a5bf4a174f11" /><Relationship Type="http://schemas.openxmlformats.org/officeDocument/2006/relationships/slide" Target="/ppt/slides/slide19.xml" Id="Rb722247775b94bce" /><Relationship Type="http://schemas.openxmlformats.org/officeDocument/2006/relationships/slide" Target="/ppt/slides/slide20.xml" Id="R31c09566597b469a" /><Relationship Type="http://schemas.openxmlformats.org/officeDocument/2006/relationships/slide" Target="/ppt/slides/slide21.xml" Id="R2b23f379ded34ba5" /><Relationship Type="http://schemas.openxmlformats.org/officeDocument/2006/relationships/slide" Target="/ppt/slides/slide22.xml" Id="R0e6e81b25ddd4fee" /><Relationship Type="http://schemas.openxmlformats.org/officeDocument/2006/relationships/slide" Target="/ppt/slides/slide23.xml" Id="R4f2ddcc0c1e8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4cc72a13854e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4f4a5498a24fa3" /><Relationship Type="http://schemas.openxmlformats.org/officeDocument/2006/relationships/notesMaster" Target="/ppt/notesMasters/notesMaster1.xml" Id="R721d646354b84f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1501a08fd14468" /><Relationship Type="http://schemas.openxmlformats.org/officeDocument/2006/relationships/notesMaster" Target="/ppt/notesMasters/notesMaster1.xml" Id="R207cb11fe8eb42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c5eace13574966" /><Relationship Type="http://schemas.openxmlformats.org/officeDocument/2006/relationships/notesMaster" Target="/ppt/notesMasters/notesMaster1.xml" Id="Rfcfa222bf23840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89243c7c3740bf" /><Relationship Type="http://schemas.openxmlformats.org/officeDocument/2006/relationships/notesMaster" Target="/ppt/notesMasters/notesMaster1.xml" Id="R78b64f050a984d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7ec2b982884c93" /><Relationship Type="http://schemas.openxmlformats.org/officeDocument/2006/relationships/notesMaster" Target="/ppt/notesMasters/notesMaster1.xml" Id="Rb1070931f9df42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1f8685dd6b451f" /><Relationship Type="http://schemas.openxmlformats.org/officeDocument/2006/relationships/notesMaster" Target="/ppt/notesMasters/notesMaster1.xml" Id="R42995c5187f840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192b9b11281418c" /><Relationship Type="http://schemas.openxmlformats.org/officeDocument/2006/relationships/notesMaster" Target="/ppt/notesMasters/notesMaster1.xml" Id="R4cb642a6377046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8a9bce99114173" /><Relationship Type="http://schemas.openxmlformats.org/officeDocument/2006/relationships/notesMaster" Target="/ppt/notesMasters/notesMaster1.xml" Id="Rca31c18a0f8c4a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4f763ae4084e5e" /><Relationship Type="http://schemas.openxmlformats.org/officeDocument/2006/relationships/notesMaster" Target="/ppt/notesMasters/notesMaster1.xml" Id="R5fa48f2957284e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181cc083f64223" /><Relationship Type="http://schemas.openxmlformats.org/officeDocument/2006/relationships/notesMaster" Target="/ppt/notesMasters/notesMaster1.xml" Id="R9581c6d11c0549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2c2ab9243a4293" /><Relationship Type="http://schemas.openxmlformats.org/officeDocument/2006/relationships/notesMaster" Target="/ppt/notesMasters/notesMaster1.xml" Id="Ra8a22409a4d94d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dc8d60e2374257" /><Relationship Type="http://schemas.openxmlformats.org/officeDocument/2006/relationships/notesMaster" Target="/ppt/notesMasters/notesMaster1.xml" Id="R590fb1667d314a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99692fced044fb4" /><Relationship Type="http://schemas.openxmlformats.org/officeDocument/2006/relationships/notesMaster" Target="/ppt/notesMasters/notesMaster1.xml" Id="R79540a4e35f14de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97fd55c24e43b9" /><Relationship Type="http://schemas.openxmlformats.org/officeDocument/2006/relationships/notesMaster" Target="/ppt/notesMasters/notesMaster1.xml" Id="R7cba7bb80b694e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3473e746664eef" /><Relationship Type="http://schemas.openxmlformats.org/officeDocument/2006/relationships/notesMaster" Target="/ppt/notesMasters/notesMaster1.xml" Id="Rc17e4d8ff5884b7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b991b90db347e3" /><Relationship Type="http://schemas.openxmlformats.org/officeDocument/2006/relationships/notesMaster" Target="/ppt/notesMasters/notesMaster1.xml" Id="R32c49bfb130b4e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eb1e993cf0740f4" /><Relationship Type="http://schemas.openxmlformats.org/officeDocument/2006/relationships/notesMaster" Target="/ppt/notesMasters/notesMaster1.xml" Id="Rd4311b874dcf43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5e4000a4d5b4fe7" /><Relationship Type="http://schemas.openxmlformats.org/officeDocument/2006/relationships/notesMaster" Target="/ppt/notesMasters/notesMaster1.xml" Id="R166a4d09a45f40f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15aa2c0e0c4b42" /><Relationship Type="http://schemas.openxmlformats.org/officeDocument/2006/relationships/notesMaster" Target="/ppt/notesMasters/notesMaster1.xml" Id="R69af5311961b4a2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f1533f4f624412" /><Relationship Type="http://schemas.openxmlformats.org/officeDocument/2006/relationships/notesMaster" Target="/ppt/notesMasters/notesMaster1.xml" Id="R45a28ff4e0f442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88f7cfed45458a" /><Relationship Type="http://schemas.openxmlformats.org/officeDocument/2006/relationships/notesMaster" Target="/ppt/notesMasters/notesMaster1.xml" Id="R4f0419728c694f0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29cb403d064cde" /><Relationship Type="http://schemas.openxmlformats.org/officeDocument/2006/relationships/notesMaster" Target="/ppt/notesMasters/notesMaster1.xml" Id="R96f50825533b4e0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6771a52ba5d4e40" /><Relationship Type="http://schemas.openxmlformats.org/officeDocument/2006/relationships/notesMaster" Target="/ppt/notesMasters/notesMaster1.xml" Id="Rf59201537c3d45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 will ask: A party argues a fee is not taxable. May the memo label that the court’s finding? I will record the learner’s explanation before showing the answer. No. Separate the submission from the court’s reasoning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party argues a fee is not taxable. May the memo label that the court’s finding?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Separate the submission from the court’s reasoning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A party argues a fee is not taxable. May the memo label that the court’s finding? A supported answer should establish: No. Separate the submission from the court’s reasoning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Recall research discipline.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without showing the prior result. No. Separate the submission from the court’s reasoning and disposition. Invite a reason, then connect the answer to today’s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A party argues a fee is not taxable. May the memo label that the court’s finding?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Separate the submission from the court’s reasoning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A party argues a fee is not taxable. May the memo label that the court’s finding? A supported answer should establish: No. Separate the submission from the court’s reasoning and disposition.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contract-review brief.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Open the executed agreement, playbook and client instruction. Reuse the known clause so the class can focus on the review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defines an acceptable result?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Accurate source extraction, relevant playbook comparison and a reviewable proposed amendment.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What defines an acceptable result? A supported answer should establish: Accurate source extraction, relevant playbook comparison and a reviewable proposed amendment.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current agreement and its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Identify executed text, extracted record, analysis and proposed drafting as different artifacts. A generated change does not amend the executed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must a draft amendment cite?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source clause, proposed text and reason for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What must a draft amendment cite? A supported answer should establish: The source clause, proposed text and reason for the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Named entity recognition.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Point to each organisation name and date, then distinguish the category label from the contractual role. A model can identify Equator as an organisation without establishing which obligations it owes.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Does extracting a name establish that it is the obligor?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Relationship and obligation extraction require additional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Does extracting a name establish that it is the obligor? A supported answer should establish: No. Relationship and obligation extraction require additional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complete obligation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https://learn.microsoft.com/en-us/azure/ai-services/language-service/named-entity-recognition/concepts/named-entity-categories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Read clause 3 and populate each field. Distinguish absence in the source from inability of the tool to find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condition matters for the exception?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Wholly owned group reorganisation and continued provider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Which condition matters for the exception? A supported answer should establish: Wholly owned group reorganisation and continued provider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Clause 3 with its qualification.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the exact source. Reveal the main rule, exception and responsibility condition separately. Preserve the complete wording in the source 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happens if we extract only the first sentence?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We overstate the consent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What happens if we extract only the first sentence? A supported answer should establish: We overstate the consent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Review against the playbook.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3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The playbook is a fictional firm preference, not a statement of mandatory law. A departure requires judgement, not an automatic claim that a clause is unlawful.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Is a playbook departure necessarily illegal?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No. It may be a commercial or drafting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Is a playbook departure necessarily illegal? A supported answer should establish: No. It may be a commercial or drafting preference.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deliberately flawed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Open Flawed Contract Review.txt. Clause 3 includes an exception and clause 2 requires prior customer approval for named support access. Ask the learner to repair both findings.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sources reveal the errors?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Three corrections: preserve clause 3’s exception; restore clause 2’s prior approval; state that clause 4 supplies no fee amount.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Which sources reveal the errors? A supported answer should establish: Three corrections: preserve clause 3’s exception; restore clause 2’s prior approval; state that clause 4 supplies no fee amount.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source-linked review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Show clause, quote, qualification, playbook issue and proposed next step. Highlight unknown ownership facts separately from the contract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allow another partner to review quickly?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Exact passages, clear issue labels and a visible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What would allow another partner to review quickly? A supported answer should establish: Exact passages, clear issue labels and a visible rationale.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Drafting with controlled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AI can propose wording; the lawyer checks whether it achieves the objective and creates unintended effects. Keep source material, assumptions and final decision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the model do with missing facts?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Ask or mark assumptions rather than silently invent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What should the model do with missing facts? A supported answer should establish: Ask or mark assumptions rather than silently invent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Current clause and proposed addition.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4 native click reveals. Advance each stage and ask about the relationship it adds.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This is a drafting option under a fictional playbook, not advice that a notice term is legally required. Ask the learner to identify the negotiation and operational consequences.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details remain to 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Notice timing, recipient, evidence and consequences of a failure to notify.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Which details remain to agree? A supported answer should establish: Notice timing, recipient, evidence and consequences of a failure to notify.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 redline needs a reason.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redline is more useful when the rationale is explicit. Check whether the added notice conflicts with a general notices clause.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Would a grammatical improvement justify a legal change?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Not automatically. Assess legal and commercial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Would a grammatical improvement justify a legal change? A supported answer should establish: Not automatically. Assess legal and commercial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Catching robotic drafting.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Compare generic prose with a precise explanation of the group exception. Tone editing must not erase necessary qualifications.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stay even if it makes the sentence longer?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Conditions that affect the legal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What should stay even if it makes the sentence longer? A supported answer should establish: Conditions that affect the legal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Review and release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Name actual roles during discussion. AI-assisted drafting does not transfer professional accountability to the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Who can approve the external advice?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person authorised under the firm’s professional and internal arrangements.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Who can approve the external advice? A supported answer should establish: The person authorised under the firm’s professional and internal arrangements.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Our in-class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Use the run-sheet. I demonstrate the first example; the learner predicts, chooses evidence and checks the changed example. Save actual outputs or mark the step unexecuted.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Before we begin: Extract parties, roles and obligations from the longer agreement, checking definitions and cross-references.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NER identifies names, not all legal relationships. The three errors lose the exception, reverse support approval and invent a fee. Assignment is not resolved by the change-of-control clause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Before we begin: Extract parties, roles and obligations from the longer agreement, checking definitions and cross-references. A supported answer should establish: NER identifies names, not all legal relationships. The three errors lose the exception, reverse support approval and invent a fee. Assignment is not resolved by the change-of-control clause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What we can conclude.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Have the learner explain the conclusion before I summarise it. Compare the actual result with the model answer and preserve unresolved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part of today’s result remains unverified?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longer agreement is fictional teaching material, not a production contract or legal opinion.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Which part of today’s result remains unverified? A supported answer should establish: The longer agreement is fictional teaching material, not a production contract or legal opinion.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firm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Record a proposed owner and one condition before proceeding. This is a class decision record, not firm authorisation.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evidence would change this proposed decision?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Maintain a customer-side playbook and require a reason and source for each proposed change.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What evidence would change this proposed decision? A supported answer should establish: Maintain a customer-side playbook and require a reason and source for each proposed change. Revisit if the evidence, quality or permitted scope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Check understanding.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Ask these changed-fact questions before opening the answer key. No: the extract is silent on assignment; inspect the full terms and applicable law. Roles and obligations require surrounding text. Do not invent a fee.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Variant B: assignment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No: the extract is silent on assignment; inspect the full terms and applicable law. Roles and obligations require surrounding text. Do not invent a fee.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Variant B: assignment A supported answer should establish: No: the extract is silent on assignment; inspect the full terms and applicable law. Roles and obligations require surrounding text. Do not invent a fee.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Session 9: Automation and agentic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Essential sequence; use the session run-sheet.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Build the distinction step by step. An obligation record needs conditions and exceptions, not merely a party and a verb.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could a flat entity list miss?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Who owes the duty and when the exception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What could a flat entity list miss? A supported answer should establish: Who owes the duty and when the exception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good summary can still miss a commercial risk. An issue list can invent concerns if it ignores the agreed scope.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Which question should guide issue spotting?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What matters to this client and the defined review criteria?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 realistic fee can fill the schedule gap. I will clarify: Point to clause4 and request the signed schedule; drafting cannot establish an agreed amount. Then return to this slide’s question: Which question should guide issue spotting? A supported answer should establish: What matters to this client and the defined review criteria?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Create one clear briefing slide or short memo from the checked table. A source reference should remain available when the finding moves to another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would make the briefing misleading?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A decisive-looking conclusion detached from its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Recognising a name identifies its obligations. I will clarify: Move from the organisation label to clause2’s actor, action and condition. Then return to this slide’s question: What would make the briefing misleading? A supported answer should establish: A decisive-looking conclusion detached from its conditions.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How can AI support review and drafting while preserving legal judgement?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 will explain: A common playbook can turn individual prompting into a repeatable service. It also needs owners and updates as practice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Ask: What should the firm standardise first?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 answer: The review scope and meaning of acceptable work before tool-specific templates.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partly correct: Likely confusion: Assignment is the same as change of control. I will clarify: Compare VariantB with the actual clause; the extract does not answer assignment. Then return to this slide’s question: What should the firm standardise first? A supported answer should establish: The review scope and meaning of acceptable work before tool-specific templates.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evidence: identify the supplied source, the actual observed output and any gap before agreeing a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Return to the essential session conclusion; explore this only if useful.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Teaching status: Optional exploration; not included in the 120-minute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</a:t>
            </a:r>
          </a:p>
          <a:p xmlns:a="http://schemas.openxmlformats.org/drawingml/2006/main">
            <a:r>
              <a:t>Fictional client matter; public authorities are identified separately. All required work happens in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Playback: Static slide. Discuss the complete visual; no click build is attached.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2da6236474d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f0b46a7b4145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5a4085c8d42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26785ece043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f27bf22f149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b10da8a8540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1034C5-2A10-4DBC-B133-36283240C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BAD815-65B7-46F3-9073-8A194F04745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037AEA-B689-4B13-BAFD-FF58CEFF41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DF8007-5EE1-435A-8319-117E4DD208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E3C2D5-53CF-4F33-8AC6-758D2DBE8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4C10A3-CED7-43C7-B197-29C7BC59CD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D1C6E4-6FE5-486C-871A-BD0322E885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D130DD-CC4E-465E-A27E-AAEBBD3941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A02A54-87DF-433C-948C-7C59FFF15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377CC7-1D36-426D-9D97-6716389B52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c8ac01e9ff4f84" /><Relationship Type="http://schemas.openxmlformats.org/officeDocument/2006/relationships/slideLayout" Target="/ppt/slideLayouts/slideLayout1.xml" Id="R4a72ffbc45044591" /><Relationship Type="http://schemas.openxmlformats.org/officeDocument/2006/relationships/slideLayout" Target="/ppt/slideLayouts/slideLayout2.xml" Id="R6d406cfe33e445a6" /><Relationship Type="http://schemas.openxmlformats.org/officeDocument/2006/relationships/slideLayout" Target="/ppt/slideLayouts/slideLayout3.xml" Id="R450d9ab794f24ce1" /><Relationship Type="http://schemas.openxmlformats.org/officeDocument/2006/relationships/slideLayout" Target="/ppt/slideLayouts/slideLayout4.xml" Id="R588b01c843054c2d" /><Relationship Type="http://schemas.openxmlformats.org/officeDocument/2006/relationships/slideLayout" Target="/ppt/slideLayouts/slideLayout5.xml" Id="R958ba7a05eb24601" /><Relationship Type="http://schemas.openxmlformats.org/officeDocument/2006/relationships/slideLayout" Target="/ppt/slideLayouts/slideLayout6.xml" Id="R880f73fd06dd4b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2ffbc45044591"/>
    <p:sldLayoutId xmlns:r="http://schemas.openxmlformats.org/officeDocument/2006/relationships" id="2147483650" r:id="R6d406cfe33e445a6"/>
    <p:sldLayoutId xmlns:r="http://schemas.openxmlformats.org/officeDocument/2006/relationships" id="2147483651" r:id="R450d9ab794f24ce1"/>
    <p:sldLayoutId xmlns:r="http://schemas.openxmlformats.org/officeDocument/2006/relationships" id="2147483652" r:id="R588b01c843054c2d"/>
    <p:sldLayoutId xmlns:r="http://schemas.openxmlformats.org/officeDocument/2006/relationships" id="2147483653" r:id="R958ba7a05eb24601"/>
    <p:sldLayoutId xmlns:r="http://schemas.openxmlformats.org/officeDocument/2006/relationships" id="2147483654" r:id="R880f73fd06dd4b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d01ee2864d4034" /><Relationship Type="http://schemas.openxmlformats.org/officeDocument/2006/relationships/notesSlide" Target="/ppt/notesSlides/notesSlide1.xml" Id="Rc53cab30901548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fe18df29b9485b" /><Relationship Type="http://schemas.openxmlformats.org/officeDocument/2006/relationships/notesSlide" Target="/ppt/notesSlides/notesSlide2.xml" Id="R50dafce2d1594a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e676a6de964c38" /><Relationship Type="http://schemas.openxmlformats.org/officeDocument/2006/relationships/notesSlide" Target="/ppt/notesSlides/notesSlide3.xml" Id="R356144283f2c48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466b244e5a47a7" /><Relationship Type="http://schemas.openxmlformats.org/officeDocument/2006/relationships/notesSlide" Target="/ppt/notesSlides/notesSlide4.xml" Id="Rd13fda0233f247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5d8d60d244cf8" /><Relationship Type="http://schemas.openxmlformats.org/officeDocument/2006/relationships/notesSlide" Target="/ppt/notesSlides/notesSlide5.xml" Id="R7522fe33b82248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3e3823edfd47ab" /><Relationship Type="http://schemas.openxmlformats.org/officeDocument/2006/relationships/notesSlide" Target="/ppt/notesSlides/notesSlide6.xml" Id="R6fdb35d481a641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c227aa439d4bf2" /><Relationship Type="http://schemas.openxmlformats.org/officeDocument/2006/relationships/notesSlide" Target="/ppt/notesSlides/notesSlide7.xml" Id="Re7fe1ddb61b24f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37c9b7b9484666" /><Relationship Type="http://schemas.openxmlformats.org/officeDocument/2006/relationships/notesSlide" Target="/ppt/notesSlides/notesSlide8.xml" Id="Rf7ca735e4c9e42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aabcc641c34b6f" /><Relationship Type="http://schemas.openxmlformats.org/officeDocument/2006/relationships/notesSlide" Target="/ppt/notesSlides/notesSlide9.xml" Id="Rcd6aac43c07949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83457a933846c3" /><Relationship Type="http://schemas.openxmlformats.org/officeDocument/2006/relationships/notesSlide" Target="/ppt/notesSlides/notesSlide10.xml" Id="R784617e56c0a48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b74c4d51484a3d" /><Relationship Type="http://schemas.openxmlformats.org/officeDocument/2006/relationships/notesSlide" Target="/ppt/notesSlides/notesSlide11.xml" Id="R9feadfaa5ea24a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5b51d88744403" /><Relationship Type="http://schemas.openxmlformats.org/officeDocument/2006/relationships/notesSlide" Target="/ppt/notesSlides/notesSlide12.xml" Id="Ra23cfec9657440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6e4b29263a4b08" /><Relationship Type="http://schemas.openxmlformats.org/officeDocument/2006/relationships/notesSlide" Target="/ppt/notesSlides/notesSlide13.xml" Id="R5996ed729a9241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8fb618cff41d4" /><Relationship Type="http://schemas.openxmlformats.org/officeDocument/2006/relationships/notesSlide" Target="/ppt/notesSlides/notesSlide14.xml" Id="R0020dd0dcee94f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20d4284f647ca" /><Relationship Type="http://schemas.openxmlformats.org/officeDocument/2006/relationships/notesSlide" Target="/ppt/notesSlides/notesSlide15.xml" Id="R7a5b5340e2df4f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685eac1db54b8b" /><Relationship Type="http://schemas.openxmlformats.org/officeDocument/2006/relationships/notesSlide" Target="/ppt/notesSlides/notesSlide16.xml" Id="R3e95bf82e880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8b8b1766e45fe" /><Relationship Type="http://schemas.openxmlformats.org/officeDocument/2006/relationships/notesSlide" Target="/ppt/notesSlides/notesSlide17.xml" Id="Rfa8302410b7e470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395bb9903b4ca4" /><Relationship Type="http://schemas.openxmlformats.org/officeDocument/2006/relationships/notesSlide" Target="/ppt/notesSlides/notesSlide18.xml" Id="Rf5ee5816f7994d7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2dcd9ffc40400c" /><Relationship Type="http://schemas.openxmlformats.org/officeDocument/2006/relationships/notesSlide" Target="/ppt/notesSlides/notesSlide19.xml" Id="R5665462a6bb345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7f4c064a164eb4" /><Relationship Type="http://schemas.openxmlformats.org/officeDocument/2006/relationships/notesSlide" Target="/ppt/notesSlides/notesSlide20.xml" Id="R8936aaf4eea644b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ee171b07764c5d" /><Relationship Type="http://schemas.openxmlformats.org/officeDocument/2006/relationships/notesSlide" Target="/ppt/notesSlides/notesSlide21.xml" Id="R769de50e43cc425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7f87f0b3446b9" /><Relationship Type="http://schemas.openxmlformats.org/officeDocument/2006/relationships/notesSlide" Target="/ppt/notesSlides/notesSlide22.xml" Id="R7cf450ab7b1844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8b57446e4412d" /><Relationship Type="http://schemas.openxmlformats.org/officeDocument/2006/relationships/notesSlide" Target="/ppt/notesSlides/notesSlide23.xml" Id="R991aa17414864e2e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ontract review and drafting">
    <p:bg>
      <p:bgPr>
        <a:solidFill>
          <a:srgbClr val="1C314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">
            <a:extLst>
              <a:ext uri="{FF2B5EF4-FFF2-40B4-BE49-F238E27FC236}">
                <ns2:creationId id="{E3BBD6C4-970F-47B4-B86B-9041F01FD0F6}"/>
              </a:ext>
            </a:extLst>
          </p:cNvPr>
          <p:cNvSpPr>
            <a:spLocks noGrp="1"/>
          </p:cNvSpPr>
          <p:nvPr/>
        </p:nvSpPr>
        <p:spPr>
          <a:xfrm>
            <a:off x="619125" y="5905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F3A087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3A087"/>
                </a:solidFill>
                <a:latin typeface="Calibri"/>
                <a:ea typeface="Calibri"/>
                <a:cs typeface="Calibri"/>
              </a:rPr>
              <a:t>SESSION 08</a:t>
            </a:r>
          </a:p>
        </p:txBody>
      </p:sp>
      <p:sp>
        <p:nvSpPr>
          <p:cNvPr id="2" name="text-2">
            <a:extLst>
              <a:ext uri="{FF2B5EF4-FFF2-40B4-BE49-F238E27FC236}">
                <ns2:creationId id="{ABB5A12E-DF4B-4E11-A544-76C87EB84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125" y="1676400"/>
            <a:ext cx="10620375" cy="1905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  <a:lvl1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  <a:lvl2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2pPr>
            <a:lvl3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3pPr>
            <a:lvl4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4pPr>
            <a:lvl5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5pPr>
            <a:lvl6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6pPr>
            <a:lvl7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7pPr>
            <a:lvl8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8pPr>
            <a:lvl9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48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Contract review and drafting</a:t>
            </a:r>
          </a:p>
        </p:txBody>
      </p:sp>
      <p:sp>
        <p:nvSpPr>
          <p:cNvPr id="3" name="text-3">
            <a:extLst>
              <a:ext uri="{FF2B5EF4-FFF2-40B4-BE49-F238E27FC236}">
                <ns2:creationId id="{B7633373-8CD0-4DB0-BA3E-FC8FF9CCFC8A}"/>
              </a:ext>
            </a:extLst>
          </p:cNvPr>
          <p:cNvSpPr>
            <a:spLocks noGrp="1"/>
          </p:cNvSpPr>
          <p:nvPr/>
        </p:nvSpPr>
        <p:spPr>
          <a:xfrm>
            <a:off x="619125" y="4095750"/>
            <a:ext cx="10382250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How can AI support review and drafting while preserving legal judgement?</a:t>
            </a:r>
          </a:p>
        </p:txBody>
      </p:sp>
      <p:sp>
        <p:nvSpPr>
          <p:cNvPr id="4" name="text-4">
            <a:extLst>
              <a:ext uri="{FF2B5EF4-FFF2-40B4-BE49-F238E27FC236}">
                <ns2:creationId id="{A5F10321-CE61-4094-A84A-E7E74BF7916C}"/>
              </a:ext>
            </a:extLst>
          </p:cNvPr>
          <p:cNvSpPr>
            <a:spLocks noGrp="1"/>
          </p:cNvSpPr>
          <p:nvPr/>
        </p:nvSpPr>
        <p:spPr>
          <a:xfrm>
            <a:off x="619125" y="6010275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defPPr>
            <a:lvl1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1pPr>
            <a:lvl2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2pPr>
            <a:lvl3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3pPr>
            <a:lvl4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4pPr>
            <a:lvl5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5pPr>
            <a:lvl6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6pPr>
            <a:lvl7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7pPr>
            <a:lvl8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8pPr>
            <a:lvl9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0">
                <a:solidFill>
                  <a:srgbClr val="DCE8E6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DCE8E6"/>
                </a:solidFill>
                <a:latin typeface="Calibri"/>
                <a:ea typeface="Calibri"/>
                <a:cs typeface="Calibri"/>
              </a:rPr>
              <a:t>Jotham Martin Wambi   KLAi Professional Learning</a:t>
            </a:r>
          </a:p>
        </p:txBody>
      </p:sp>
    </p:spTree>
    <p:extLst>
      <p:ext uri="{BB962C8B-B14F-4D97-AF65-F5344CB8AC3E}">
        <ns3:creationId val="405641802"/>
      </p:ext>
    </p:extLst>
  </p:cSld>
  <p:transition spd="med" advClick="1">
    <p:fade/>
  </p:transition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call research discip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" name="text-5">
            <a:extLst>
              <a:ext uri="{FF2B5EF4-FFF2-40B4-BE49-F238E27FC236}">
                <ns2:creationId id="{03EFDFD6-7EC5-449F-A370-9EDE4DE16E63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6">
            <a:extLst>
              <a:ext uri="{FF2B5EF4-FFF2-40B4-BE49-F238E27FC236}">
                <ns2:creationId id="{847253F5-9022-40BB-955B-59E4AE53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Recall research discipline</a:t>
            </a:r>
          </a:p>
        </p:txBody>
      </p:sp>
      <p:sp>
        <p:nvSpPr>
          <p:cNvPr id="4" name="text-8">
            <a:extLst>
              <a:ext uri="{FF2B5EF4-FFF2-40B4-BE49-F238E27FC236}">
                <ns2:creationId id="{A617AC7D-308C-46D8-B193-BCADBFEE2884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RECALL SESSION 7</a:t>
            </a:r>
          </a:p>
        </p:txBody>
      </p:sp>
      <p:sp>
        <p:nvSpPr>
          <p:cNvPr id="5" name="text-9">
            <a:extLst>
              <a:ext uri="{FF2B5EF4-FFF2-40B4-BE49-F238E27FC236}">
                <ns2:creationId id="{17C8B99A-E700-41EC-BA23-97A3D9AC128A}"/>
              </a:ext>
            </a:extLst>
          </p:cNvPr>
          <p:cNvSpPr>
            <a:spLocks noGrp="1"/>
          </p:cNvSpPr>
          <p:nvPr/>
        </p:nvSpPr>
        <p:spPr>
          <a:xfrm>
            <a:off x="619125" y="2495550"/>
            <a:ext cx="108585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party argues a fee is not taxable. May the memo label that the court’s finding?</a:t>
            </a:r>
          </a:p>
        </p:txBody>
      </p:sp>
      <p:sp>
        <p:nvSpPr>
          <p:cNvPr id="6" name="text-10">
            <a:extLst>
              <a:ext uri="{FF2B5EF4-FFF2-40B4-BE49-F238E27FC236}">
                <ns2:creationId id="{506D77A6-4688-4FC9-B0AE-6554EE45139A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10858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TODAY’S QUESTION</a:t>
            </a:r>
          </a:p>
        </p:txBody>
      </p:sp>
      <p:sp>
        <p:nvSpPr>
          <p:cNvPr id="7" name="text-11">
            <a:extLst>
              <a:ext uri="{FF2B5EF4-FFF2-40B4-BE49-F238E27FC236}">
                <ns2:creationId id="{EEC4BC83-C720-4705-AE84-591E5E51FAAD}"/>
              </a:ext>
            </a:extLst>
          </p:cNvPr>
          <p:cNvSpPr>
            <a:spLocks noGrp="1"/>
          </p:cNvSpPr>
          <p:nvPr/>
        </p:nvSpPr>
        <p:spPr>
          <a:xfrm>
            <a:off x="619125" y="4362450"/>
            <a:ext cx="10858500" cy="1152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How can AI support review and drafting while preserving legal judgement?</a:t>
            </a:r>
          </a:p>
        </p:txBody>
      </p:sp>
      <p:sp>
        <p:nvSpPr>
          <p:cNvPr id="8" name="text-12">
            <a:extLst>
              <a:ext uri="{FF2B5EF4-FFF2-40B4-BE49-F238E27FC236}">
                <ns2:creationId id="{D06E7263-EAE6-4FE7-AAE6-28879C0074B7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Result: A repaired three-finding review and a justified proposed amendment.</a:t>
            </a:r>
          </a:p>
        </p:txBody>
      </p:sp>
      <p:sp>
        <p:nvSpPr>
          <p:cNvPr id="3" name="text-7">
            <a:extLst>
              <a:ext uri="{FF2B5EF4-FFF2-40B4-BE49-F238E27FC236}">
                <ns2:creationId id="{C92725FE-A2B3-45FD-9A0B-03719CAF1CD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2</a:t>
            </a:r>
          </a:p>
        </p:txBody>
      </p:sp>
    </p:spTree>
    <p:extLst>
      <p:ext uri="{BB962C8B-B14F-4D97-AF65-F5344CB8AC3E}">
        <ns3:creationId val="318890072"/>
      </p:ext>
    </p:extLst>
  </p:cSld>
  <p:transition spd="med" advClick="1">
    <p:fade/>
  </p:transition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ur contract-review brief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13">
            <a:extLst>
              <a:ext uri="{FF2B5EF4-FFF2-40B4-BE49-F238E27FC236}">
                <ns2:creationId id="{58429367-001F-4FA0-BC50-FA63C7A8A7D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4">
            <a:extLst>
              <a:ext uri="{FF2B5EF4-FFF2-40B4-BE49-F238E27FC236}">
                <ns2:creationId id="{F7BE6881-A624-4581-8A9C-27A8C778F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contract-review brief</a:t>
            </a:r>
          </a:p>
        </p:txBody>
      </p:sp>
      <p:sp>
        <p:nvSpPr>
          <p:cNvPr id="4" name="text-16">
            <a:extLst>
              <a:ext uri="{FF2B5EF4-FFF2-40B4-BE49-F238E27FC236}">
                <ns2:creationId id="{1B0A3D1A-AFC2-4BD9-B5DE-4CB006940EEF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7">
            <a:extLst>
              <a:ext uri="{FF2B5EF4-FFF2-40B4-BE49-F238E27FC236}">
                <ns2:creationId id="{D3C0E3FB-3292-49BF-8F62-47A87129DCE9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Equator proposes a group reorganisation. We advise Victoria, its customer.</a:t>
            </a:r>
          </a:p>
        </p:txBody>
      </p:sp>
      <p:sp>
        <p:nvSpPr>
          <p:cNvPr id="6" name="text-18">
            <a:extLst>
              <a:ext uri="{FF2B5EF4-FFF2-40B4-BE49-F238E27FC236}">
                <ns2:creationId id="{A2B0CD84-8DC5-4E54-9B1E-B85D902600D4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9">
            <a:extLst>
              <a:ext uri="{FF2B5EF4-FFF2-40B4-BE49-F238E27FC236}">
                <ns2:creationId id="{001B2C09-22E9-4D92-A7EA-2353BF062979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partner wants a review against the firm playbook.</a:t>
            </a:r>
          </a:p>
        </p:txBody>
      </p:sp>
      <p:sp>
        <p:nvSpPr>
          <p:cNvPr id="8" name="text-20">
            <a:extLst>
              <a:ext uri="{FF2B5EF4-FFF2-40B4-BE49-F238E27FC236}">
                <ns2:creationId id="{E1E37F9E-5211-4899-9846-68D4B984B1E3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21">
            <a:extLst>
              <a:ext uri="{FF2B5EF4-FFF2-40B4-BE49-F238E27FC236}">
                <ns2:creationId id="{0B9D1A26-C2F9-47BD-A400-BDE00323FC36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review must preserve qualifications and missing facts.</a:t>
            </a:r>
          </a:p>
        </p:txBody>
      </p:sp>
      <p:sp>
        <p:nvSpPr>
          <p:cNvPr id="3" name="text-15">
            <a:extLst>
              <a:ext uri="{FF2B5EF4-FFF2-40B4-BE49-F238E27FC236}">
                <ns2:creationId id="{8CD5B8C7-670A-4E37-8EAE-0F201B69677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3</a:t>
            </a:r>
          </a:p>
        </p:txBody>
      </p:sp>
    </p:spTree>
    <p:extLst>
      <p:ext uri="{BB962C8B-B14F-4D97-AF65-F5344CB8AC3E}">
        <ns3:creationId val="1169682588"/>
      </p:ext>
    </p:extLst>
  </p:cSld>
  <p:transition spd="med" advClick="1">
    <p:fade/>
  </p:transition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current agreement and its statu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22">
            <a:extLst>
              <a:ext uri="{FF2B5EF4-FFF2-40B4-BE49-F238E27FC236}">
                <ns2:creationId id="{3E42FEAF-9F51-4CBB-9EC7-8D44629F637F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23">
            <a:extLst>
              <a:ext uri="{FF2B5EF4-FFF2-40B4-BE49-F238E27FC236}">
                <ns2:creationId id="{D580852E-3AE0-4700-972D-906E552FE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current agreement and its status</a:t>
            </a:r>
          </a:p>
        </p:txBody>
      </p:sp>
      <p:sp>
        <p:nvSpPr>
          <p:cNvPr id="4" name="text-25">
            <a:extLst>
              <a:ext uri="{FF2B5EF4-FFF2-40B4-BE49-F238E27FC236}">
                <ns2:creationId id="{20CE68A4-220E-4AE8-898A-EF4348301C35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26">
            <a:extLst>
              <a:ext uri="{FF2B5EF4-FFF2-40B4-BE49-F238E27FC236}">
                <ns2:creationId id="{62D0AD9C-54B8-4A70-AFDF-1516D146C387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CONTRACT-01 v2 is the executed teaching agreement.</a:t>
            </a:r>
          </a:p>
        </p:txBody>
      </p:sp>
      <p:sp>
        <p:nvSpPr>
          <p:cNvPr id="6" name="text-27">
            <a:extLst>
              <a:ext uri="{FF2B5EF4-FFF2-40B4-BE49-F238E27FC236}">
                <ns2:creationId id="{C2BE09C1-D82C-4D94-91D4-6A8EA07FA730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28">
            <a:extLst>
              <a:ext uri="{FF2B5EF4-FFF2-40B4-BE49-F238E27FC236}">
                <ns2:creationId id="{F77E1D9D-3728-4428-8604-9C92051C9790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Draft v1 remains labelled as superseded.</a:t>
            </a:r>
          </a:p>
        </p:txBody>
      </p:sp>
      <p:sp>
        <p:nvSpPr>
          <p:cNvPr id="8" name="text-29">
            <a:extLst>
              <a:ext uri="{FF2B5EF4-FFF2-40B4-BE49-F238E27FC236}">
                <ns2:creationId id="{78B40ED8-04F2-46A0-8DFE-A9AEB85AF534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30">
            <a:extLst>
              <a:ext uri="{FF2B5EF4-FFF2-40B4-BE49-F238E27FC236}">
                <ns2:creationId id="{FFB29530-1BF8-42FD-96AE-0B4508C13687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proposed redline is a new draft for review.</a:t>
            </a:r>
          </a:p>
        </p:txBody>
      </p:sp>
      <p:sp>
        <p:nvSpPr>
          <p:cNvPr id="3" name="text-24">
            <a:extLst>
              <a:ext uri="{FF2B5EF4-FFF2-40B4-BE49-F238E27FC236}">
                <ns2:creationId id="{1C707AD1-9789-40BE-98EA-1DF354599A3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4</a:t>
            </a:r>
          </a:p>
        </p:txBody>
      </p:sp>
    </p:spTree>
    <p:extLst>
      <p:ext uri="{BB962C8B-B14F-4D97-AF65-F5344CB8AC3E}">
        <ns3:creationId val="1109247016"/>
      </p:ext>
    </p:extLst>
  </p:cSld>
  <p:transition spd="med" advClick="1">
    <p:fade/>
  </p:transition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Named entity recogni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31">
            <a:extLst>
              <a:ext uri="{FF2B5EF4-FFF2-40B4-BE49-F238E27FC236}">
                <ns2:creationId id="{DCAEFDCA-ECBD-4F27-A4B1-BB2F08662847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32">
            <a:extLst>
              <a:ext uri="{FF2B5EF4-FFF2-40B4-BE49-F238E27FC236}">
                <ns2:creationId id="{E96654EC-96B9-44DC-9F00-8FC4982FF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Named entity recognition</a:t>
            </a:r>
          </a:p>
        </p:txBody>
      </p:sp>
      <p:sp>
        <p:nvSpPr>
          <p:cNvPr id="4" name="text-34">
            <a:extLst>
              <a:ext uri="{FF2B5EF4-FFF2-40B4-BE49-F238E27FC236}">
                <ns2:creationId id="{4867CFB0-300E-48F3-B2D2-570A874BA60F}"/>
              </a:ext>
            </a:extLst>
          </p:cNvPr>
          <p:cNvSpPr>
            <a:spLocks noGrp="1"/>
          </p:cNvSpPr>
          <p:nvPr/>
        </p:nvSpPr>
        <p:spPr>
          <a:xfrm>
            <a:off x="619125" y="2105025"/>
            <a:ext cx="10858500" cy="1238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Victoria Services Ltd engages Equator Systems Ltd</a:t>
            </a:r>
          </a:p>
          <a:p>
            <a:pPr>
              <a:defRPr sz="2925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925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under an agreement effective 15 August 2026.</a:t>
            </a:r>
          </a:p>
        </p:txBody>
      </p:sp>
      <p:graphicFrame>
        <p:nvGraphicFramePr>
          <p:cNvPr id="5" name="">
            <a:extLst>
              <a:ext uri="{FF2B5EF4-FFF2-40B4-BE49-F238E27FC236}">
                <ns2:creationId id="{2A12CBB9-948B-4ABD-9C8D-1E0580B6899C}"/>
              </a:ext>
            </a:extLst>
          </p:cNvPr>
          <p:cNvGraphicFramePr/>
          <p:nvPr/>
        </p:nvGraphicFramePr>
        <p:xfrm>
          <a:off x="619125" y="3819525"/>
          <a:ext cx="10953750" cy="1762125"/>
        </p:xfrm>
        <a:graphic>
          <a:graphicData uri="http://schemas.openxmlformats.org/drawingml/2006/table">
            <a:tbl>
              <a:tblPr/>
              <a:tblGrid>
                <a:gridCol w="5476875"/>
                <a:gridCol w="5476875"/>
              </a:tblGrid>
              <a:tr h="4405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Entity span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Category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Victoria Services Ltd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Organisation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Equator Systems Ltd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Organisation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15 August 2026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Date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6" name="text-35">
            <a:extLst>
              <a:ext uri="{FF2B5EF4-FFF2-40B4-BE49-F238E27FC236}">
                <ns2:creationId id="{A278703F-E7AC-48A9-8017-C08C61324072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Recognition identifies spans. Roles, relationships and obligations require further analysis.</a:t>
            </a:r>
          </a:p>
        </p:txBody>
      </p:sp>
      <p:sp>
        <p:nvSpPr>
          <p:cNvPr id="3" name="text-33">
            <a:extLst>
              <a:ext uri="{FF2B5EF4-FFF2-40B4-BE49-F238E27FC236}">
                <ns2:creationId id="{7D8E6D9D-F5EC-41D6-B990-DA21ED87DA4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5</a:t>
            </a:r>
          </a:p>
        </p:txBody>
      </p:sp>
    </p:spTree>
    <p:extLst>
      <p:ext uri="{BB962C8B-B14F-4D97-AF65-F5344CB8AC3E}">
        <ns3:creationId val="529015600"/>
      </p:ext>
    </p:extLst>
  </p:cSld>
  <p:transition spd="med" advClick="1">
    <p:fade/>
  </p:transition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complete obligation recor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36">
            <a:extLst>
              <a:ext uri="{FF2B5EF4-FFF2-40B4-BE49-F238E27FC236}">
                <ns2:creationId id="{B0455E56-20B2-4C4D-8770-E34662170C7E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37">
            <a:extLst>
              <a:ext uri="{FF2B5EF4-FFF2-40B4-BE49-F238E27FC236}">
                <ns2:creationId id="{49781414-4725-4B1D-B2DA-01E8B9F96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complete obligation record</a:t>
            </a:r>
          </a:p>
        </p:txBody>
      </p:sp>
      <p:sp>
        <p:nvSpPr>
          <p:cNvPr id="4" name="text-39">
            <a:extLst>
              <a:ext uri="{FF2B5EF4-FFF2-40B4-BE49-F238E27FC236}">
                <ns2:creationId id="{86B98B22-061C-4E7E-9C80-C394BCC7BC39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40">
            <a:extLst>
              <a:ext uri="{FF2B5EF4-FFF2-40B4-BE49-F238E27FC236}">
                <ns2:creationId id="{219B309B-825A-4DBF-B4D8-D85D48DAECF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Actor and required action</a:t>
            </a:r>
          </a:p>
        </p:txBody>
      </p:sp>
      <p:sp>
        <p:nvSpPr>
          <p:cNvPr id="6" name="text-41">
            <a:extLst>
              <a:ext uri="{FF2B5EF4-FFF2-40B4-BE49-F238E27FC236}">
                <ns2:creationId id="{B52D5439-8E28-4C1F-8481-1992154EB673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42">
            <a:extLst>
              <a:ext uri="{FF2B5EF4-FFF2-40B4-BE49-F238E27FC236}">
                <ns2:creationId id="{27C0F6B8-9001-41FC-AA76-2A33FF5E0958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Trigger or timing</a:t>
            </a:r>
          </a:p>
        </p:txBody>
      </p:sp>
      <p:sp>
        <p:nvSpPr>
          <p:cNvPr id="8" name="text-43">
            <a:extLst>
              <a:ext uri="{FF2B5EF4-FFF2-40B4-BE49-F238E27FC236}">
                <ns2:creationId id="{C20C3ED8-375E-41E4-9E5A-83DE98B7BDDA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44">
            <a:extLst>
              <a:ext uri="{FF2B5EF4-FFF2-40B4-BE49-F238E27FC236}">
                <ns2:creationId id="{645E8DD9-10AC-42B1-AE35-C32DB799D319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Conditions and exceptions</a:t>
            </a:r>
          </a:p>
        </p:txBody>
      </p:sp>
      <p:sp>
        <p:nvSpPr>
          <p:cNvPr id="10" name="text-45">
            <a:extLst>
              <a:ext uri="{FF2B5EF4-FFF2-40B4-BE49-F238E27FC236}">
                <ns2:creationId id="{C86A2A33-987F-42A6-8309-63A4285ED849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46">
            <a:extLst>
              <a:ext uri="{FF2B5EF4-FFF2-40B4-BE49-F238E27FC236}">
                <ns2:creationId id="{0BB89083-6AB5-4994-8883-3147CAD36F1F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Exact source and review status</a:t>
            </a:r>
          </a:p>
        </p:txBody>
      </p:sp>
      <p:sp>
        <p:nvSpPr>
          <p:cNvPr id="3" name="text-38">
            <a:extLst>
              <a:ext uri="{FF2B5EF4-FFF2-40B4-BE49-F238E27FC236}">
                <ns2:creationId id="{0FC96B3D-5939-4C28-A445-F47897F1D515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6</a:t>
            </a:r>
          </a:p>
        </p:txBody>
      </p:sp>
    </p:spTree>
    <p:extLst>
      <p:ext uri="{BB962C8B-B14F-4D97-AF65-F5344CB8AC3E}">
        <ns3:creationId val="1974014799"/>
      </p:ext>
    </p:extLst>
  </p:cSld>
  <p:transition spd="med" advClick="1">
    <p:fade/>
  </p:transition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lause 3 with its qualific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text-47">
            <a:extLst>
              <a:ext uri="{FF2B5EF4-FFF2-40B4-BE49-F238E27FC236}">
                <ns2:creationId id="{D21E5D8F-78AE-4E68-9DC0-9FF6E609EAB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48">
            <a:extLst>
              <a:ext uri="{FF2B5EF4-FFF2-40B4-BE49-F238E27FC236}">
                <ns2:creationId id="{F95B67FA-A357-41B1-B00F-AEFA8BB4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Clause 3 with its qualification</a:t>
            </a:r>
          </a:p>
        </p:txBody>
      </p:sp>
      <p:sp>
        <p:nvSpPr>
          <p:cNvPr id="4" name="reveal-01-part-label">
            <a:extLst>
              <a:ext uri="{FF2B5EF4-FFF2-40B4-BE49-F238E27FC236}">
                <ns2:creationId id="{255F2CCA-233D-4BF8-B1F1-5A2D8554155F}"/>
              </a:ext>
            </a:extLst>
          </p:cNvPr>
          <p:cNvSpPr>
            <a:spLocks noGrp="1"/>
          </p:cNvSpPr>
          <p:nvPr/>
        </p:nvSpPr>
        <p:spPr>
          <a:xfrm>
            <a:off x="619125" y="204787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RULE</a:t>
            </a:r>
          </a:p>
        </p:txBody>
      </p:sp>
      <p:sp>
        <p:nvSpPr>
          <p:cNvPr id="5" name="reveal-01-part-text">
            <a:extLst>
              <a:ext uri="{FF2B5EF4-FFF2-40B4-BE49-F238E27FC236}">
                <ns2:creationId id="{4DC55B22-C173-421B-8279-4EBDDAFF0DA6}"/>
              </a:ext>
            </a:extLst>
          </p:cNvPr>
          <p:cNvSpPr>
            <a:spLocks noGrp="1"/>
          </p:cNvSpPr>
          <p:nvPr/>
        </p:nvSpPr>
        <p:spPr>
          <a:xfrm>
            <a:off x="3667125" y="2047875"/>
            <a:ext cx="7858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Prior written consent for change of control.</a:t>
            </a:r>
          </a:p>
        </p:txBody>
      </p:sp>
      <p:sp>
        <p:nvSpPr>
          <p:cNvPr id="6" name="reveal-02-part-label">
            <a:extLst>
              <a:ext uri="{FF2B5EF4-FFF2-40B4-BE49-F238E27FC236}">
                <ns2:creationId id="{9EDE39F8-637A-48FE-B41A-BFD3A5FA4F7B}"/>
              </a:ext>
            </a:extLst>
          </p:cNvPr>
          <p:cNvSpPr>
            <a:spLocks noGrp="1"/>
          </p:cNvSpPr>
          <p:nvPr/>
        </p:nvSpPr>
        <p:spPr>
          <a:xfrm>
            <a:off x="619125" y="324802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EXCEPTION</a:t>
            </a:r>
          </a:p>
        </p:txBody>
      </p:sp>
      <p:sp>
        <p:nvSpPr>
          <p:cNvPr id="7" name="reveal-02-part-text">
            <a:extLst>
              <a:ext uri="{FF2B5EF4-FFF2-40B4-BE49-F238E27FC236}">
                <ns2:creationId id="{2BBC8C3B-25B1-4956-8573-3928222A0D2D}"/>
              </a:ext>
            </a:extLst>
          </p:cNvPr>
          <p:cNvSpPr>
            <a:spLocks noGrp="1"/>
          </p:cNvSpPr>
          <p:nvPr/>
        </p:nvSpPr>
        <p:spPr>
          <a:xfrm>
            <a:off x="3667125" y="3248025"/>
            <a:ext cx="7858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Wholly owned group reorganisation.</a:t>
            </a:r>
          </a:p>
        </p:txBody>
      </p:sp>
      <p:sp>
        <p:nvSpPr>
          <p:cNvPr id="8" name="reveal-03-part-label">
            <a:extLst>
              <a:ext uri="{FF2B5EF4-FFF2-40B4-BE49-F238E27FC236}">
                <ns2:creationId id="{C868507A-6020-4670-9E6D-847997E4D794}"/>
              </a:ext>
            </a:extLst>
          </p:cNvPr>
          <p:cNvSpPr>
            <a:spLocks noGrp="1"/>
          </p:cNvSpPr>
          <p:nvPr/>
        </p:nvSpPr>
        <p:spPr>
          <a:xfrm>
            <a:off x="619125" y="4448175"/>
            <a:ext cx="2952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8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CONDITION</a:t>
            </a:r>
          </a:p>
        </p:txBody>
      </p:sp>
      <p:sp>
        <p:nvSpPr>
          <p:cNvPr id="9" name="reveal-03-part-text">
            <a:extLst>
              <a:ext uri="{FF2B5EF4-FFF2-40B4-BE49-F238E27FC236}">
                <ns2:creationId id="{CBCCE01C-CBE3-4F1E-A5BC-AB3D80E8FC5A}"/>
              </a:ext>
            </a:extLst>
          </p:cNvPr>
          <p:cNvSpPr>
            <a:spLocks noGrp="1"/>
          </p:cNvSpPr>
          <p:nvPr/>
        </p:nvSpPr>
        <p:spPr>
          <a:xfrm>
            <a:off x="3667125" y="4448175"/>
            <a:ext cx="7858125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Provider remains responsible for its obligations.</a:t>
            </a:r>
          </a:p>
        </p:txBody>
      </p:sp>
      <p:sp>
        <p:nvSpPr>
          <p:cNvPr id="10" name="text-50">
            <a:extLst>
              <a:ext uri="{FF2B5EF4-FFF2-40B4-BE49-F238E27FC236}">
                <ns2:creationId id="{7005C40F-F18B-4A2C-BE60-23AA0C8A4BD5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Teaching decomposition. Consult the complete clause before interpreting its effect.</a:t>
            </a:r>
          </a:p>
        </p:txBody>
      </p:sp>
      <p:sp>
        <p:nvSpPr>
          <p:cNvPr id="3" name="text-49">
            <a:extLst>
              <a:ext uri="{FF2B5EF4-FFF2-40B4-BE49-F238E27FC236}">
                <ns2:creationId id="{002E3798-A82A-4116-9E91-B798F2F8556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7</a:t>
            </a:r>
          </a:p>
        </p:txBody>
      </p:sp>
    </p:spTree>
    <p:extLst>
      <p:ext uri="{BB962C8B-B14F-4D97-AF65-F5344CB8AC3E}">
        <ns3:creationId val="83123064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view against the playboo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51">
            <a:extLst>
              <a:ext uri="{FF2B5EF4-FFF2-40B4-BE49-F238E27FC236}">
                <ns2:creationId id="{EB909D20-9E87-456E-AB91-E835DBE5EC3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52">
            <a:extLst>
              <a:ext uri="{FF2B5EF4-FFF2-40B4-BE49-F238E27FC236}">
                <ns2:creationId id="{A72BDC34-7CDC-4E56-AFA5-75C85D93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against the playbook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10D310E3-023D-4099-8B0E-BD27ABA3811F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9358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Issue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position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Playbook preference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Consent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Prior consent with an exception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Clear change-of-control boundary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Group reorganisation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Exception with responsibility condition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Retain a workable exception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Notice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No separate notice in clause 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Consider notice for internal changes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53">
            <a:extLst>
              <a:ext uri="{FF2B5EF4-FFF2-40B4-BE49-F238E27FC236}">
                <ns2:creationId id="{F5896CE6-9852-4D88-A6D3-32E568ED8500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8</a:t>
            </a:r>
          </a:p>
        </p:txBody>
      </p:sp>
    </p:spTree>
    <p:extLst>
      <p:ext uri="{BB962C8B-B14F-4D97-AF65-F5344CB8AC3E}">
        <ns3:creationId val="2128487028"/>
      </p:ext>
    </p:extLst>
  </p:cSld>
  <p:transition spd="med" advClick="1">
    <p:fade/>
  </p:transition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deliberately flawed revie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54">
            <a:extLst>
              <a:ext uri="{FF2B5EF4-FFF2-40B4-BE49-F238E27FC236}">
                <ns2:creationId id="{68E926C1-39C7-4F07-8F31-8B3C1058A27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55">
            <a:extLst>
              <a:ext uri="{FF2B5EF4-FFF2-40B4-BE49-F238E27FC236}">
                <ns2:creationId id="{A2C32440-46C1-4590-B6FC-71D475B57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deliberately flawed review</a:t>
            </a:r>
          </a:p>
        </p:txBody>
      </p:sp>
      <p:sp>
        <p:nvSpPr>
          <p:cNvPr id="4" name="text-57">
            <a:extLst>
              <a:ext uri="{FF2B5EF4-FFF2-40B4-BE49-F238E27FC236}">
                <ns2:creationId id="{2BB0A953-34E0-43F0-9ECD-8F6A57A68AB3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58">
            <a:extLst>
              <a:ext uri="{FF2B5EF4-FFF2-40B4-BE49-F238E27FC236}">
                <ns2:creationId id="{A9EE1C69-822B-4C59-A110-39F7317B0D10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Every reorganisation needs consent.</a:t>
            </a:r>
          </a:p>
        </p:txBody>
      </p:sp>
      <p:sp>
        <p:nvSpPr>
          <p:cNvPr id="6" name="text-59">
            <a:extLst>
              <a:ext uri="{FF2B5EF4-FFF2-40B4-BE49-F238E27FC236}">
                <ns2:creationId id="{C0182C2C-10A9-4938-94D9-10884A633DA3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60">
            <a:extLst>
              <a:ext uri="{FF2B5EF4-FFF2-40B4-BE49-F238E27FC236}">
                <ns2:creationId id="{EB618260-501F-48AC-82F0-B994BA99F7FB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Support staff need no customer approval.</a:t>
            </a:r>
          </a:p>
        </p:txBody>
      </p:sp>
      <p:sp>
        <p:nvSpPr>
          <p:cNvPr id="8" name="text-61">
            <a:extLst>
              <a:ext uri="{FF2B5EF4-FFF2-40B4-BE49-F238E27FC236}">
                <ns2:creationId id="{0A685791-D204-4FA7-8A36-2178F04E745E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62">
            <a:extLst>
              <a:ext uri="{FF2B5EF4-FFF2-40B4-BE49-F238E27FC236}">
                <ns2:creationId id="{117820FB-C257-4673-96F0-D27E48CA711D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agreement fixes fees at UGX 50 million.</a:t>
            </a:r>
          </a:p>
        </p:txBody>
      </p:sp>
      <p:sp>
        <p:nvSpPr>
          <p:cNvPr id="3" name="text-56">
            <a:extLst>
              <a:ext uri="{FF2B5EF4-FFF2-40B4-BE49-F238E27FC236}">
                <ns2:creationId id="{0A5062F4-DAA9-4468-A4F0-42BECDCE1AA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9</a:t>
            </a:r>
          </a:p>
        </p:txBody>
      </p:sp>
    </p:spTree>
    <p:extLst>
      <p:ext uri="{BB962C8B-B14F-4D97-AF65-F5344CB8AC3E}">
        <ns3:creationId val="55744664"/>
      </p:ext>
    </p:extLst>
  </p:cSld>
  <p:transition spd="med" advClick="1">
    <p:fade/>
  </p:transition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source-linked review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text-63">
            <a:extLst>
              <a:ext uri="{FF2B5EF4-FFF2-40B4-BE49-F238E27FC236}">
                <ns2:creationId id="{1E8FEC1D-97CB-435F-9954-0CB909AF7514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64">
            <a:extLst>
              <a:ext uri="{FF2B5EF4-FFF2-40B4-BE49-F238E27FC236}">
                <ns2:creationId id="{6531FF03-95B2-4991-9243-7FFC804A4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source-linked review table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A281C821-F8F1-48E6-BD40-F52C95973B25}"/>
              </a:ext>
            </a:extLst>
          </p:cNvPr>
          <p:cNvGraphicFramePr/>
          <p:nvPr/>
        </p:nvGraphicFramePr>
        <p:xfrm>
          <a:off x="619125" y="1933575"/>
          <a:ext cx="10953750" cy="3333750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8334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Finding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Next step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Clause 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Exception with conditions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Confirm ownership and responsibility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Clause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Prior approval for support access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Check named people and approval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Clause 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Fee schedule absent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Obtain the signed schedule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5" name="text-66">
            <a:extLst>
              <a:ext uri="{FF2B5EF4-FFF2-40B4-BE49-F238E27FC236}">
                <ns2:creationId id="{C341440E-AC0E-4A44-AD19-0351CD3EC577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Fictional teaching review. Partner approval determines the use of the finding.</a:t>
            </a:r>
          </a:p>
        </p:txBody>
      </p:sp>
      <p:sp>
        <p:nvSpPr>
          <p:cNvPr id="3" name="text-65">
            <a:extLst>
              <a:ext uri="{FF2B5EF4-FFF2-40B4-BE49-F238E27FC236}">
                <ns2:creationId id="{03230031-3BDD-4274-A4FC-174259763D09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10</a:t>
            </a:r>
          </a:p>
        </p:txBody>
      </p:sp>
    </p:spTree>
    <p:extLst>
      <p:ext uri="{BB962C8B-B14F-4D97-AF65-F5344CB8AC3E}">
        <ns3:creationId val="1033180031"/>
      </p:ext>
    </p:extLst>
  </p:cSld>
  <p:transition spd="med" advClick="1">
    <p:fade/>
  </p:transition>
</p:sld>
</file>

<file path=ppt/slides/slide11.xml><?xml version="1.0" encoding="utf-8"?>
<p:sld xmlns:a="http://schemas.openxmlformats.org/drawingml/2006/main" xmlns:ns2="http://schemas.microsoft.com/office/drawing/2014/main" xmlns:ns3="http://schemas.microsoft.com/office/drawing/2017/decorative" xmlns:ns4="http://schemas.microsoft.com/office/powerpoint/2010/main" xmlns:p="http://schemas.openxmlformats.org/presentationml/2006/main">
  <p:cSld name="Drafting with controlled inpu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cxnSp>
        <p:nvCxnSpPr>
          <p:cNvPr id="22" name="reveal-04-arrow" descr="Drafting with controlled inputs">
            <a:extLst>
              <a:ext uri="{FF2B5EF4-FFF2-40B4-BE49-F238E27FC236}">
                <ns2:creationId id="{E136DBC1-4C24-44AA-8E10-4E5ED4292BBA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>
            <a:off x="8751094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1" name="reveal-03-arrow">
            <a:extLst>
              <a:ext uri="{FF2B5EF4-FFF2-40B4-BE49-F238E27FC236}">
                <ns2:creationId id="{3B248857-9A5A-4379-9956-E1741217AE9B}"/>
              </a:ext>
              <a:ext uri="{C183D7F6-B498-43B3-948B-1728B52AA6E4}">
                <ns3:decorative val="1"/>
              </a:ext>
            </a:extLst>
          </p:cNvPr>
          <p:cNvCxnSpPr>
            <a:stCxn id="8" idx="3"/>
            <a:endCxn id="12" idx="1"/>
          </p:cNvCxnSpPr>
          <p:nvPr/>
        </p:nvCxnSpPr>
        <p:spPr>
          <a:xfrm>
            <a:off x="5929312" y="3771900"/>
            <a:ext cx="333376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cxnSp>
        <p:nvCxnSpPr>
          <p:cNvPr id="20" name="reveal-02-arrow">
            <a:extLst>
              <a:ext uri="{FF2B5EF4-FFF2-40B4-BE49-F238E27FC236}">
                <ns2:creationId id="{359EEA1F-7B62-4A79-8764-4277BFF7799A}"/>
              </a:ext>
              <a:ext uri="{C183D7F6-B498-43B3-948B-1728B52AA6E4}">
                <ns3:decorative val="1"/>
              </a:ext>
            </a:extLst>
          </p:cNvPr>
          <p:cNvCxnSpPr>
            <a:stCxn id="4" idx="3"/>
            <a:endCxn id="8" idx="1"/>
          </p:cNvCxnSpPr>
          <p:nvPr/>
        </p:nvCxnSpPr>
        <p:spPr>
          <a:xfrm>
            <a:off x="3107531" y="3771900"/>
            <a:ext cx="333375" cy="0"/>
          </a:xfrm>
          <a:prstGeom prst="straightConnector1">
            <a:avLst/>
          </a:prstGeom>
          <a:ln w="23813">
            <a:solidFill>
              <a:srgbClr val="246E63"/>
            </a:solidFill>
            <a:tailEnd type="arrow" w="med" len="med"/>
          </a:ln>
        </p:spPr>
      </p:cxnSp>
      <p:sp>
        <p:nvSpPr>
          <p:cNvPr id="23" name="text-67">
            <a:extLst>
              <a:ext uri="{FF2B5EF4-FFF2-40B4-BE49-F238E27FC236}">
                <ns2:creationId id="{229392DE-91F2-45BC-98F1-80DE5B3D673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68">
            <a:extLst>
              <a:ext uri="{FF2B5EF4-FFF2-40B4-BE49-F238E27FC236}">
                <ns2:creationId id="{9C5A0A95-FEE2-4AA5-8357-C5078535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Drafting with controlled inputs</a:t>
            </a:r>
          </a:p>
        </p:txBody>
      </p:sp>
      <p:sp>
        <p:nvSpPr>
          <p:cNvPr id="4" name="reveal-01-stage">
            <a:extLst>
              <a:ext uri="{FF2B5EF4-FFF2-40B4-BE49-F238E27FC236}">
                <ns2:creationId id="{22D3375A-BBC6-4F63-8DEE-D56926D8DAC2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19125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5" name="reveal-01-number">
            <a:extLst>
              <a:ext uri="{FF2B5EF4-FFF2-40B4-BE49-F238E27FC236}">
                <ns2:creationId id="{E4F77968-3504-462B-922A-F9375EB67685}"/>
              </a:ext>
            </a:extLst>
          </p:cNvPr>
          <p:cNvSpPr>
            <a:spLocks noGrp="1"/>
          </p:cNvSpPr>
          <p:nvPr/>
        </p:nvSpPr>
        <p:spPr>
          <a:xfrm>
            <a:off x="619125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reveal-01-label">
            <a:extLst>
              <a:ext uri="{FF2B5EF4-FFF2-40B4-BE49-F238E27FC236}">
                <ns2:creationId id="{EBB1FBB4-09B9-40F7-86A1-5D5816C3A4A8}"/>
              </a:ext>
            </a:extLst>
          </p:cNvPr>
          <p:cNvSpPr>
            <a:spLocks noGrp="1"/>
          </p:cNvSpPr>
          <p:nvPr/>
        </p:nvSpPr>
        <p:spPr>
          <a:xfrm>
            <a:off x="771525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Instructions</a:t>
            </a:r>
          </a:p>
        </p:txBody>
      </p:sp>
      <p:sp>
        <p:nvSpPr>
          <p:cNvPr id="7" name="reveal-01-detail">
            <a:extLst>
              <a:ext uri="{FF2B5EF4-FFF2-40B4-BE49-F238E27FC236}">
                <ns2:creationId id="{A7EFFBBD-061A-4AE7-A762-06911A8CB604}"/>
              </a:ext>
            </a:extLst>
          </p:cNvPr>
          <p:cNvSpPr>
            <a:spLocks noGrp="1"/>
          </p:cNvSpPr>
          <p:nvPr/>
        </p:nvSpPr>
        <p:spPr>
          <a:xfrm>
            <a:off x="771525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Client objective</a:t>
            </a:r>
          </a:p>
        </p:txBody>
      </p:sp>
      <p:sp>
        <p:nvSpPr>
          <p:cNvPr id="8" name="reveal-02-stage">
            <a:extLst>
              <a:ext uri="{FF2B5EF4-FFF2-40B4-BE49-F238E27FC236}">
                <ns2:creationId id="{FF4945C9-A0F5-4A34-85FF-67133635F50E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3440906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9" name="reveal-02-number">
            <a:extLst>
              <a:ext uri="{FF2B5EF4-FFF2-40B4-BE49-F238E27FC236}">
                <ns2:creationId id="{08AEF706-D49D-4392-891A-4698FEE32C47}"/>
              </a:ext>
            </a:extLst>
          </p:cNvPr>
          <p:cNvSpPr>
            <a:spLocks noGrp="1"/>
          </p:cNvSpPr>
          <p:nvPr/>
        </p:nvSpPr>
        <p:spPr>
          <a:xfrm>
            <a:off x="3440906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0" name="reveal-02-label">
            <a:extLst>
              <a:ext uri="{FF2B5EF4-FFF2-40B4-BE49-F238E27FC236}">
                <ns2:creationId id="{A7F1ED4D-6FCF-4646-BDD9-796C16D6CB17}"/>
              </a:ext>
            </a:extLst>
          </p:cNvPr>
          <p:cNvSpPr>
            <a:spLocks noGrp="1"/>
          </p:cNvSpPr>
          <p:nvPr/>
        </p:nvSpPr>
        <p:spPr>
          <a:xfrm>
            <a:off x="3593306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Sources</a:t>
            </a:r>
          </a:p>
        </p:txBody>
      </p:sp>
      <p:sp>
        <p:nvSpPr>
          <p:cNvPr id="11" name="reveal-02-detail">
            <a:extLst>
              <a:ext uri="{FF2B5EF4-FFF2-40B4-BE49-F238E27FC236}">
                <ns2:creationId id="{5BF5CE1A-7C8B-40DD-AE39-0E313D1CCF19}"/>
              </a:ext>
            </a:extLst>
          </p:cNvPr>
          <p:cNvSpPr>
            <a:spLocks noGrp="1"/>
          </p:cNvSpPr>
          <p:nvPr/>
        </p:nvSpPr>
        <p:spPr>
          <a:xfrm>
            <a:off x="3593306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Agreement and precedent</a:t>
            </a:r>
          </a:p>
        </p:txBody>
      </p:sp>
      <p:sp>
        <p:nvSpPr>
          <p:cNvPr id="12" name="reveal-03-stage">
            <a:extLst>
              <a:ext uri="{FF2B5EF4-FFF2-40B4-BE49-F238E27FC236}">
                <ns2:creationId id="{20825C84-C08B-46F0-A7A7-1B1D4FCF2F26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6262688" y="2762250"/>
            <a:ext cx="2488406" cy="2019300"/>
          </a:xfrm>
          <a:prstGeom prst="rect">
            <a:avLst/>
          </a:prstGeom>
          <a:solidFill>
            <a:srgbClr val="F1F5F6"/>
          </a:solidFill>
          <a:ln w="11430">
            <a:solidFill>
              <a:srgbClr val="C9D5DA"/>
            </a:solidFill>
          </a:ln>
        </p:spPr>
      </p:sp>
      <p:sp>
        <p:nvSpPr>
          <p:cNvPr id="13" name="reveal-03-number">
            <a:extLst>
              <a:ext uri="{FF2B5EF4-FFF2-40B4-BE49-F238E27FC236}">
                <ns2:creationId id="{492CC58B-D088-4DD5-87E2-9BA9269D4BBF}"/>
              </a:ext>
            </a:extLst>
          </p:cNvPr>
          <p:cNvSpPr>
            <a:spLocks noGrp="1"/>
          </p:cNvSpPr>
          <p:nvPr/>
        </p:nvSpPr>
        <p:spPr>
          <a:xfrm>
            <a:off x="6262688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4" name="reveal-03-label">
            <a:extLst>
              <a:ext uri="{FF2B5EF4-FFF2-40B4-BE49-F238E27FC236}">
                <ns2:creationId id="{BBF5DBD6-CCD0-4121-8F91-929A620150FC}"/>
              </a:ext>
            </a:extLst>
          </p:cNvPr>
          <p:cNvSpPr>
            <a:spLocks noGrp="1"/>
          </p:cNvSpPr>
          <p:nvPr/>
        </p:nvSpPr>
        <p:spPr>
          <a:xfrm>
            <a:off x="6415088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Draft</a:t>
            </a:r>
          </a:p>
        </p:txBody>
      </p:sp>
      <p:sp>
        <p:nvSpPr>
          <p:cNvPr id="15" name="reveal-03-detail">
            <a:extLst>
              <a:ext uri="{FF2B5EF4-FFF2-40B4-BE49-F238E27FC236}">
                <ns2:creationId id="{AC14D7D8-0A38-4196-9893-30A28981EC2A}"/>
              </a:ext>
            </a:extLst>
          </p:cNvPr>
          <p:cNvSpPr>
            <a:spLocks noGrp="1"/>
          </p:cNvSpPr>
          <p:nvPr/>
        </p:nvSpPr>
        <p:spPr>
          <a:xfrm>
            <a:off x="6415088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Proposed wording</a:t>
            </a:r>
          </a:p>
        </p:txBody>
      </p:sp>
      <p:sp>
        <p:nvSpPr>
          <p:cNvPr id="16" name="reveal-04-stage">
            <a:extLst>
              <a:ext uri="{FF2B5EF4-FFF2-40B4-BE49-F238E27FC236}">
                <ns2:creationId id="{D209B533-6AC8-4DDE-A759-EB96DEE2FC87}"/>
              </a:ext>
              <a:ext uri="{C183D7F6-B498-43B3-948B-1728B52AA6E4}">
                <ns3:decorative val="1"/>
              </a:ext>
            </a:extLst>
          </p:cNvPr>
          <p:cNvSpPr>
            <a:spLocks noGrp="1"/>
          </p:cNvSpPr>
          <p:nvPr/>
        </p:nvSpPr>
        <p:spPr>
          <a:xfrm>
            <a:off x="9084469" y="2762250"/>
            <a:ext cx="2488406" cy="2019300"/>
          </a:xfrm>
          <a:prstGeom prst="rect">
            <a:avLst/>
          </a:prstGeom>
          <a:solidFill>
            <a:srgbClr val="E9F3F0"/>
          </a:solidFill>
          <a:ln w="11430">
            <a:solidFill>
              <a:srgbClr val="C9D5DA"/>
            </a:solidFill>
          </a:ln>
        </p:spPr>
      </p:sp>
      <p:sp>
        <p:nvSpPr>
          <p:cNvPr id="17" name="reveal-04-number">
            <a:extLst>
              <a:ext uri="{FF2B5EF4-FFF2-40B4-BE49-F238E27FC236}">
                <ns2:creationId id="{4649B9E0-3FCD-4C53-A014-05E83BAA0F64}"/>
              </a:ext>
            </a:extLst>
          </p:cNvPr>
          <p:cNvSpPr>
            <a:spLocks noGrp="1"/>
          </p:cNvSpPr>
          <p:nvPr/>
        </p:nvSpPr>
        <p:spPr>
          <a:xfrm>
            <a:off x="9084469" y="2324100"/>
            <a:ext cx="2488406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025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8" name="reveal-04-label">
            <a:extLst>
              <a:ext uri="{FF2B5EF4-FFF2-40B4-BE49-F238E27FC236}">
                <ns2:creationId id="{FFA87C5B-ACDB-47F4-B93B-9B4F27F1D0BA}"/>
              </a:ext>
            </a:extLst>
          </p:cNvPr>
          <p:cNvSpPr>
            <a:spLocks noGrp="1"/>
          </p:cNvSpPr>
          <p:nvPr/>
        </p:nvSpPr>
        <p:spPr>
          <a:xfrm>
            <a:off x="9236869" y="2914650"/>
            <a:ext cx="2183606" cy="723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75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Review</a:t>
            </a:r>
          </a:p>
        </p:txBody>
      </p:sp>
      <p:sp>
        <p:nvSpPr>
          <p:cNvPr id="19" name="reveal-04-detail">
            <a:extLst>
              <a:ext uri="{FF2B5EF4-FFF2-40B4-BE49-F238E27FC236}">
                <ns2:creationId id="{DC006985-C2D6-41E6-B14A-C0BEBC961E52}"/>
              </a:ext>
            </a:extLst>
          </p:cNvPr>
          <p:cNvSpPr>
            <a:spLocks noGrp="1"/>
          </p:cNvSpPr>
          <p:nvPr/>
        </p:nvSpPr>
        <p:spPr>
          <a:xfrm>
            <a:off x="9236869" y="3819525"/>
            <a:ext cx="2183606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19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Meaning and consequences</a:t>
            </a:r>
          </a:p>
        </p:txBody>
      </p:sp>
      <p:sp>
        <p:nvSpPr>
          <p:cNvPr id="3" name="text-69">
            <a:extLst>
              <a:ext uri="{FF2B5EF4-FFF2-40B4-BE49-F238E27FC236}">
                <ns2:creationId id="{35BA9459-1980-4606-B204-8B12F45C89B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11</a:t>
            </a:r>
          </a:p>
        </p:txBody>
      </p:sp>
    </p:spTree>
    <p:extLst>
      <p:ext uri="{BB962C8B-B14F-4D97-AF65-F5344CB8AC3E}">
        <ns4:creationId val="209851236"/>
      </p:ext>
    </p:extLst>
  </p:cSld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urrent clause and proposed addi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73">
            <a:extLst>
              <a:ext uri="{FF2B5EF4-FFF2-40B4-BE49-F238E27FC236}">
                <ns2:creationId id="{B4E86731-8A9E-438C-AC1B-48EA717ACDC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74">
            <a:extLst>
              <a:ext uri="{FF2B5EF4-FFF2-40B4-BE49-F238E27FC236}">
                <ns2:creationId id="{818A66E6-E1BB-4D0B-8201-D08A877D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Current clause and proposed addition</a:t>
            </a:r>
          </a:p>
        </p:txBody>
      </p:sp>
      <p:sp>
        <p:nvSpPr>
          <p:cNvPr id="4" name="text-76">
            <a:extLst>
              <a:ext uri="{FF2B5EF4-FFF2-40B4-BE49-F238E27FC236}">
                <ns2:creationId id="{6D7C2BAD-E93D-4C8E-AAC2-AA7B11CDAADC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Current position</a:t>
            </a:r>
          </a:p>
        </p:txBody>
      </p:sp>
      <p:sp>
        <p:nvSpPr>
          <p:cNvPr id="5" name="text-77">
            <a:extLst>
              <a:ext uri="{FF2B5EF4-FFF2-40B4-BE49-F238E27FC236}">
                <ns2:creationId id="{79D706A2-AEB1-4B96-8F34-5FAD813BD1F1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wholly owned group-reorganisation exception applies if the provider remains responsible.</a:t>
            </a:r>
          </a:p>
        </p:txBody>
      </p:sp>
      <p:sp>
        <p:nvSpPr>
          <p:cNvPr id="6" name="text-78">
            <a:extLst>
              <a:ext uri="{FF2B5EF4-FFF2-40B4-BE49-F238E27FC236}">
                <ns2:creationId id="{E1E8ECD5-81D1-45C2-AEAC-12F1BE073F59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Draft for discussion</a:t>
            </a:r>
          </a:p>
        </p:txBody>
      </p:sp>
      <p:sp>
        <p:nvSpPr>
          <p:cNvPr id="7" name="text-79">
            <a:extLst>
              <a:ext uri="{FF2B5EF4-FFF2-40B4-BE49-F238E27FC236}">
                <ns2:creationId id="{C0F1B29D-6FCB-48E7-98CE-7FA1C2932728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Add a notice requirement for a qualifying internal reorganisation, with timing and recipient to agree.</a:t>
            </a:r>
          </a:p>
        </p:txBody>
      </p:sp>
      <p:sp>
        <p:nvSpPr>
          <p:cNvPr id="3" name="text-75">
            <a:extLst>
              <a:ext uri="{FF2B5EF4-FFF2-40B4-BE49-F238E27FC236}">
                <ns2:creationId id="{E379C280-1A54-48D4-85FE-95CEE932E80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12</a:t>
            </a:r>
          </a:p>
        </p:txBody>
      </p:sp>
    </p:spTree>
    <p:extLst>
      <p:ext uri="{BB962C8B-B14F-4D97-AF65-F5344CB8AC3E}">
        <ns3:creationId val="1851945406"/>
      </p:ext>
    </p:extLst>
  </p:cSld>
  <p:transition spd="med" advClick="1">
    <p:fade/>
  </p:transition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redline needs a rea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80">
            <a:extLst>
              <a:ext uri="{FF2B5EF4-FFF2-40B4-BE49-F238E27FC236}">
                <ns2:creationId id="{9A17C9C8-EF79-47BC-BB4A-638CCD9EABB6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81">
            <a:extLst>
              <a:ext uri="{FF2B5EF4-FFF2-40B4-BE49-F238E27FC236}">
                <ns2:creationId id="{A5E5A20D-A4B2-4D7E-8D86-34A918B07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redline needs a reason</a:t>
            </a:r>
          </a:p>
        </p:txBody>
      </p:sp>
      <p:sp>
        <p:nvSpPr>
          <p:cNvPr id="4" name="text-83">
            <a:extLst>
              <a:ext uri="{FF2B5EF4-FFF2-40B4-BE49-F238E27FC236}">
                <ns2:creationId id="{E146F435-DC92-49C6-8299-E6DBB7F6743D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84">
            <a:extLst>
              <a:ext uri="{FF2B5EF4-FFF2-40B4-BE49-F238E27FC236}">
                <ns2:creationId id="{6443B20C-E304-4D3C-B946-097BA9444D91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Link each proposed change to the objective.</a:t>
            </a:r>
          </a:p>
        </p:txBody>
      </p:sp>
      <p:sp>
        <p:nvSpPr>
          <p:cNvPr id="6" name="text-85">
            <a:extLst>
              <a:ext uri="{FF2B5EF4-FFF2-40B4-BE49-F238E27FC236}">
                <ns2:creationId id="{B34CA2EF-8567-4421-8EEA-4ADD734108AC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86">
            <a:extLst>
              <a:ext uri="{FF2B5EF4-FFF2-40B4-BE49-F238E27FC236}">
                <ns2:creationId id="{20BD82C6-3AF1-4C96-8C6F-FD4691FC0B63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Preserve defined terms and cross-references.</a:t>
            </a:r>
          </a:p>
        </p:txBody>
      </p:sp>
      <p:sp>
        <p:nvSpPr>
          <p:cNvPr id="8" name="text-87">
            <a:extLst>
              <a:ext uri="{FF2B5EF4-FFF2-40B4-BE49-F238E27FC236}">
                <ns2:creationId id="{906CF8D0-D77F-43F0-BD26-746C1DCAD7FC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88">
            <a:extLst>
              <a:ext uri="{FF2B5EF4-FFF2-40B4-BE49-F238E27FC236}">
                <ns2:creationId id="{5CF7C808-289C-414E-9579-A7415775AB7D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interaction with other clauses.</a:t>
            </a:r>
          </a:p>
        </p:txBody>
      </p:sp>
      <p:sp>
        <p:nvSpPr>
          <p:cNvPr id="10" name="text-89">
            <a:extLst>
              <a:ext uri="{FF2B5EF4-FFF2-40B4-BE49-F238E27FC236}">
                <ns2:creationId id="{76537815-6952-49E4-9E7E-3A30D85A749B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90">
            <a:extLst>
              <a:ext uri="{FF2B5EF4-FFF2-40B4-BE49-F238E27FC236}">
                <ns2:creationId id="{1599289E-CACE-45FC-A235-9741E81F26B5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Record the partner’s acceptance or rejection.</a:t>
            </a:r>
          </a:p>
        </p:txBody>
      </p:sp>
      <p:sp>
        <p:nvSpPr>
          <p:cNvPr id="3" name="text-82">
            <a:extLst>
              <a:ext uri="{FF2B5EF4-FFF2-40B4-BE49-F238E27FC236}">
                <ns2:creationId id="{A2999EA3-94C8-4836-9351-981C5328024C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13</a:t>
            </a:r>
          </a:p>
        </p:txBody>
      </p:sp>
    </p:spTree>
    <p:extLst>
      <p:ext uri="{BB962C8B-B14F-4D97-AF65-F5344CB8AC3E}">
        <ns3:creationId val="2055610159"/>
      </p:ext>
    </p:extLst>
  </p:cSld>
  <p:transition spd="med" advClick="1">
    <p:fade/>
  </p:transition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atching robotic draft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91">
            <a:extLst>
              <a:ext uri="{FF2B5EF4-FFF2-40B4-BE49-F238E27FC236}">
                <ns2:creationId id="{673E2EC7-8905-49D8-8916-2F012D8E95D2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92">
            <a:extLst>
              <a:ext uri="{FF2B5EF4-FFF2-40B4-BE49-F238E27FC236}">
                <ns2:creationId id="{8235747D-2B34-4025-8C47-4B489B8B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Catching robotic drafting</a:t>
            </a:r>
          </a:p>
        </p:txBody>
      </p:sp>
      <p:sp>
        <p:nvSpPr>
          <p:cNvPr id="4" name="text-94">
            <a:extLst>
              <a:ext uri="{FF2B5EF4-FFF2-40B4-BE49-F238E27FC236}">
                <ns2:creationId id="{E2A9D994-CA73-4E5D-8378-515E3180A86B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95">
            <a:extLst>
              <a:ext uri="{FF2B5EF4-FFF2-40B4-BE49-F238E27FC236}">
                <ns2:creationId id="{06493DBB-0B45-4884-8ED8-46905B8B0417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Remove generic praise and unnecessary legal-sounding language.</a:t>
            </a:r>
          </a:p>
        </p:txBody>
      </p:sp>
      <p:sp>
        <p:nvSpPr>
          <p:cNvPr id="6" name="text-96">
            <a:extLst>
              <a:ext uri="{FF2B5EF4-FFF2-40B4-BE49-F238E27FC236}">
                <ns2:creationId id="{9B136CB1-B0B2-4264-8D66-F1E9707A9139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97">
            <a:extLst>
              <a:ext uri="{FF2B5EF4-FFF2-40B4-BE49-F238E27FC236}">
                <ns2:creationId id="{AFDC0C3F-7F3B-41BF-9585-DA081553A1BA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Use the firm’s voice and defined terms.</a:t>
            </a:r>
          </a:p>
        </p:txBody>
      </p:sp>
      <p:sp>
        <p:nvSpPr>
          <p:cNvPr id="8" name="text-98">
            <a:extLst>
              <a:ext uri="{FF2B5EF4-FFF2-40B4-BE49-F238E27FC236}">
                <ns2:creationId id="{98A7BDAE-6D88-48CF-844B-BE91AB09D857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99">
            <a:extLst>
              <a:ext uri="{FF2B5EF4-FFF2-40B4-BE49-F238E27FC236}">
                <ns2:creationId id="{0F00EF3D-536D-4A38-B363-E255CD6D8546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Keep each sentence tied to the actual issue.</a:t>
            </a:r>
          </a:p>
        </p:txBody>
      </p:sp>
      <p:sp>
        <p:nvSpPr>
          <p:cNvPr id="3" name="text-93">
            <a:extLst>
              <a:ext uri="{FF2B5EF4-FFF2-40B4-BE49-F238E27FC236}">
                <ns2:creationId id="{AFE02D74-F754-4EFC-A2DA-E9C60A747FA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14</a:t>
            </a:r>
          </a:p>
        </p:txBody>
      </p:sp>
    </p:spTree>
    <p:extLst>
      <p:ext uri="{BB962C8B-B14F-4D97-AF65-F5344CB8AC3E}">
        <ns3:creationId val="1777654521"/>
      </p:ext>
    </p:extLst>
  </p:cSld>
  <p:transition spd="med" advClick="1">
    <p:fade/>
  </p:transition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Review and release responsibiliti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00">
            <a:extLst>
              <a:ext uri="{FF2B5EF4-FFF2-40B4-BE49-F238E27FC236}">
                <ns2:creationId id="{15A134F4-86C4-4C12-949B-27EAE092C3EC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01">
            <a:extLst>
              <a:ext uri="{FF2B5EF4-FFF2-40B4-BE49-F238E27FC236}">
                <ns2:creationId id="{B62368ED-7151-4301-B3FC-A5B2682DA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Review and release responsibilities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75AAFE13-9F5E-4186-8CCB-955B0BF08BBC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74866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Stage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Evidence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Extraction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Operator or tool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Source-linked draft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Legal interpretation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Qualified reviewer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Checked finding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Client advice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Authorised partner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Approved version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74866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Retention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Matter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Final record and source trail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-102">
            <a:extLst>
              <a:ext uri="{FF2B5EF4-FFF2-40B4-BE49-F238E27FC236}">
                <ns2:creationId id="{2E55BCFE-1B01-4818-B448-158DCFD98893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15</a:t>
            </a:r>
          </a:p>
        </p:txBody>
      </p:sp>
    </p:spTree>
    <p:extLst>
      <p:ext uri="{BB962C8B-B14F-4D97-AF65-F5344CB8AC3E}">
        <ns3:creationId val="2050179025"/>
      </p:ext>
    </p:extLst>
  </p:cSld>
  <p:transition spd="med" advClick="1">
    <p:fade/>
  </p:transition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Our in-class wor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text-103">
            <a:extLst>
              <a:ext uri="{FF2B5EF4-FFF2-40B4-BE49-F238E27FC236}">
                <ns2:creationId id="{C647D733-F19C-4E3E-9DDA-B4C70E6754DB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04">
            <a:extLst>
              <a:ext uri="{FF2B5EF4-FFF2-40B4-BE49-F238E27FC236}">
                <ns2:creationId id="{A5033DF4-7023-46CF-A210-5DBD4B619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Our in-class work</a:t>
            </a:r>
          </a:p>
        </p:txBody>
      </p:sp>
      <p:sp>
        <p:nvSpPr>
          <p:cNvPr id="4" name="text-106">
            <a:extLst>
              <a:ext uri="{FF2B5EF4-FFF2-40B4-BE49-F238E27FC236}">
                <ns2:creationId id="{D8C6E4B2-D797-4DBC-8EA4-6C13EFA0B4E4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07">
            <a:extLst>
              <a:ext uri="{FF2B5EF4-FFF2-40B4-BE49-F238E27FC236}">
                <ns2:creationId id="{DCE0E8D7-47ED-4DDB-AE90-9CD01C2176CF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Extract parties, roles and obligations.</a:t>
            </a:r>
          </a:p>
        </p:txBody>
      </p:sp>
      <p:sp>
        <p:nvSpPr>
          <p:cNvPr id="6" name="text-108">
            <a:extLst>
              <a:ext uri="{FF2B5EF4-FFF2-40B4-BE49-F238E27FC236}">
                <ns2:creationId id="{61BAEA7A-80EB-407B-957A-39AFFAABC08C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09">
            <a:extLst>
              <a:ext uri="{FF2B5EF4-FFF2-40B4-BE49-F238E27FC236}">
                <ns2:creationId id="{440D4E8A-1D6A-40AA-9652-500964437827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Repair all three flawed findings.</a:t>
            </a:r>
          </a:p>
        </p:txBody>
      </p:sp>
      <p:sp>
        <p:nvSpPr>
          <p:cNvPr id="8" name="text-110">
            <a:extLst>
              <a:ext uri="{FF2B5EF4-FFF2-40B4-BE49-F238E27FC236}">
                <ns2:creationId id="{AC463AEA-D5FD-4F98-82FC-E1C7C1FFC1F5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11">
            <a:extLst>
              <a:ext uri="{FF2B5EF4-FFF2-40B4-BE49-F238E27FC236}">
                <ns2:creationId id="{141AE2CB-0EF2-4577-BEEE-2B61859FC96C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Apply Variant B: assignment of the agreement.</a:t>
            </a:r>
          </a:p>
        </p:txBody>
      </p:sp>
      <p:sp>
        <p:nvSpPr>
          <p:cNvPr id="10" name="text-112">
            <a:extLst>
              <a:ext uri="{FF2B5EF4-FFF2-40B4-BE49-F238E27FC236}">
                <ns2:creationId id="{F1A8857B-3305-4EA0-AFC8-EF1DCD35F634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113">
            <a:extLst>
              <a:ext uri="{FF2B5EF4-FFF2-40B4-BE49-F238E27FC236}">
                <ns2:creationId id="{096C2C5A-02F9-4713-83E7-3CA7000433F6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Draft one justified customer-side amendment.</a:t>
            </a:r>
          </a:p>
        </p:txBody>
      </p:sp>
      <p:sp>
        <p:nvSpPr>
          <p:cNvPr id="12" name="text-114">
            <a:extLst>
              <a:ext uri="{FF2B5EF4-FFF2-40B4-BE49-F238E27FC236}">
                <ns2:creationId id="{29B27700-F31C-48FF-B7D9-223707611381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We complete this together during class.</a:t>
            </a:r>
          </a:p>
        </p:txBody>
      </p:sp>
      <p:sp>
        <p:nvSpPr>
          <p:cNvPr id="3" name="text-105">
            <a:extLst>
              <a:ext uri="{FF2B5EF4-FFF2-40B4-BE49-F238E27FC236}">
                <ns2:creationId id="{7931E72B-D029-4ABC-828E-30301331BD5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16</a:t>
            </a:r>
          </a:p>
        </p:txBody>
      </p:sp>
    </p:spTree>
    <p:extLst>
      <p:ext uri="{BB962C8B-B14F-4D97-AF65-F5344CB8AC3E}">
        <ns3:creationId val="645237272"/>
      </p:ext>
    </p:extLst>
  </p:cSld>
  <p:transition spd="med" advClick="1">
    <p:fade/>
  </p:transition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What we can conclu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115">
            <a:extLst>
              <a:ext uri="{FF2B5EF4-FFF2-40B4-BE49-F238E27FC236}">
                <ns2:creationId id="{A3311555-8D49-4F48-97AB-4FD6B44E064D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16">
            <a:extLst>
              <a:ext uri="{FF2B5EF4-FFF2-40B4-BE49-F238E27FC236}">
                <ns2:creationId id="{C69C5ED0-CC08-4F59-A378-661F64307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What we can conclude</a:t>
            </a:r>
          </a:p>
        </p:txBody>
      </p:sp>
      <p:sp>
        <p:nvSpPr>
          <p:cNvPr id="4" name="text-118">
            <a:extLst>
              <a:ext uri="{FF2B5EF4-FFF2-40B4-BE49-F238E27FC236}">
                <ns2:creationId id="{D52FA9BC-CAED-4479-8955-57E6B0FF53BE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19">
            <a:extLst>
              <a:ext uri="{FF2B5EF4-FFF2-40B4-BE49-F238E27FC236}">
                <ns2:creationId id="{DAFFFC88-C772-492C-8AA8-20020EB7C4CB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NER identifies names, not all legal relationships. The three errors lose the exception, reverse support approval and invent a fee. Assignment is not resolved by the change-of-control clause alone.</a:t>
            </a:r>
          </a:p>
        </p:txBody>
      </p:sp>
      <p:sp>
        <p:nvSpPr>
          <p:cNvPr id="6" name="text-120">
            <a:extLst>
              <a:ext uri="{FF2B5EF4-FFF2-40B4-BE49-F238E27FC236}">
                <ns2:creationId id="{911C496B-0A2E-46CA-8692-A8F26AB6BDD6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21">
            <a:extLst>
              <a:ext uri="{FF2B5EF4-FFF2-40B4-BE49-F238E27FC236}">
                <ns2:creationId id="{2D58DBE3-F703-4FE6-A865-82622F90D68B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1790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longer agreement is fictional teaching material, not a production contract or legal opinion.</a:t>
            </a:r>
          </a:p>
        </p:txBody>
      </p:sp>
      <p:sp>
        <p:nvSpPr>
          <p:cNvPr id="3" name="text-117">
            <a:extLst>
              <a:ext uri="{FF2B5EF4-FFF2-40B4-BE49-F238E27FC236}">
                <ns2:creationId id="{9D28E57C-CFC9-4700-819C-E89D51E55DE6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17</a:t>
            </a:r>
          </a:p>
        </p:txBody>
      </p:sp>
    </p:spTree>
    <p:extLst>
      <p:ext uri="{BB962C8B-B14F-4D97-AF65-F5344CB8AC3E}">
        <ns3:creationId val="743991137"/>
      </p:ext>
    </p:extLst>
  </p:cSld>
  <p:transition spd="med" advClick="1">
    <p:fade/>
  </p:transition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The firm decis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text-122">
            <a:extLst>
              <a:ext uri="{FF2B5EF4-FFF2-40B4-BE49-F238E27FC236}">
                <ns2:creationId id="{BE6AAB95-A097-4887-8E56-4A2B96CE7AD1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23">
            <a:extLst>
              <a:ext uri="{FF2B5EF4-FFF2-40B4-BE49-F238E27FC236}">
                <ns2:creationId id="{AF842A3E-697E-46E4-AEEA-BD5FF2A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firm decision</a:t>
            </a:r>
          </a:p>
        </p:txBody>
      </p:sp>
      <p:sp>
        <p:nvSpPr>
          <p:cNvPr id="4" name="text-125">
            <a:extLst>
              <a:ext uri="{FF2B5EF4-FFF2-40B4-BE49-F238E27FC236}">
                <ns2:creationId id="{4535CA6E-E20B-4165-B79C-FA399C0B57E1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26">
            <a:extLst>
              <a:ext uri="{FF2B5EF4-FFF2-40B4-BE49-F238E27FC236}">
                <ns2:creationId id="{6FAAAC37-2139-4790-A443-6CE76DA57B7E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3314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Maintain a customer-side playbook and require a reason and source for each proposed change.</a:t>
            </a:r>
          </a:p>
        </p:txBody>
      </p:sp>
      <p:sp>
        <p:nvSpPr>
          <p:cNvPr id="6" name="text-127">
            <a:extLst>
              <a:ext uri="{FF2B5EF4-FFF2-40B4-BE49-F238E27FC236}">
                <ns2:creationId id="{BF3EFE0C-CBD7-4142-92E6-C5F24D0CD6D4}"/>
              </a:ext>
            </a:extLst>
          </p:cNvPr>
          <p:cNvSpPr>
            <a:spLocks noGrp="1"/>
          </p:cNvSpPr>
          <p:nvPr/>
        </p:nvSpPr>
        <p:spPr>
          <a:xfrm>
            <a:off x="619125" y="5848350"/>
            <a:ext cx="10953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725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Record the decision and the evidence still needed.</a:t>
            </a:r>
          </a:p>
        </p:txBody>
      </p:sp>
      <p:sp>
        <p:nvSpPr>
          <p:cNvPr id="3" name="text-124">
            <a:extLst>
              <a:ext uri="{FF2B5EF4-FFF2-40B4-BE49-F238E27FC236}">
                <ns2:creationId id="{8CD38E76-2B05-4156-95DB-D8D613CEB751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18</a:t>
            </a:r>
          </a:p>
        </p:txBody>
      </p:sp>
    </p:spTree>
    <p:extLst>
      <p:ext uri="{BB962C8B-B14F-4D97-AF65-F5344CB8AC3E}">
        <ns3:creationId val="129547291"/>
      </p:ext>
    </p:extLst>
  </p:cSld>
  <p:transition spd="med" advClick="1">
    <p:fade/>
  </p:transition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Check understand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text-128">
            <a:extLst>
              <a:ext uri="{FF2B5EF4-FFF2-40B4-BE49-F238E27FC236}">
                <ns2:creationId id="{2789630A-FE78-4EC1-B9D3-5802C6D08FC1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29">
            <a:extLst>
              <a:ext uri="{FF2B5EF4-FFF2-40B4-BE49-F238E27FC236}">
                <ns2:creationId id="{69817800-D4AA-429F-AF9A-83A767AE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Check understanding</a:t>
            </a:r>
          </a:p>
        </p:txBody>
      </p:sp>
      <p:sp>
        <p:nvSpPr>
          <p:cNvPr id="4" name="text-131">
            <a:extLst>
              <a:ext uri="{FF2B5EF4-FFF2-40B4-BE49-F238E27FC236}">
                <ns2:creationId id="{D325C5F5-E8DE-4BDD-AC70-4D80CF45DBFA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32">
            <a:extLst>
              <a:ext uri="{FF2B5EF4-FFF2-40B4-BE49-F238E27FC236}">
                <ns2:creationId id="{4D7E1362-8416-434F-9E69-99793F31704E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Equator proposes assigning the agreement. Does clause 3 alone settle permission?</a:t>
            </a:r>
          </a:p>
        </p:txBody>
      </p:sp>
      <p:sp>
        <p:nvSpPr>
          <p:cNvPr id="6" name="text-133">
            <a:extLst>
              <a:ext uri="{FF2B5EF4-FFF2-40B4-BE49-F238E27FC236}">
                <ns2:creationId id="{EE0FFF1A-2B00-403E-8C5F-F634FDF17D82}"/>
              </a:ext>
            </a:extLst>
          </p:cNvPr>
          <p:cNvSpPr>
            <a:spLocks noGrp="1"/>
          </p:cNvSpPr>
          <p:nvPr/>
        </p:nvSpPr>
        <p:spPr>
          <a:xfrm>
            <a:off x="619125" y="321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34">
            <a:extLst>
              <a:ext uri="{FF2B5EF4-FFF2-40B4-BE49-F238E27FC236}">
                <ns2:creationId id="{FEB0D12F-599D-493C-8A76-B7D403569127}"/>
              </a:ext>
            </a:extLst>
          </p:cNvPr>
          <p:cNvSpPr>
            <a:spLocks noGrp="1"/>
          </p:cNvSpPr>
          <p:nvPr/>
        </p:nvSpPr>
        <p:spPr>
          <a:xfrm>
            <a:off x="1285875" y="321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company name is extracted. Has its obligation been established?</a:t>
            </a:r>
          </a:p>
        </p:txBody>
      </p:sp>
      <p:sp>
        <p:nvSpPr>
          <p:cNvPr id="8" name="text-135">
            <a:extLst>
              <a:ext uri="{FF2B5EF4-FFF2-40B4-BE49-F238E27FC236}">
                <ns2:creationId id="{81266BF4-CDD8-46E5-AF48-DCC1265F81F8}"/>
              </a:ext>
            </a:extLst>
          </p:cNvPr>
          <p:cNvSpPr>
            <a:spLocks noGrp="1"/>
          </p:cNvSpPr>
          <p:nvPr/>
        </p:nvSpPr>
        <p:spPr>
          <a:xfrm>
            <a:off x="619125" y="448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36">
            <a:extLst>
              <a:ext uri="{FF2B5EF4-FFF2-40B4-BE49-F238E27FC236}">
                <ns2:creationId id="{362D2EB8-5AD7-4FCC-B4A3-2294B2AADFF8}"/>
              </a:ext>
            </a:extLst>
          </p:cNvPr>
          <p:cNvSpPr>
            <a:spLocks noGrp="1"/>
          </p:cNvSpPr>
          <p:nvPr/>
        </p:nvSpPr>
        <p:spPr>
          <a:xfrm>
            <a:off x="1285875" y="4483100"/>
            <a:ext cx="10191750" cy="1155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550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550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The signed schedule is absent. May the amendment assume a fee?</a:t>
            </a:r>
          </a:p>
        </p:txBody>
      </p:sp>
      <p:sp>
        <p:nvSpPr>
          <p:cNvPr id="3" name="text-130">
            <a:extLst>
              <a:ext uri="{FF2B5EF4-FFF2-40B4-BE49-F238E27FC236}">
                <ns2:creationId id="{CECA5590-12D1-48ED-972B-073C2EB8556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19</a:t>
            </a:r>
          </a:p>
        </p:txBody>
      </p:sp>
    </p:spTree>
    <p:extLst>
      <p:ext uri="{BB962C8B-B14F-4D97-AF65-F5344CB8AC3E}">
        <ns3:creationId val="869641008"/>
      </p:ext>
    </p:extLst>
  </p:cSld>
  <p:transition spd="med" advClick="1">
    <p:fade/>
  </p:transition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Entities, relationships and obligatio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" name="text-137">
            <a:extLst>
              <a:ext uri="{FF2B5EF4-FFF2-40B4-BE49-F238E27FC236}">
                <ns2:creationId id="{CE57AB08-9DEB-4E35-B9BA-E835C35796F5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38">
            <a:extLst>
              <a:ext uri="{FF2B5EF4-FFF2-40B4-BE49-F238E27FC236}">
                <ns2:creationId id="{D03D59FA-5BC4-4C06-873D-68480CF6E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Entities, relationships and obligations</a:t>
            </a:r>
          </a:p>
        </p:txBody>
      </p:sp>
      <p:graphicFrame>
        <p:nvGraphicFramePr>
          <p:cNvPr id="4" name="">
            <a:extLst>
              <a:ext uri="{FF2B5EF4-FFF2-40B4-BE49-F238E27FC236}">
                <ns2:creationId id="{AB86CAE0-C160-4B6B-9E1A-E22A5B6004DE}"/>
              </a:ext>
            </a:extLst>
          </p:cNvPr>
          <p:cNvGraphicFramePr/>
          <p:nvPr/>
        </p:nvGraphicFramePr>
        <p:xfrm>
          <a:off x="619125" y="1933575"/>
          <a:ext cx="10953750" cy="3743325"/>
        </p:xfrm>
        <a:graphic>
          <a:graphicData uri="http://schemas.openxmlformats.org/drawingml/2006/table">
            <a:tbl>
              <a:tblPr/>
              <a:tblGrid>
                <a:gridCol w="3651250"/>
                <a:gridCol w="3651250"/>
                <a:gridCol w="3651250"/>
              </a:tblGrid>
              <a:tr h="93583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Question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Example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T w="9525">
                      <a:solidFill>
                        <a:srgbClr val="C9D5DA"/>
                      </a:solidFill>
                      <a:prstDash val="solid"/>
                    </a:lnT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246E63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Entity recognition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What named item appears?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Equator Systems Ltd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Relationship extraction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Who is linked to what?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Provider under this agreement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5831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Obligation extraction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9D5DA"/>
                      </a:solidFill>
                      <a:prstDash val="solid"/>
                    </a:lnL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Who must do what, when?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C3144"/>
                          </a:solidFill>
                          <a:latin typeface="Calibri"/>
                          <a:ea typeface="Calibri"/>
                          <a:cs typeface="Calibri"/>
                        </a:rPr>
                        <a:t>Customer consent before change of control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9D5DA"/>
                      </a:solidFill>
                      <a:prstDash val="solid"/>
                    </a:lnR>
                    <a:lnB w="9525">
                      <a:solidFill>
                        <a:srgbClr val="C9D5DA"/>
                      </a:solidFill>
                      <a:prstDash val="solid"/>
                    </a:lnB>
                    <a:solidFill>
                      <a:srgbClr val="F1F5F6"/>
                    </a:solidFill>
                  </a:tcPr>
                </a:tc>
              </a:tr>
            </a:tbl>
          </a:graphicData>
        </a:graphic>
      </p:graphicFrame>
      <p:sp>
        <p:nvSpPr>
          <p:cNvPr id="3" name="text-139">
            <a:extLst>
              <a:ext uri="{FF2B5EF4-FFF2-40B4-BE49-F238E27FC236}">
                <ns2:creationId id="{717FB09D-79AA-4099-A4DB-8D3E5088B3D8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20   OPTIONAL EXPLORATION</a:t>
            </a:r>
          </a:p>
        </p:txBody>
      </p:sp>
    </p:spTree>
    <p:extLst>
      <p:ext uri="{BB962C8B-B14F-4D97-AF65-F5344CB8AC3E}">
        <ns3:creationId val="1271238142"/>
      </p:ext>
    </p:extLst>
  </p:cSld>
  <p:transition spd="med" advClick="1">
    <p:fade/>
  </p:transition>
</p:sld>
</file>

<file path=ppt/slides/slide2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Summary and issue spott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" name="text-140">
            <a:extLst>
              <a:ext uri="{FF2B5EF4-FFF2-40B4-BE49-F238E27FC236}">
                <ns2:creationId id="{A720FEDC-3464-49AF-8527-E311AA8F3AFA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41">
            <a:extLst>
              <a:ext uri="{FF2B5EF4-FFF2-40B4-BE49-F238E27FC236}">
                <ns2:creationId id="{5D80D670-7945-4291-A322-3195A4E00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Summary and issue spotting</a:t>
            </a:r>
          </a:p>
        </p:txBody>
      </p:sp>
      <p:sp>
        <p:nvSpPr>
          <p:cNvPr id="4" name="text-143">
            <a:extLst>
              <a:ext uri="{FF2B5EF4-FFF2-40B4-BE49-F238E27FC236}">
                <ns2:creationId id="{97036156-E8B0-4FF8-BE4A-E7B9F9DD1C6D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Summary</a:t>
            </a:r>
          </a:p>
        </p:txBody>
      </p:sp>
      <p:sp>
        <p:nvSpPr>
          <p:cNvPr id="5" name="text-144">
            <a:extLst>
              <a:ext uri="{FF2B5EF4-FFF2-40B4-BE49-F238E27FC236}">
                <ns2:creationId id="{65938F13-1B5C-46D7-96FB-C6B41CB1A06F}"/>
              </a:ext>
            </a:extLst>
          </p:cNvPr>
          <p:cNvSpPr>
            <a:spLocks noGrp="1"/>
          </p:cNvSpPr>
          <p:nvPr/>
        </p:nvSpPr>
        <p:spPr>
          <a:xfrm>
            <a:off x="619125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Describe what the clause says.</a:t>
            </a:r>
          </a:p>
        </p:txBody>
      </p:sp>
      <p:sp>
        <p:nvSpPr>
          <p:cNvPr id="6" name="text-145">
            <a:extLst>
              <a:ext uri="{FF2B5EF4-FFF2-40B4-BE49-F238E27FC236}">
                <ns2:creationId id="{299577C9-A6DA-4339-9C1B-D146AF04C5A0}"/>
              </a:ext>
            </a:extLst>
          </p:cNvPr>
          <p:cNvSpPr>
            <a:spLocks noGrp="1"/>
          </p:cNvSpPr>
          <p:nvPr/>
        </p:nvSpPr>
        <p:spPr>
          <a:xfrm>
            <a:off x="6286500" y="2000250"/>
            <a:ext cx="5238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10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Issue spotting</a:t>
            </a:r>
          </a:p>
        </p:txBody>
      </p:sp>
      <p:sp>
        <p:nvSpPr>
          <p:cNvPr id="7" name="text-146">
            <a:extLst>
              <a:ext uri="{FF2B5EF4-FFF2-40B4-BE49-F238E27FC236}">
                <ns2:creationId id="{CED4DEBB-3F28-44DC-98E7-F32E1E09B8B9}"/>
              </a:ext>
            </a:extLst>
          </p:cNvPr>
          <p:cNvSpPr>
            <a:spLocks noGrp="1"/>
          </p:cNvSpPr>
          <p:nvPr/>
        </p:nvSpPr>
        <p:spPr>
          <a:xfrm>
            <a:off x="6286500" y="2876550"/>
            <a:ext cx="5238750" cy="2743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47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47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Compare it with the task, facts and playbook, then identify a reason for review.</a:t>
            </a:r>
          </a:p>
        </p:txBody>
      </p:sp>
      <p:sp>
        <p:nvSpPr>
          <p:cNvPr id="3" name="text-142">
            <a:extLst>
              <a:ext uri="{FF2B5EF4-FFF2-40B4-BE49-F238E27FC236}">
                <ns2:creationId id="{080F5AC3-0333-4BA7-8618-A91C67F35FDB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21   OPTIONAL EXPLORATION</a:t>
            </a:r>
          </a:p>
        </p:txBody>
      </p:sp>
    </p:spTree>
    <p:extLst>
      <p:ext uri="{BB962C8B-B14F-4D97-AF65-F5344CB8AC3E}">
        <ns3:creationId val="1598397261"/>
      </p:ext>
    </p:extLst>
  </p:cSld>
  <p:transition spd="med" advClick="1">
    <p:fade/>
  </p:transition>
</p:sld>
</file>

<file path=ppt/slides/slide2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From review table to partner briefing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147">
            <a:extLst>
              <a:ext uri="{FF2B5EF4-FFF2-40B4-BE49-F238E27FC236}">
                <ns2:creationId id="{1F56C8BB-6882-4EE5-B8DE-B5903892DED0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48">
            <a:extLst>
              <a:ext uri="{FF2B5EF4-FFF2-40B4-BE49-F238E27FC236}">
                <ns2:creationId id="{37877B90-7B6D-45AF-B755-B78F13E5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From review table to partner briefing</a:t>
            </a:r>
          </a:p>
        </p:txBody>
      </p:sp>
      <p:sp>
        <p:nvSpPr>
          <p:cNvPr id="4" name="text-150">
            <a:extLst>
              <a:ext uri="{FF2B5EF4-FFF2-40B4-BE49-F238E27FC236}">
                <ns2:creationId id="{C22A38B6-FBCA-46DA-B6FE-8F1D07A80A96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51">
            <a:extLst>
              <a:ext uri="{FF2B5EF4-FFF2-40B4-BE49-F238E27FC236}">
                <ns2:creationId id="{BEC9845D-F131-4987-B3DF-C0456793E95A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Issue and proposed decision</a:t>
            </a:r>
          </a:p>
        </p:txBody>
      </p:sp>
      <p:sp>
        <p:nvSpPr>
          <p:cNvPr id="6" name="text-152">
            <a:extLst>
              <a:ext uri="{FF2B5EF4-FFF2-40B4-BE49-F238E27FC236}">
                <ns2:creationId id="{D0A7E7C1-FFEF-41E8-A840-C1E6A16DBECE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53">
            <a:extLst>
              <a:ext uri="{FF2B5EF4-FFF2-40B4-BE49-F238E27FC236}">
                <ns2:creationId id="{ECFE0AEB-2491-4A2F-BDF1-4F1137A6B5D4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Supporting passage and relevant facts</a:t>
            </a:r>
          </a:p>
        </p:txBody>
      </p:sp>
      <p:sp>
        <p:nvSpPr>
          <p:cNvPr id="8" name="text-154">
            <a:extLst>
              <a:ext uri="{FF2B5EF4-FFF2-40B4-BE49-F238E27FC236}">
                <ns2:creationId id="{69114874-EBFC-472B-A148-025B4E19E01B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55">
            <a:extLst>
              <a:ext uri="{FF2B5EF4-FFF2-40B4-BE49-F238E27FC236}">
                <ns2:creationId id="{5412011F-4ECB-4858-908B-94E8B6F33F31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Options with consequences</a:t>
            </a:r>
          </a:p>
        </p:txBody>
      </p:sp>
      <p:sp>
        <p:nvSpPr>
          <p:cNvPr id="10" name="text-156">
            <a:extLst>
              <a:ext uri="{FF2B5EF4-FFF2-40B4-BE49-F238E27FC236}">
                <ns2:creationId id="{B776B971-2727-4CDC-BD93-8DBC8805E585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157">
            <a:extLst>
              <a:ext uri="{FF2B5EF4-FFF2-40B4-BE49-F238E27FC236}">
                <ns2:creationId id="{6857161E-D222-401A-8062-7264F59B533B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Unresolved evidence and next step</a:t>
            </a:r>
          </a:p>
        </p:txBody>
      </p:sp>
      <p:sp>
        <p:nvSpPr>
          <p:cNvPr id="3" name="text-149">
            <a:extLst>
              <a:ext uri="{FF2B5EF4-FFF2-40B4-BE49-F238E27FC236}">
                <ns2:creationId id="{514D4323-4120-4B19-ACC6-6584D940453E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22   OPTIONAL EXPLORATION</a:t>
            </a:r>
          </a:p>
        </p:txBody>
      </p:sp>
    </p:spTree>
    <p:extLst>
      <p:ext uri="{BB962C8B-B14F-4D97-AF65-F5344CB8AC3E}">
        <ns3:creationId val="761132915"/>
      </p:ext>
    </p:extLst>
  </p:cSld>
  <p:transition spd="med" advClick="1">
    <p:fade/>
  </p:transition>
</p:sld>
</file>

<file path=ppt/slides/slide2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 name="A firm-wide contract capabilit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" name="text-158">
            <a:extLst>
              <a:ext uri="{FF2B5EF4-FFF2-40B4-BE49-F238E27FC236}">
                <ns2:creationId id="{85C7861A-EC31-4C75-9D92-C1705B3D1811}"/>
              </a:ext>
            </a:extLst>
          </p:cNvPr>
          <p:cNvSpPr>
            <a:spLocks noGrp="1"/>
          </p:cNvSpPr>
          <p:nvPr/>
        </p:nvSpPr>
        <p:spPr>
          <a:xfrm>
            <a:off x="590550" y="247650"/>
            <a:ext cx="110109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350" b="1">
                <a:solidFill>
                  <a:srgbClr val="246E6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46E63"/>
                </a:solidFill>
                <a:latin typeface="Calibri"/>
                <a:ea typeface="Calibri"/>
                <a:cs typeface="Calibri"/>
              </a:rPr>
              <a:t>APPLIED AI AND AUTOMATION   08</a:t>
            </a:r>
          </a:p>
        </p:txBody>
      </p:sp>
      <p:sp>
        <p:nvSpPr>
          <p:cNvPr id="2" name="text-159">
            <a:extLst>
              <a:ext uri="{FF2B5EF4-FFF2-40B4-BE49-F238E27FC236}">
                <ns2:creationId id="{0E072FF0-42B1-4F14-84ED-E1FF2150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657225"/>
            <a:ext cx="11010900" cy="990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3300" b="1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firm-wide contract capability</a:t>
            </a:r>
          </a:p>
        </p:txBody>
      </p:sp>
      <p:sp>
        <p:nvSpPr>
          <p:cNvPr id="4" name="text-161">
            <a:extLst>
              <a:ext uri="{FF2B5EF4-FFF2-40B4-BE49-F238E27FC236}">
                <ns2:creationId id="{FD4DFF94-8011-4E1B-B9FB-2078964F5873}"/>
              </a:ext>
            </a:extLst>
          </p:cNvPr>
          <p:cNvSpPr>
            <a:spLocks noGrp="1"/>
          </p:cNvSpPr>
          <p:nvPr/>
        </p:nvSpPr>
        <p:spPr>
          <a:xfrm>
            <a:off x="619125" y="1943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text-162">
            <a:extLst>
              <a:ext uri="{FF2B5EF4-FFF2-40B4-BE49-F238E27FC236}">
                <ns2:creationId id="{BE07574E-48FD-40A0-9A20-669A3D48DC46}"/>
              </a:ext>
            </a:extLst>
          </p:cNvPr>
          <p:cNvSpPr>
            <a:spLocks noGrp="1"/>
          </p:cNvSpPr>
          <p:nvPr/>
        </p:nvSpPr>
        <p:spPr>
          <a:xfrm>
            <a:off x="1285875" y="1943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maintained playbook and precedent collection</a:t>
            </a:r>
          </a:p>
        </p:txBody>
      </p:sp>
      <p:sp>
        <p:nvSpPr>
          <p:cNvPr id="6" name="text-163">
            <a:extLst>
              <a:ext uri="{FF2B5EF4-FFF2-40B4-BE49-F238E27FC236}">
                <ns2:creationId id="{338D27EE-E871-412F-9708-232CDB9D5678}"/>
              </a:ext>
            </a:extLst>
          </p:cNvPr>
          <p:cNvSpPr>
            <a:spLocks noGrp="1"/>
          </p:cNvSpPr>
          <p:nvPr/>
        </p:nvSpPr>
        <p:spPr>
          <a:xfrm>
            <a:off x="619125" y="2895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7" name="text-164">
            <a:extLst>
              <a:ext uri="{FF2B5EF4-FFF2-40B4-BE49-F238E27FC236}">
                <ns2:creationId id="{FAD46046-ECFB-4D46-B74C-A9937487327D}"/>
              </a:ext>
            </a:extLst>
          </p:cNvPr>
          <p:cNvSpPr>
            <a:spLocks noGrp="1"/>
          </p:cNvSpPr>
          <p:nvPr/>
        </p:nvSpPr>
        <p:spPr>
          <a:xfrm>
            <a:off x="1285875" y="2895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 consistent review record</a:t>
            </a:r>
          </a:p>
        </p:txBody>
      </p:sp>
      <p:sp>
        <p:nvSpPr>
          <p:cNvPr id="8" name="text-165">
            <a:extLst>
              <a:ext uri="{FF2B5EF4-FFF2-40B4-BE49-F238E27FC236}">
                <ns2:creationId id="{D0CE8A2E-9035-4D3B-985B-F5E4B4BEC8E5}"/>
              </a:ext>
            </a:extLst>
          </p:cNvPr>
          <p:cNvSpPr>
            <a:spLocks noGrp="1"/>
          </p:cNvSpPr>
          <p:nvPr/>
        </p:nvSpPr>
        <p:spPr>
          <a:xfrm>
            <a:off x="619125" y="38481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9" name="text-166">
            <a:extLst>
              <a:ext uri="{FF2B5EF4-FFF2-40B4-BE49-F238E27FC236}">
                <ns2:creationId id="{9F197C8B-CA61-43F2-B648-B34C8EAC2E45}"/>
              </a:ext>
            </a:extLst>
          </p:cNvPr>
          <p:cNvSpPr>
            <a:spLocks noGrp="1"/>
          </p:cNvSpPr>
          <p:nvPr/>
        </p:nvSpPr>
        <p:spPr>
          <a:xfrm>
            <a:off x="1285875" y="38481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Testing on difficult clauses and exceptions</a:t>
            </a:r>
          </a:p>
        </p:txBody>
      </p:sp>
      <p:sp>
        <p:nvSpPr>
          <p:cNvPr id="10" name="text-167">
            <a:extLst>
              <a:ext uri="{FF2B5EF4-FFF2-40B4-BE49-F238E27FC236}">
                <ns2:creationId id="{1E8EE0FD-AE21-447A-8E14-3B70A44D1BAE}"/>
              </a:ext>
            </a:extLst>
          </p:cNvPr>
          <p:cNvSpPr>
            <a:spLocks noGrp="1"/>
          </p:cNvSpPr>
          <p:nvPr/>
        </p:nvSpPr>
        <p:spPr>
          <a:xfrm>
            <a:off x="619125" y="4800600"/>
            <a:ext cx="47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defPPr>
            <a:lvl1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1pPr>
            <a:lvl2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2pPr>
            <a:lvl3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3pPr>
            <a:lvl4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4pPr>
            <a:lvl5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5pPr>
            <a:lvl6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6pPr>
            <a:lvl7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7pPr>
            <a:lvl8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8pPr>
            <a:lvl9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950" b="1">
                <a:solidFill>
                  <a:srgbClr val="C94E29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C94E2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1" name="text-168">
            <a:extLst>
              <a:ext uri="{FF2B5EF4-FFF2-40B4-BE49-F238E27FC236}">
                <ns2:creationId id="{2D53DA15-458B-4E14-8415-37A16B78A50B}"/>
              </a:ext>
            </a:extLst>
          </p:cNvPr>
          <p:cNvSpPr>
            <a:spLocks noGrp="1"/>
          </p:cNvSpPr>
          <p:nvPr/>
        </p:nvSpPr>
        <p:spPr>
          <a:xfrm>
            <a:off x="1285875" y="4800600"/>
            <a:ext cx="1019175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defPPr>
            <a:lvl1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1pPr>
            <a:lvl2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2pPr>
            <a:lvl3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3pPr>
            <a:lvl4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4pPr>
            <a:lvl5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5pPr>
            <a:lvl6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6pPr>
            <a:lvl7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7pPr>
            <a:lvl8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8pPr>
            <a:lvl9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2325" b="0">
                <a:solidFill>
                  <a:srgbClr val="1C3144"/>
                </a:solidFill>
                <a:latin typeface="Calibri"/>
                <a:ea typeface="Calibri"/>
                <a:cs typeface="Calibri"/>
              </a:defRPr>
            </a:pPr>
            <a:r>
              <a:rPr sz="2325" b="0">
                <a:solidFill>
                  <a:srgbClr val="1C3144"/>
                </a:solidFill>
                <a:latin typeface="Calibri"/>
                <a:ea typeface="Calibri"/>
                <a:cs typeface="Calibri"/>
              </a:rPr>
              <a:t>An approval and change process</a:t>
            </a:r>
          </a:p>
        </p:txBody>
      </p:sp>
      <p:sp>
        <p:nvSpPr>
          <p:cNvPr id="3" name="text-160">
            <a:extLst>
              <a:ext uri="{FF2B5EF4-FFF2-40B4-BE49-F238E27FC236}">
                <ns2:creationId id="{A4C9F7C0-6DBC-4C7F-A1F9-417F0A148354}"/>
              </a:ext>
            </a:extLst>
          </p:cNvPr>
          <p:cNvSpPr>
            <a:spLocks noGrp="1"/>
          </p:cNvSpPr>
          <p:nvPr/>
        </p:nvSpPr>
        <p:spPr>
          <a:xfrm>
            <a:off x="590550" y="6534150"/>
            <a:ext cx="10668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defPPr>
            <a:lvl1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1pPr>
            <a:lvl2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2pPr>
            <a:lvl3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3pPr>
            <a:lvl4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4pPr>
            <a:lvl5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5pPr>
            <a:lvl6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6pPr>
            <a:lvl7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7pPr>
            <a:lvl8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8pPr>
            <a:lvl9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 sz="1200" b="0">
                <a:solidFill>
                  <a:srgbClr val="536474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536474"/>
                </a:solidFill>
                <a:latin typeface="Calibri"/>
                <a:ea typeface="Calibri"/>
                <a:cs typeface="Calibri"/>
              </a:rPr>
              <a:t>KLAi   Session 08   23   OPTIONAL EXPLORATION</a:t>
            </a:r>
          </a:p>
        </p:txBody>
      </p:sp>
    </p:spTree>
    <p:extLst>
      <p:ext uri="{BB962C8B-B14F-4D97-AF65-F5344CB8AC3E}">
        <ns3:creationId val="1389031232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2026-10-26T10:22:09.3380000Z</dcterms:created>
  <dcterms:modified xsi:type="dcterms:W3CDTF">2026-10-26T10:22:09.3380000Z</dcterms:modified>
</coreProperties>
</file>