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Masters/theme/theme3.xml" ContentType="application/vnd.openxmlformats-officedocument.theme+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Masters/theme/theme2.xml" ContentType="application/vnd.openxmlformats-officedocument.theme+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Types>
</file>

<file path=_rels/.rels><?xml version='1.0' encoding='UTF-8' standalone='yes'?>
<Relationships xmlns="http://schemas.openxmlformats.org/package/2006/relationships"><Relationship Id="R60fed10dd3b1488d" Type="http://schemas.openxmlformats.org/officeDocument/2006/relationships/officeDocument" Target="ppt/presentation.xml"/><Relationship Id="R6f1523018ada4b04" Type="http://schemas.openxmlformats.org/officeDocument/2006/relationships/extended-properties" Target="docProps/app.xml"/><Relationship Id="Ra6466518bfca4f02" Type="http://schemas.openxmlformats.org/package/2006/relationships/metadata/core-properties" Target="docProps/core.xml"/></Relationships>
</file>

<file path=ppt/presentation.xml><?xml version="1.0" encoding="utf-8"?>
<p:presentation xmlns:p="http://schemas.openxmlformats.org/presentationml/2006/main" xmlns:r="http://schemas.openxmlformats.org/officeDocument/2006/relationships">
  <p:sldMasterIdLst>
    <p:sldMasterId id="2147483648" r:id="R71bc955d87b24e46"/>
  </p:sldMasterIdLst>
  <p:notesMasterIdLst>
    <p:notesMasterId r:id="Rb7ea73d89cdf422b"/>
  </p:notesMasterIdLst>
  <p:sldIdLst>
    <p:sldId id="256" r:id="R6616a3f1773e479b"/>
    <p:sldId id="257" r:id="Re719026a497b430c"/>
    <p:sldId id="258" r:id="Ra819624db6f643fd"/>
    <p:sldId id="259" r:id="R403ca1e6d6134cf2"/>
    <p:sldId id="260" r:id="R8f10a99fe1a84b6a"/>
    <p:sldId id="261" r:id="R43a2feb96994469e"/>
    <p:sldId id="262" r:id="R5cc147f16a0d43a6"/>
    <p:sldId id="263" r:id="Rce3d1e776db14f50"/>
    <p:sldId id="264" r:id="R886ae53293864307"/>
    <p:sldId id="265" r:id="R611326f8bef14554"/>
    <p:sldId id="266" r:id="Ra9a6f9a879bc4f64"/>
    <p:sldId id="267" r:id="R9c76955c3a174f83"/>
    <p:sldId id="268" r:id="R516fd61259524a33"/>
    <p:sldId id="269" r:id="R1f0822ca60c44f2c"/>
    <p:sldId id="270" r:id="R58afbe687c244c34"/>
    <p:sldId id="271" r:id="R31e774ab29844709"/>
    <p:sldId id="272" r:id="R8e821127e46749a5"/>
    <p:sldId id="273" r:id="R2734ccab514c45c6"/>
    <p:sldId id="274" r:id="R30faf752b2bf4abb"/>
    <p:sldId id="275" r:id="R53361a8d39b84746"/>
    <p:sldId id="276" r:id="Rbd34b2e83c244f9a"/>
    <p:sldId id="277" r:id="R6af96819610547d4"/>
    <p:sldId id="278" r:id="R4220b1b35d534753"/>
    <p:sldId id="279" r:id="R5fdead10da384bcd"/>
    <p:sldId id="280" r:id="Rb8f6921382ae4bd2"/>
  </p:sldIdLst>
  <p:sldSz cx="12192000" cy="6858000"/>
  <p:notesSz cx="6858000" cy="9144000"/>
  <p:custShowLst>
    <p:custShow name="Core teaching" id="1">
      <p:sldLst>
        <p:sld r:id="R6616a3f1773e479b"/>
        <p:sld r:id="Re719026a497b430c"/>
        <p:sld r:id="Ra819624db6f643fd"/>
        <p:sld r:id="R403ca1e6d6134cf2"/>
        <p:sld r:id="R8f10a99fe1a84b6a"/>
        <p:sld r:id="R43a2feb96994469e"/>
        <p:sld r:id="R5cc147f16a0d43a6"/>
        <p:sld r:id="Rce3d1e776db14f50"/>
        <p:sld r:id="R886ae53293864307"/>
        <p:sld r:id="R611326f8bef14554"/>
        <p:sld r:id="Ra9a6f9a879bc4f64"/>
        <p:sld r:id="R9c76955c3a174f83"/>
        <p:sld r:id="R516fd61259524a33"/>
        <p:sld r:id="R1f0822ca60c44f2c"/>
        <p:sld r:id="R58afbe687c244c34"/>
        <p:sld r:id="R31e774ab29844709"/>
        <p:sld r:id="R8e821127e46749a5"/>
        <p:sld r:id="R2734ccab514c45c6"/>
        <p:sld r:id="R30faf752b2bf4abb"/>
        <p:sld r:id="R53361a8d39b84746"/>
      </p:sldLst>
    </p:custShow>
  </p:custShowLst>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xml version='1.0' encoding='UTF-8' standalone='yes'?>
<Relationships xmlns="http://schemas.openxmlformats.org/package/2006/relationships"><Relationship Id="R08e08eaeab3049e8" Type="http://schemas.openxmlformats.org/officeDocument/2006/relationships/presProps" Target="presProps.xml"/><Relationship Id="R1c803842c0374eec" Type="http://schemas.openxmlformats.org/officeDocument/2006/relationships/theme" Target="theme/theme1.xml"/><Relationship Id="R1f0822ca60c44f2c" Type="http://schemas.openxmlformats.org/officeDocument/2006/relationships/slide" Target="slides/slide14.xml"/><Relationship Id="R2734ccab514c45c6" Type="http://schemas.openxmlformats.org/officeDocument/2006/relationships/slide" Target="slides/slide18.xml"/><Relationship Id="R30faf752b2bf4abb" Type="http://schemas.openxmlformats.org/officeDocument/2006/relationships/slide" Target="slides/slide19.xml"/><Relationship Id="R31e774ab29844709" Type="http://schemas.openxmlformats.org/officeDocument/2006/relationships/slide" Target="slides/slide16.xml"/><Relationship Id="R403ca1e6d6134cf2" Type="http://schemas.openxmlformats.org/officeDocument/2006/relationships/slide" Target="slides/slide4.xml"/><Relationship Id="R4220b1b35d534753" Type="http://schemas.openxmlformats.org/officeDocument/2006/relationships/slide" Target="slides/slide23.xml"/><Relationship Id="R43a2feb96994469e" Type="http://schemas.openxmlformats.org/officeDocument/2006/relationships/slide" Target="slides/slide6.xml"/><Relationship Id="R516fd61259524a33" Type="http://schemas.openxmlformats.org/officeDocument/2006/relationships/slide" Target="slides/slide13.xml"/><Relationship Id="R53361a8d39b84746" Type="http://schemas.openxmlformats.org/officeDocument/2006/relationships/slide" Target="slides/slide20.xml"/><Relationship Id="R58afbe687c244c34" Type="http://schemas.openxmlformats.org/officeDocument/2006/relationships/slide" Target="slides/slide15.xml"/><Relationship Id="R5cc147f16a0d43a6" Type="http://schemas.openxmlformats.org/officeDocument/2006/relationships/slide" Target="slides/slide7.xml"/><Relationship Id="R5f83ed06d03d41cb" Type="http://schemas.openxmlformats.org/officeDocument/2006/relationships/tableStyles" Target="tableStyles.xml"/><Relationship Id="R5fdead10da384bcd" Type="http://schemas.openxmlformats.org/officeDocument/2006/relationships/slide" Target="slides/slide24.xml"/><Relationship Id="R611326f8bef14554" Type="http://schemas.openxmlformats.org/officeDocument/2006/relationships/slide" Target="slides/slide10.xml"/><Relationship Id="R6616a3f1773e479b" Type="http://schemas.openxmlformats.org/officeDocument/2006/relationships/slide" Target="slides/slide1.xml"/><Relationship Id="R6af96819610547d4" Type="http://schemas.openxmlformats.org/officeDocument/2006/relationships/slide" Target="slides/slide22.xml"/><Relationship Id="R71bc955d87b24e46" Type="http://schemas.openxmlformats.org/officeDocument/2006/relationships/slideMaster" Target="slideMasters/slideMaster1.xml"/><Relationship Id="R886ae53293864307" Type="http://schemas.openxmlformats.org/officeDocument/2006/relationships/slide" Target="slides/slide9.xml"/><Relationship Id="R8e821127e46749a5" Type="http://schemas.openxmlformats.org/officeDocument/2006/relationships/slide" Target="slides/slide17.xml"/><Relationship Id="R8f10a99fe1a84b6a" Type="http://schemas.openxmlformats.org/officeDocument/2006/relationships/slide" Target="slides/slide5.xml"/><Relationship Id="R9c76955c3a174f83" Type="http://schemas.openxmlformats.org/officeDocument/2006/relationships/slide" Target="slides/slide12.xml"/><Relationship Id="Ra819624db6f643fd" Type="http://schemas.openxmlformats.org/officeDocument/2006/relationships/slide" Target="slides/slide3.xml"/><Relationship Id="Ra9a6f9a879bc4f64" Type="http://schemas.openxmlformats.org/officeDocument/2006/relationships/slide" Target="slides/slide11.xml"/><Relationship Id="Rb7ea73d89cdf422b" Type="http://schemas.openxmlformats.org/officeDocument/2006/relationships/notesMaster" Target="notesMasters/notesMaster1.xml"/><Relationship Id="Rb8f6921382ae4bd2" Type="http://schemas.openxmlformats.org/officeDocument/2006/relationships/slide" Target="slides/slide25.xml"/><Relationship Id="Rbd34b2e83c244f9a" Type="http://schemas.openxmlformats.org/officeDocument/2006/relationships/slide" Target="slides/slide21.xml"/><Relationship Id="Rce3d1e776db14f50" Type="http://schemas.openxmlformats.org/officeDocument/2006/relationships/slide" Target="slides/slide8.xml"/><Relationship Id="Re719026a497b430c"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b13e945c2b634e56" Type="http://schemas.openxmlformats.org/officeDocument/2006/relationships/theme" Target="theme/theme3.xml"/></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 standalone='yes'?>
<Relationships xmlns="http://schemas.openxmlformats.org/package/2006/relationships"><Relationship Id="Rcef53201deaf44a8" Type="http://schemas.openxmlformats.org/officeDocument/2006/relationships/slide" Target="../slides/slide1.xml"/><Relationship Id="Rd48d68f58e944c05"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0bc2f276e6c64915" Type="http://schemas.openxmlformats.org/officeDocument/2006/relationships/slide" Target="../slides/slide2.xml"/><Relationship Id="R47674387b775446d"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1cd2e7a72ab84ead" Type="http://schemas.openxmlformats.org/officeDocument/2006/relationships/notesMaster" Target="../notesMasters/notesMaster1.xml"/><Relationship Id="R789a8f71fc7b4d07"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8c316aefba9147b3" Type="http://schemas.openxmlformats.org/officeDocument/2006/relationships/notesMaster" Target="../notesMasters/notesMaster1.xml"/><Relationship Id="Rfb0f532f073d4a6e"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0eb85020652a41c0" Type="http://schemas.openxmlformats.org/officeDocument/2006/relationships/notesMaster" Target="../notesMasters/notesMaster1.xml"/><Relationship Id="Rcf8257833afe4824"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9c12e988d2c74977" Type="http://schemas.openxmlformats.org/officeDocument/2006/relationships/slide" Target="../slides/slide6.xml"/><Relationship Id="Re06ff005e462428b"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83b377fb2c104d6e" Type="http://schemas.openxmlformats.org/officeDocument/2006/relationships/slide" Target="../slides/slide7.xml"/><Relationship Id="R83cb8a0cdf4d41be"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1105f0dcfe2146e1" Type="http://schemas.openxmlformats.org/officeDocument/2006/relationships/notesMaster" Target="../notesMasters/notesMaster1.xml"/><Relationship Id="Rb236fca6032a46bf"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4dbec374c1ac4f15" Type="http://schemas.openxmlformats.org/officeDocument/2006/relationships/slide" Target="../slides/slide9.xml"/><Relationship Id="R8a54d4b0b3084e50"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1908ec5393944bb2" Type="http://schemas.openxmlformats.org/officeDocument/2006/relationships/slide" Target="../slides/slide10.xml"/><Relationship Id="Rcfb42be210464c79"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05e456b6c21b4e49" Type="http://schemas.openxmlformats.org/officeDocument/2006/relationships/slide" Target="../slides/slide11.xml"/><Relationship Id="R8728e2137a454754"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a95a1d39796d4c7f" Type="http://schemas.openxmlformats.org/officeDocument/2006/relationships/notesMaster" Target="../notesMasters/notesMaster1.xml"/><Relationship Id="Rcaf1b30c9ecb4647"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42f570f609414ecc" Type="http://schemas.openxmlformats.org/officeDocument/2006/relationships/slide" Target="../slides/slide13.xml"/><Relationship Id="Rb1552dee4640483a"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383f83b8fa5f4120" Type="http://schemas.openxmlformats.org/officeDocument/2006/relationships/notesMaster" Target="../notesMasters/notesMaster1.xml"/><Relationship Id="Rea67e648638b413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2d2b776cdf2f4d6d" Type="http://schemas.openxmlformats.org/officeDocument/2006/relationships/notesMaster" Target="../notesMasters/notesMaster1.xml"/><Relationship Id="Re778f84005c0420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5b8236e634994f49" Type="http://schemas.openxmlformats.org/officeDocument/2006/relationships/slide" Target="../slides/slide16.xml"/><Relationship Id="Rcc7e5e2582d34a89"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0949f0368b314c28" Type="http://schemas.openxmlformats.org/officeDocument/2006/relationships/notesMaster" Target="../notesMasters/notesMaster1.xml"/><Relationship Id="R7eee0dc685ee4b3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294c9550ce7c4841" Type="http://schemas.openxmlformats.org/officeDocument/2006/relationships/slide" Target="../slides/slide18.xml"/><Relationship Id="R2c0dd639200f4ac7"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2382c43fca084bbb" Type="http://schemas.openxmlformats.org/officeDocument/2006/relationships/slide" Target="../slides/slide19.xml"/><Relationship Id="R781b8083acc34a12"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f4d4874aedb94dea" Type="http://schemas.openxmlformats.org/officeDocument/2006/relationships/notesMaster" Target="../notesMasters/notesMaster1.xml"/><Relationship Id="Rf8729e3078b74250"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01aa669597934567" Type="http://schemas.openxmlformats.org/officeDocument/2006/relationships/notesMaster" Target="../notesMasters/notesMaster1.xml"/><Relationship Id="Rf16b83b428f64c4f"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62cd3310424f4b8c" Type="http://schemas.openxmlformats.org/officeDocument/2006/relationships/slide" Target="../slides/slide22.xml"/><Relationship Id="R7602cf0431c042b9"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ee75b47b0824461b" Type="http://schemas.openxmlformats.org/officeDocument/2006/relationships/slide" Target="../slides/slide23.xml"/><Relationship Id="Rf9682aac5b264149"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009356f9f7154774" Type="http://schemas.openxmlformats.org/officeDocument/2006/relationships/notesMaster" Target="../notesMasters/notesMaster1.xml"/><Relationship Id="R5150e903f7954a8e"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134225571d504703" Type="http://schemas.openxmlformats.org/officeDocument/2006/relationships/slide" Target="../slides/slide25.xml"/><Relationship Id="Rf9a0ae1b88894d90" Type="http://schemas.openxmlformats.org/officeDocument/2006/relationships/notesMaster" Target="../notesMasters/notesMaster1.xml"/></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Welcome to Session 11. Up to now we've worked on single tasks, one at a time. Today we step back and ask a bigger question. What rules, owners and evidence should govern AI use across the whole firm?</a:t>
            </a:r>
          </a:p>
          <a:p xmlns:a="http://schemas.openxmlformats.org/drawingml/2006/main"/>
          <a:p xmlns:a="http://schemas.openxmlformats.org/drawingml/2006/main">
            <a:r>
              <a:t>That matters for a legal or tax practice because the firm answers for how these tools get used, whether or not anyone planned it. By the end of the session you'll have three things in hand: a reviewed use rule, a register of three risks, and a decision on an incident. We'll start with a quick recall from last session, then build the picture one risk at a time.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Let's begin with last session, before I show you anything new. Here's the question. Do receipts that are lower than sales establish unpaid tax? Give that a minute, and tell me the reason behind your answer.</a:t>
            </a:r>
          </a:p>
          <a:p xmlns:a="http://schemas.openxmlformats.org/drawingml/2006/main"/>
          <a:p xmlns:a="http://schemas.openxmlformats.org/drawingml/2006/main">
            <a:r>
              <a:t>What I'm hoping to hear is no. Lower receipts could come from timing, from missing evidence, or from a different tax question altogether. Each of those has to be checked before anyone says tax is unpaid. If you said yes, I'd ask you this. What else could make receipts lower than sales in the same period?</a:t>
            </a:r>
          </a:p>
          <a:p xmlns:a="http://schemas.openxmlformats.org/drawingml/2006/main"/>
          <a:p xmlns:a="http://schemas.openxmlformats.org/drawingml/2006/main">
            <a:r>
              <a:t>Now today's question. What rules, owners and evidence should govern AI use in the firm? Last session you checked one conclusion against its evidence. Today we ask who does the checking, and what the firm writes down.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Here are four risks we've already met in this course. A clause exception disappears from a summary. A search returns a restricted or old source. A research note overstates what an authority says. And an automation prepares an action nobody authorised.</a:t>
            </a:r>
          </a:p>
          <a:p xmlns:a="http://schemas.openxmlformats.org/drawingml/2006/main"/>
          <a:p xmlns:a="http://schemas.openxmlformats.org/drawingml/2006/main">
            <a:r>
              <a:t>Tell me what you make of this. If only one of these could happen in the firm this year, which would worry you most, and why? Sit with it for a second.</a:t>
            </a:r>
          </a:p>
          <a:p xmlns:a="http://schemas.openxmlformats.org/drawingml/2006/main"/>
          <a:p xmlns:a="http://schemas.openxmlformats.org/drawingml/2006/main">
            <a:r>
              <a:t>There's no single right pick. Someone may choose the lost exception, because a client relies on the contract. Someone else may choose the restricted source, because a client's confidence is at stake. What makes an answer good is the reasoning, meaning who is affected and how bad the result would be. If you'd picked the automation because it sounds advanced, I'd ask you how often it would happen, and what it would cost the client when it did.</a:t>
            </a:r>
          </a:p>
          <a:p xmlns:a="http://schemas.openxmlformats.org/drawingml/2006/main"/>
          <a:p xmlns:a="http://schemas.openxmlformats.org/drawingml/2006/main">
            <a:r>
              <a:t>Next we'll look at a framework for sorting worries like these.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NIST is a United States standards body, and it publishes a voluntary framework for managing AI risk. It doesn't replace Ugandan law or our professional duties. I want to say that up front. The framework has four functions, and the first sits across the top.</a:t>
            </a:r>
          </a:p>
          <a:p xmlns:a="http://schemas.openxmlformats.org/drawingml/2006/main"/>
          <a:p xmlns:a="http://schemas.openxmlformats.org/drawingml/2006/main">
            <a:r>
              <a:t>Govern covers responsibilities, policies and continuing oversight. It applies throughout, and it sits above everything else.</a:t>
            </a:r>
          </a:p>
          <a:p xmlns:a="http://schemas.openxmlformats.org/drawingml/2006/main"/>
          <a:p xmlns:a="http://schemas.openxmlformats.org/drawingml/2006/main">
            <a:r>
              <a:t>Under it come three more. Map describes the use, its context and its effects. Measure gathers evidence about the risks. Manage treats those risks and keeps watching them. These three repeat as the system changes. If the provider updates the model, we map and measure again.</a:t>
            </a:r>
          </a:p>
          <a:p xmlns:a="http://schemas.openxmlformats.org/drawingml/2006/main"/>
          <a:p xmlns:a="http://schemas.openxmlformats.org/drawingml/2006/main">
            <a:r>
              <a:t>One for you to work out. Which of these four would you do only at the end, after the tool is running? See what you come up with.</a:t>
            </a:r>
          </a:p>
          <a:p xmlns:a="http://schemas.openxmlformats.org/drawingml/2006/main"/>
          <a:p xmlns:a="http://schemas.openxmlformats.org/drawingml/2006/main">
            <a:r>
              <a:t>My answer is none of them. Governance and risk work continue through design, use and change. If you'd picked Manage, I'd ask what we would have measured, and who would have decided what to treat, if we only started then.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table shows where the firm's duties come from. The Data Protection and Privacy Act 2019 raises purpose, minimisation, security and overseas processing. The Regulations of 2021 raise registration and operational requirements. The Evidence Act raises confidentiality and protected communications. The last row is closest to home. It's our own engagement and employment terms, which say what use is permitted, how it's supervised and what we've promised clients.</a:t>
            </a:r>
          </a:p>
          <a:p xmlns:a="http://schemas.openxmlformats.org/drawingml/2006/main"/>
          <a:p xmlns:a="http://schemas.openxmlformats.org/drawingml/2006/main">
            <a:r>
              <a:t>I'm not interpreting these provisions today. This is a list of places to look, and each one needs a lawyer to read the current text against the firm's facts.</a:t>
            </a:r>
          </a:p>
          <a:p xmlns:a="http://schemas.openxmlformats.org/drawingml/2006/main"/>
          <a:p xmlns:a="http://schemas.openxmlformats.org/drawingml/2006/main">
            <a:r>
              <a:t>A question for you. A vendor tells us it will not train on our data. Does that promise alone settle these duties? No rush.</a:t>
            </a:r>
          </a:p>
          <a:p xmlns:a="http://schemas.openxmlformats.org/drawingml/2006/main"/>
          <a:p xmlns:a="http://schemas.openxmlformats.org/drawingml/2006/main">
            <a:r>
              <a:t>The way I read it, the answer is no. We have to assess the actual processing, the contract, the permissions, the applicable law and our professional obligations. If you'd said yes, I'd ask which row of the table a no-training promise even speaks to. Next we take up exactly that promise.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Let's look closely at that vendor promise. A provider may offer a setting that keeps our content out of model training. A model is the software that produces the answers, and training is how it was built from huge amounts of text. Keeping our content out of that process helps.</a:t>
            </a:r>
          </a:p>
          <a:p xmlns:a="http://schemas.openxmlformats.org/drawingml/2006/main"/>
          <a:p xmlns:a="http://schemas.openxmlformats.org/drawingml/2006/main">
            <a:r>
              <a:t>But it leaves a lot of questions open. Retention is how long content is kept. Access is who at the provider can see it. Subprocessors are the other companies the provider relies on. Then there's how incidents get handled. And above all of that, the firm still decides whether this use is permitted at all.</a:t>
            </a:r>
          </a:p>
          <a:p xmlns:a="http://schemas.openxmlformats.org/drawingml/2006/main"/>
          <a:p xmlns:a="http://schemas.openxmlformats.org/drawingml/2006/main">
            <a:r>
              <a:t>Now it's your turn. Suppose no-training is confirmed in writing. What would you still ask, of the provider and of ourselves? Think it over.</a:t>
            </a:r>
          </a:p>
          <a:p xmlns:a="http://schemas.openxmlformats.org/drawingml/2006/main"/>
          <a:p xmlns:a="http://schemas.openxmlformats.org/drawingml/2006/main">
            <a:r>
              <a:t>This is how I see it. Where does the content go, who can reach it, how long is it kept, and do our engagement terms allow the use? If you'd stopped at the contract, I'd ask where you would find out how the tool is actually configured today.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Let's follow one question through a permission check, step by step.</a:t>
            </a:r>
          </a:p>
          <a:p xmlns:a="http://schemas.openxmlformats.org/drawingml/2006/main"/>
          <a:p xmlns:a="http://schemas.openxmlformats.org/drawingml/2006/main">
            <a:r>
              <a:t>First comes the person asking. The user is on the M-01 team.</a:t>
            </a:r>
          </a:p>
          <a:p xmlns:a="http://schemas.openxmlformats.org/drawingml/2006/main"/>
          <a:p xmlns:a="http://schemas.openxmlformats.org/drawingml/2006/main">
            <a:r>
              <a:t>Then the permission. The M-01 team is allowed to see matter M-01, and that is the check the system makes.</a:t>
            </a:r>
          </a:p>
          <a:p xmlns:a="http://schemas.openxmlformats.org/drawingml/2006/main"/>
          <a:p xmlns:a="http://schemas.openxmlformats.org/drawingml/2006/main">
            <a:r>
              <a:t>Third, the evidence. The system may draw on one source here, CONTRACT-01.</a:t>
            </a:r>
          </a:p>
          <a:p xmlns:a="http://schemas.openxmlformats.org/drawingml/2006/main"/>
          <a:p xmlns:a="http://schemas.openxmlformats.org/drawingml/2006/main">
            <a:r>
              <a:t>Finally the answer. It's built from permitted sources only. Matter OTHER-02 stays restricted. Source access and derived access both need maintenance and tests. Derived means anything built from a source, such as an index or a summary, so if access to a matter is withdrawn, the derived copies must follow.</a:t>
            </a:r>
          </a:p>
          <a:p xmlns:a="http://schemas.openxmlformats.org/drawingml/2006/main"/>
          <a:p xmlns:a="http://schemas.openxmlformats.org/drawingml/2006/main">
            <a:r>
              <a:t>Here's something to chew on. What would count as a critical failure when we test this? Have a think.</a:t>
            </a:r>
          </a:p>
          <a:p xmlns:a="http://schemas.openxmlformats.org/drawingml/2006/main"/>
          <a:p xmlns:a="http://schemas.openxmlformats.org/drawingml/2006/main">
            <a:r>
              <a:t>I'd say a user receives content, or sensitive details such as a title or file name, from a matter they can't access. If the answer shows no text but names the other client, has the test passed? It hasn't. This is a design to test, and I have no observed run behind 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Next, what happens when a document itself tries to give orders. Prompt injection is when a document the assistant retrieves contains instructions, and the assistant follows them as if we had written them. Picture a scanned letter with a line telling the assistant to send the file to an outside address.</a:t>
            </a:r>
          </a:p>
          <a:p xmlns:a="http://schemas.openxmlformats.org/drawingml/2006/main"/>
          <a:p xmlns:a="http://schemas.openxmlformats.org/drawingml/2006/main">
            <a:r>
              <a:t>The rule is simple. A source has no authority to change permissions. And tools and destinations need boundaries that are enforced. Telling the model in a prompt to ignore such lines helps a little. The firm still needs limits set in the system itself, covering which tools the assistant can call and which destinations it can reach.</a:t>
            </a:r>
          </a:p>
          <a:p xmlns:a="http://schemas.openxmlformats.org/drawingml/2006/main"/>
          <a:p xmlns:a="http://schemas.openxmlformats.org/drawingml/2006/main">
            <a:r>
              <a:t>I'd like to hear your thinking on this one. If this happened, what should the incident record contain? Give that a little thought.</a:t>
            </a:r>
          </a:p>
          <a:p xmlns:a="http://schemas.openxmlformats.org/drawingml/2006/main"/>
          <a:p xmlns:a="http://schemas.openxmlformats.org/drawingml/2006/main">
            <a:r>
              <a:t>I'd put it like this. The record names the source document, the behaviour it tried to cause, what the assistant actually did, what data was affected, and how it was contained. If you'd said delete the document, I'd ask how we would know whether it had already acted before we deleted 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Now we turn from attack to fairness, to unequal errors. I'll use the observed results from the OCR practice files. OCR means software reads printed text from a scanned image. This experiment used synthetic pages, an older engine called tesseract 4.1.1, and four print conditions. These are not the firm's archive.</a:t>
            </a:r>
          </a:p>
          <a:p xmlns:a="http://schemas.openxmlformats.org/drawingml/2006/main"/>
          <a:p xmlns:a="http://schemas.openxmlformats.org/drawingml/2006/main">
            <a:r>
              <a:t>Clean print scored 100.0 percent mean word accuracy. Mild scored 98.8. Moderate fell to 54.4, with 5 of 12 passages unusable, and negation words kept in only 7 of 21 cases. Severe scored 0.4 percent. Negation words such as not matter in law, because a lost not reverses a clause.</a:t>
            </a:r>
          </a:p>
          <a:p xmlns:a="http://schemas.openxmlformats.org/drawingml/2006/main"/>
          <a:p xmlns:a="http://schemas.openxmlformats.org/drawingml/2006/main">
            <a:r>
              <a:t>Let me ask you something. Whose matters would a poorly read collection disadvantage, and would an average accuracy figure show it? Take your time.</a:t>
            </a:r>
          </a:p>
          <a:p xmlns:a="http://schemas.openxmlformats.org/drawingml/2006/main"/>
          <a:p xmlns:a="http://schemas.openxmlformats.org/drawingml/2006/main">
            <a:r>
              <a:t>The clients whose documents are scan-heavy, perhaps older records or other languages. An average hides that gap, so we compare errors by source group and look at the consequence. If you'd said the average is fine, I'd ask what the average would be if the clean collection were ten times larger.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Now the human who is supposed to catch such errors. Four conditions make human review meaningful. The reviewer knows the task and its limits. Source evidence is in front of them. The review happens before the dependent action. And rejecting or stopping actually changes what runs.</a:t>
            </a:r>
          </a:p>
          <a:p xmlns:a="http://schemas.openxmlformats.org/drawingml/2006/main"/>
          <a:p xmlns:a="http://schemas.openxmlformats.org/drawingml/2006/main">
            <a:r>
              <a:t>Think of a partner who approves forty drafts at the end of a day with no sources open. That's a signature and nothing more. An approval given by another AI doesn't count as human review either.</a:t>
            </a:r>
          </a:p>
          <a:p xmlns:a="http://schemas.openxmlformats.org/drawingml/2006/main"/>
          <a:p xmlns:a="http://schemas.openxmlformats.org/drawingml/2006/main">
            <a:r>
              <a:t>Try this one. A reviewer has no time to inspect the sources. Is their approval adequate? Work it through before I answer.</a:t>
            </a:r>
          </a:p>
          <a:p xmlns:a="http://schemas.openxmlformats.org/drawingml/2006/main"/>
          <a:p xmlns:a="http://schemas.openxmlformats.org/drawingml/2006/main">
            <a:r>
              <a:t>It isn't. The fix is to redesign the scope or the workload, so the reviewer can do the check. If you'd said the reviewer should just work faster, I'd ask what we would cut from the review volume, and who decides that.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Reviewers are people with habits, and so is everyone else in the firm. People may already be using AI tools nobody approved. A staff member under deadline pastes a paragraph into a free chat tool because it saves an hour. In their own eyes they're solving a problem.</a:t>
            </a:r>
          </a:p>
          <a:p xmlns:a="http://schemas.openxmlformats.org/drawingml/2006/main"/>
          <a:p xmlns:a="http://schemas.openxmlformats.org/drawingml/2006/main">
            <a:r>
              <a:t>An approved route that's easy to use cuts these workarounds. And training and reporting should help us find problems early, which only works if people can report without fear.</a:t>
            </a:r>
          </a:p>
          <a:p xmlns:a="http://schemas.openxmlformats.org/drawingml/2006/main"/>
          <a:p xmlns:a="http://schemas.openxmlformats.org/drawingml/2006/main">
            <a:r>
              <a:t>Here's one for you. Before you write any rules, what would you ask staff? Take a moment with that.</a:t>
            </a:r>
          </a:p>
          <a:p xmlns:a="http://schemas.openxmlformats.org/drawingml/2006/main"/>
          <a:p xmlns:a="http://schemas.openxmlformats.org/drawingml/2006/main">
            <a:r>
              <a:t>Let me give you mine. Which tasks they do, which tools they use, what information they put in, and what gets in their way. If you'd begin with the penalties, think about how a staff member would answer a survey whose first line was a list of penalties. A rule written without this picture usually fails.</a:t>
            </a:r>
          </a:p>
          <a:p xmlns:a="http://schemas.openxmlformats.org/drawingml/2006/main"/>
          <a:p xmlns:a="http://schemas.openxmlformats.org/drawingml/2006/main">
            <a:r>
              <a:t>Next we'll look at risks that arrive after launch, operational and commercial ones.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table pairs five risks with a response for each. If the provider or model changes, we retest and review what materially changed. If there's an outage or a failed integration, we need a manual fallback and a way to recover. Costs can climb, so we set budgets, limits and monitoring. Vendor dependence calls for export, portability and exit arrangements. And skill erosion, where staff lose the ability to do the task unaided, calls for competence review and training.</a:t>
            </a:r>
          </a:p>
          <a:p xmlns:a="http://schemas.openxmlformats.org/drawingml/2006/main"/>
          <a:p xmlns:a="http://schemas.openxmlformats.org/drawingml/2006/main">
            <a:r>
              <a:t>A pilot that works in class is not a maintenance plan.</a:t>
            </a:r>
          </a:p>
          <a:p xmlns:a="http://schemas.openxmlformats.org/drawingml/2006/main"/>
          <a:p xmlns:a="http://schemas.openxmlformats.org/drawingml/2006/main">
            <a:r>
              <a:t>Here's a question. After I leave, a recurring failure appears in the tool. Who owns it? Let's hear your answer first.</a:t>
            </a:r>
          </a:p>
          <a:p xmlns:a="http://schemas.openxmlformats.org/drawingml/2006/main"/>
          <a:p xmlns:a="http://schemas.openxmlformats.org/drawingml/2006/main">
            <a:r>
              <a:t>Here's where I land. A named workflow owner, with an escalation route and a support arrangement behind them. If you'd said IT, I'd ask whether that's the person who understands the legal consequence of the failure.</a:t>
            </a:r>
          </a:p>
          <a:p xmlns:a="http://schemas.openxmlformats.org/drawingml/2006/main"/>
          <a:p xmlns:a="http://schemas.openxmlformats.org/drawingml/2006/main">
            <a:r>
              <a:t>Next we'll look at a place to write all of this down.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risk register is a table where each risk is written once and tracked. It has four groups of columns. First, the use case, the information it touches and the people affected. Second, the failure, its consequence and the control already in place. Third, the test evidence and the risk that remains. Fourth, the owner, the decision and a review date.</a:t>
            </a:r>
          </a:p>
          <a:p xmlns:a="http://schemas.openxmlformats.org/drawingml/2006/main"/>
          <a:p xmlns:a="http://schemas.openxmlformats.org/drawingml/2006/main">
            <a:r>
              <a:t>We'll open the worked register and read its three rows, which are precedent search, contract review and draft routing. In class we complete a few material risks. We won't try every imaginable one.</a:t>
            </a:r>
          </a:p>
          <a:p xmlns:a="http://schemas.openxmlformats.org/drawingml/2006/main"/>
          <a:p xmlns:a="http://schemas.openxmlformats.org/drawingml/2006/main">
            <a:r>
              <a:t>One for you to work out. How do I tell an action that was planned from a control that works? Say it out loud if it helps.</a:t>
            </a:r>
          </a:p>
          <a:p xmlns:a="http://schemas.openxmlformats.org/drawingml/2006/main"/>
          <a:p xmlns:a="http://schemas.openxmlformats.org/drawingml/2006/main">
            <a:r>
              <a:t>Evidence is the difference. The action was implemented, and a test in the relevant situation showed it works. If you'd said someone signed it off, I'd ask what the test showed and where that is recorded.</a:t>
            </a:r>
          </a:p>
          <a:p xmlns:a="http://schemas.openxmlformats.org/drawingml/2006/main"/>
          <a:p xmlns:a="http://schemas.openxmlformats.org/drawingml/2006/main">
            <a:r>
              <a:t>Next, the main exercise begins with an incident in our matter.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Now the exercise. Here's the situation. The assistant returns a passage from a restricted client matter to a user. And it gets worse, because the user has already copied part of it into a draft.</a:t>
            </a:r>
          </a:p>
          <a:p xmlns:a="http://schemas.openxmlformats.org/drawingml/2006/main"/>
          <a:p xmlns:a="http://schemas.openxmlformats.org/drawingml/2006/main">
            <a:r>
              <a:t>In the practice file, the passage comes from OTHER-02, and the user has M-01 access only. This is a made-up event, but I'd like you to work it as a real one.</a:t>
            </a:r>
          </a:p>
          <a:p xmlns:a="http://schemas.openxmlformats.org/drawingml/2006/main"/>
          <a:p xmlns:a="http://schemas.openxmlformats.org/drawingml/2006/main">
            <a:r>
              <a:t>A question for you. Before anything is restarted, what would you do? Take your time.</a:t>
            </a:r>
          </a:p>
          <a:p xmlns:a="http://schemas.openxmlformats.org/drawingml/2006/main"/>
          <a:p xmlns:a="http://schemas.openxmlformats.org/drawingml/2006/main">
            <a:r>
              <a:t>My answer is to investigate the scope, correct the controls, retest, and obtain the appropriate decision to restart. That includes logs and derived content, since the passage may live in more places than the draft. If you'd jumped to switching it back on after a fix, I'd ask how you would know the same passage isn't sitting in an index or a log.</a:t>
            </a:r>
          </a:p>
          <a:p xmlns:a="http://schemas.openxmlformats.org/drawingml/2006/main"/>
          <a:p xmlns:a="http://schemas.openxmlformats.org/drawingml/2006/main">
            <a:r>
              <a:t>Next we'll lay the response out in four stages.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Here's the response, one stage at a time. Notification duties depend on the facts, the law and the contract terms. I won't give you a universal deadline, and I won't guess one.</a:t>
            </a:r>
          </a:p>
          <a:p xmlns:a="http://schemas.openxmlformats.org/drawingml/2006/main"/>
          <a:p xmlns:a="http://schemas.openxmlformats.org/drawingml/2006/main">
            <a:r>
              <a:t>First comes Contain. Pause the affected use, so the problem stops growing.</a:t>
            </a:r>
          </a:p>
          <a:p xmlns:a="http://schemas.openxmlformats.org/drawingml/2006/main"/>
          <a:p xmlns:a="http://schemas.openxmlformats.org/drawingml/2006/main">
            <a:r>
              <a:t>Then Assess. What's the scope and what are the consequences? Who saw the passage, where is it now, and what does that mean for the client?</a:t>
            </a:r>
          </a:p>
          <a:p xmlns:a="http://schemas.openxmlformats.org/drawingml/2006/main"/>
          <a:p xmlns:a="http://schemas.openxmlformats.org/drawingml/2006/main">
            <a:r>
              <a:t>Third, Respond. This means the actions that are required. The legal, privacy and technical people each have a part, and we name them.</a:t>
            </a:r>
          </a:p>
          <a:p xmlns:a="http://schemas.openxmlformats.org/drawingml/2006/main"/>
          <a:p xmlns:a="http://schemas.openxmlformats.org/drawingml/2006/main">
            <a:r>
              <a:t>Last, Recover. Retest, and then authorise the restart.</a:t>
            </a:r>
          </a:p>
          <a:p xmlns:a="http://schemas.openxmlformats.org/drawingml/2006/main"/>
          <a:p xmlns:a="http://schemas.openxmlformats.org/drawingml/2006/main">
            <a:r>
              <a:t>Try this one. The service is working again. Does restoring it close the incident? Think it over.</a:t>
            </a:r>
          </a:p>
          <a:p xmlns:a="http://schemas.openxmlformats.org/drawingml/2006/main"/>
          <a:p xmlns:a="http://schemas.openxmlformats.org/drawingml/2006/main">
            <a:r>
              <a:t>My answer is no. We still record the cause, the corrective action and what we monitor afterwards. If you'd said yes, I'd ask what would stop the same thing happening on Monday. You'll do this as a flow in a moment. First, who holds each decision.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table sets out who does what. The partner sponsor sets purpose and scope, and takes the risk decision. The practice owner holds quality and professional review. The information owner holds source authority and access. The technical owner holds configuration and monitoring. Staff users follow permitted use and report problems.</a:t>
            </a:r>
          </a:p>
          <a:p xmlns:a="http://schemas.openxmlformats.org/drawingml/2006/main"/>
          <a:p xmlns:a="http://schemas.openxmlformats.org/drawingml/2006/main">
            <a:r>
              <a:t>In a small firm one person can hold several roles. Even then the responsibilities stay separate and written down. Where one person reviews their own work, independent review matters most.</a:t>
            </a:r>
          </a:p>
          <a:p xmlns:a="http://schemas.openxmlformats.org/drawingml/2006/main"/>
          <a:p xmlns:a="http://schemas.openxmlformats.org/drawingml/2006/main">
            <a:r>
              <a:t>Here's a scenario. Someone asks to widen what the agent is allowed to do. An agent is software that takes steps and uses tools on its own. Who can approve that? Give it a moment.</a:t>
            </a:r>
          </a:p>
          <a:p xmlns:a="http://schemas.openxmlformats.org/drawingml/2006/main"/>
          <a:p xmlns:a="http://schemas.openxmlformats.org/drawingml/2006/main">
            <a:r>
              <a:t>The designated authority under the firm's change and access process can approve it. A user's request in a chat doesn't count. If you'd named the partner automatically, I'd ask whether the partner knows the system's configuration well enough to judge the change.</a:t>
            </a:r>
          </a:p>
          <a:p xmlns:a="http://schemas.openxmlformats.org/drawingml/2006/main"/>
          <a:p xmlns:a="http://schemas.openxmlformats.org/drawingml/2006/main">
            <a:r>
              <a:t>Now we put these roles to work.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Here's what we'll do in the next stretch. I'll demonstrate the first step, and you decide and record.</a:t>
            </a:r>
          </a:p>
          <a:p xmlns:a="http://schemas.openxmlformats.org/drawingml/2006/main"/>
          <a:p xmlns:a="http://schemas.openxmlformats.org/drawingml/2006/main">
            <a:r>
              <a:t>First, we adapt the worked three-risk register. You replace the one control that doesn't fit the firm, and name its owner and its test. Second, we look again at unequal errors across the source collections. Third, you run the restricted-matter incident for 20 minutes. You decide what to contain first, what to preserve, who the recipients are, who assesses the legal duties, and what must be true before restart. Fourth, we draft a use rule, with an owner, a reporting route and restart conditions.</a:t>
            </a:r>
          </a:p>
          <a:p xmlns:a="http://schemas.openxmlformats.org/drawingml/2006/main"/>
          <a:p xmlns:a="http://schemas.openxmlformats.org/drawingml/2006/main">
            <a:r>
              <a:t>If the connected tool is unavailable, we'll use the labelled example, mark that step as unexecuted, and keep the time for discussion.</a:t>
            </a:r>
          </a:p>
          <a:p xmlns:a="http://schemas.openxmlformats.org/drawingml/2006/main"/>
          <a:p xmlns:a="http://schemas.openxmlformats.org/drawingml/2006/main">
            <a:r>
              <a:t>Before we begin, here's one for you. Which control in the worked register would not work in our firm, and what replaces it? Have a think.</a:t>
            </a:r>
          </a:p>
          <a:p xmlns:a="http://schemas.openxmlformats.org/drawingml/2006/main"/>
          <a:p xmlns:a="http://schemas.openxmlformats.org/drawingml/2006/main">
            <a:r>
              <a:t>It helps to name three things. The control, a person who owns it, and a test that would show it works.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Now let's see what the work supports. Before I read the conclusion, tell me in your own words what you think it is.</a:t>
            </a:r>
          </a:p>
          <a:p xmlns:a="http://schemas.openxmlformats.org/drawingml/2006/main"/>
          <a:p xmlns:a="http://schemas.openxmlformats.org/drawingml/2006/main">
            <a:r>
              <a:t>Here's what I'd say. Privacy, professional confidentiality, quality and action authority are separate risks. Each control needs an owner and a test. Incident response starts with containment and assessment, and it doesn't rely on a guessed universal reporting deadline.</a:t>
            </a:r>
          </a:p>
          <a:p xmlns:a="http://schemas.openxmlformats.org/drawingml/2006/main"/>
          <a:p xmlns:a="http://schemas.openxmlformats.org/drawingml/2006/main">
            <a:r>
              <a:t>There's also a limit. The legal frame we used is a sourced teaching aid. It's not an opinion that any particular product or configuration complies.</a:t>
            </a:r>
          </a:p>
          <a:p xmlns:a="http://schemas.openxmlformats.org/drawingml/2006/main"/>
          <a:p xmlns:a="http://schemas.openxmlformats.org/drawingml/2006/main">
            <a:r>
              <a:t>Tell me what you make of this. Which part of today's result is still unverified? Give that a little thought.</a:t>
            </a:r>
          </a:p>
          <a:p xmlns:a="http://schemas.openxmlformats.org/drawingml/2006/main"/>
          <a:p xmlns:a="http://schemas.openxmlformats.org/drawingml/2006/main">
            <a:r>
              <a:t>It's the legal frame. We haven't confirmed that any specific tool or setup complies, and a lawyer would need to review it with the facts. If you'd said everything is verified, I'd ask who has checked the Ugandan texts against our actual vendor contract.</a:t>
            </a:r>
          </a:p>
          <a:p xmlns:a="http://schemas.openxmlformats.org/drawingml/2006/main"/>
          <a:p xmlns:a="http://schemas.openxmlformats.org/drawingml/2006/main">
            <a:r>
              <a:t>Next is the firm decision itself.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Now the decision. The firm is deciding whether to approve a proportionate pilot policy, and to assign risk, information, technical and practice owners. It then records the decision and the evidence still needed.</a:t>
            </a:r>
          </a:p>
          <a:p xmlns:a="http://schemas.openxmlformats.org/drawingml/2006/main"/>
          <a:p xmlns:a="http://schemas.openxmlformats.org/drawingml/2006/main">
            <a:r>
              <a:t>A pilot is a small trial with limits. Proportionate means the controls match the risk of the use. Before we go on, name one owner and one condition. This is a class decision record, and the firm would still need its own authorisation.</a:t>
            </a:r>
          </a:p>
          <a:p xmlns:a="http://schemas.openxmlformats.org/drawingml/2006/main"/>
          <a:p xmlns:a="http://schemas.openxmlformats.org/drawingml/2006/main">
            <a:r>
              <a:t>One more question. What evidence would change this decision? Say it out loud if it helps.</a:t>
            </a:r>
          </a:p>
          <a:p xmlns:a="http://schemas.openxmlformats.org/drawingml/2006/main"/>
          <a:p xmlns:a="http://schemas.openxmlformats.org/drawingml/2006/main">
            <a:r>
              <a:t>Let me give you mine. If quality drops, if the permitted scope widens, or if a test fails, we revisit. The record itself holds the use, the evidence, the remaining risks, the conditions, an owner and a review date. If you'd said more testing, I'd ask which test, run by whom, with what result that would make you stop.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Let's check your understanding with three changed facts. Answer each one aloud.</a:t>
            </a:r>
          </a:p>
          <a:p xmlns:a="http://schemas.openxmlformats.org/drawingml/2006/main"/>
          <a:p xmlns:a="http://schemas.openxmlformats.org/drawingml/2006/main">
            <a:r>
              <a:t>First. No-training is enabled. What other data questions remain? Take a moment with that.</a:t>
            </a:r>
          </a:p>
          <a:p xmlns:a="http://schemas.openxmlformats.org/drawingml/2006/main"/>
          <a:p xmlns:a="http://schemas.openxmlformats.org/drawingml/2006/main">
            <a:r>
              <a:t>I'd look at retention, access, contracts, location and permission.</a:t>
            </a:r>
          </a:p>
          <a:p xmlns:a="http://schemas.openxmlformats.org/drawingml/2006/main"/>
          <a:p xmlns:a="http://schemas.openxmlformats.org/drawingml/2006/main">
            <a:r>
              <a:t>Second. A scanned collection has more errors. What must be measured? Work it through before I answer.</a:t>
            </a:r>
          </a:p>
          <a:p xmlns:a="http://schemas.openxmlformats.org/drawingml/2006/main"/>
          <a:p xmlns:a="http://schemas.openxmlformats.org/drawingml/2006/main">
            <a:r>
              <a:t>I'd measure the quality and effects for the relevant groups, using samples large enough to mean something. How many pages from each group would you need before you trusted the comparison?</a:t>
            </a:r>
          </a:p>
          <a:p xmlns:a="http://schemas.openxmlformats.org/drawingml/2006/main"/>
          <a:p xmlns:a="http://schemas.openxmlformats.org/drawingml/2006/main">
            <a:r>
              <a:t>Third. A restricted passage has entered a draft. What's the first response? Think about that for a moment.</a:t>
            </a:r>
          </a:p>
          <a:p xmlns:a="http://schemas.openxmlformats.org/drawingml/2006/main"/>
          <a:p xmlns:a="http://schemas.openxmlformats.org/drawingml/2006/main">
            <a:r>
              <a:t>I'd contain the affected route, preserve the evidence, and assess the recipients and the duties.</a:t>
            </a:r>
          </a:p>
          <a:p xmlns:a="http://schemas.openxmlformats.org/drawingml/2006/main"/>
          <a:p xmlns:a="http://schemas.openxmlformats.org/drawingml/2006/main">
            <a:r>
              <a:t>That ends Session 11. Next time, in Session 12, we lead implementation and evaluate a pilot, using the owners and rules you drafted today.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Here's an optional extra for the time we have. It separates four concerns that people often merge. Client confidentiality asks for the permitted purpose, tool and disclosure. Personal data asks for the applicable obligations, access and handling. Privilege needs a specific legal and factual assessment. Third-party content turns on rights, licence and intended use. They can overlap, and one control doesn't answer all four.</a:t>
            </a:r>
          </a:p>
          <a:p xmlns:a="http://schemas.openxmlformats.org/drawingml/2006/main"/>
          <a:p xmlns:a="http://schemas.openxmlformats.org/drawingml/2006/main">
            <a:r>
              <a:t>Let me put a question to you. If we remove the names from a document, have we resolved every concern here? No rush.</a:t>
            </a:r>
          </a:p>
          <a:p xmlns:a="http://schemas.openxmlformats.org/drawingml/2006/main"/>
          <a:p xmlns:a="http://schemas.openxmlformats.org/drawingml/2006/main">
            <a:r>
              <a:t>The answer is no. The matter may still be sensitive, a person may still be identifiable from the facts, and professional duties remain. Here's a test. Could a reader work out the client from the deal terms alone?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one is optional, for if we have time or you want it. It gives four steps for the privacy side of an organisation's role. Identify the purpose and the data involved. Establish responsibilities and provider arrangements. Assess access, storage, transfers and retention. Record required decisions and monitoring.</a:t>
            </a:r>
          </a:p>
          <a:p xmlns:a="http://schemas.openxmlformats.org/drawingml/2006/main"/>
          <a:p xmlns:a="http://schemas.openxmlformats.org/drawingml/2006/main">
            <a:r>
              <a:t>A public course like this one can't settle a particular firm's compliance position. That depends on its facts, and the firm's lawyers must decide it. The guidance from the data protection office is a local starting point.</a:t>
            </a:r>
          </a:p>
          <a:p xmlns:a="http://schemas.openxmlformats.org/drawingml/2006/main"/>
          <a:p xmlns:a="http://schemas.openxmlformats.org/drawingml/2006/main">
            <a:r>
              <a:t>Let me ask you something. Before we connect a client repository to an assistant, what should come first? Sit with it for a second.</a:t>
            </a:r>
          </a:p>
          <a:p xmlns:a="http://schemas.openxmlformats.org/drawingml/2006/main"/>
          <a:p xmlns:a="http://schemas.openxmlformats.org/drawingml/2006/main">
            <a:r>
              <a:t>I'd start with a documented purpose, and an assessment of the information and access, with the responsible people involved. If you'd said get the vendor's certificate, I'd ask which of the four steps a certificate covers.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optional table sets four answer-quality risks against a mitigation to test. Invented authority calls for verifying the identity and the supporting passage. A lost exception calls for targeted clause tests and source review, like the Section 12.6 and Key Terms change in our agreement, where the original lets a party assign on notice and the Key Terms require prior written consent. A stale source calls for version ownership and update tests. False confidence calls for unanswerable questions and escalation.</a:t>
            </a:r>
          </a:p>
          <a:p xmlns:a="http://schemas.openxmlformats.org/drawingml/2006/main"/>
          <a:p xmlns:a="http://schemas.openxmlformats.org/drawingml/2006/main">
            <a:r>
              <a:t>Here's something to chew on. Which control addresses an old draft that is still indexed? See what you come up with.</a:t>
            </a:r>
          </a:p>
          <a:p xmlns:a="http://schemas.openxmlformats.org/drawingml/2006/main"/>
          <a:p xmlns:a="http://schemas.openxmlformats.org/drawingml/2006/main">
            <a:r>
              <a:t>Version controls, a source refresh and retrieval tests. If you'd said tell the model to use the newest, I'd ask how the system would know which one is newest.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If we have time, there's an optional extra here. It is about proportion. A summary of public sources and an agent that files documents need different controls. Higher consequences need stronger evidence and oversight. And we review the controls when the use or the authority changes.</a:t>
            </a:r>
          </a:p>
          <a:p xmlns:a="http://schemas.openxmlformats.org/drawingml/2006/main"/>
          <a:p xmlns:a="http://schemas.openxmlformats.org/drawingml/2006/main">
            <a:r>
              <a:t>The aim is useful adoption with responsible limits. A single rigid process for every low-risk task wastes time. A senior user doesn't make a use low risk by being senior.</a:t>
            </a:r>
          </a:p>
          <a:p xmlns:a="http://schemas.openxmlformats.org/drawingml/2006/main"/>
          <a:p xmlns:a="http://schemas.openxmlformats.org/drawingml/2006/main">
            <a:r>
              <a:t>Now it's your turn. What raises the level of control a use needs? Have a think.</a:t>
            </a:r>
          </a:p>
          <a:p xmlns:a="http://schemas.openxmlformats.org/drawingml/2006/main"/>
          <a:p xmlns:a="http://schemas.openxmlformats.org/drawingml/2006/main">
            <a:r>
              <a:t>Sensitive data, consequential decisions, actions outside the firm, and wider autonomy for the system. If you'd only said sensitive data, I'd ask about a use with no sensitive data that sends an email to a client.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Here's an extra topic you can pick up if there's time. It gives the partner's decision three parts. Approve a limited use, require further work, or stop. Record why the evidence supports that choice. Assign monitoring and the next review point.</a:t>
            </a:r>
          </a:p>
          <a:p xmlns:a="http://schemas.openxmlformats.org/drawingml/2006/main"/>
          <a:p xmlns:a="http://schemas.openxmlformats.org/drawingml/2006/main">
            <a:r>
              <a:t>A question for you. What would an acceptable risk decision contain? Think it over.</a:t>
            </a:r>
          </a:p>
          <a:p xmlns:a="http://schemas.openxmlformats.org/drawingml/2006/main"/>
          <a:p xmlns:a="http://schemas.openxmlformats.org/drawingml/2006/main">
            <a:r>
              <a:t>It names the use, the evidence, the remaining risks, the conditions, an owner and a review date. It also says what is out of scope. If you'd only said approve, I'd ask what you would tell the associate who wants to know what they're now allowed to do.</a:t>
            </a:r>
          </a:p>
          <a:p xmlns:a="http://schemas.openxmlformats.org/drawingml/2006/main"/>
          <a:p xmlns:a="http://schemas.openxmlformats.org/drawingml/2006/main">
            <a:r>
              <a:t>That closes the optional set. Session 12 picks up the pilot.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xml version='1.0' encoding='UTF-8' standalone='yes'?>
<Relationships xmlns="http://schemas.openxmlformats.org/package/2006/relationships"><Relationship Id="R76b630e4c97c400c"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2b50d4ec9c3b4ad5"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468b12ca595b4633"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19fdcd8cb3794d93"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10b62355c68549ad"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34c3e97d1a334d01" Type="http://schemas.openxmlformats.org/officeDocument/2006/relationships/slideMaster" Target="../slideMasters/slideMaster1.xml"/></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E0CB78E-F1D6-4319-933D-90FB359C8C9A}"/>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18AC9AB1-FFF5-45F0-BD67-E4D2EBE624EB}"/>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5F389694-EB71-4FD8-82A9-D5E578AF7671}"/>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CE12D37-B2D2-4F82-9DF5-48D7EC5F95D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C4EBD8D8-6BFC-444A-8A54-0EB2ABE2752B}"/>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874FC07D-9242-4885-85B3-86693EC77F4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D0E70504-C763-41DC-8054-3AAB1E38E7AF}"/>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F8D4F4A7-4F74-43CD-8790-42EFD04F4CF7}"/>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C8B15A8-A536-4B72-BF92-37D818A9D02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661D0BBC-C2E2-4C20-8E11-297CAB48A3E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xml version='1.0' encoding='UTF-8' standalone='yes'?>
<Relationships xmlns="http://schemas.openxmlformats.org/package/2006/relationships"><Relationship Id="R1d8776e68b5f46dc" Type="http://schemas.openxmlformats.org/officeDocument/2006/relationships/slideLayout" Target="../slideLayouts/slideLayout6.xml"/><Relationship Id="R3d7888452aa44e3f" Type="http://schemas.openxmlformats.org/officeDocument/2006/relationships/slideLayout" Target="../slideLayouts/slideLayout2.xml"/><Relationship Id="R58b3df2df7ef41ef" Type="http://schemas.openxmlformats.org/officeDocument/2006/relationships/slideLayout" Target="../slideLayouts/slideLayout3.xml"/><Relationship Id="R77913981fc0944e1" Type="http://schemas.openxmlformats.org/officeDocument/2006/relationships/theme" Target="theme/theme2.xml"/><Relationship Id="Rbb8b7e2598cd4030" Type="http://schemas.openxmlformats.org/officeDocument/2006/relationships/slideLayout" Target="../slideLayouts/slideLayout1.xml"/><Relationship Id="Rd7efe28ddb6a4617" Type="http://schemas.openxmlformats.org/officeDocument/2006/relationships/slideLayout" Target="../slideLayouts/slideLayout5.xml"/><Relationship Id="Rd9e8fe7440424251" Type="http://schemas.openxmlformats.org/officeDocument/2006/relationships/slideLayout" Target="../slideLayouts/slideLayout4.xml"/></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b8b7e2598cd4030"/>
    <p:sldLayoutId xmlns:r="http://schemas.openxmlformats.org/officeDocument/2006/relationships" id="2147483650" r:id="R3d7888452aa44e3f"/>
    <p:sldLayoutId xmlns:r="http://schemas.openxmlformats.org/officeDocument/2006/relationships" id="2147483651" r:id="R58b3df2df7ef41ef"/>
    <p:sldLayoutId xmlns:r="http://schemas.openxmlformats.org/officeDocument/2006/relationships" id="2147483652" r:id="Rd9e8fe7440424251"/>
    <p:sldLayoutId xmlns:r="http://schemas.openxmlformats.org/officeDocument/2006/relationships" id="2147483653" r:id="Rd7efe28ddb6a4617"/>
    <p:sldLayoutId xmlns:r="http://schemas.openxmlformats.org/officeDocument/2006/relationships" id="2147483654" r:id="R1d8776e68b5f46d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Id="R3cdf7bdf420c4c0e" Type="http://schemas.openxmlformats.org/officeDocument/2006/relationships/slideLayout" Target="../slideLayouts/slideLayout6.xml"/><Relationship Id="Rdac400d3ada441e0"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46c5b4162baa4ea1" Type="http://schemas.openxmlformats.org/officeDocument/2006/relationships/notesSlide" Target="../notesSlides/notesSlide2.xml"/><Relationship Id="Rb8a1c2c6284b41fc" Type="http://schemas.openxmlformats.org/officeDocument/2006/relationships/slideLayout" Target="../slideLayouts/slideLayout6.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44020b83174f4414" Type="http://schemas.openxmlformats.org/officeDocument/2006/relationships/slideLayout" Target="../slideLayouts/slideLayout6.xml"/><Relationship Id="Rcb4c2e8b5fa143ba" Type="http://schemas.openxmlformats.org/officeDocument/2006/relationships/notesSlide" Target="../notesSlides/notesSlide3.xml"/><Relationship Id="rId3" Type="http://schemas.openxmlformats.org/officeDocument/2006/relationships/image" Target="../media/image3.png"/></Relationships>
</file>

<file path=ppt/slides/_rels/slide4.xml.rels><?xml version='1.0' encoding='UTF-8' standalone='yes'?>
<Relationships xmlns="http://schemas.openxmlformats.org/package/2006/relationships"><Relationship Id="R05e2f4068fe5443b" Type="http://schemas.openxmlformats.org/officeDocument/2006/relationships/slideLayout" Target="../slideLayouts/slideLayout6.xml"/><Relationship Id="R425ddc1d7a9441ba"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1809c89aa0994d55" Type="http://schemas.openxmlformats.org/officeDocument/2006/relationships/notesSlide" Target="../notesSlides/notesSlide5.xml"/><Relationship Id="R3aadce31a88f441a"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51b0092e8d434d37" Type="http://schemas.openxmlformats.org/officeDocument/2006/relationships/slideLayout" Target="../slideLayouts/slideLayout6.xml"/><Relationship Id="Rbd2bf2584d2443c9" Type="http://schemas.openxmlformats.org/officeDocument/2006/relationships/notesSlide" Target="../notesSlides/notesSlide6.xml"/><Relationship Id="rId3" Type="http://schemas.openxmlformats.org/officeDocument/2006/relationships/image" Target="../media/image4.png"/></Relationships>
</file>

<file path=ppt/slides/_rels/slide7.xml.rels><?xml version='1.0' encoding='UTF-8' standalone='yes'?>
<Relationships xmlns="http://schemas.openxmlformats.org/package/2006/relationships"><Relationship Id="R859f927cf1804d20" Type="http://schemas.openxmlformats.org/officeDocument/2006/relationships/notesSlide" Target="../notesSlides/notesSlide7.xml"/><Relationship Id="R9f32bcd4f2264845"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cb92403dd2d7431a" Type="http://schemas.openxmlformats.org/officeDocument/2006/relationships/notesSlide" Target="../notesSlides/notesSlide8.xml"/><Relationship Id="Rd5d19ed06a5848cd" Type="http://schemas.openxmlformats.org/officeDocument/2006/relationships/slideLayout" Target="../slideLayouts/slideLayout6.xml"/><Relationship Id="rId3" Type="http://schemas.openxmlformats.org/officeDocument/2006/relationships/image" Target="../media/image5.png"/></Relationships>
</file>

<file path=ppt/slides/_rels/slide9.xml.rels><?xml version='1.0' encoding='UTF-8' standalone='yes'?>
<Relationships xmlns="http://schemas.openxmlformats.org/package/2006/relationships"><Relationship Id="R1de96031c87f41b8" Type="http://schemas.openxmlformats.org/officeDocument/2006/relationships/notesSlide" Target="../notesSlides/notesSlide9.xml"/><Relationship Id="R794599f670aa43e6" Type="http://schemas.openxmlformats.org/officeDocument/2006/relationships/slideLayout" Target="../slideLayouts/slideLayout6.xml"/><Relationship Id="rId3" Type="http://schemas.openxmlformats.org/officeDocument/2006/relationships/image" Target="../media/image6.png"/></Relationships>
</file>

<file path=ppt/slides/_rels/slide10.xml.rels><?xml version='1.0' encoding='UTF-8' standalone='yes'?>
<Relationships xmlns="http://schemas.openxmlformats.org/package/2006/relationships"><Relationship Id="Ra9730168a9664a3b" Type="http://schemas.openxmlformats.org/officeDocument/2006/relationships/slideLayout" Target="../slideLayouts/slideLayout6.xml"/><Relationship Id="Rd398e185b7934c49" Type="http://schemas.openxmlformats.org/officeDocument/2006/relationships/notesSlide" Target="../notesSlides/notesSlide10.xml"/><Relationship Id="rId3" Type="http://schemas.openxmlformats.org/officeDocument/2006/relationships/image" Target="../media/image7.png"/></Relationships>
</file>

<file path=ppt/slides/_rels/slide11.xml.rels><?xml version='1.0' encoding='UTF-8' standalone='yes'?>
<Relationships xmlns="http://schemas.openxmlformats.org/package/2006/relationships"><Relationship Id="R18e283ce3941434a" Type="http://schemas.openxmlformats.org/officeDocument/2006/relationships/notesSlide" Target="../notesSlides/notesSlide11.xml"/><Relationship Id="Raea714eb3a8e4e80" Type="http://schemas.openxmlformats.org/officeDocument/2006/relationships/slideLayout" Target="../slideLayouts/slideLayout6.xml"/><Relationship Id="rId3" Type="http://schemas.openxmlformats.org/officeDocument/2006/relationships/image" Target="../media/image8.png"/></Relationships>
</file>

<file path=ppt/slides/_rels/slide12.xml.rels><?xml version='1.0' encoding='UTF-8' standalone='yes'?>
<Relationships xmlns="http://schemas.openxmlformats.org/package/2006/relationships"><Relationship Id="R11edcec1041f4b3a" Type="http://schemas.openxmlformats.org/officeDocument/2006/relationships/slideLayout" Target="../slideLayouts/slideLayout6.xml"/><Relationship Id="R47d10ef1f7e3413a"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094f665d73324c71" Type="http://schemas.openxmlformats.org/officeDocument/2006/relationships/notesSlide" Target="../notesSlides/notesSlide13.xml"/><Relationship Id="R196ebe38d7654190" Type="http://schemas.openxmlformats.org/officeDocument/2006/relationships/slideLayout" Target="../slideLayouts/slideLayout6.xml"/><Relationship Id="rId3" Type="http://schemas.openxmlformats.org/officeDocument/2006/relationships/image" Target="../media/image9.png"/></Relationships>
</file>

<file path=ppt/slides/_rels/slide14.xml.rels><?xml version='1.0' encoding='UTF-8' standalone='yes'?>
<Relationships xmlns="http://schemas.openxmlformats.org/package/2006/relationships"><Relationship Id="R5c31bd2f8d8043e3" Type="http://schemas.openxmlformats.org/officeDocument/2006/relationships/notesSlide" Target="../notesSlides/notesSlide14.xml"/><Relationship Id="Rad13cff1d9044469" Type="http://schemas.openxmlformats.org/officeDocument/2006/relationships/slideLayout" Target="../slideLayouts/slideLayout6.xml"/><Relationship Id="rId3" Type="http://schemas.openxmlformats.org/officeDocument/2006/relationships/image" Target="../media/image10.png"/></Relationships>
</file>

<file path=ppt/slides/_rels/slide15.xml.rels><?xml version='1.0' encoding='UTF-8' standalone='yes'?>
<Relationships xmlns="http://schemas.openxmlformats.org/package/2006/relationships"><Relationship Id="R77bcb37449554559" Type="http://schemas.openxmlformats.org/officeDocument/2006/relationships/slideLayout" Target="../slideLayouts/slideLayout6.xml"/><Relationship Id="Rc845b2f86774470d"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24139a94cc1b45de" Type="http://schemas.openxmlformats.org/officeDocument/2006/relationships/slideLayout" Target="../slideLayouts/slideLayout6.xml"/><Relationship Id="Racceac74052f4af5"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4811064fc9e94693" Type="http://schemas.openxmlformats.org/officeDocument/2006/relationships/notesSlide" Target="../notesSlides/notesSlide17.xml"/><Relationship Id="R74d02a65f80a4507" Type="http://schemas.openxmlformats.org/officeDocument/2006/relationships/slideLayout" Target="../slideLayouts/slideLayout6.xml"/><Relationship Id="rId3" Type="http://schemas.openxmlformats.org/officeDocument/2006/relationships/image" Target="../media/image11.png"/></Relationships>
</file>

<file path=ppt/slides/_rels/slide18.xml.rels><?xml version='1.0' encoding='UTF-8' standalone='yes'?>
<Relationships xmlns="http://schemas.openxmlformats.org/package/2006/relationships"><Relationship Id="R4455621f665f44c6" Type="http://schemas.openxmlformats.org/officeDocument/2006/relationships/notesSlide" Target="../notesSlides/notesSlide18.xml"/><Relationship Id="Rc22398e0a1c34558" Type="http://schemas.openxmlformats.org/officeDocument/2006/relationships/slideLayout" Target="../slideLayouts/slideLayout6.xml"/><Relationship Id="rId3" Type="http://schemas.openxmlformats.org/officeDocument/2006/relationships/image" Target="../media/image12.png"/></Relationships>
</file>

<file path=ppt/slides/_rels/slide19.xml.rels><?xml version='1.0' encoding='UTF-8' standalone='yes'?>
<Relationships xmlns="http://schemas.openxmlformats.org/package/2006/relationships"><Relationship Id="Rbba42b05a3964608" Type="http://schemas.openxmlformats.org/officeDocument/2006/relationships/slideLayout" Target="../slideLayouts/slideLayout6.xml"/><Relationship Id="Rd4e655ffe16f4bf8" Type="http://schemas.openxmlformats.org/officeDocument/2006/relationships/notesSlide" Target="../notesSlides/notesSlide19.xml"/><Relationship Id="rId3" Type="http://schemas.openxmlformats.org/officeDocument/2006/relationships/image" Target="../media/image13.png"/></Relationships>
</file>

<file path=ppt/slides/_rels/slide20.xml.rels><?xml version='1.0' encoding='UTF-8' standalone='yes'?>
<Relationships xmlns="http://schemas.openxmlformats.org/package/2006/relationships"><Relationship Id="R6bd029858c314923" Type="http://schemas.openxmlformats.org/officeDocument/2006/relationships/slideLayout" Target="../slideLayouts/slideLayout6.xml"/><Relationship Id="R7addf10521024207" Type="http://schemas.openxmlformats.org/officeDocument/2006/relationships/notesSlide" Target="../notesSlides/notesSlide20.xml"/><Relationship Id="rId3" Type="http://schemas.openxmlformats.org/officeDocument/2006/relationships/image" Target="../media/image14.png"/></Relationships>
</file>

<file path=ppt/slides/_rels/slide21.xml.rels><?xml version='1.0' encoding='UTF-8' standalone='yes'?>
<Relationships xmlns="http://schemas.openxmlformats.org/package/2006/relationships"><Relationship Id="R28b5a5ed2b544c0a" Type="http://schemas.openxmlformats.org/officeDocument/2006/relationships/notesSlide" Target="../notesSlides/notesSlide21.xml"/><Relationship Id="R5076116fd4cd4ddc"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2d921c84b2e64d93" Type="http://schemas.openxmlformats.org/officeDocument/2006/relationships/slideLayout" Target="../slideLayouts/slideLayout6.xml"/><Relationship Id="Re13a40866c394429" Type="http://schemas.openxmlformats.org/officeDocument/2006/relationships/notesSlide" Target="../notesSlides/notesSlide22.xml"/><Relationship Id="rId3" Type="http://schemas.openxmlformats.org/officeDocument/2006/relationships/image" Target="../media/image15.png"/></Relationships>
</file>

<file path=ppt/slides/_rels/slide23.xml.rels><?xml version='1.0' encoding='UTF-8' standalone='yes'?>
<Relationships xmlns="http://schemas.openxmlformats.org/package/2006/relationships"><Relationship Id="Rc5324e7f642149a4" Type="http://schemas.openxmlformats.org/officeDocument/2006/relationships/slideLayout" Target="../slideLayouts/slideLayout6.xml"/><Relationship Id="Rfaa7d057ffac4775"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264f959ef049443e" Type="http://schemas.openxmlformats.org/officeDocument/2006/relationships/slideLayout" Target="../slideLayouts/slideLayout6.xml"/><Relationship Id="Rdbc3811938584361" Type="http://schemas.openxmlformats.org/officeDocument/2006/relationships/notesSlide" Target="../notesSlides/notesSlide24.xml"/><Relationship Id="rId3" Type="http://schemas.openxmlformats.org/officeDocument/2006/relationships/image" Target="../media/image6.png"/></Relationships>
</file>

<file path=ppt/slides/_rels/slide25.xml.rels><?xml version='1.0' encoding='UTF-8' standalone='yes'?>
<Relationships xmlns="http://schemas.openxmlformats.org/package/2006/relationships"><Relationship Id="R0c2e93ee495342a8" Type="http://schemas.openxmlformats.org/officeDocument/2006/relationships/notesSlide" Target="../notesSlides/notesSlide25.xml"/><Relationship Id="R5df764ffab414fc6" Type="http://schemas.openxmlformats.org/officeDocument/2006/relationships/slideLayout" Target="../slideLayouts/slideLayout6.xml"/><Relationship Id="rId3" Type="http://schemas.openxmlformats.org/officeDocument/2006/relationships/image" Target="../media/image16.png"/></Relationships>
</file>

<file path=ppt/slides/slide1.xml><?xml version="1.0" encoding="utf-8"?>
<p:sld xmlns:a="http://schemas.openxmlformats.org/drawingml/2006/main" xmlns:ns2="http://schemas.microsoft.com/office/drawing/2014/main" xmlns:ns3="http://schemas.microsoft.com/office/powerpoint/2010/main" xmlns:p="http://schemas.openxmlformats.org/presentationml/2006/main">
  <p:cSld name="Organisational risk and governance">
    <p:bg>
      <p:bgPr>
        <a:solidFill>
          <a:srgbClr val="1C3144"/>
        </a:solidFill>
      </p:bgPr>
    </p:bg>
    <p:spTree>
      <p:nvGrpSpPr>
        <p:cNvPr id="1" name=""/>
        <p:cNvGrpSpPr/>
        <p:nvPr/>
      </p:nvGrpSpPr>
      <p:grpSpPr>
        <a:xfrm/>
      </p:grpSpPr>
      <p:sp>
        <p:nvSpPr>
          <p:cNvPr id="5" name="text-213">
            <a:extLst>
              <a:ext uri="{FF2B5EF4-FFF2-40B4-BE49-F238E27FC236}">
                <ns2:creationId id="{B4F35C58-798D-4CA7-807A-EF16AB30A49C}"/>
              </a:ext>
            </a:extLst>
          </p:cNvPr>
          <p:cNvSpPr>
            <a:spLocks noGrp="1"/>
          </p:cNvSpPr>
          <p:nvPr/>
        </p:nvSpPr>
        <p:spPr>
          <a:xfrm>
            <a:off x="619125" y="590550"/>
            <a:ext cx="10477500" cy="428625"/>
          </a:xfrm>
          <a:prstGeom prst="rect">
            <a:avLst/>
          </a:prstGeom>
          <a:noFill/>
          <a:ln w="0">
            <a:noFill/>
          </a:ln>
        </p:spPr>
        <p:txBody>
          <a:bodyPr>
            <a:noAutofit/>
          </a:bodyPr>
          <a:lstStyle>
            <a:defPPr>
              <a:defRPr sz="1950" b="1">
                <a:solidFill>
                  <a:srgbClr val="F3A087"/>
                </a:solidFill>
                <a:latin typeface="Calibri"/>
                <a:ea typeface="Calibri"/>
                <a:cs typeface="Calibri"/>
              </a:defRPr>
            </a:defPPr>
            <a:lvl1pPr>
              <a:defRPr sz="1950" b="1">
                <a:solidFill>
                  <a:srgbClr val="F3A087"/>
                </a:solidFill>
                <a:latin typeface="Calibri"/>
                <a:ea typeface="Calibri"/>
                <a:cs typeface="Calibri"/>
              </a:defRPr>
            </a:lvl1pPr>
            <a:lvl2pPr>
              <a:defRPr sz="1950" b="1">
                <a:solidFill>
                  <a:srgbClr val="F3A087"/>
                </a:solidFill>
                <a:latin typeface="Calibri"/>
                <a:ea typeface="Calibri"/>
                <a:cs typeface="Calibri"/>
              </a:defRPr>
            </a:lvl2pPr>
            <a:lvl3pPr>
              <a:defRPr sz="1950" b="1">
                <a:solidFill>
                  <a:srgbClr val="F3A087"/>
                </a:solidFill>
                <a:latin typeface="Calibri"/>
                <a:ea typeface="Calibri"/>
                <a:cs typeface="Calibri"/>
              </a:defRPr>
            </a:lvl3pPr>
            <a:lvl4pPr>
              <a:defRPr sz="1950" b="1">
                <a:solidFill>
                  <a:srgbClr val="F3A087"/>
                </a:solidFill>
                <a:latin typeface="Calibri"/>
                <a:ea typeface="Calibri"/>
                <a:cs typeface="Calibri"/>
              </a:defRPr>
            </a:lvl4pPr>
            <a:lvl5pPr>
              <a:defRPr sz="1950" b="1">
                <a:solidFill>
                  <a:srgbClr val="F3A087"/>
                </a:solidFill>
                <a:latin typeface="Calibri"/>
                <a:ea typeface="Calibri"/>
                <a:cs typeface="Calibri"/>
              </a:defRPr>
            </a:lvl5pPr>
            <a:lvl6pPr>
              <a:defRPr sz="1950" b="1">
                <a:solidFill>
                  <a:srgbClr val="F3A087"/>
                </a:solidFill>
                <a:latin typeface="Calibri"/>
                <a:ea typeface="Calibri"/>
                <a:cs typeface="Calibri"/>
              </a:defRPr>
            </a:lvl6pPr>
            <a:lvl7pPr>
              <a:defRPr sz="1950" b="1">
                <a:solidFill>
                  <a:srgbClr val="F3A087"/>
                </a:solidFill>
                <a:latin typeface="Calibri"/>
                <a:ea typeface="Calibri"/>
                <a:cs typeface="Calibri"/>
              </a:defRPr>
            </a:lvl7pPr>
            <a:lvl8pPr>
              <a:defRPr sz="1950" b="1">
                <a:solidFill>
                  <a:srgbClr val="F3A087"/>
                </a:solidFill>
                <a:latin typeface="Calibri"/>
                <a:ea typeface="Calibri"/>
                <a:cs typeface="Calibri"/>
              </a:defRPr>
            </a:lvl8pPr>
            <a:lvl9pPr>
              <a:defRPr sz="1950" b="1">
                <a:solidFill>
                  <a:srgbClr val="F3A087"/>
                </a:solidFill>
                <a:latin typeface="Calibri"/>
                <a:ea typeface="Calibri"/>
                <a:cs typeface="Calibri"/>
              </a:defRPr>
            </a:lvl9pPr>
          </a:lstStyle>
          <a:p>
            <a:pPr>
              <a:defRPr sz="1950" b="1">
                <a:solidFill>
                  <a:srgbClr val="F3A087"/>
                </a:solidFill>
                <a:latin typeface="Calibri"/>
                <a:ea typeface="Calibri"/>
                <a:cs typeface="Calibri"/>
              </a:defRPr>
            </a:pPr>
            <a:r>
              <a:rPr sz="1950" b="1">
                <a:solidFill>
                  <a:srgbClr val="F3A087"/>
                </a:solidFill>
                <a:latin typeface="Calibri"/>
                <a:ea typeface="Calibri"/>
                <a:cs typeface="Calibri"/>
              </a:rPr>
              <a:t>SESSION 11</a:t>
            </a:r>
          </a:p>
        </p:txBody>
      </p:sp>
      <p:sp>
        <p:nvSpPr>
          <p:cNvPr id="2" name="text-214">
            <a:extLst>
              <a:ext uri="{FF2B5EF4-FFF2-40B4-BE49-F238E27FC236}">
                <ns2:creationId id="{61B42809-A873-4803-BF3B-203E964AD197}"/>
              </a:ext>
            </a:extLst>
          </p:cNvPr>
          <p:cNvSpPr>
            <a:spLocks noGrp="1"/>
          </p:cNvSpPr>
          <p:nvPr>
            <p:ph type="title"/>
          </p:nvPr>
        </p:nvSpPr>
        <p:spPr>
          <a:xfrm>
            <a:off x="619125" y="1676400"/>
            <a:ext cx="6080875" cy="1905000"/>
          </a:xfrm>
          <a:prstGeom prst="rect">
            <a:avLst/>
          </a:prstGeom>
          <a:noFill/>
          <a:ln w="0">
            <a:noFill/>
          </a:ln>
        </p:spPr>
        <p:txBody>
          <a:bodyPr>
            <a:noAutofit/>
          </a:bodyPr>
          <a:lstStyle>
            <a:defPPr>
              <a:defRPr sz="4800" b="1">
                <a:solidFill>
                  <a:srgbClr val="FFFFFF"/>
                </a:solidFill>
                <a:latin typeface="Calibri"/>
                <a:ea typeface="Calibri"/>
                <a:cs typeface="Calibri"/>
              </a:defRPr>
            </a:defPPr>
            <a:lvl1pPr>
              <a:defRPr sz="4800" b="1">
                <a:solidFill>
                  <a:srgbClr val="FFFFFF"/>
                </a:solidFill>
                <a:latin typeface="Calibri"/>
                <a:ea typeface="Calibri"/>
                <a:cs typeface="Calibri"/>
              </a:defRPr>
            </a:lvl1pPr>
            <a:lvl2pPr>
              <a:defRPr sz="4800" b="1">
                <a:solidFill>
                  <a:srgbClr val="FFFFFF"/>
                </a:solidFill>
                <a:latin typeface="Calibri"/>
                <a:ea typeface="Calibri"/>
                <a:cs typeface="Calibri"/>
              </a:defRPr>
            </a:lvl2pPr>
            <a:lvl3pPr>
              <a:defRPr sz="4800" b="1">
                <a:solidFill>
                  <a:srgbClr val="FFFFFF"/>
                </a:solidFill>
                <a:latin typeface="Calibri"/>
                <a:ea typeface="Calibri"/>
                <a:cs typeface="Calibri"/>
              </a:defRPr>
            </a:lvl3pPr>
            <a:lvl4pPr>
              <a:defRPr sz="4800" b="1">
                <a:solidFill>
                  <a:srgbClr val="FFFFFF"/>
                </a:solidFill>
                <a:latin typeface="Calibri"/>
                <a:ea typeface="Calibri"/>
                <a:cs typeface="Calibri"/>
              </a:defRPr>
            </a:lvl4pPr>
            <a:lvl5pPr>
              <a:defRPr sz="4800" b="1">
                <a:solidFill>
                  <a:srgbClr val="FFFFFF"/>
                </a:solidFill>
                <a:latin typeface="Calibri"/>
                <a:ea typeface="Calibri"/>
                <a:cs typeface="Calibri"/>
              </a:defRPr>
            </a:lvl5pPr>
            <a:lvl6pPr>
              <a:defRPr sz="4800" b="1">
                <a:solidFill>
                  <a:srgbClr val="FFFFFF"/>
                </a:solidFill>
                <a:latin typeface="Calibri"/>
                <a:ea typeface="Calibri"/>
                <a:cs typeface="Calibri"/>
              </a:defRPr>
            </a:lvl6pPr>
            <a:lvl7pPr>
              <a:defRPr sz="4800" b="1">
                <a:solidFill>
                  <a:srgbClr val="FFFFFF"/>
                </a:solidFill>
                <a:latin typeface="Calibri"/>
                <a:ea typeface="Calibri"/>
                <a:cs typeface="Calibri"/>
              </a:defRPr>
            </a:lvl7pPr>
            <a:lvl8pPr>
              <a:defRPr sz="4800" b="1">
                <a:solidFill>
                  <a:srgbClr val="FFFFFF"/>
                </a:solidFill>
                <a:latin typeface="Calibri"/>
                <a:ea typeface="Calibri"/>
                <a:cs typeface="Calibri"/>
              </a:defRPr>
            </a:lvl8pPr>
            <a:lvl9pPr>
              <a:defRPr sz="4800" b="1">
                <a:solidFill>
                  <a:srgbClr val="FFFFFF"/>
                </a:solidFill>
                <a:latin typeface="Calibri"/>
                <a:ea typeface="Calibri"/>
                <a:cs typeface="Calibri"/>
              </a:defRPr>
            </a:lvl9pPr>
          </a:lstStyle>
          <a:p>
            <a:pPr>
              <a:defRPr sz="4800" b="1">
                <a:solidFill>
                  <a:srgbClr val="FFFFFF"/>
                </a:solidFill>
                <a:latin typeface="Calibri"/>
                <a:ea typeface="Calibri"/>
                <a:cs typeface="Calibri"/>
              </a:defRPr>
            </a:pPr>
            <a:r>
              <a:rPr sz="4800" b="1">
                <a:solidFill>
                  <a:srgbClr val="FFFFFF"/>
                </a:solidFill>
                <a:latin typeface="Calibri"/>
                <a:ea typeface="Calibri"/>
                <a:cs typeface="Calibri"/>
              </a:rPr>
              <a:t>Organisational risk and governance</a:t>
            </a:r>
          </a:p>
        </p:txBody>
      </p:sp>
      <p:sp>
        <p:nvSpPr>
          <p:cNvPr id="3" name="text-215">
            <a:extLst>
              <a:ext uri="{FF2B5EF4-FFF2-40B4-BE49-F238E27FC236}">
                <ns2:creationId id="{0D10ACE7-6098-46EB-85DF-EF4266AF367A}"/>
              </a:ext>
            </a:extLst>
          </p:cNvPr>
          <p:cNvSpPr>
            <a:spLocks noGrp="1"/>
          </p:cNvSpPr>
          <p:nvPr/>
        </p:nvSpPr>
        <p:spPr>
          <a:xfrm>
            <a:off x="619125" y="4095750"/>
            <a:ext cx="6080875" cy="1143000"/>
          </a:xfrm>
          <a:prstGeom prst="rect">
            <a:avLst/>
          </a:prstGeom>
          <a:noFill/>
          <a:ln w="0">
            <a:noFill/>
          </a:ln>
        </p:spPr>
        <p:txBody>
          <a:bodyPr>
            <a:noAutofit/>
          </a:bodyPr>
          <a:lstStyle>
            <a:defPPr>
              <a:defRPr sz="2400" b="0">
                <a:solidFill>
                  <a:srgbClr val="DCE8E6"/>
                </a:solidFill>
                <a:latin typeface="Calibri"/>
                <a:ea typeface="Calibri"/>
                <a:cs typeface="Calibri"/>
              </a:defRPr>
            </a:defPPr>
            <a:lvl1pPr>
              <a:defRPr sz="2400" b="0">
                <a:solidFill>
                  <a:srgbClr val="DCE8E6"/>
                </a:solidFill>
                <a:latin typeface="Calibri"/>
                <a:ea typeface="Calibri"/>
                <a:cs typeface="Calibri"/>
              </a:defRPr>
            </a:lvl1pPr>
            <a:lvl2pPr>
              <a:defRPr sz="2400" b="0">
                <a:solidFill>
                  <a:srgbClr val="DCE8E6"/>
                </a:solidFill>
                <a:latin typeface="Calibri"/>
                <a:ea typeface="Calibri"/>
                <a:cs typeface="Calibri"/>
              </a:defRPr>
            </a:lvl2pPr>
            <a:lvl3pPr>
              <a:defRPr sz="2400" b="0">
                <a:solidFill>
                  <a:srgbClr val="DCE8E6"/>
                </a:solidFill>
                <a:latin typeface="Calibri"/>
                <a:ea typeface="Calibri"/>
                <a:cs typeface="Calibri"/>
              </a:defRPr>
            </a:lvl3pPr>
            <a:lvl4pPr>
              <a:defRPr sz="2400" b="0">
                <a:solidFill>
                  <a:srgbClr val="DCE8E6"/>
                </a:solidFill>
                <a:latin typeface="Calibri"/>
                <a:ea typeface="Calibri"/>
                <a:cs typeface="Calibri"/>
              </a:defRPr>
            </a:lvl4pPr>
            <a:lvl5pPr>
              <a:defRPr sz="2400" b="0">
                <a:solidFill>
                  <a:srgbClr val="DCE8E6"/>
                </a:solidFill>
                <a:latin typeface="Calibri"/>
                <a:ea typeface="Calibri"/>
                <a:cs typeface="Calibri"/>
              </a:defRPr>
            </a:lvl5pPr>
            <a:lvl6pPr>
              <a:defRPr sz="2400" b="0">
                <a:solidFill>
                  <a:srgbClr val="DCE8E6"/>
                </a:solidFill>
                <a:latin typeface="Calibri"/>
                <a:ea typeface="Calibri"/>
                <a:cs typeface="Calibri"/>
              </a:defRPr>
            </a:lvl6pPr>
            <a:lvl7pPr>
              <a:defRPr sz="2400" b="0">
                <a:solidFill>
                  <a:srgbClr val="DCE8E6"/>
                </a:solidFill>
                <a:latin typeface="Calibri"/>
                <a:ea typeface="Calibri"/>
                <a:cs typeface="Calibri"/>
              </a:defRPr>
            </a:lvl7pPr>
            <a:lvl8pPr>
              <a:defRPr sz="2400" b="0">
                <a:solidFill>
                  <a:srgbClr val="DCE8E6"/>
                </a:solidFill>
                <a:latin typeface="Calibri"/>
                <a:ea typeface="Calibri"/>
                <a:cs typeface="Calibri"/>
              </a:defRPr>
            </a:lvl8pPr>
            <a:lvl9pPr>
              <a:defRPr sz="2400" b="0">
                <a:solidFill>
                  <a:srgbClr val="DCE8E6"/>
                </a:solidFill>
                <a:latin typeface="Calibri"/>
                <a:ea typeface="Calibri"/>
                <a:cs typeface="Calibri"/>
              </a:defRPr>
            </a:lvl9pPr>
          </a:lstStyle>
          <a:p>
            <a:pPr>
              <a:defRPr sz="2400" b="0">
                <a:solidFill>
                  <a:srgbClr val="DCE8E6"/>
                </a:solidFill>
                <a:latin typeface="Calibri"/>
                <a:ea typeface="Calibri"/>
                <a:cs typeface="Calibri"/>
              </a:defRPr>
            </a:pPr>
            <a:r>
              <a:rPr sz="2400" b="0">
                <a:solidFill>
                  <a:srgbClr val="DCE8E6"/>
                </a:solidFill>
                <a:latin typeface="Calibri"/>
                <a:ea typeface="Calibri"/>
                <a:cs typeface="Calibri"/>
              </a:rPr>
              <a:t>What rules, owners and evidence should govern AI use in the firm?</a:t>
            </a:r>
          </a:p>
        </p:txBody>
      </p:sp>
      <p:sp>
        <p:nvSpPr>
          <p:cNvPr id="4" name="text-216">
            <a:extLst>
              <a:ext uri="{FF2B5EF4-FFF2-40B4-BE49-F238E27FC236}">
                <ns2:creationId id="{39BD462B-40B6-42B1-AE0B-29BE4A66E6B5}"/>
              </a:ext>
            </a:extLst>
          </p:cNvPr>
          <p:cNvSpPr>
            <a:spLocks noGrp="1"/>
          </p:cNvSpPr>
          <p:nvPr/>
        </p:nvSpPr>
        <p:spPr>
          <a:xfrm>
            <a:off x="619125" y="6010275"/>
            <a:ext cx="6080875" cy="400050"/>
          </a:xfrm>
          <a:prstGeom prst="rect">
            <a:avLst/>
          </a:prstGeom>
          <a:noFill/>
          <a:ln w="0">
            <a:noFill/>
          </a:ln>
        </p:spPr>
        <p:txBody>
          <a:bodyPr>
            <a:noAutofit/>
          </a:bodyPr>
          <a:lstStyle>
            <a:defPPr>
              <a:defRPr sz="1800" b="0">
                <a:solidFill>
                  <a:srgbClr val="DCE8E6"/>
                </a:solidFill>
                <a:latin typeface="Calibri"/>
                <a:ea typeface="Calibri"/>
                <a:cs typeface="Calibri"/>
              </a:defRPr>
            </a:defPPr>
            <a:lvl1pPr>
              <a:defRPr sz="1800" b="0">
                <a:solidFill>
                  <a:srgbClr val="DCE8E6"/>
                </a:solidFill>
                <a:latin typeface="Calibri"/>
                <a:ea typeface="Calibri"/>
                <a:cs typeface="Calibri"/>
              </a:defRPr>
            </a:lvl1pPr>
            <a:lvl2pPr>
              <a:defRPr sz="1800" b="0">
                <a:solidFill>
                  <a:srgbClr val="DCE8E6"/>
                </a:solidFill>
                <a:latin typeface="Calibri"/>
                <a:ea typeface="Calibri"/>
                <a:cs typeface="Calibri"/>
              </a:defRPr>
            </a:lvl2pPr>
            <a:lvl3pPr>
              <a:defRPr sz="1800" b="0">
                <a:solidFill>
                  <a:srgbClr val="DCE8E6"/>
                </a:solidFill>
                <a:latin typeface="Calibri"/>
                <a:ea typeface="Calibri"/>
                <a:cs typeface="Calibri"/>
              </a:defRPr>
            </a:lvl3pPr>
            <a:lvl4pPr>
              <a:defRPr sz="1800" b="0">
                <a:solidFill>
                  <a:srgbClr val="DCE8E6"/>
                </a:solidFill>
                <a:latin typeface="Calibri"/>
                <a:ea typeface="Calibri"/>
                <a:cs typeface="Calibri"/>
              </a:defRPr>
            </a:lvl4pPr>
            <a:lvl5pPr>
              <a:defRPr sz="1800" b="0">
                <a:solidFill>
                  <a:srgbClr val="DCE8E6"/>
                </a:solidFill>
                <a:latin typeface="Calibri"/>
                <a:ea typeface="Calibri"/>
                <a:cs typeface="Calibri"/>
              </a:defRPr>
            </a:lvl5pPr>
            <a:lvl6pPr>
              <a:defRPr sz="1800" b="0">
                <a:solidFill>
                  <a:srgbClr val="DCE8E6"/>
                </a:solidFill>
                <a:latin typeface="Calibri"/>
                <a:ea typeface="Calibri"/>
                <a:cs typeface="Calibri"/>
              </a:defRPr>
            </a:lvl6pPr>
            <a:lvl7pPr>
              <a:defRPr sz="1800" b="0">
                <a:solidFill>
                  <a:srgbClr val="DCE8E6"/>
                </a:solidFill>
                <a:latin typeface="Calibri"/>
                <a:ea typeface="Calibri"/>
                <a:cs typeface="Calibri"/>
              </a:defRPr>
            </a:lvl7pPr>
            <a:lvl8pPr>
              <a:defRPr sz="1800" b="0">
                <a:solidFill>
                  <a:srgbClr val="DCE8E6"/>
                </a:solidFill>
                <a:latin typeface="Calibri"/>
                <a:ea typeface="Calibri"/>
                <a:cs typeface="Calibri"/>
              </a:defRPr>
            </a:lvl8pPr>
            <a:lvl9pPr>
              <a:defRPr sz="1800" b="0">
                <a:solidFill>
                  <a:srgbClr val="DCE8E6"/>
                </a:solidFill>
                <a:latin typeface="Calibri"/>
                <a:ea typeface="Calibri"/>
                <a:cs typeface="Calibri"/>
              </a:defRPr>
            </a:lvl9pPr>
          </a:lstStyle>
          <a:p>
            <a:pPr>
              <a:defRPr sz="1800" b="0">
                <a:solidFill>
                  <a:srgbClr val="DCE8E6"/>
                </a:solidFill>
                <a:latin typeface="Calibri"/>
                <a:ea typeface="Calibri"/>
                <a:cs typeface="Calibri"/>
              </a:defRPr>
            </a:pPr>
            <a:r>
              <a:rPr sz="1500" b="0">
                <a:solidFill>
                  <a:srgbClr val="DCE8E6"/>
                </a:solidFill>
                <a:latin typeface="Calibri"/>
                <a:ea typeface="Calibri"/>
                <a:cs typeface="Calibri"/>
              </a:rPr>
              <a:t>Jotham Martin Wambi   KLAi Professional Learning</a:t>
            </a:r>
          </a:p>
        </p:txBody>
      </p:sp>
      <p:pic xmlns:r="http://schemas.openxmlformats.org/officeDocument/2006/relationships">
        <p:nvPicPr>
          <p:cNvPr id="6" name="illustration-hero" descr="Illustration: a shield with a padlock; scales of justice"/>
          <p:cNvPicPr>
            <a:picLocks noChangeAspect="1"/>
          </p:cNvPicPr>
          <p:nvPr/>
        </p:nvPicPr>
        <p:blipFill>
          <a:blip r:embed="rId3"/>
          <a:stretch>
            <a:fillRect/>
          </a:stretch>
        </p:blipFill>
        <p:spPr>
          <a:xfrm>
            <a:off x="6950000" y="1000000"/>
            <a:ext cx="4700000" cy="4700000"/>
          </a:xfrm>
          <a:prstGeom prst="rect">
            <a:avLst/>
          </a:prstGeom>
        </p:spPr>
      </p:pic>
    </p:spTree>
    <p:extLst>
      <p:ext uri="{BB962C8B-B14F-4D97-AF65-F5344CB8AC3E}">
        <ns3:creationId val="1999266281"/>
      </p:ext>
    </p:extLst>
  </p:cSld>
  <p:transition spd="med" advClick="1">
    <p:fade/>
  </p:transition>
</p:sld>
</file>

<file path=ppt/slides/slide2.xml><?xml version="1.0" encoding="utf-8"?>
<p:sld xmlns:a="http://schemas.openxmlformats.org/drawingml/2006/main" xmlns:ns2="http://schemas.microsoft.com/office/drawing/2014/main" xmlns:ns3="http://schemas.microsoft.com/office/powerpoint/2010/main" xmlns:p="http://schemas.openxmlformats.org/presentationml/2006/main">
  <p:cSld name="Recall reconciliation">
    <p:bg>
      <p:bgPr>
        <a:solidFill>
          <a:srgbClr val="FFFFFF"/>
        </a:solidFill>
      </p:bgPr>
    </p:bg>
    <p:spTree>
      <p:nvGrpSpPr>
        <p:cNvPr id="1" name=""/>
        <p:cNvGrpSpPr/>
        <p:nvPr/>
      </p:nvGrpSpPr>
      <p:grpSpPr>
        <a:xfrm/>
      </p:grpSpPr>
      <p:sp>
        <p:nvSpPr>
          <p:cNvPr id="9" name="text-217">
            <a:extLst>
              <a:ext uri="{FF2B5EF4-FFF2-40B4-BE49-F238E27FC236}">
                <ns2:creationId id="{EC763F8E-1875-4BBA-B7F7-F0E3BA281C98}"/>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11</a:t>
            </a:r>
          </a:p>
        </p:txBody>
      </p:sp>
      <p:sp>
        <p:nvSpPr>
          <p:cNvPr id="2" name="text-218">
            <a:extLst>
              <a:ext uri="{FF2B5EF4-FFF2-40B4-BE49-F238E27FC236}">
                <ns2:creationId id="{98A6F672-9D77-454E-903C-32E1B07E5445}"/>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Recall reconciliation</a:t>
            </a:r>
          </a:p>
        </p:txBody>
      </p:sp>
      <p:sp>
        <p:nvSpPr>
          <p:cNvPr id="4" name="text-220">
            <a:extLst>
              <a:ext uri="{FF2B5EF4-FFF2-40B4-BE49-F238E27FC236}">
                <ns2:creationId id="{683C0533-5330-4280-80C0-3160F125A856}"/>
              </a:ext>
            </a:extLst>
          </p:cNvPr>
          <p:cNvSpPr>
            <a:spLocks noGrp="1"/>
          </p:cNvSpPr>
          <p:nvPr/>
        </p:nvSpPr>
        <p:spPr>
          <a:xfrm>
            <a:off x="619125" y="2000250"/>
            <a:ext cx="7230875" cy="342900"/>
          </a:xfrm>
          <a:prstGeom prst="rect">
            <a:avLst/>
          </a:prstGeom>
          <a:noFill/>
          <a:ln w="0">
            <a:noFill/>
          </a:ln>
        </p:spPr>
        <p:txBody>
          <a:bodyPr>
            <a:noAutofit/>
          </a:bodyPr>
          <a:lstStyle>
            <a:defPPr>
              <a:defRPr sz="1800" b="1">
                <a:solidFill>
                  <a:srgbClr val="C94E29"/>
                </a:solidFill>
                <a:latin typeface="Calibri"/>
                <a:ea typeface="Calibri"/>
                <a:cs typeface="Calibri"/>
              </a:defRPr>
            </a:defPPr>
            <a:lvl1pPr>
              <a:defRPr sz="1800" b="1">
                <a:solidFill>
                  <a:srgbClr val="C94E29"/>
                </a:solidFill>
                <a:latin typeface="Calibri"/>
                <a:ea typeface="Calibri"/>
                <a:cs typeface="Calibri"/>
              </a:defRPr>
            </a:lvl1pPr>
            <a:lvl2pPr>
              <a:defRPr sz="1800" b="1">
                <a:solidFill>
                  <a:srgbClr val="C94E29"/>
                </a:solidFill>
                <a:latin typeface="Calibri"/>
                <a:ea typeface="Calibri"/>
                <a:cs typeface="Calibri"/>
              </a:defRPr>
            </a:lvl2pPr>
            <a:lvl3pPr>
              <a:defRPr sz="1800" b="1">
                <a:solidFill>
                  <a:srgbClr val="C94E29"/>
                </a:solidFill>
                <a:latin typeface="Calibri"/>
                <a:ea typeface="Calibri"/>
                <a:cs typeface="Calibri"/>
              </a:defRPr>
            </a:lvl3pPr>
            <a:lvl4pPr>
              <a:defRPr sz="1800" b="1">
                <a:solidFill>
                  <a:srgbClr val="C94E29"/>
                </a:solidFill>
                <a:latin typeface="Calibri"/>
                <a:ea typeface="Calibri"/>
                <a:cs typeface="Calibri"/>
              </a:defRPr>
            </a:lvl4pPr>
            <a:lvl5pPr>
              <a:defRPr sz="1800" b="1">
                <a:solidFill>
                  <a:srgbClr val="C94E29"/>
                </a:solidFill>
                <a:latin typeface="Calibri"/>
                <a:ea typeface="Calibri"/>
                <a:cs typeface="Calibri"/>
              </a:defRPr>
            </a:lvl5pPr>
            <a:lvl6pPr>
              <a:defRPr sz="1800" b="1">
                <a:solidFill>
                  <a:srgbClr val="C94E29"/>
                </a:solidFill>
                <a:latin typeface="Calibri"/>
                <a:ea typeface="Calibri"/>
                <a:cs typeface="Calibri"/>
              </a:defRPr>
            </a:lvl6pPr>
            <a:lvl7pPr>
              <a:defRPr sz="1800" b="1">
                <a:solidFill>
                  <a:srgbClr val="C94E29"/>
                </a:solidFill>
                <a:latin typeface="Calibri"/>
                <a:ea typeface="Calibri"/>
                <a:cs typeface="Calibri"/>
              </a:defRPr>
            </a:lvl7pPr>
            <a:lvl8pPr>
              <a:defRPr sz="1800" b="1">
                <a:solidFill>
                  <a:srgbClr val="C94E29"/>
                </a:solidFill>
                <a:latin typeface="Calibri"/>
                <a:ea typeface="Calibri"/>
                <a:cs typeface="Calibri"/>
              </a:defRPr>
            </a:lvl8pPr>
            <a:lvl9pPr>
              <a:defRPr sz="1800" b="1">
                <a:solidFill>
                  <a:srgbClr val="C94E29"/>
                </a:solidFill>
                <a:latin typeface="Calibri"/>
                <a:ea typeface="Calibri"/>
                <a:cs typeface="Calibri"/>
              </a:defRPr>
            </a:lvl9pPr>
          </a:lstStyle>
          <a:p>
            <a:pPr>
              <a:defRPr sz="1800" b="1">
                <a:solidFill>
                  <a:srgbClr val="C94E29"/>
                </a:solidFill>
                <a:latin typeface="Calibri"/>
                <a:ea typeface="Calibri"/>
                <a:cs typeface="Calibri"/>
              </a:defRPr>
            </a:pPr>
            <a:r>
              <a:rPr sz="1800" b="1">
                <a:solidFill>
                  <a:srgbClr val="C94E29"/>
                </a:solidFill>
                <a:latin typeface="Calibri"/>
                <a:ea typeface="Calibri"/>
                <a:cs typeface="Calibri"/>
              </a:rPr>
              <a:t>RECALL SESSION 10</a:t>
            </a:r>
          </a:p>
        </p:txBody>
      </p:sp>
      <p:sp>
        <p:nvSpPr>
          <p:cNvPr id="5" name="text-221">
            <a:extLst>
              <a:ext uri="{FF2B5EF4-FFF2-40B4-BE49-F238E27FC236}">
                <ns2:creationId id="{EAE4EC4A-D051-48DB-B26B-DF651207630A}"/>
              </a:ext>
            </a:extLst>
          </p:cNvPr>
          <p:cNvSpPr>
            <a:spLocks noGrp="1"/>
          </p:cNvSpPr>
          <p:nvPr/>
        </p:nvSpPr>
        <p:spPr>
          <a:xfrm>
            <a:off x="619125" y="2495550"/>
            <a:ext cx="7230875" cy="990600"/>
          </a:xfrm>
          <a:prstGeom prst="rect">
            <a:avLst/>
          </a:prstGeom>
          <a:noFill/>
          <a:ln w="0">
            <a:noFill/>
          </a:ln>
        </p:spPr>
        <p:txBody>
          <a:bodyPr>
            <a:noAutofit/>
          </a:bodyPr>
          <a:lstStyle>
            <a:defPPr>
              <a:defRPr sz="2475" b="1">
                <a:solidFill>
                  <a:srgbClr val="1C3144"/>
                </a:solidFill>
                <a:latin typeface="Calibri"/>
                <a:ea typeface="Calibri"/>
                <a:cs typeface="Calibri"/>
              </a:defRPr>
            </a:defPPr>
            <a:lvl1pPr>
              <a:defRPr sz="2475" b="1">
                <a:solidFill>
                  <a:srgbClr val="1C3144"/>
                </a:solidFill>
                <a:latin typeface="Calibri"/>
                <a:ea typeface="Calibri"/>
                <a:cs typeface="Calibri"/>
              </a:defRPr>
            </a:lvl1pPr>
            <a:lvl2pPr>
              <a:defRPr sz="2475" b="1">
                <a:solidFill>
                  <a:srgbClr val="1C3144"/>
                </a:solidFill>
                <a:latin typeface="Calibri"/>
                <a:ea typeface="Calibri"/>
                <a:cs typeface="Calibri"/>
              </a:defRPr>
            </a:lvl2pPr>
            <a:lvl3pPr>
              <a:defRPr sz="2475" b="1">
                <a:solidFill>
                  <a:srgbClr val="1C3144"/>
                </a:solidFill>
                <a:latin typeface="Calibri"/>
                <a:ea typeface="Calibri"/>
                <a:cs typeface="Calibri"/>
              </a:defRPr>
            </a:lvl3pPr>
            <a:lvl4pPr>
              <a:defRPr sz="2475" b="1">
                <a:solidFill>
                  <a:srgbClr val="1C3144"/>
                </a:solidFill>
                <a:latin typeface="Calibri"/>
                <a:ea typeface="Calibri"/>
                <a:cs typeface="Calibri"/>
              </a:defRPr>
            </a:lvl4pPr>
            <a:lvl5pPr>
              <a:defRPr sz="2475" b="1">
                <a:solidFill>
                  <a:srgbClr val="1C3144"/>
                </a:solidFill>
                <a:latin typeface="Calibri"/>
                <a:ea typeface="Calibri"/>
                <a:cs typeface="Calibri"/>
              </a:defRPr>
            </a:lvl5pPr>
            <a:lvl6pPr>
              <a:defRPr sz="2475" b="1">
                <a:solidFill>
                  <a:srgbClr val="1C3144"/>
                </a:solidFill>
                <a:latin typeface="Calibri"/>
                <a:ea typeface="Calibri"/>
                <a:cs typeface="Calibri"/>
              </a:defRPr>
            </a:lvl6pPr>
            <a:lvl7pPr>
              <a:defRPr sz="2475" b="1">
                <a:solidFill>
                  <a:srgbClr val="1C3144"/>
                </a:solidFill>
                <a:latin typeface="Calibri"/>
                <a:ea typeface="Calibri"/>
                <a:cs typeface="Calibri"/>
              </a:defRPr>
            </a:lvl7pPr>
            <a:lvl8pPr>
              <a:defRPr sz="2475" b="1">
                <a:solidFill>
                  <a:srgbClr val="1C3144"/>
                </a:solidFill>
                <a:latin typeface="Calibri"/>
                <a:ea typeface="Calibri"/>
                <a:cs typeface="Calibri"/>
              </a:defRPr>
            </a:lvl8pPr>
            <a:lvl9pPr>
              <a:defRPr sz="2475" b="1">
                <a:solidFill>
                  <a:srgbClr val="1C3144"/>
                </a:solidFill>
                <a:latin typeface="Calibri"/>
                <a:ea typeface="Calibri"/>
                <a:cs typeface="Calibri"/>
              </a:defRPr>
            </a:lvl9pPr>
          </a:lstStyle>
          <a:p>
            <a:pPr>
              <a:defRPr sz="2475" b="1">
                <a:solidFill>
                  <a:srgbClr val="1C3144"/>
                </a:solidFill>
                <a:latin typeface="Calibri"/>
                <a:ea typeface="Calibri"/>
                <a:cs typeface="Calibri"/>
              </a:defRPr>
            </a:pPr>
            <a:r>
              <a:rPr sz="2475" b="1">
                <a:solidFill>
                  <a:srgbClr val="1C3144"/>
                </a:solidFill>
                <a:latin typeface="Calibri"/>
                <a:ea typeface="Calibri"/>
                <a:cs typeface="Calibri"/>
              </a:rPr>
              <a:t>Do receipts lower than sales establish unpaid tax?</a:t>
            </a:r>
          </a:p>
        </p:txBody>
      </p:sp>
      <p:sp>
        <p:nvSpPr>
          <p:cNvPr id="6" name="text-222">
            <a:extLst>
              <a:ext uri="{FF2B5EF4-FFF2-40B4-BE49-F238E27FC236}">
                <ns2:creationId id="{302C1590-BAB5-4E22-84DF-D7CACC97C027}"/>
              </a:ext>
            </a:extLst>
          </p:cNvPr>
          <p:cNvSpPr>
            <a:spLocks noGrp="1"/>
          </p:cNvSpPr>
          <p:nvPr/>
        </p:nvSpPr>
        <p:spPr>
          <a:xfrm>
            <a:off x="619125" y="3857625"/>
            <a:ext cx="7230875" cy="342900"/>
          </a:xfrm>
          <a:prstGeom prst="rect">
            <a:avLst/>
          </a:prstGeom>
          <a:noFill/>
          <a:ln w="0">
            <a:noFill/>
          </a:ln>
        </p:spPr>
        <p:txBody>
          <a:bodyPr>
            <a:noAutofit/>
          </a:bodyPr>
          <a:lstStyle>
            <a:defPPr>
              <a:defRPr sz="1800" b="1">
                <a:solidFill>
                  <a:srgbClr val="246E63"/>
                </a:solidFill>
                <a:latin typeface="Calibri"/>
                <a:ea typeface="Calibri"/>
                <a:cs typeface="Calibri"/>
              </a:defRPr>
            </a:defPPr>
            <a:lvl1pPr>
              <a:defRPr sz="1800" b="1">
                <a:solidFill>
                  <a:srgbClr val="246E63"/>
                </a:solidFill>
                <a:latin typeface="Calibri"/>
                <a:ea typeface="Calibri"/>
                <a:cs typeface="Calibri"/>
              </a:defRPr>
            </a:lvl1pPr>
            <a:lvl2pPr>
              <a:defRPr sz="1800" b="1">
                <a:solidFill>
                  <a:srgbClr val="246E63"/>
                </a:solidFill>
                <a:latin typeface="Calibri"/>
                <a:ea typeface="Calibri"/>
                <a:cs typeface="Calibri"/>
              </a:defRPr>
            </a:lvl2pPr>
            <a:lvl3pPr>
              <a:defRPr sz="1800" b="1">
                <a:solidFill>
                  <a:srgbClr val="246E63"/>
                </a:solidFill>
                <a:latin typeface="Calibri"/>
                <a:ea typeface="Calibri"/>
                <a:cs typeface="Calibri"/>
              </a:defRPr>
            </a:lvl3pPr>
            <a:lvl4pPr>
              <a:defRPr sz="1800" b="1">
                <a:solidFill>
                  <a:srgbClr val="246E63"/>
                </a:solidFill>
                <a:latin typeface="Calibri"/>
                <a:ea typeface="Calibri"/>
                <a:cs typeface="Calibri"/>
              </a:defRPr>
            </a:lvl4pPr>
            <a:lvl5pPr>
              <a:defRPr sz="1800" b="1">
                <a:solidFill>
                  <a:srgbClr val="246E63"/>
                </a:solidFill>
                <a:latin typeface="Calibri"/>
                <a:ea typeface="Calibri"/>
                <a:cs typeface="Calibri"/>
              </a:defRPr>
            </a:lvl5pPr>
            <a:lvl6pPr>
              <a:defRPr sz="1800" b="1">
                <a:solidFill>
                  <a:srgbClr val="246E63"/>
                </a:solidFill>
                <a:latin typeface="Calibri"/>
                <a:ea typeface="Calibri"/>
                <a:cs typeface="Calibri"/>
              </a:defRPr>
            </a:lvl6pPr>
            <a:lvl7pPr>
              <a:defRPr sz="1800" b="1">
                <a:solidFill>
                  <a:srgbClr val="246E63"/>
                </a:solidFill>
                <a:latin typeface="Calibri"/>
                <a:ea typeface="Calibri"/>
                <a:cs typeface="Calibri"/>
              </a:defRPr>
            </a:lvl7pPr>
            <a:lvl8pPr>
              <a:defRPr sz="1800" b="1">
                <a:solidFill>
                  <a:srgbClr val="246E63"/>
                </a:solidFill>
                <a:latin typeface="Calibri"/>
                <a:ea typeface="Calibri"/>
                <a:cs typeface="Calibri"/>
              </a:defRPr>
            </a:lvl8pPr>
            <a:lvl9pPr>
              <a:defRPr sz="1800" b="1">
                <a:solidFill>
                  <a:srgbClr val="246E63"/>
                </a:solidFill>
                <a:latin typeface="Calibri"/>
                <a:ea typeface="Calibri"/>
                <a:cs typeface="Calibri"/>
              </a:defRPr>
            </a:lvl9pPr>
          </a:lstStyle>
          <a:p>
            <a:pPr>
              <a:defRPr sz="1800" b="1">
                <a:solidFill>
                  <a:srgbClr val="246E63"/>
                </a:solidFill>
                <a:latin typeface="Calibri"/>
                <a:ea typeface="Calibri"/>
                <a:cs typeface="Calibri"/>
              </a:defRPr>
            </a:pPr>
            <a:r>
              <a:rPr sz="1800" b="1">
                <a:solidFill>
                  <a:srgbClr val="246E63"/>
                </a:solidFill>
                <a:latin typeface="Calibri"/>
                <a:ea typeface="Calibri"/>
                <a:cs typeface="Calibri"/>
              </a:rPr>
              <a:t>TODAY’S QUESTION</a:t>
            </a:r>
          </a:p>
        </p:txBody>
      </p:sp>
      <p:sp>
        <p:nvSpPr>
          <p:cNvPr id="7" name="text-223">
            <a:extLst>
              <a:ext uri="{FF2B5EF4-FFF2-40B4-BE49-F238E27FC236}">
                <ns2:creationId id="{5DDD959F-102D-4776-8F60-0374C4578E18}"/>
              </a:ext>
            </a:extLst>
          </p:cNvPr>
          <p:cNvSpPr>
            <a:spLocks noGrp="1"/>
          </p:cNvSpPr>
          <p:nvPr/>
        </p:nvSpPr>
        <p:spPr>
          <a:xfrm>
            <a:off x="619125" y="4362450"/>
            <a:ext cx="7230875" cy="1152525"/>
          </a:xfrm>
          <a:prstGeom prst="rect">
            <a:avLst/>
          </a:prstGeom>
          <a:noFill/>
          <a:ln w="0">
            <a:noFill/>
          </a:ln>
        </p:spPr>
        <p:txBody>
          <a:bodyPr>
            <a:noAutofit/>
          </a:bodyPr>
          <a:lstStyle>
            <a:defPPr>
              <a:defRPr sz="2550" b="1">
                <a:solidFill>
                  <a:srgbClr val="1C3144"/>
                </a:solidFill>
                <a:latin typeface="Calibri"/>
                <a:ea typeface="Calibri"/>
                <a:cs typeface="Calibri"/>
              </a:defRPr>
            </a:defPPr>
            <a:lvl1pPr>
              <a:defRPr sz="2550" b="1">
                <a:solidFill>
                  <a:srgbClr val="1C3144"/>
                </a:solidFill>
                <a:latin typeface="Calibri"/>
                <a:ea typeface="Calibri"/>
                <a:cs typeface="Calibri"/>
              </a:defRPr>
            </a:lvl1pPr>
            <a:lvl2pPr>
              <a:defRPr sz="2550" b="1">
                <a:solidFill>
                  <a:srgbClr val="1C3144"/>
                </a:solidFill>
                <a:latin typeface="Calibri"/>
                <a:ea typeface="Calibri"/>
                <a:cs typeface="Calibri"/>
              </a:defRPr>
            </a:lvl2pPr>
            <a:lvl3pPr>
              <a:defRPr sz="2550" b="1">
                <a:solidFill>
                  <a:srgbClr val="1C3144"/>
                </a:solidFill>
                <a:latin typeface="Calibri"/>
                <a:ea typeface="Calibri"/>
                <a:cs typeface="Calibri"/>
              </a:defRPr>
            </a:lvl3pPr>
            <a:lvl4pPr>
              <a:defRPr sz="2550" b="1">
                <a:solidFill>
                  <a:srgbClr val="1C3144"/>
                </a:solidFill>
                <a:latin typeface="Calibri"/>
                <a:ea typeface="Calibri"/>
                <a:cs typeface="Calibri"/>
              </a:defRPr>
            </a:lvl4pPr>
            <a:lvl5pPr>
              <a:defRPr sz="2550" b="1">
                <a:solidFill>
                  <a:srgbClr val="1C3144"/>
                </a:solidFill>
                <a:latin typeface="Calibri"/>
                <a:ea typeface="Calibri"/>
                <a:cs typeface="Calibri"/>
              </a:defRPr>
            </a:lvl5pPr>
            <a:lvl6pPr>
              <a:defRPr sz="2550" b="1">
                <a:solidFill>
                  <a:srgbClr val="1C3144"/>
                </a:solidFill>
                <a:latin typeface="Calibri"/>
                <a:ea typeface="Calibri"/>
                <a:cs typeface="Calibri"/>
              </a:defRPr>
            </a:lvl6pPr>
            <a:lvl7pPr>
              <a:defRPr sz="2550" b="1">
                <a:solidFill>
                  <a:srgbClr val="1C3144"/>
                </a:solidFill>
                <a:latin typeface="Calibri"/>
                <a:ea typeface="Calibri"/>
                <a:cs typeface="Calibri"/>
              </a:defRPr>
            </a:lvl7pPr>
            <a:lvl8pPr>
              <a:defRPr sz="2550" b="1">
                <a:solidFill>
                  <a:srgbClr val="1C3144"/>
                </a:solidFill>
                <a:latin typeface="Calibri"/>
                <a:ea typeface="Calibri"/>
                <a:cs typeface="Calibri"/>
              </a:defRPr>
            </a:lvl8pPr>
            <a:lvl9pPr>
              <a:defRPr sz="2550" b="1">
                <a:solidFill>
                  <a:srgbClr val="1C3144"/>
                </a:solidFill>
                <a:latin typeface="Calibri"/>
                <a:ea typeface="Calibri"/>
                <a:cs typeface="Calibri"/>
              </a:defRPr>
            </a:lvl9pPr>
          </a:lstStyle>
          <a:p>
            <a:pPr>
              <a:defRPr sz="2550" b="1">
                <a:solidFill>
                  <a:srgbClr val="1C3144"/>
                </a:solidFill>
                <a:latin typeface="Calibri"/>
                <a:ea typeface="Calibri"/>
                <a:cs typeface="Calibri"/>
              </a:defRPr>
            </a:pPr>
            <a:r>
              <a:rPr sz="2550" b="1">
                <a:solidFill>
                  <a:srgbClr val="1C3144"/>
                </a:solidFill>
                <a:latin typeface="Calibri"/>
                <a:ea typeface="Calibri"/>
                <a:cs typeface="Calibri"/>
              </a:rPr>
              <a:t>What rules, owners and evidence should govern AI use in the firm?</a:t>
            </a:r>
          </a:p>
        </p:txBody>
      </p:sp>
      <p:sp>
        <p:nvSpPr>
          <p:cNvPr id="8" name="text-224">
            <a:extLst>
              <a:ext uri="{FF2B5EF4-FFF2-40B4-BE49-F238E27FC236}">
                <ns2:creationId id="{02437783-9AEC-47F0-AD07-1675FD597160}"/>
              </a:ext>
            </a:extLst>
          </p:cNvPr>
          <p:cNvSpPr>
            <a:spLocks noGrp="1"/>
          </p:cNvSpPr>
          <p:nvPr/>
        </p:nvSpPr>
        <p:spPr>
          <a:xfrm>
            <a:off x="619125" y="5848350"/>
            <a:ext cx="10953750" cy="590550"/>
          </a:xfrm>
          <a:prstGeom prst="rect">
            <a:avLst/>
          </a:prstGeom>
          <a:noFill/>
          <a:ln w="0">
            <a:noFill/>
          </a:ln>
        </p:spPr>
        <p:txBody>
          <a:bodyPr>
            <a:noAutofit/>
          </a:bodyPr>
          <a:lstStyle>
            <a:defPPr>
              <a:defRPr sz="1725" b="0">
                <a:solidFill>
                  <a:srgbClr val="536474"/>
                </a:solidFill>
                <a:latin typeface="Calibri"/>
                <a:ea typeface="Calibri"/>
                <a:cs typeface="Calibri"/>
              </a:defRPr>
            </a:defPPr>
            <a:lvl1pPr>
              <a:defRPr sz="1725" b="0">
                <a:solidFill>
                  <a:srgbClr val="536474"/>
                </a:solidFill>
                <a:latin typeface="Calibri"/>
                <a:ea typeface="Calibri"/>
                <a:cs typeface="Calibri"/>
              </a:defRPr>
            </a:lvl1pPr>
            <a:lvl2pPr>
              <a:defRPr sz="1725" b="0">
                <a:solidFill>
                  <a:srgbClr val="536474"/>
                </a:solidFill>
                <a:latin typeface="Calibri"/>
                <a:ea typeface="Calibri"/>
                <a:cs typeface="Calibri"/>
              </a:defRPr>
            </a:lvl2pPr>
            <a:lvl3pPr>
              <a:defRPr sz="1725" b="0">
                <a:solidFill>
                  <a:srgbClr val="536474"/>
                </a:solidFill>
                <a:latin typeface="Calibri"/>
                <a:ea typeface="Calibri"/>
                <a:cs typeface="Calibri"/>
              </a:defRPr>
            </a:lvl3pPr>
            <a:lvl4pPr>
              <a:defRPr sz="1725" b="0">
                <a:solidFill>
                  <a:srgbClr val="536474"/>
                </a:solidFill>
                <a:latin typeface="Calibri"/>
                <a:ea typeface="Calibri"/>
                <a:cs typeface="Calibri"/>
              </a:defRPr>
            </a:lvl4pPr>
            <a:lvl5pPr>
              <a:defRPr sz="1725" b="0">
                <a:solidFill>
                  <a:srgbClr val="536474"/>
                </a:solidFill>
                <a:latin typeface="Calibri"/>
                <a:ea typeface="Calibri"/>
                <a:cs typeface="Calibri"/>
              </a:defRPr>
            </a:lvl5pPr>
            <a:lvl6pPr>
              <a:defRPr sz="1725" b="0">
                <a:solidFill>
                  <a:srgbClr val="536474"/>
                </a:solidFill>
                <a:latin typeface="Calibri"/>
                <a:ea typeface="Calibri"/>
                <a:cs typeface="Calibri"/>
              </a:defRPr>
            </a:lvl6pPr>
            <a:lvl7pPr>
              <a:defRPr sz="1725" b="0">
                <a:solidFill>
                  <a:srgbClr val="536474"/>
                </a:solidFill>
                <a:latin typeface="Calibri"/>
                <a:ea typeface="Calibri"/>
                <a:cs typeface="Calibri"/>
              </a:defRPr>
            </a:lvl7pPr>
            <a:lvl8pPr>
              <a:defRPr sz="1725" b="0">
                <a:solidFill>
                  <a:srgbClr val="536474"/>
                </a:solidFill>
                <a:latin typeface="Calibri"/>
                <a:ea typeface="Calibri"/>
                <a:cs typeface="Calibri"/>
              </a:defRPr>
            </a:lvl8pPr>
            <a:lvl9pPr>
              <a:defRPr sz="1725" b="0">
                <a:solidFill>
                  <a:srgbClr val="536474"/>
                </a:solidFill>
                <a:latin typeface="Calibri"/>
                <a:ea typeface="Calibri"/>
                <a:cs typeface="Calibri"/>
              </a:defRPr>
            </a:lvl9pPr>
          </a:lstStyle>
          <a:p>
            <a:pPr>
              <a:defRPr sz="1725" b="0">
                <a:solidFill>
                  <a:srgbClr val="536474"/>
                </a:solidFill>
                <a:latin typeface="Calibri"/>
                <a:ea typeface="Calibri"/>
                <a:cs typeface="Calibri"/>
              </a:defRPr>
            </a:pPr>
            <a:r>
              <a:rPr sz="1725" b="0">
                <a:solidFill>
                  <a:srgbClr val="536474"/>
                </a:solidFill>
                <a:latin typeface="Calibri"/>
                <a:ea typeface="Calibri"/>
                <a:cs typeface="Calibri"/>
              </a:rPr>
              <a:t>Result: A reviewed use rule, three-risk register and incident decision.</a:t>
            </a:r>
          </a:p>
        </p:txBody>
      </p:sp>
      <p:sp>
        <p:nvSpPr>
          <p:cNvPr id="3" name="text-219">
            <a:extLst>
              <a:ext uri="{FF2B5EF4-FFF2-40B4-BE49-F238E27FC236}">
                <ns2:creationId id="{A3F79843-43EE-40C2-A09C-E493F696F79E}"/>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11   2</a:t>
            </a:r>
          </a:p>
        </p:txBody>
      </p:sp>
      <p:pic xmlns:r="http://schemas.openxmlformats.org/officeDocument/2006/relationships">
        <p:nvPicPr>
          <p:cNvPr id="10" name="illustration-rewind" descr="Illustration: a clock with a rewind arrow"/>
          <p:cNvPicPr>
            <a:picLocks noChangeAspect="1"/>
          </p:cNvPicPr>
          <p:nvPr/>
        </p:nvPicPr>
        <p:blipFill>
          <a:blip r:embed="rId3"/>
          <a:stretch>
            <a:fillRect/>
          </a:stretch>
        </p:blipFill>
        <p:spPr>
          <a:xfrm>
            <a:off x="8050000" y="1850000"/>
            <a:ext cx="3700000" cy="3700000"/>
          </a:xfrm>
          <a:prstGeom prst="rect">
            <a:avLst/>
          </a:prstGeom>
        </p:spPr>
      </p:pic>
    </p:spTree>
    <p:extLst>
      <p:ext uri="{BB962C8B-B14F-4D97-AF65-F5344CB8AC3E}">
        <ns3:creationId val="913262750"/>
      </p:ext>
    </p:extLst>
  </p:cSld>
  <p:transition spd="med" advClick="1">
    <p:fade/>
  </p:transition>
</p:sld>
</file>

<file path=ppt/slides/slide3.xml><?xml version="1.0" encoding="utf-8"?>
<p:sld xmlns:a="http://schemas.openxmlformats.org/drawingml/2006/main" xmlns:ns2="http://schemas.microsoft.com/office/drawing/2014/main" xmlns:ns3="http://schemas.microsoft.com/office/powerpoint/2010/main" xmlns:p="http://schemas.openxmlformats.org/presentationml/2006/main">
  <p:cSld name="The risks we have already seen">
    <p:bg>
      <p:bgPr>
        <a:solidFill>
          <a:srgbClr val="FFFFFF"/>
        </a:solidFill>
      </p:bgPr>
    </p:bg>
    <p:spTree>
      <p:nvGrpSpPr>
        <p:cNvPr id="1" name=""/>
        <p:cNvGrpSpPr/>
        <p:nvPr/>
      </p:nvGrpSpPr>
      <p:grpSpPr>
        <a:xfrm/>
      </p:grpSpPr>
      <p:sp>
        <p:nvSpPr>
          <p:cNvPr id="12" name="text-225">
            <a:extLst>
              <a:ext uri="{FF2B5EF4-FFF2-40B4-BE49-F238E27FC236}">
                <ns2:creationId id="{8EA86730-A105-4AF9-ABAD-FAC65D8E4E3C}"/>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11</a:t>
            </a:r>
          </a:p>
        </p:txBody>
      </p:sp>
      <p:sp>
        <p:nvSpPr>
          <p:cNvPr id="2" name="text-226">
            <a:extLst>
              <a:ext uri="{FF2B5EF4-FFF2-40B4-BE49-F238E27FC236}">
                <ns2:creationId id="{991194F2-4AF7-4750-936F-2CDDDDEB916B}"/>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The risks we have already seen</a:t>
            </a:r>
          </a:p>
        </p:txBody>
      </p:sp>
      <p:sp>
        <p:nvSpPr>
          <p:cNvPr id="4" name="text-228">
            <a:extLst>
              <a:ext uri="{FF2B5EF4-FFF2-40B4-BE49-F238E27FC236}">
                <ns2:creationId id="{C95103C4-24B6-4F99-93F3-15C6451262B8}"/>
              </a:ext>
            </a:extLst>
          </p:cNvPr>
          <p:cNvSpPr>
            <a:spLocks noGrp="1"/>
          </p:cNvSpPr>
          <p:nvPr/>
        </p:nvSpPr>
        <p:spPr>
          <a:xfrm>
            <a:off x="619125" y="194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01</a:t>
            </a:r>
          </a:p>
        </p:txBody>
      </p:sp>
      <p:sp>
        <p:nvSpPr>
          <p:cNvPr id="5" name="text-229">
            <a:extLst>
              <a:ext uri="{FF2B5EF4-FFF2-40B4-BE49-F238E27FC236}">
                <ns2:creationId id="{982B46F9-9FE6-4248-B293-AA88845179F5}"/>
              </a:ext>
            </a:extLst>
          </p:cNvPr>
          <p:cNvSpPr>
            <a:spLocks noGrp="1"/>
          </p:cNvSpPr>
          <p:nvPr/>
        </p:nvSpPr>
        <p:spPr>
          <a:xfrm>
            <a:off x="1285875" y="1943100"/>
            <a:ext cx="6564125" cy="8382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A clause exception disappears.</a:t>
            </a:r>
          </a:p>
        </p:txBody>
      </p:sp>
      <p:sp>
        <p:nvSpPr>
          <p:cNvPr id="6" name="text-230">
            <a:extLst>
              <a:ext uri="{FF2B5EF4-FFF2-40B4-BE49-F238E27FC236}">
                <ns2:creationId id="{1DE9E560-1ABF-46D9-97BA-BFE3726227F5}"/>
              </a:ext>
            </a:extLst>
          </p:cNvPr>
          <p:cNvSpPr>
            <a:spLocks noGrp="1"/>
          </p:cNvSpPr>
          <p:nvPr/>
        </p:nvSpPr>
        <p:spPr>
          <a:xfrm>
            <a:off x="619125" y="28956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02</a:t>
            </a:r>
          </a:p>
        </p:txBody>
      </p:sp>
      <p:sp>
        <p:nvSpPr>
          <p:cNvPr id="7" name="text-231">
            <a:extLst>
              <a:ext uri="{FF2B5EF4-FFF2-40B4-BE49-F238E27FC236}">
                <ns2:creationId id="{0B52AB9B-8B08-4340-A2BF-8BB60F63FE91}"/>
              </a:ext>
            </a:extLst>
          </p:cNvPr>
          <p:cNvSpPr>
            <a:spLocks noGrp="1"/>
          </p:cNvSpPr>
          <p:nvPr/>
        </p:nvSpPr>
        <p:spPr>
          <a:xfrm>
            <a:off x="1285875" y="2895600"/>
            <a:ext cx="6564125" cy="8382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A search returns a restricted or old source.</a:t>
            </a:r>
          </a:p>
        </p:txBody>
      </p:sp>
      <p:sp>
        <p:nvSpPr>
          <p:cNvPr id="8" name="text-232">
            <a:extLst>
              <a:ext uri="{FF2B5EF4-FFF2-40B4-BE49-F238E27FC236}">
                <ns2:creationId id="{59B51A8F-8B51-4D38-970C-F51A4B161976}"/>
              </a:ext>
            </a:extLst>
          </p:cNvPr>
          <p:cNvSpPr>
            <a:spLocks noGrp="1"/>
          </p:cNvSpPr>
          <p:nvPr/>
        </p:nvSpPr>
        <p:spPr>
          <a:xfrm>
            <a:off x="619125" y="3848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03</a:t>
            </a:r>
          </a:p>
        </p:txBody>
      </p:sp>
      <p:sp>
        <p:nvSpPr>
          <p:cNvPr id="9" name="text-233">
            <a:extLst>
              <a:ext uri="{FF2B5EF4-FFF2-40B4-BE49-F238E27FC236}">
                <ns2:creationId id="{187C8094-C0B4-447B-A0AC-AA49D49CAFCA}"/>
              </a:ext>
            </a:extLst>
          </p:cNvPr>
          <p:cNvSpPr>
            <a:spLocks noGrp="1"/>
          </p:cNvSpPr>
          <p:nvPr/>
        </p:nvSpPr>
        <p:spPr>
          <a:xfrm>
            <a:off x="1285875" y="3848100"/>
            <a:ext cx="6564125" cy="8382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A research note overstates authority.</a:t>
            </a:r>
          </a:p>
        </p:txBody>
      </p:sp>
      <p:sp>
        <p:nvSpPr>
          <p:cNvPr id="10" name="text-234">
            <a:extLst>
              <a:ext uri="{FF2B5EF4-FFF2-40B4-BE49-F238E27FC236}">
                <ns2:creationId id="{D4694E1C-92E1-4390-A367-1A60D568D793}"/>
              </a:ext>
            </a:extLst>
          </p:cNvPr>
          <p:cNvSpPr>
            <a:spLocks noGrp="1"/>
          </p:cNvSpPr>
          <p:nvPr/>
        </p:nvSpPr>
        <p:spPr>
          <a:xfrm>
            <a:off x="619125" y="48006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04</a:t>
            </a:r>
          </a:p>
        </p:txBody>
      </p:sp>
      <p:sp>
        <p:nvSpPr>
          <p:cNvPr id="11" name="text-235">
            <a:extLst>
              <a:ext uri="{FF2B5EF4-FFF2-40B4-BE49-F238E27FC236}">
                <ns2:creationId id="{EA9EA557-42BD-47C5-8578-F9E37AE3A420}"/>
              </a:ext>
            </a:extLst>
          </p:cNvPr>
          <p:cNvSpPr>
            <a:spLocks noGrp="1"/>
          </p:cNvSpPr>
          <p:nvPr/>
        </p:nvSpPr>
        <p:spPr>
          <a:xfrm>
            <a:off x="1285875" y="4800600"/>
            <a:ext cx="6564125" cy="8382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An automation prepares an unauthorised action.</a:t>
            </a:r>
          </a:p>
        </p:txBody>
      </p:sp>
      <p:sp>
        <p:nvSpPr>
          <p:cNvPr id="3" name="text-227">
            <a:extLst>
              <a:ext uri="{FF2B5EF4-FFF2-40B4-BE49-F238E27FC236}">
                <ns2:creationId id="{74AF982E-CD82-40D2-9243-904B9D62C01B}"/>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11   3</a:t>
            </a:r>
          </a:p>
        </p:txBody>
      </p:sp>
      <p:pic xmlns:r="http://schemas.openxmlformats.org/officeDocument/2006/relationships">
        <p:nvPicPr>
          <p:cNvPr id="13" name="illustration-warn" descr="Illustration: a document with a warning triangle"/>
          <p:cNvPicPr>
            <a:picLocks noChangeAspect="1"/>
          </p:cNvPicPr>
          <p:nvPr/>
        </p:nvPicPr>
        <p:blipFill>
          <a:blip r:embed="rId3"/>
          <a:stretch>
            <a:fillRect/>
          </a:stretch>
        </p:blipFill>
        <p:spPr>
          <a:xfrm>
            <a:off x="8050000" y="1850000"/>
            <a:ext cx="3700000" cy="3700000"/>
          </a:xfrm>
          <a:prstGeom prst="rect">
            <a:avLst/>
          </a:prstGeom>
        </p:spPr>
      </p:pic>
    </p:spTree>
    <p:extLst>
      <p:ext uri="{BB962C8B-B14F-4D97-AF65-F5344CB8AC3E}">
        <ns3:creationId val="422542768"/>
      </p:ext>
    </p:extLst>
  </p:cSld>
  <p:transition spd="med" advClick="1">
    <p:fade/>
  </p:transition>
</p:sld>
</file>

<file path=ppt/slides/slide4.xml><?xml version="1.0" encoding="utf-8"?>
<p:sld xmlns:a="http://schemas.openxmlformats.org/drawingml/2006/main" xmlns:ns2="http://schemas.microsoft.com/office/drawing/2014/main" xmlns:ns3="http://schemas.microsoft.com/office/drawing/2017/decorative" xmlns:ns4="http://schemas.microsoft.com/office/powerpoint/2010/main" xmlns:p="http://schemas.openxmlformats.org/presentationml/2006/main">
  <p:cSld name="NIST risk-management functions">
    <p:bg>
      <p:bgPr>
        <a:solidFill>
          <a:srgbClr val="FFFFFF"/>
        </a:solidFill>
      </p:bgPr>
    </p:bg>
    <p:spTree>
      <p:nvGrpSpPr>
        <p:cNvPr id="1" name=""/>
        <p:cNvGrpSpPr/>
        <p:nvPr/>
      </p:nvGrpSpPr>
      <p:grpSpPr>
        <a:xfrm/>
      </p:grpSpPr>
      <p:sp>
        <p:nvSpPr>
          <p:cNvPr id="16" name="text-236">
            <a:extLst>
              <a:ext uri="{FF2B5EF4-FFF2-40B4-BE49-F238E27FC236}">
                <ns2:creationId id="{A418B920-A529-4498-8692-9B1E4E3274B4}"/>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11</a:t>
            </a:r>
          </a:p>
        </p:txBody>
      </p:sp>
      <p:sp>
        <p:nvSpPr>
          <p:cNvPr id="2" name="text-237">
            <a:extLst>
              <a:ext uri="{FF2B5EF4-FFF2-40B4-BE49-F238E27FC236}">
                <ns2:creationId id="{4A52FD57-D4CD-49F0-B879-A097278A0957}"/>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NIST risk-management functions</a:t>
            </a:r>
          </a:p>
        </p:txBody>
      </p:sp>
      <p:sp>
        <p:nvSpPr>
          <p:cNvPr id="4" name="reveal-01-govern" descr="NIST risk-management functions">
            <a:extLst>
              <a:ext uri="{FF2B5EF4-FFF2-40B4-BE49-F238E27FC236}">
                <ns2:creationId id="{F6931589-82E8-4D05-8A12-17E661000FFB}"/>
              </a:ext>
            </a:extLst>
          </p:cNvPr>
          <p:cNvSpPr>
            <a:spLocks noGrp="1"/>
          </p:cNvSpPr>
          <p:nvPr/>
        </p:nvSpPr>
        <p:spPr>
          <a:xfrm>
            <a:off x="619125" y="2000250"/>
            <a:ext cx="10953750" cy="800100"/>
          </a:xfrm>
          <a:prstGeom prst="rect">
            <a:avLst/>
          </a:prstGeom>
          <a:solidFill>
            <a:srgbClr val="E9F3F0"/>
          </a:solidFill>
          <a:ln w="11430">
            <a:solidFill>
              <a:srgbClr val="C9D5DA"/>
            </a:solidFill>
          </a:ln>
        </p:spPr>
      </p:sp>
      <p:sp>
        <p:nvSpPr>
          <p:cNvPr id="5" name="reveal-01-govern-label">
            <a:extLst>
              <a:ext uri="{FF2B5EF4-FFF2-40B4-BE49-F238E27FC236}">
                <ns2:creationId id="{91B3284A-F355-4419-9389-2ABD1AF2C1DE}"/>
              </a:ext>
            </a:extLst>
          </p:cNvPr>
          <p:cNvSpPr>
            <a:spLocks noGrp="1"/>
          </p:cNvSpPr>
          <p:nvPr/>
        </p:nvSpPr>
        <p:spPr>
          <a:xfrm>
            <a:off x="790575" y="2171700"/>
            <a:ext cx="10572750" cy="504825"/>
          </a:xfrm>
          <a:prstGeom prst="rect">
            <a:avLst/>
          </a:prstGeom>
          <a:noFill/>
          <a:ln w="0">
            <a:noFill/>
          </a:ln>
        </p:spPr>
        <p:txBody>
          <a:bodyPr>
            <a:noAutofit/>
          </a:bodyPr>
          <a:lstStyle>
            <a:defPPr>
              <a:defRPr sz="2325" b="1">
                <a:solidFill>
                  <a:srgbClr val="246E63"/>
                </a:solidFill>
                <a:latin typeface="Calibri"/>
                <a:ea typeface="Calibri"/>
                <a:cs typeface="Calibri"/>
              </a:defRPr>
            </a:defPPr>
            <a:lvl1pPr>
              <a:defRPr sz="2325" b="1">
                <a:solidFill>
                  <a:srgbClr val="246E63"/>
                </a:solidFill>
                <a:latin typeface="Calibri"/>
                <a:ea typeface="Calibri"/>
                <a:cs typeface="Calibri"/>
              </a:defRPr>
            </a:lvl1pPr>
            <a:lvl2pPr>
              <a:defRPr sz="2325" b="1">
                <a:solidFill>
                  <a:srgbClr val="246E63"/>
                </a:solidFill>
                <a:latin typeface="Calibri"/>
                <a:ea typeface="Calibri"/>
                <a:cs typeface="Calibri"/>
              </a:defRPr>
            </a:lvl2pPr>
            <a:lvl3pPr>
              <a:defRPr sz="2325" b="1">
                <a:solidFill>
                  <a:srgbClr val="246E63"/>
                </a:solidFill>
                <a:latin typeface="Calibri"/>
                <a:ea typeface="Calibri"/>
                <a:cs typeface="Calibri"/>
              </a:defRPr>
            </a:lvl3pPr>
            <a:lvl4pPr>
              <a:defRPr sz="2325" b="1">
                <a:solidFill>
                  <a:srgbClr val="246E63"/>
                </a:solidFill>
                <a:latin typeface="Calibri"/>
                <a:ea typeface="Calibri"/>
                <a:cs typeface="Calibri"/>
              </a:defRPr>
            </a:lvl4pPr>
            <a:lvl5pPr>
              <a:defRPr sz="2325" b="1">
                <a:solidFill>
                  <a:srgbClr val="246E63"/>
                </a:solidFill>
                <a:latin typeface="Calibri"/>
                <a:ea typeface="Calibri"/>
                <a:cs typeface="Calibri"/>
              </a:defRPr>
            </a:lvl5pPr>
            <a:lvl6pPr>
              <a:defRPr sz="2325" b="1">
                <a:solidFill>
                  <a:srgbClr val="246E63"/>
                </a:solidFill>
                <a:latin typeface="Calibri"/>
                <a:ea typeface="Calibri"/>
                <a:cs typeface="Calibri"/>
              </a:defRPr>
            </a:lvl6pPr>
            <a:lvl7pPr>
              <a:defRPr sz="2325" b="1">
                <a:solidFill>
                  <a:srgbClr val="246E63"/>
                </a:solidFill>
                <a:latin typeface="Calibri"/>
                <a:ea typeface="Calibri"/>
                <a:cs typeface="Calibri"/>
              </a:defRPr>
            </a:lvl7pPr>
            <a:lvl8pPr>
              <a:defRPr sz="2325" b="1">
                <a:solidFill>
                  <a:srgbClr val="246E63"/>
                </a:solidFill>
                <a:latin typeface="Calibri"/>
                <a:ea typeface="Calibri"/>
                <a:cs typeface="Calibri"/>
              </a:defRPr>
            </a:lvl8pPr>
            <a:lvl9pPr>
              <a:defRPr sz="2325" b="1">
                <a:solidFill>
                  <a:srgbClr val="246E63"/>
                </a:solidFill>
                <a:latin typeface="Calibri"/>
                <a:ea typeface="Calibri"/>
                <a:cs typeface="Calibri"/>
              </a:defRPr>
            </a:lvl9pPr>
          </a:lstStyle>
          <a:p>
            <a:pPr>
              <a:defRPr sz="2325" b="1">
                <a:solidFill>
                  <a:srgbClr val="246E63"/>
                </a:solidFill>
                <a:latin typeface="Calibri"/>
                <a:ea typeface="Calibri"/>
                <a:cs typeface="Calibri"/>
              </a:defRPr>
            </a:pPr>
            <a:r>
              <a:rPr sz="2325" b="1">
                <a:solidFill>
                  <a:srgbClr val="246E63"/>
                </a:solidFill>
                <a:latin typeface="Calibri"/>
                <a:ea typeface="Calibri"/>
                <a:cs typeface="Calibri"/>
              </a:rPr>
              <a:t>GOVERN: responsibilities, policies and continuing oversight</a:t>
            </a:r>
          </a:p>
        </p:txBody>
      </p:sp>
      <p:sp>
        <p:nvSpPr>
          <p:cNvPr id="6" name="reveal-02-function-0">
            <a:extLst>
              <a:ext uri="{FF2B5EF4-FFF2-40B4-BE49-F238E27FC236}">
                <ns2:creationId id="{3BB26EC5-6838-4F84-89B2-0219A70C213D}"/>
              </a:ext>
              <a:ext uri="{C183D7F6-B498-43B3-948B-1728B52AA6E4}">
                <ns3:decorative val="1"/>
              </a:ext>
            </a:extLst>
          </p:cNvPr>
          <p:cNvSpPr>
            <a:spLocks noGrp="1"/>
          </p:cNvSpPr>
          <p:nvPr/>
        </p:nvSpPr>
        <p:spPr>
          <a:xfrm>
            <a:off x="619125" y="3571875"/>
            <a:ext cx="3333750" cy="1619250"/>
          </a:xfrm>
          <a:prstGeom prst="rect">
            <a:avLst/>
          </a:prstGeom>
          <a:solidFill>
            <a:srgbClr val="F1F5F6"/>
          </a:solidFill>
          <a:ln w="11430">
            <a:solidFill>
              <a:srgbClr val="C9D5DA"/>
            </a:solidFill>
          </a:ln>
        </p:spPr>
      </p:sp>
      <p:sp>
        <p:nvSpPr>
          <p:cNvPr id="7" name="reveal-02-label-0">
            <a:extLst>
              <a:ext uri="{FF2B5EF4-FFF2-40B4-BE49-F238E27FC236}">
                <ns2:creationId id="{FFE7EED5-71BB-4774-95F6-0D124738300A}"/>
              </a:ext>
            </a:extLst>
          </p:cNvPr>
          <p:cNvSpPr>
            <a:spLocks noGrp="1"/>
          </p:cNvSpPr>
          <p:nvPr/>
        </p:nvSpPr>
        <p:spPr>
          <a:xfrm>
            <a:off x="790575" y="3743325"/>
            <a:ext cx="2990850" cy="476250"/>
          </a:xfrm>
          <a:prstGeom prst="rect">
            <a:avLst/>
          </a:prstGeom>
          <a:noFill/>
          <a:ln w="0">
            <a:noFill/>
          </a:ln>
        </p:spPr>
        <p:txBody>
          <a:bodyPr>
            <a:noAutofit/>
          </a:bodyPr>
          <a:lstStyle>
            <a:defPPr>
              <a:defRPr sz="2400" b="1">
                <a:solidFill>
                  <a:srgbClr val="246E63"/>
                </a:solidFill>
                <a:latin typeface="Calibri"/>
                <a:ea typeface="Calibri"/>
                <a:cs typeface="Calibri"/>
              </a:defRPr>
            </a:defPPr>
            <a:lvl1pPr>
              <a:defRPr sz="2400" b="1">
                <a:solidFill>
                  <a:srgbClr val="246E63"/>
                </a:solidFill>
                <a:latin typeface="Calibri"/>
                <a:ea typeface="Calibri"/>
                <a:cs typeface="Calibri"/>
              </a:defRPr>
            </a:lvl1pPr>
            <a:lvl2pPr>
              <a:defRPr sz="2400" b="1">
                <a:solidFill>
                  <a:srgbClr val="246E63"/>
                </a:solidFill>
                <a:latin typeface="Calibri"/>
                <a:ea typeface="Calibri"/>
                <a:cs typeface="Calibri"/>
              </a:defRPr>
            </a:lvl2pPr>
            <a:lvl3pPr>
              <a:defRPr sz="2400" b="1">
                <a:solidFill>
                  <a:srgbClr val="246E63"/>
                </a:solidFill>
                <a:latin typeface="Calibri"/>
                <a:ea typeface="Calibri"/>
                <a:cs typeface="Calibri"/>
              </a:defRPr>
            </a:lvl3pPr>
            <a:lvl4pPr>
              <a:defRPr sz="2400" b="1">
                <a:solidFill>
                  <a:srgbClr val="246E63"/>
                </a:solidFill>
                <a:latin typeface="Calibri"/>
                <a:ea typeface="Calibri"/>
                <a:cs typeface="Calibri"/>
              </a:defRPr>
            </a:lvl4pPr>
            <a:lvl5pPr>
              <a:defRPr sz="2400" b="1">
                <a:solidFill>
                  <a:srgbClr val="246E63"/>
                </a:solidFill>
                <a:latin typeface="Calibri"/>
                <a:ea typeface="Calibri"/>
                <a:cs typeface="Calibri"/>
              </a:defRPr>
            </a:lvl5pPr>
            <a:lvl6pPr>
              <a:defRPr sz="2400" b="1">
                <a:solidFill>
                  <a:srgbClr val="246E63"/>
                </a:solidFill>
                <a:latin typeface="Calibri"/>
                <a:ea typeface="Calibri"/>
                <a:cs typeface="Calibri"/>
              </a:defRPr>
            </a:lvl6pPr>
            <a:lvl7pPr>
              <a:defRPr sz="2400" b="1">
                <a:solidFill>
                  <a:srgbClr val="246E63"/>
                </a:solidFill>
                <a:latin typeface="Calibri"/>
                <a:ea typeface="Calibri"/>
                <a:cs typeface="Calibri"/>
              </a:defRPr>
            </a:lvl7pPr>
            <a:lvl8pPr>
              <a:defRPr sz="2400" b="1">
                <a:solidFill>
                  <a:srgbClr val="246E63"/>
                </a:solidFill>
                <a:latin typeface="Calibri"/>
                <a:ea typeface="Calibri"/>
                <a:cs typeface="Calibri"/>
              </a:defRPr>
            </a:lvl8pPr>
            <a:lvl9pPr>
              <a:defRPr sz="2400" b="1">
                <a:solidFill>
                  <a:srgbClr val="246E63"/>
                </a:solidFill>
                <a:latin typeface="Calibri"/>
                <a:ea typeface="Calibri"/>
                <a:cs typeface="Calibri"/>
              </a:defRPr>
            </a:lvl9pPr>
          </a:lstStyle>
          <a:p>
            <a:pPr>
              <a:defRPr sz="2400" b="1">
                <a:solidFill>
                  <a:srgbClr val="246E63"/>
                </a:solidFill>
                <a:latin typeface="Calibri"/>
                <a:ea typeface="Calibri"/>
                <a:cs typeface="Calibri"/>
              </a:defRPr>
            </a:pPr>
            <a:r>
              <a:rPr sz="2400" b="1">
                <a:solidFill>
                  <a:srgbClr val="246E63"/>
                </a:solidFill>
                <a:latin typeface="Calibri"/>
                <a:ea typeface="Calibri"/>
                <a:cs typeface="Calibri"/>
              </a:rPr>
              <a:t>Map</a:t>
            </a:r>
          </a:p>
        </p:txBody>
      </p:sp>
      <p:sp>
        <p:nvSpPr>
          <p:cNvPr id="8" name="reveal-02-detail-0">
            <a:extLst>
              <a:ext uri="{FF2B5EF4-FFF2-40B4-BE49-F238E27FC236}">
                <ns2:creationId id="{705867DE-50DD-4255-A9B2-BF17025F7690}"/>
              </a:ext>
            </a:extLst>
          </p:cNvPr>
          <p:cNvSpPr>
            <a:spLocks noGrp="1"/>
          </p:cNvSpPr>
          <p:nvPr/>
        </p:nvSpPr>
        <p:spPr>
          <a:xfrm>
            <a:off x="790575" y="4400550"/>
            <a:ext cx="2990850" cy="666750"/>
          </a:xfrm>
          <a:prstGeom prst="rect">
            <a:avLst/>
          </a:prstGeom>
          <a:noFill/>
          <a:ln w="0">
            <a:noFill/>
          </a:ln>
        </p:spPr>
        <p:txBody>
          <a:bodyPr>
            <a:noAutofit/>
          </a:bodyPr>
          <a:lstStyle>
            <a:defPPr>
              <a:defRPr sz="2100" b="0">
                <a:solidFill>
                  <a:srgbClr val="1C3144"/>
                </a:solidFill>
                <a:latin typeface="Calibri"/>
                <a:ea typeface="Calibri"/>
                <a:cs typeface="Calibri"/>
              </a:defRPr>
            </a:defPPr>
            <a:lvl1pPr>
              <a:defRPr sz="2100" b="0">
                <a:solidFill>
                  <a:srgbClr val="1C3144"/>
                </a:solidFill>
                <a:latin typeface="Calibri"/>
                <a:ea typeface="Calibri"/>
                <a:cs typeface="Calibri"/>
              </a:defRPr>
            </a:lvl1pPr>
            <a:lvl2pPr>
              <a:defRPr sz="2100" b="0">
                <a:solidFill>
                  <a:srgbClr val="1C3144"/>
                </a:solidFill>
                <a:latin typeface="Calibri"/>
                <a:ea typeface="Calibri"/>
                <a:cs typeface="Calibri"/>
              </a:defRPr>
            </a:lvl2pPr>
            <a:lvl3pPr>
              <a:defRPr sz="2100" b="0">
                <a:solidFill>
                  <a:srgbClr val="1C3144"/>
                </a:solidFill>
                <a:latin typeface="Calibri"/>
                <a:ea typeface="Calibri"/>
                <a:cs typeface="Calibri"/>
              </a:defRPr>
            </a:lvl3pPr>
            <a:lvl4pPr>
              <a:defRPr sz="2100" b="0">
                <a:solidFill>
                  <a:srgbClr val="1C3144"/>
                </a:solidFill>
                <a:latin typeface="Calibri"/>
                <a:ea typeface="Calibri"/>
                <a:cs typeface="Calibri"/>
              </a:defRPr>
            </a:lvl4pPr>
            <a:lvl5pPr>
              <a:defRPr sz="2100" b="0">
                <a:solidFill>
                  <a:srgbClr val="1C3144"/>
                </a:solidFill>
                <a:latin typeface="Calibri"/>
                <a:ea typeface="Calibri"/>
                <a:cs typeface="Calibri"/>
              </a:defRPr>
            </a:lvl5pPr>
            <a:lvl6pPr>
              <a:defRPr sz="2100" b="0">
                <a:solidFill>
                  <a:srgbClr val="1C3144"/>
                </a:solidFill>
                <a:latin typeface="Calibri"/>
                <a:ea typeface="Calibri"/>
                <a:cs typeface="Calibri"/>
              </a:defRPr>
            </a:lvl6pPr>
            <a:lvl7pPr>
              <a:defRPr sz="2100" b="0">
                <a:solidFill>
                  <a:srgbClr val="1C3144"/>
                </a:solidFill>
                <a:latin typeface="Calibri"/>
                <a:ea typeface="Calibri"/>
                <a:cs typeface="Calibri"/>
              </a:defRPr>
            </a:lvl7pPr>
            <a:lvl8pPr>
              <a:defRPr sz="2100" b="0">
                <a:solidFill>
                  <a:srgbClr val="1C3144"/>
                </a:solidFill>
                <a:latin typeface="Calibri"/>
                <a:ea typeface="Calibri"/>
                <a:cs typeface="Calibri"/>
              </a:defRPr>
            </a:lvl8pPr>
            <a:lvl9pPr>
              <a:defRPr sz="2100" b="0">
                <a:solidFill>
                  <a:srgbClr val="1C3144"/>
                </a:solidFill>
                <a:latin typeface="Calibri"/>
                <a:ea typeface="Calibri"/>
                <a:cs typeface="Calibri"/>
              </a:defRPr>
            </a:lvl9pPr>
          </a:lstStyle>
          <a:p>
            <a:pPr>
              <a:defRPr sz="2100" b="0">
                <a:solidFill>
                  <a:srgbClr val="1C3144"/>
                </a:solidFill>
                <a:latin typeface="Calibri"/>
                <a:ea typeface="Calibri"/>
                <a:cs typeface="Calibri"/>
              </a:defRPr>
            </a:pPr>
            <a:r>
              <a:rPr sz="2100" b="0">
                <a:solidFill>
                  <a:srgbClr val="1C3144"/>
                </a:solidFill>
                <a:latin typeface="Calibri"/>
                <a:ea typeface="Calibri"/>
                <a:cs typeface="Calibri"/>
              </a:rPr>
              <a:t>Use, context and effects</a:t>
            </a:r>
          </a:p>
        </p:txBody>
      </p:sp>
      <p:sp>
        <p:nvSpPr>
          <p:cNvPr id="9" name="reveal-02-function-1">
            <a:extLst>
              <a:ext uri="{FF2B5EF4-FFF2-40B4-BE49-F238E27FC236}">
                <ns2:creationId id="{F3659FBA-B150-4220-B6B4-3077D07995AB}"/>
              </a:ext>
              <a:ext uri="{C183D7F6-B498-43B3-948B-1728B52AA6E4}">
                <ns3:decorative val="1"/>
              </a:ext>
            </a:extLst>
          </p:cNvPr>
          <p:cNvSpPr>
            <a:spLocks noGrp="1"/>
          </p:cNvSpPr>
          <p:nvPr/>
        </p:nvSpPr>
        <p:spPr>
          <a:xfrm>
            <a:off x="4429125" y="3571875"/>
            <a:ext cx="3333750" cy="1619250"/>
          </a:xfrm>
          <a:prstGeom prst="rect">
            <a:avLst/>
          </a:prstGeom>
          <a:solidFill>
            <a:srgbClr val="F1F5F6"/>
          </a:solidFill>
          <a:ln w="11430">
            <a:solidFill>
              <a:srgbClr val="C9D5DA"/>
            </a:solidFill>
          </a:ln>
        </p:spPr>
      </p:sp>
      <p:sp>
        <p:nvSpPr>
          <p:cNvPr id="10" name="reveal-02-label-1">
            <a:extLst>
              <a:ext uri="{FF2B5EF4-FFF2-40B4-BE49-F238E27FC236}">
                <ns2:creationId id="{2D320A4A-39B3-40DF-8D09-3F7BC15579CF}"/>
              </a:ext>
            </a:extLst>
          </p:cNvPr>
          <p:cNvSpPr>
            <a:spLocks noGrp="1"/>
          </p:cNvSpPr>
          <p:nvPr/>
        </p:nvSpPr>
        <p:spPr>
          <a:xfrm>
            <a:off x="4600575" y="3743325"/>
            <a:ext cx="2990850" cy="476250"/>
          </a:xfrm>
          <a:prstGeom prst="rect">
            <a:avLst/>
          </a:prstGeom>
          <a:noFill/>
          <a:ln w="0">
            <a:noFill/>
          </a:ln>
        </p:spPr>
        <p:txBody>
          <a:bodyPr>
            <a:noAutofit/>
          </a:bodyPr>
          <a:lstStyle>
            <a:defPPr>
              <a:defRPr sz="2400" b="1">
                <a:solidFill>
                  <a:srgbClr val="246E63"/>
                </a:solidFill>
                <a:latin typeface="Calibri"/>
                <a:ea typeface="Calibri"/>
                <a:cs typeface="Calibri"/>
              </a:defRPr>
            </a:defPPr>
            <a:lvl1pPr>
              <a:defRPr sz="2400" b="1">
                <a:solidFill>
                  <a:srgbClr val="246E63"/>
                </a:solidFill>
                <a:latin typeface="Calibri"/>
                <a:ea typeface="Calibri"/>
                <a:cs typeface="Calibri"/>
              </a:defRPr>
            </a:lvl1pPr>
            <a:lvl2pPr>
              <a:defRPr sz="2400" b="1">
                <a:solidFill>
                  <a:srgbClr val="246E63"/>
                </a:solidFill>
                <a:latin typeface="Calibri"/>
                <a:ea typeface="Calibri"/>
                <a:cs typeface="Calibri"/>
              </a:defRPr>
            </a:lvl2pPr>
            <a:lvl3pPr>
              <a:defRPr sz="2400" b="1">
                <a:solidFill>
                  <a:srgbClr val="246E63"/>
                </a:solidFill>
                <a:latin typeface="Calibri"/>
                <a:ea typeface="Calibri"/>
                <a:cs typeface="Calibri"/>
              </a:defRPr>
            </a:lvl3pPr>
            <a:lvl4pPr>
              <a:defRPr sz="2400" b="1">
                <a:solidFill>
                  <a:srgbClr val="246E63"/>
                </a:solidFill>
                <a:latin typeface="Calibri"/>
                <a:ea typeface="Calibri"/>
                <a:cs typeface="Calibri"/>
              </a:defRPr>
            </a:lvl4pPr>
            <a:lvl5pPr>
              <a:defRPr sz="2400" b="1">
                <a:solidFill>
                  <a:srgbClr val="246E63"/>
                </a:solidFill>
                <a:latin typeface="Calibri"/>
                <a:ea typeface="Calibri"/>
                <a:cs typeface="Calibri"/>
              </a:defRPr>
            </a:lvl5pPr>
            <a:lvl6pPr>
              <a:defRPr sz="2400" b="1">
                <a:solidFill>
                  <a:srgbClr val="246E63"/>
                </a:solidFill>
                <a:latin typeface="Calibri"/>
                <a:ea typeface="Calibri"/>
                <a:cs typeface="Calibri"/>
              </a:defRPr>
            </a:lvl6pPr>
            <a:lvl7pPr>
              <a:defRPr sz="2400" b="1">
                <a:solidFill>
                  <a:srgbClr val="246E63"/>
                </a:solidFill>
                <a:latin typeface="Calibri"/>
                <a:ea typeface="Calibri"/>
                <a:cs typeface="Calibri"/>
              </a:defRPr>
            </a:lvl7pPr>
            <a:lvl8pPr>
              <a:defRPr sz="2400" b="1">
                <a:solidFill>
                  <a:srgbClr val="246E63"/>
                </a:solidFill>
                <a:latin typeface="Calibri"/>
                <a:ea typeface="Calibri"/>
                <a:cs typeface="Calibri"/>
              </a:defRPr>
            </a:lvl8pPr>
            <a:lvl9pPr>
              <a:defRPr sz="2400" b="1">
                <a:solidFill>
                  <a:srgbClr val="246E63"/>
                </a:solidFill>
                <a:latin typeface="Calibri"/>
                <a:ea typeface="Calibri"/>
                <a:cs typeface="Calibri"/>
              </a:defRPr>
            </a:lvl9pPr>
          </a:lstStyle>
          <a:p>
            <a:pPr>
              <a:defRPr sz="2400" b="1">
                <a:solidFill>
                  <a:srgbClr val="246E63"/>
                </a:solidFill>
                <a:latin typeface="Calibri"/>
                <a:ea typeface="Calibri"/>
                <a:cs typeface="Calibri"/>
              </a:defRPr>
            </a:pPr>
            <a:r>
              <a:rPr sz="2400" b="1">
                <a:solidFill>
                  <a:srgbClr val="246E63"/>
                </a:solidFill>
                <a:latin typeface="Calibri"/>
                <a:ea typeface="Calibri"/>
                <a:cs typeface="Calibri"/>
              </a:rPr>
              <a:t>Measure</a:t>
            </a:r>
          </a:p>
        </p:txBody>
      </p:sp>
      <p:sp>
        <p:nvSpPr>
          <p:cNvPr id="11" name="reveal-02-detail-1">
            <a:extLst>
              <a:ext uri="{FF2B5EF4-FFF2-40B4-BE49-F238E27FC236}">
                <ns2:creationId id="{9ACB4262-D399-4B14-B687-34F004DA9E08}"/>
              </a:ext>
            </a:extLst>
          </p:cNvPr>
          <p:cNvSpPr>
            <a:spLocks noGrp="1"/>
          </p:cNvSpPr>
          <p:nvPr/>
        </p:nvSpPr>
        <p:spPr>
          <a:xfrm>
            <a:off x="4600575" y="4400550"/>
            <a:ext cx="2990850" cy="666750"/>
          </a:xfrm>
          <a:prstGeom prst="rect">
            <a:avLst/>
          </a:prstGeom>
          <a:noFill/>
          <a:ln w="0">
            <a:noFill/>
          </a:ln>
        </p:spPr>
        <p:txBody>
          <a:bodyPr>
            <a:noAutofit/>
          </a:bodyPr>
          <a:lstStyle>
            <a:defPPr>
              <a:defRPr sz="2100" b="0">
                <a:solidFill>
                  <a:srgbClr val="1C3144"/>
                </a:solidFill>
                <a:latin typeface="Calibri"/>
                <a:ea typeface="Calibri"/>
                <a:cs typeface="Calibri"/>
              </a:defRPr>
            </a:defPPr>
            <a:lvl1pPr>
              <a:defRPr sz="2100" b="0">
                <a:solidFill>
                  <a:srgbClr val="1C3144"/>
                </a:solidFill>
                <a:latin typeface="Calibri"/>
                <a:ea typeface="Calibri"/>
                <a:cs typeface="Calibri"/>
              </a:defRPr>
            </a:lvl1pPr>
            <a:lvl2pPr>
              <a:defRPr sz="2100" b="0">
                <a:solidFill>
                  <a:srgbClr val="1C3144"/>
                </a:solidFill>
                <a:latin typeface="Calibri"/>
                <a:ea typeface="Calibri"/>
                <a:cs typeface="Calibri"/>
              </a:defRPr>
            </a:lvl2pPr>
            <a:lvl3pPr>
              <a:defRPr sz="2100" b="0">
                <a:solidFill>
                  <a:srgbClr val="1C3144"/>
                </a:solidFill>
                <a:latin typeface="Calibri"/>
                <a:ea typeface="Calibri"/>
                <a:cs typeface="Calibri"/>
              </a:defRPr>
            </a:lvl3pPr>
            <a:lvl4pPr>
              <a:defRPr sz="2100" b="0">
                <a:solidFill>
                  <a:srgbClr val="1C3144"/>
                </a:solidFill>
                <a:latin typeface="Calibri"/>
                <a:ea typeface="Calibri"/>
                <a:cs typeface="Calibri"/>
              </a:defRPr>
            </a:lvl4pPr>
            <a:lvl5pPr>
              <a:defRPr sz="2100" b="0">
                <a:solidFill>
                  <a:srgbClr val="1C3144"/>
                </a:solidFill>
                <a:latin typeface="Calibri"/>
                <a:ea typeface="Calibri"/>
                <a:cs typeface="Calibri"/>
              </a:defRPr>
            </a:lvl5pPr>
            <a:lvl6pPr>
              <a:defRPr sz="2100" b="0">
                <a:solidFill>
                  <a:srgbClr val="1C3144"/>
                </a:solidFill>
                <a:latin typeface="Calibri"/>
                <a:ea typeface="Calibri"/>
                <a:cs typeface="Calibri"/>
              </a:defRPr>
            </a:lvl6pPr>
            <a:lvl7pPr>
              <a:defRPr sz="2100" b="0">
                <a:solidFill>
                  <a:srgbClr val="1C3144"/>
                </a:solidFill>
                <a:latin typeface="Calibri"/>
                <a:ea typeface="Calibri"/>
                <a:cs typeface="Calibri"/>
              </a:defRPr>
            </a:lvl7pPr>
            <a:lvl8pPr>
              <a:defRPr sz="2100" b="0">
                <a:solidFill>
                  <a:srgbClr val="1C3144"/>
                </a:solidFill>
                <a:latin typeface="Calibri"/>
                <a:ea typeface="Calibri"/>
                <a:cs typeface="Calibri"/>
              </a:defRPr>
            </a:lvl8pPr>
            <a:lvl9pPr>
              <a:defRPr sz="2100" b="0">
                <a:solidFill>
                  <a:srgbClr val="1C3144"/>
                </a:solidFill>
                <a:latin typeface="Calibri"/>
                <a:ea typeface="Calibri"/>
                <a:cs typeface="Calibri"/>
              </a:defRPr>
            </a:lvl9pPr>
          </a:lstStyle>
          <a:p>
            <a:pPr>
              <a:defRPr sz="2100" b="0">
                <a:solidFill>
                  <a:srgbClr val="1C3144"/>
                </a:solidFill>
                <a:latin typeface="Calibri"/>
                <a:ea typeface="Calibri"/>
                <a:cs typeface="Calibri"/>
              </a:defRPr>
            </a:pPr>
            <a:r>
              <a:rPr sz="2100" b="0">
                <a:solidFill>
                  <a:srgbClr val="1C3144"/>
                </a:solidFill>
                <a:latin typeface="Calibri"/>
                <a:ea typeface="Calibri"/>
                <a:cs typeface="Calibri"/>
              </a:rPr>
              <a:t>Evidence about risks</a:t>
            </a:r>
          </a:p>
        </p:txBody>
      </p:sp>
      <p:sp>
        <p:nvSpPr>
          <p:cNvPr id="12" name="reveal-02-function-2">
            <a:extLst>
              <a:ext uri="{FF2B5EF4-FFF2-40B4-BE49-F238E27FC236}">
                <ns2:creationId id="{6EE0EF7F-E5E3-40DF-B8EC-CC23BB08A38F}"/>
              </a:ext>
              <a:ext uri="{C183D7F6-B498-43B3-948B-1728B52AA6E4}">
                <ns3:decorative val="1"/>
              </a:ext>
            </a:extLst>
          </p:cNvPr>
          <p:cNvSpPr>
            <a:spLocks noGrp="1"/>
          </p:cNvSpPr>
          <p:nvPr/>
        </p:nvSpPr>
        <p:spPr>
          <a:xfrm>
            <a:off x="8239125" y="3571875"/>
            <a:ext cx="3333750" cy="1619250"/>
          </a:xfrm>
          <a:prstGeom prst="rect">
            <a:avLst/>
          </a:prstGeom>
          <a:solidFill>
            <a:srgbClr val="F1F5F6"/>
          </a:solidFill>
          <a:ln w="11430">
            <a:solidFill>
              <a:srgbClr val="C9D5DA"/>
            </a:solidFill>
          </a:ln>
        </p:spPr>
      </p:sp>
      <p:sp>
        <p:nvSpPr>
          <p:cNvPr id="13" name="reveal-02-label-2">
            <a:extLst>
              <a:ext uri="{FF2B5EF4-FFF2-40B4-BE49-F238E27FC236}">
                <ns2:creationId id="{CAF861C9-A849-4168-96C0-8FC9E4C18536}"/>
              </a:ext>
            </a:extLst>
          </p:cNvPr>
          <p:cNvSpPr>
            <a:spLocks noGrp="1"/>
          </p:cNvSpPr>
          <p:nvPr/>
        </p:nvSpPr>
        <p:spPr>
          <a:xfrm>
            <a:off x="8410575" y="3743325"/>
            <a:ext cx="2990850" cy="476250"/>
          </a:xfrm>
          <a:prstGeom prst="rect">
            <a:avLst/>
          </a:prstGeom>
          <a:noFill/>
          <a:ln w="0">
            <a:noFill/>
          </a:ln>
        </p:spPr>
        <p:txBody>
          <a:bodyPr>
            <a:noAutofit/>
          </a:bodyPr>
          <a:lstStyle>
            <a:defPPr>
              <a:defRPr sz="2400" b="1">
                <a:solidFill>
                  <a:srgbClr val="246E63"/>
                </a:solidFill>
                <a:latin typeface="Calibri"/>
                <a:ea typeface="Calibri"/>
                <a:cs typeface="Calibri"/>
              </a:defRPr>
            </a:defPPr>
            <a:lvl1pPr>
              <a:defRPr sz="2400" b="1">
                <a:solidFill>
                  <a:srgbClr val="246E63"/>
                </a:solidFill>
                <a:latin typeface="Calibri"/>
                <a:ea typeface="Calibri"/>
                <a:cs typeface="Calibri"/>
              </a:defRPr>
            </a:lvl1pPr>
            <a:lvl2pPr>
              <a:defRPr sz="2400" b="1">
                <a:solidFill>
                  <a:srgbClr val="246E63"/>
                </a:solidFill>
                <a:latin typeface="Calibri"/>
                <a:ea typeface="Calibri"/>
                <a:cs typeface="Calibri"/>
              </a:defRPr>
            </a:lvl2pPr>
            <a:lvl3pPr>
              <a:defRPr sz="2400" b="1">
                <a:solidFill>
                  <a:srgbClr val="246E63"/>
                </a:solidFill>
                <a:latin typeface="Calibri"/>
                <a:ea typeface="Calibri"/>
                <a:cs typeface="Calibri"/>
              </a:defRPr>
            </a:lvl3pPr>
            <a:lvl4pPr>
              <a:defRPr sz="2400" b="1">
                <a:solidFill>
                  <a:srgbClr val="246E63"/>
                </a:solidFill>
                <a:latin typeface="Calibri"/>
                <a:ea typeface="Calibri"/>
                <a:cs typeface="Calibri"/>
              </a:defRPr>
            </a:lvl4pPr>
            <a:lvl5pPr>
              <a:defRPr sz="2400" b="1">
                <a:solidFill>
                  <a:srgbClr val="246E63"/>
                </a:solidFill>
                <a:latin typeface="Calibri"/>
                <a:ea typeface="Calibri"/>
                <a:cs typeface="Calibri"/>
              </a:defRPr>
            </a:lvl5pPr>
            <a:lvl6pPr>
              <a:defRPr sz="2400" b="1">
                <a:solidFill>
                  <a:srgbClr val="246E63"/>
                </a:solidFill>
                <a:latin typeface="Calibri"/>
                <a:ea typeface="Calibri"/>
                <a:cs typeface="Calibri"/>
              </a:defRPr>
            </a:lvl6pPr>
            <a:lvl7pPr>
              <a:defRPr sz="2400" b="1">
                <a:solidFill>
                  <a:srgbClr val="246E63"/>
                </a:solidFill>
                <a:latin typeface="Calibri"/>
                <a:ea typeface="Calibri"/>
                <a:cs typeface="Calibri"/>
              </a:defRPr>
            </a:lvl7pPr>
            <a:lvl8pPr>
              <a:defRPr sz="2400" b="1">
                <a:solidFill>
                  <a:srgbClr val="246E63"/>
                </a:solidFill>
                <a:latin typeface="Calibri"/>
                <a:ea typeface="Calibri"/>
                <a:cs typeface="Calibri"/>
              </a:defRPr>
            </a:lvl8pPr>
            <a:lvl9pPr>
              <a:defRPr sz="2400" b="1">
                <a:solidFill>
                  <a:srgbClr val="246E63"/>
                </a:solidFill>
                <a:latin typeface="Calibri"/>
                <a:ea typeface="Calibri"/>
                <a:cs typeface="Calibri"/>
              </a:defRPr>
            </a:lvl9pPr>
          </a:lstStyle>
          <a:p>
            <a:pPr>
              <a:defRPr sz="2400" b="1">
                <a:solidFill>
                  <a:srgbClr val="246E63"/>
                </a:solidFill>
                <a:latin typeface="Calibri"/>
                <a:ea typeface="Calibri"/>
                <a:cs typeface="Calibri"/>
              </a:defRPr>
            </a:pPr>
            <a:r>
              <a:rPr sz="2400" b="1">
                <a:solidFill>
                  <a:srgbClr val="246E63"/>
                </a:solidFill>
                <a:latin typeface="Calibri"/>
                <a:ea typeface="Calibri"/>
                <a:cs typeface="Calibri"/>
              </a:rPr>
              <a:t>Manage</a:t>
            </a:r>
          </a:p>
        </p:txBody>
      </p:sp>
      <p:sp>
        <p:nvSpPr>
          <p:cNvPr id="14" name="reveal-02-detail-2">
            <a:extLst>
              <a:ext uri="{FF2B5EF4-FFF2-40B4-BE49-F238E27FC236}">
                <ns2:creationId id="{C969026B-B6F9-4C0F-AA07-CCEB470FD685}"/>
              </a:ext>
            </a:extLst>
          </p:cNvPr>
          <p:cNvSpPr>
            <a:spLocks noGrp="1"/>
          </p:cNvSpPr>
          <p:nvPr/>
        </p:nvSpPr>
        <p:spPr>
          <a:xfrm>
            <a:off x="8410575" y="4400550"/>
            <a:ext cx="2990850" cy="666750"/>
          </a:xfrm>
          <a:prstGeom prst="rect">
            <a:avLst/>
          </a:prstGeom>
          <a:noFill/>
          <a:ln w="0">
            <a:noFill/>
          </a:ln>
        </p:spPr>
        <p:txBody>
          <a:bodyPr>
            <a:noAutofit/>
          </a:bodyPr>
          <a:lstStyle>
            <a:defPPr>
              <a:defRPr sz="2100" b="0">
                <a:solidFill>
                  <a:srgbClr val="1C3144"/>
                </a:solidFill>
                <a:latin typeface="Calibri"/>
                <a:ea typeface="Calibri"/>
                <a:cs typeface="Calibri"/>
              </a:defRPr>
            </a:defPPr>
            <a:lvl1pPr>
              <a:defRPr sz="2100" b="0">
                <a:solidFill>
                  <a:srgbClr val="1C3144"/>
                </a:solidFill>
                <a:latin typeface="Calibri"/>
                <a:ea typeface="Calibri"/>
                <a:cs typeface="Calibri"/>
              </a:defRPr>
            </a:lvl1pPr>
            <a:lvl2pPr>
              <a:defRPr sz="2100" b="0">
                <a:solidFill>
                  <a:srgbClr val="1C3144"/>
                </a:solidFill>
                <a:latin typeface="Calibri"/>
                <a:ea typeface="Calibri"/>
                <a:cs typeface="Calibri"/>
              </a:defRPr>
            </a:lvl2pPr>
            <a:lvl3pPr>
              <a:defRPr sz="2100" b="0">
                <a:solidFill>
                  <a:srgbClr val="1C3144"/>
                </a:solidFill>
                <a:latin typeface="Calibri"/>
                <a:ea typeface="Calibri"/>
                <a:cs typeface="Calibri"/>
              </a:defRPr>
            </a:lvl3pPr>
            <a:lvl4pPr>
              <a:defRPr sz="2100" b="0">
                <a:solidFill>
                  <a:srgbClr val="1C3144"/>
                </a:solidFill>
                <a:latin typeface="Calibri"/>
                <a:ea typeface="Calibri"/>
                <a:cs typeface="Calibri"/>
              </a:defRPr>
            </a:lvl4pPr>
            <a:lvl5pPr>
              <a:defRPr sz="2100" b="0">
                <a:solidFill>
                  <a:srgbClr val="1C3144"/>
                </a:solidFill>
                <a:latin typeface="Calibri"/>
                <a:ea typeface="Calibri"/>
                <a:cs typeface="Calibri"/>
              </a:defRPr>
            </a:lvl5pPr>
            <a:lvl6pPr>
              <a:defRPr sz="2100" b="0">
                <a:solidFill>
                  <a:srgbClr val="1C3144"/>
                </a:solidFill>
                <a:latin typeface="Calibri"/>
                <a:ea typeface="Calibri"/>
                <a:cs typeface="Calibri"/>
              </a:defRPr>
            </a:lvl6pPr>
            <a:lvl7pPr>
              <a:defRPr sz="2100" b="0">
                <a:solidFill>
                  <a:srgbClr val="1C3144"/>
                </a:solidFill>
                <a:latin typeface="Calibri"/>
                <a:ea typeface="Calibri"/>
                <a:cs typeface="Calibri"/>
              </a:defRPr>
            </a:lvl7pPr>
            <a:lvl8pPr>
              <a:defRPr sz="2100" b="0">
                <a:solidFill>
                  <a:srgbClr val="1C3144"/>
                </a:solidFill>
                <a:latin typeface="Calibri"/>
                <a:ea typeface="Calibri"/>
                <a:cs typeface="Calibri"/>
              </a:defRPr>
            </a:lvl8pPr>
            <a:lvl9pPr>
              <a:defRPr sz="2100" b="0">
                <a:solidFill>
                  <a:srgbClr val="1C3144"/>
                </a:solidFill>
                <a:latin typeface="Calibri"/>
                <a:ea typeface="Calibri"/>
                <a:cs typeface="Calibri"/>
              </a:defRPr>
            </a:lvl9pPr>
          </a:lstStyle>
          <a:p>
            <a:pPr>
              <a:defRPr sz="2100" b="0">
                <a:solidFill>
                  <a:srgbClr val="1C3144"/>
                </a:solidFill>
                <a:latin typeface="Calibri"/>
                <a:ea typeface="Calibri"/>
                <a:cs typeface="Calibri"/>
              </a:defRPr>
            </a:pPr>
            <a:r>
              <a:rPr sz="2100" b="0">
                <a:solidFill>
                  <a:srgbClr val="1C3144"/>
                </a:solidFill>
                <a:latin typeface="Calibri"/>
                <a:ea typeface="Calibri"/>
                <a:cs typeface="Calibri"/>
              </a:rPr>
              <a:t>Treatment and monitoring</a:t>
            </a:r>
          </a:p>
        </p:txBody>
      </p:sp>
      <p:sp>
        <p:nvSpPr>
          <p:cNvPr id="15" name="text-239">
            <a:extLst>
              <a:ext uri="{FF2B5EF4-FFF2-40B4-BE49-F238E27FC236}">
                <ns2:creationId id="{AFF41440-0E96-4557-A1DE-BEEFC04BDB35}"/>
              </a:ext>
            </a:extLst>
          </p:cNvPr>
          <p:cNvSpPr>
            <a:spLocks noGrp="1"/>
          </p:cNvSpPr>
          <p:nvPr/>
        </p:nvSpPr>
        <p:spPr>
          <a:xfrm>
            <a:off x="619125" y="5848350"/>
            <a:ext cx="10953750" cy="590550"/>
          </a:xfrm>
          <a:prstGeom prst="rect">
            <a:avLst/>
          </a:prstGeom>
          <a:noFill/>
          <a:ln w="0">
            <a:noFill/>
          </a:ln>
        </p:spPr>
        <p:txBody>
          <a:bodyPr>
            <a:noAutofit/>
          </a:bodyPr>
          <a:lstStyle>
            <a:defPPr>
              <a:defRPr sz="1725" b="0">
                <a:solidFill>
                  <a:srgbClr val="536474"/>
                </a:solidFill>
                <a:latin typeface="Calibri"/>
                <a:ea typeface="Calibri"/>
                <a:cs typeface="Calibri"/>
              </a:defRPr>
            </a:defPPr>
            <a:lvl1pPr>
              <a:defRPr sz="1725" b="0">
                <a:solidFill>
                  <a:srgbClr val="536474"/>
                </a:solidFill>
                <a:latin typeface="Calibri"/>
                <a:ea typeface="Calibri"/>
                <a:cs typeface="Calibri"/>
              </a:defRPr>
            </a:lvl1pPr>
            <a:lvl2pPr>
              <a:defRPr sz="1725" b="0">
                <a:solidFill>
                  <a:srgbClr val="536474"/>
                </a:solidFill>
                <a:latin typeface="Calibri"/>
                <a:ea typeface="Calibri"/>
                <a:cs typeface="Calibri"/>
              </a:defRPr>
            </a:lvl2pPr>
            <a:lvl3pPr>
              <a:defRPr sz="1725" b="0">
                <a:solidFill>
                  <a:srgbClr val="536474"/>
                </a:solidFill>
                <a:latin typeface="Calibri"/>
                <a:ea typeface="Calibri"/>
                <a:cs typeface="Calibri"/>
              </a:defRPr>
            </a:lvl3pPr>
            <a:lvl4pPr>
              <a:defRPr sz="1725" b="0">
                <a:solidFill>
                  <a:srgbClr val="536474"/>
                </a:solidFill>
                <a:latin typeface="Calibri"/>
                <a:ea typeface="Calibri"/>
                <a:cs typeface="Calibri"/>
              </a:defRPr>
            </a:lvl4pPr>
            <a:lvl5pPr>
              <a:defRPr sz="1725" b="0">
                <a:solidFill>
                  <a:srgbClr val="536474"/>
                </a:solidFill>
                <a:latin typeface="Calibri"/>
                <a:ea typeface="Calibri"/>
                <a:cs typeface="Calibri"/>
              </a:defRPr>
            </a:lvl5pPr>
            <a:lvl6pPr>
              <a:defRPr sz="1725" b="0">
                <a:solidFill>
                  <a:srgbClr val="536474"/>
                </a:solidFill>
                <a:latin typeface="Calibri"/>
                <a:ea typeface="Calibri"/>
                <a:cs typeface="Calibri"/>
              </a:defRPr>
            </a:lvl6pPr>
            <a:lvl7pPr>
              <a:defRPr sz="1725" b="0">
                <a:solidFill>
                  <a:srgbClr val="536474"/>
                </a:solidFill>
                <a:latin typeface="Calibri"/>
                <a:ea typeface="Calibri"/>
                <a:cs typeface="Calibri"/>
              </a:defRPr>
            </a:lvl7pPr>
            <a:lvl8pPr>
              <a:defRPr sz="1725" b="0">
                <a:solidFill>
                  <a:srgbClr val="536474"/>
                </a:solidFill>
                <a:latin typeface="Calibri"/>
                <a:ea typeface="Calibri"/>
                <a:cs typeface="Calibri"/>
              </a:defRPr>
            </a:lvl8pPr>
            <a:lvl9pPr>
              <a:defRPr sz="1725" b="0">
                <a:solidFill>
                  <a:srgbClr val="536474"/>
                </a:solidFill>
                <a:latin typeface="Calibri"/>
                <a:ea typeface="Calibri"/>
                <a:cs typeface="Calibri"/>
              </a:defRPr>
            </a:lvl9pPr>
          </a:lstStyle>
          <a:p>
            <a:pPr>
              <a:defRPr sz="1725" b="0">
                <a:solidFill>
                  <a:srgbClr val="536474"/>
                </a:solidFill>
                <a:latin typeface="Calibri"/>
                <a:ea typeface="Calibri"/>
                <a:cs typeface="Calibri"/>
              </a:defRPr>
            </a:pPr>
            <a:r>
              <a:rPr sz="1725" b="0">
                <a:solidFill>
                  <a:srgbClr val="536474"/>
                </a:solidFill>
                <a:latin typeface="Calibri"/>
                <a:ea typeface="Calibri"/>
                <a:cs typeface="Calibri"/>
              </a:rPr>
              <a:t>Govern applies throughout. Map, Measure and Manage interact and repeat as the system changes.</a:t>
            </a:r>
          </a:p>
        </p:txBody>
      </p:sp>
      <p:sp>
        <p:nvSpPr>
          <p:cNvPr id="3" name="text-238">
            <a:extLst>
              <a:ext uri="{FF2B5EF4-FFF2-40B4-BE49-F238E27FC236}">
                <ns2:creationId id="{EB3AD123-DE10-4E14-AE5F-F952A43E3AD4}"/>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11   4</a:t>
            </a:r>
          </a:p>
        </p:txBody>
      </p:sp>
    </p:spTree>
    <p:extLst>
      <p:ext uri="{BB962C8B-B14F-4D97-AF65-F5344CB8AC3E}">
        <ns4:creationId val="1712033937"/>
      </p:ext>
    </p:extLst>
  </p:cSld>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300"/>
                                        <p:tgtEl>
                                          <p:spTgt spid="4"/>
                                        </p:tgtEl>
                                      </p:cBhvr>
                                    </p:animEffect>
                                  </p:childTnLst>
                                </p:cTn>
                              </p:par>
                              <p:par>
                                <p:cTn id="8" presetID="10" presetClass="entr" presetSubtype="0" fill="hold" nodeType="click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300"/>
                                        <p:tgtEl>
                                          <p:spTgt spid="5"/>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300"/>
                                        <p:tgtEl>
                                          <p:spTgt spid="6"/>
                                        </p:tgtEl>
                                      </p:cBhvr>
                                    </p:animEffect>
                                  </p:childTnLst>
                                </p:cTn>
                              </p:par>
                              <p:par>
                                <p:cTn id="16" presetID="10" presetClass="entr" presetSubtype="0" fill="hold" nodeType="click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300"/>
                                        <p:tgtEl>
                                          <p:spTgt spid="7"/>
                                        </p:tgtEl>
                                      </p:cBhvr>
                                    </p:animEffect>
                                  </p:childTnLst>
                                </p:cTn>
                              </p:par>
                              <p:par>
                                <p:cTn id="19" presetID="10" presetClass="entr" presetSubtype="0" fill="hold" nodeType="click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fade">
                                      <p:cBhvr>
                                        <p:cTn id="21" dur="300"/>
                                        <p:tgtEl>
                                          <p:spTgt spid="8"/>
                                        </p:tgtEl>
                                      </p:cBhvr>
                                    </p:animEffect>
                                  </p:childTnLst>
                                </p:cTn>
                              </p:par>
                              <p:par>
                                <p:cTn id="22" presetID="10" presetClass="entr" presetSubtype="0" fill="hold" nodeType="click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fade">
                                      <p:cBhvr>
                                        <p:cTn id="24" dur="300"/>
                                        <p:tgtEl>
                                          <p:spTgt spid="9"/>
                                        </p:tgtEl>
                                      </p:cBhvr>
                                    </p:animEffect>
                                  </p:childTnLst>
                                </p:cTn>
                              </p:par>
                              <p:par>
                                <p:cTn id="25" presetID="10" presetClass="entr" presetSubtype="0" fill="hold" nodeType="click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fade">
                                      <p:cBhvr>
                                        <p:cTn id="27" dur="300"/>
                                        <p:tgtEl>
                                          <p:spTgt spid="10"/>
                                        </p:tgtEl>
                                      </p:cBhvr>
                                    </p:animEffect>
                                  </p:childTnLst>
                                </p:cTn>
                              </p:par>
                              <p:par>
                                <p:cTn id="28" presetID="10" presetClass="entr" presetSubtype="0" fill="hold" nodeType="clickEffect">
                                  <p:stCondLst>
                                    <p:cond delay="0"/>
                                  </p:stCondLst>
                                  <p:childTnLst>
                                    <p:set>
                                      <p:cBhvr>
                                        <p:cTn id="29" dur="1" fill="hold">
                                          <p:stCondLst>
                                            <p:cond delay="0"/>
                                          </p:stCondLst>
                                        </p:cTn>
                                        <p:tgtEl>
                                          <p:spTgt spid="11"/>
                                        </p:tgtEl>
                                        <p:attrNameLst>
                                          <p:attrName>style.visibility</p:attrName>
                                        </p:attrNameLst>
                                      </p:cBhvr>
                                      <p:to>
                                        <p:strVal val="visible"/>
                                      </p:to>
                                    </p:set>
                                    <p:animEffect transition="in" filter="fade">
                                      <p:cBhvr>
                                        <p:cTn id="30" dur="300"/>
                                        <p:tgtEl>
                                          <p:spTgt spid="11"/>
                                        </p:tgtEl>
                                      </p:cBhvr>
                                    </p:animEffect>
                                  </p:childTnLst>
                                </p:cTn>
                              </p:par>
                              <p:par>
                                <p:cTn id="31" presetID="10" presetClass="entr" presetSubtype="0" fill="hold" nodeType="clickEffect">
                                  <p:stCondLst>
                                    <p:cond delay="0"/>
                                  </p:stCondLst>
                                  <p:childTnLst>
                                    <p:set>
                                      <p:cBhvr>
                                        <p:cTn id="32" dur="1" fill="hold">
                                          <p:stCondLst>
                                            <p:cond delay="0"/>
                                          </p:stCondLst>
                                        </p:cTn>
                                        <p:tgtEl>
                                          <p:spTgt spid="12"/>
                                        </p:tgtEl>
                                        <p:attrNameLst>
                                          <p:attrName>style.visibility</p:attrName>
                                        </p:attrNameLst>
                                      </p:cBhvr>
                                      <p:to>
                                        <p:strVal val="visible"/>
                                      </p:to>
                                    </p:set>
                                    <p:animEffect transition="in" filter="fade">
                                      <p:cBhvr>
                                        <p:cTn id="33" dur="300"/>
                                        <p:tgtEl>
                                          <p:spTgt spid="12"/>
                                        </p:tgtEl>
                                      </p:cBhvr>
                                    </p:animEffect>
                                  </p:childTnLst>
                                </p:cTn>
                              </p:par>
                              <p:par>
                                <p:cTn id="34" presetID="10" presetClass="entr" presetSubtype="0" fill="hold" nodeType="clickEffect">
                                  <p:stCondLst>
                                    <p:cond delay="0"/>
                                  </p:stCondLst>
                                  <p:childTnLst>
                                    <p:set>
                                      <p:cBhvr>
                                        <p:cTn id="35" dur="1" fill="hold">
                                          <p:stCondLst>
                                            <p:cond delay="0"/>
                                          </p:stCondLst>
                                        </p:cTn>
                                        <p:tgtEl>
                                          <p:spTgt spid="13"/>
                                        </p:tgtEl>
                                        <p:attrNameLst>
                                          <p:attrName>style.visibility</p:attrName>
                                        </p:attrNameLst>
                                      </p:cBhvr>
                                      <p:to>
                                        <p:strVal val="visible"/>
                                      </p:to>
                                    </p:set>
                                    <p:animEffect transition="in" filter="fade">
                                      <p:cBhvr>
                                        <p:cTn id="36" dur="300"/>
                                        <p:tgtEl>
                                          <p:spTgt spid="13"/>
                                        </p:tgtEl>
                                      </p:cBhvr>
                                    </p:animEffect>
                                  </p:childTnLst>
                                </p:cTn>
                              </p:par>
                              <p:par>
                                <p:cTn id="37" presetID="10" presetClass="entr" presetSubtype="0" fill="hold" nodeType="clickEffect">
                                  <p:stCondLst>
                                    <p:cond delay="0"/>
                                  </p:stCondLst>
                                  <p:childTnLst>
                                    <p:set>
                                      <p:cBhvr>
                                        <p:cTn id="38" dur="1" fill="hold">
                                          <p:stCondLst>
                                            <p:cond delay="0"/>
                                          </p:stCondLst>
                                        </p:cTn>
                                        <p:tgtEl>
                                          <p:spTgt spid="14"/>
                                        </p:tgtEl>
                                        <p:attrNameLst>
                                          <p:attrName>style.visibility</p:attrName>
                                        </p:attrNameLst>
                                      </p:cBhvr>
                                      <p:to>
                                        <p:strVal val="visible"/>
                                      </p:to>
                                    </p:set>
                                    <p:animEffect transition="in" filter="fade">
                                      <p:cBhvr>
                                        <p:cTn id="39" dur="3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ns2="http://schemas.microsoft.com/office/drawing/2014/main" xmlns:ns3="http://schemas.microsoft.com/office/powerpoint/2010/main" xmlns:p="http://schemas.openxmlformats.org/presentationml/2006/main">
  <p:cSld name="Ugandan duties to examine">
    <p:bg>
      <p:bgPr>
        <a:solidFill>
          <a:srgbClr val="FFFFFF"/>
        </a:solidFill>
      </p:bgPr>
    </p:bg>
    <p:spTree>
      <p:nvGrpSpPr>
        <p:cNvPr id="1" name=""/>
        <p:cNvGrpSpPr/>
        <p:nvPr/>
      </p:nvGrpSpPr>
      <p:grpSpPr>
        <a:xfrm/>
      </p:grpSpPr>
      <p:sp>
        <p:nvSpPr>
          <p:cNvPr id="5" name="text-240">
            <a:extLst>
              <a:ext uri="{FF2B5EF4-FFF2-40B4-BE49-F238E27FC236}">
                <ns2:creationId id="{EFB78165-42F5-4690-BB61-C2304F0FEA02}"/>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11</a:t>
            </a:r>
          </a:p>
        </p:txBody>
      </p:sp>
      <p:sp>
        <p:nvSpPr>
          <p:cNvPr id="2" name="text-241">
            <a:extLst>
              <a:ext uri="{FF2B5EF4-FFF2-40B4-BE49-F238E27FC236}">
                <ns2:creationId id="{2E66675E-AABD-44CF-8EDC-E2905D153800}"/>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Ugandan duties to examine</a:t>
            </a:r>
          </a:p>
        </p:txBody>
      </p:sp>
      <p:graphicFrame>
        <p:nvGraphicFramePr>
          <p:cNvPr id="4" name="">
            <a:extLst>
              <a:ext uri="{FF2B5EF4-FFF2-40B4-BE49-F238E27FC236}">
                <ns2:creationId id="{0D8E0FE7-5252-43E4-A29C-B51854E37BF9}"/>
              </a:ext>
            </a:extLst>
          </p:cNvPr>
          <p:cNvGraphicFramePr/>
          <p:nvPr/>
        </p:nvGraphicFramePr>
        <p:xfrm>
          <a:off x="619125" y="1933575"/>
          <a:ext cx="10953750" cy="3743325"/>
        </p:xfrm>
        <a:graphic>
          <a:graphicData uri="http://schemas.openxmlformats.org/drawingml/2006/table">
            <a:tbl>
              <a:tblPr/>
              <a:tblGrid>
                <a:gridCol w="5476875"/>
                <a:gridCol w="5476875"/>
              </a:tblGrid>
              <a:tr h="748665">
                <a:tc>
                  <a:txBody>
                    <a:bodyPr/>
                    <a:lstStyle/>
                    <a:p>
                      <a:r>
                        <a:rPr sz="1875" b="1">
                          <a:solidFill>
                            <a:srgbClr val="FFFFFF"/>
                          </a:solidFill>
                          <a:latin typeface="Calibri"/>
                          <a:ea typeface="Calibri"/>
                          <a:cs typeface="Calibri"/>
                        </a:rPr>
                        <a:t>Source</a:t>
                      </a:r>
                    </a:p>
                  </a:txBody>
                  <a:tcPr marL="91440" marR="91440" marT="45720" marB="45720">
                    <a:lnL w="9525">
                      <a:solidFill>
                        <a:srgbClr val="C9D5DA"/>
                      </a:solidFill>
                      <a:prstDash val="solid"/>
                    </a:lnL>
                    <a:lnR w="9525">
                      <a:solidFill>
                        <a:srgbClr val="C9D5DA"/>
                      </a:solidFill>
                      <a:prstDash val="solid"/>
                    </a:lnR>
                    <a:lnT w="9525">
                      <a:solidFill>
                        <a:srgbClr val="C9D5DA"/>
                      </a:solidFill>
                      <a:prstDash val="solid"/>
                    </a:lnT>
                    <a:lnB w="9525">
                      <a:solidFill>
                        <a:srgbClr val="C9D5DA"/>
                      </a:solidFill>
                      <a:prstDash val="solid"/>
                    </a:lnB>
                    <a:solidFill>
                      <a:srgbClr val="246E63"/>
                    </a:solidFill>
                  </a:tcPr>
                </a:tc>
                <a:tc>
                  <a:txBody>
                    <a:bodyPr/>
                    <a:lstStyle/>
                    <a:p>
                      <a:r>
                        <a:rPr sz="1875" b="1">
                          <a:solidFill>
                            <a:srgbClr val="FFFFFF"/>
                          </a:solidFill>
                          <a:latin typeface="Calibri"/>
                          <a:ea typeface="Calibri"/>
                          <a:cs typeface="Calibri"/>
                        </a:rPr>
                        <a:t>Issue for the firm</a:t>
                      </a:r>
                    </a:p>
                  </a:txBody>
                  <a:tcPr marL="91440" marR="91440" marT="45720" marB="45720">
                    <a:lnR w="9525">
                      <a:solidFill>
                        <a:srgbClr val="C9D5DA"/>
                      </a:solidFill>
                      <a:prstDash val="solid"/>
                    </a:lnR>
                    <a:lnT w="9525">
                      <a:solidFill>
                        <a:srgbClr val="C9D5DA"/>
                      </a:solidFill>
                      <a:prstDash val="solid"/>
                    </a:lnT>
                    <a:lnB w="9525">
                      <a:solidFill>
                        <a:srgbClr val="C9D5DA"/>
                      </a:solidFill>
                      <a:prstDash val="solid"/>
                    </a:lnB>
                    <a:solidFill>
                      <a:srgbClr val="246E63"/>
                    </a:solidFill>
                  </a:tcPr>
                </a:tc>
              </a:tr>
              <a:tr h="748665">
                <a:tc>
                  <a:txBody>
                    <a:bodyPr/>
                    <a:lstStyle/>
                    <a:p>
                      <a:r>
                        <a:rPr sz="1875" b="0">
                          <a:solidFill>
                            <a:srgbClr val="1C3144"/>
                          </a:solidFill>
                          <a:latin typeface="Calibri"/>
                          <a:ea typeface="Calibri"/>
                          <a:cs typeface="Calibri"/>
                        </a:rPr>
                        <a:t>Data Protection and Privacy Act 2019</a:t>
                      </a:r>
                    </a:p>
                  </a:txBody>
                  <a:tcPr marL="91440" marR="91440" marT="45720" marB="45720">
                    <a:lnL w="9525">
                      <a:solidFill>
                        <a:srgbClr val="C9D5DA"/>
                      </a:solidFill>
                      <a:prstDash val="solid"/>
                    </a:lnL>
                    <a:lnR w="9525">
                      <a:solidFill>
                        <a:srgbClr val="C9D5DA"/>
                      </a:solidFill>
                      <a:prstDash val="solid"/>
                    </a:lnR>
                    <a:lnB w="9525">
                      <a:solidFill>
                        <a:srgbClr val="C9D5DA"/>
                      </a:solidFill>
                      <a:prstDash val="solid"/>
                    </a:lnB>
                    <a:solidFill>
                      <a:srgbClr val="F1F5F6"/>
                    </a:solidFill>
                  </a:tcPr>
                </a:tc>
                <a:tc>
                  <a:txBody>
                    <a:bodyPr/>
                    <a:lstStyle/>
                    <a:p>
                      <a:r>
                        <a:rPr sz="1875" b="0">
                          <a:solidFill>
                            <a:srgbClr val="1C3144"/>
                          </a:solidFill>
                          <a:latin typeface="Calibri"/>
                          <a:ea typeface="Calibri"/>
                          <a:cs typeface="Calibri"/>
                        </a:rPr>
                        <a:t>Purpose, minimisation, security and overseas processing</a:t>
                      </a:r>
                    </a:p>
                  </a:txBody>
                  <a:tcPr marL="91440" marR="91440" marT="45720" marB="45720">
                    <a:lnR w="9525">
                      <a:solidFill>
                        <a:srgbClr val="C9D5DA"/>
                      </a:solidFill>
                      <a:prstDash val="solid"/>
                    </a:lnR>
                    <a:lnB w="9525">
                      <a:solidFill>
                        <a:srgbClr val="C9D5DA"/>
                      </a:solidFill>
                      <a:prstDash val="solid"/>
                    </a:lnB>
                    <a:solidFill>
                      <a:srgbClr val="F1F5F6"/>
                    </a:solidFill>
                  </a:tcPr>
                </a:tc>
              </a:tr>
              <a:tr h="748665">
                <a:tc>
                  <a:txBody>
                    <a:bodyPr/>
                    <a:lstStyle/>
                    <a:p>
                      <a:r>
                        <a:rPr sz="1875" b="0">
                          <a:solidFill>
                            <a:srgbClr val="1C3144"/>
                          </a:solidFill>
                          <a:latin typeface="Calibri"/>
                          <a:ea typeface="Calibri"/>
                          <a:cs typeface="Calibri"/>
                        </a:rPr>
                        <a:t>Data Protection and Privacy Regulations 2021</a:t>
                      </a:r>
                    </a:p>
                  </a:txBody>
                  <a:tcPr marL="91440" marR="91440" marT="45720" marB="45720">
                    <a:lnL w="9525">
                      <a:solidFill>
                        <a:srgbClr val="C9D5DA"/>
                      </a:solidFill>
                      <a:prstDash val="solid"/>
                    </a:lnL>
                    <a:lnR w="9525">
                      <a:solidFill>
                        <a:srgbClr val="C9D5DA"/>
                      </a:solidFill>
                      <a:prstDash val="solid"/>
                    </a:lnR>
                    <a:lnB w="9525">
                      <a:solidFill>
                        <a:srgbClr val="C9D5DA"/>
                      </a:solidFill>
                      <a:prstDash val="solid"/>
                    </a:lnB>
                    <a:solidFill>
                      <a:srgbClr val="FFFFFF"/>
                    </a:solidFill>
                  </a:tcPr>
                </a:tc>
                <a:tc>
                  <a:txBody>
                    <a:bodyPr/>
                    <a:lstStyle/>
                    <a:p>
                      <a:r>
                        <a:rPr sz="1875" b="0">
                          <a:solidFill>
                            <a:srgbClr val="1C3144"/>
                          </a:solidFill>
                          <a:latin typeface="Calibri"/>
                          <a:ea typeface="Calibri"/>
                          <a:cs typeface="Calibri"/>
                        </a:rPr>
                        <a:t>Applicable registration and operational requirements</a:t>
                      </a:r>
                    </a:p>
                  </a:txBody>
                  <a:tcPr marL="91440" marR="91440" marT="45720" marB="45720">
                    <a:lnR w="9525">
                      <a:solidFill>
                        <a:srgbClr val="C9D5DA"/>
                      </a:solidFill>
                      <a:prstDash val="solid"/>
                    </a:lnR>
                    <a:lnB w="9525">
                      <a:solidFill>
                        <a:srgbClr val="C9D5DA"/>
                      </a:solidFill>
                      <a:prstDash val="solid"/>
                    </a:lnB>
                    <a:solidFill>
                      <a:srgbClr val="FFFFFF"/>
                    </a:solidFill>
                  </a:tcPr>
                </a:tc>
              </a:tr>
              <a:tr h="748665">
                <a:tc>
                  <a:txBody>
                    <a:bodyPr/>
                    <a:lstStyle/>
                    <a:p>
                      <a:r>
                        <a:rPr sz="1875" b="0">
                          <a:solidFill>
                            <a:srgbClr val="1C3144"/>
                          </a:solidFill>
                          <a:latin typeface="Calibri"/>
                          <a:ea typeface="Calibri"/>
                          <a:cs typeface="Calibri"/>
                        </a:rPr>
                        <a:t>Evidence Act, professional communications</a:t>
                      </a:r>
                    </a:p>
                  </a:txBody>
                  <a:tcPr marL="91440" marR="91440" marT="45720" marB="45720">
                    <a:lnL w="9525">
                      <a:solidFill>
                        <a:srgbClr val="C9D5DA"/>
                      </a:solidFill>
                      <a:prstDash val="solid"/>
                    </a:lnL>
                    <a:lnR w="9525">
                      <a:solidFill>
                        <a:srgbClr val="C9D5DA"/>
                      </a:solidFill>
                      <a:prstDash val="solid"/>
                    </a:lnR>
                    <a:lnB w="9525">
                      <a:solidFill>
                        <a:srgbClr val="C9D5DA"/>
                      </a:solidFill>
                      <a:prstDash val="solid"/>
                    </a:lnB>
                    <a:solidFill>
                      <a:srgbClr val="F1F5F6"/>
                    </a:solidFill>
                  </a:tcPr>
                </a:tc>
                <a:tc>
                  <a:txBody>
                    <a:bodyPr/>
                    <a:lstStyle/>
                    <a:p>
                      <a:r>
                        <a:rPr sz="1875" b="0">
                          <a:solidFill>
                            <a:srgbClr val="1C3144"/>
                          </a:solidFill>
                          <a:latin typeface="Calibri"/>
                          <a:ea typeface="Calibri"/>
                          <a:cs typeface="Calibri"/>
                        </a:rPr>
                        <a:t>Confidentiality and protected communications</a:t>
                      </a:r>
                    </a:p>
                  </a:txBody>
                  <a:tcPr marL="91440" marR="91440" marT="45720" marB="45720">
                    <a:lnR w="9525">
                      <a:solidFill>
                        <a:srgbClr val="C9D5DA"/>
                      </a:solidFill>
                      <a:prstDash val="solid"/>
                    </a:lnR>
                    <a:lnB w="9525">
                      <a:solidFill>
                        <a:srgbClr val="C9D5DA"/>
                      </a:solidFill>
                      <a:prstDash val="solid"/>
                    </a:lnB>
                    <a:solidFill>
                      <a:srgbClr val="F1F5F6"/>
                    </a:solidFill>
                  </a:tcPr>
                </a:tc>
              </a:tr>
              <a:tr h="748665">
                <a:tc>
                  <a:txBody>
                    <a:bodyPr/>
                    <a:lstStyle/>
                    <a:p>
                      <a:r>
                        <a:rPr sz="1875" b="0">
                          <a:solidFill>
                            <a:srgbClr val="1C3144"/>
                          </a:solidFill>
                          <a:latin typeface="Calibri"/>
                          <a:ea typeface="Calibri"/>
                          <a:cs typeface="Calibri"/>
                        </a:rPr>
                        <a:t>Engagement and employment terms</a:t>
                      </a:r>
                    </a:p>
                  </a:txBody>
                  <a:tcPr marL="91440" marR="91440" marT="45720" marB="45720">
                    <a:lnL w="9525">
                      <a:solidFill>
                        <a:srgbClr val="C9D5DA"/>
                      </a:solidFill>
                      <a:prstDash val="solid"/>
                    </a:lnL>
                    <a:lnR w="9525">
                      <a:solidFill>
                        <a:srgbClr val="C9D5DA"/>
                      </a:solidFill>
                      <a:prstDash val="solid"/>
                    </a:lnR>
                    <a:lnB w="9525">
                      <a:solidFill>
                        <a:srgbClr val="C9D5DA"/>
                      </a:solidFill>
                      <a:prstDash val="solid"/>
                    </a:lnB>
                    <a:solidFill>
                      <a:srgbClr val="FFFFFF"/>
                    </a:solidFill>
                  </a:tcPr>
                </a:tc>
                <a:tc>
                  <a:txBody>
                    <a:bodyPr/>
                    <a:lstStyle/>
                    <a:p>
                      <a:r>
                        <a:rPr sz="1875" b="0">
                          <a:solidFill>
                            <a:srgbClr val="1C3144"/>
                          </a:solidFill>
                          <a:latin typeface="Calibri"/>
                          <a:ea typeface="Calibri"/>
                          <a:cs typeface="Calibri"/>
                        </a:rPr>
                        <a:t>Permitted use, supervision and client commitments</a:t>
                      </a:r>
                    </a:p>
                  </a:txBody>
                  <a:tcPr marL="91440" marR="91440" marT="45720" marB="45720">
                    <a:lnR w="9525">
                      <a:solidFill>
                        <a:srgbClr val="C9D5DA"/>
                      </a:solidFill>
                      <a:prstDash val="solid"/>
                    </a:lnR>
                    <a:lnB w="9525">
                      <a:solidFill>
                        <a:srgbClr val="C9D5DA"/>
                      </a:solidFill>
                      <a:prstDash val="solid"/>
                    </a:lnB>
                    <a:solidFill>
                      <a:srgbClr val="FFFFFF"/>
                    </a:solidFill>
                  </a:tcPr>
                </a:tc>
              </a:tr>
            </a:tbl>
          </a:graphicData>
        </a:graphic>
      </p:graphicFrame>
      <p:sp>
        <p:nvSpPr>
          <p:cNvPr id="3" name="text-242">
            <a:extLst>
              <a:ext uri="{FF2B5EF4-FFF2-40B4-BE49-F238E27FC236}">
                <ns2:creationId id="{FBA01D1D-9A75-4DD9-A602-18F4D0638B82}"/>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11   5</a:t>
            </a:r>
          </a:p>
        </p:txBody>
      </p:sp>
    </p:spTree>
    <p:extLst>
      <p:ext uri="{BB962C8B-B14F-4D97-AF65-F5344CB8AC3E}">
        <ns3:creationId val="796282016"/>
      </p:ext>
    </p:extLst>
  </p:cSld>
  <p:transition spd="med" advClick="1">
    <p:fade/>
  </p:transition>
</p:sld>
</file>

<file path=ppt/slides/slide6.xml><?xml version="1.0" encoding="utf-8"?>
<p:sld xmlns:a="http://schemas.openxmlformats.org/drawingml/2006/main" xmlns:ns2="http://schemas.microsoft.com/office/drawing/2014/main" xmlns:ns3="http://schemas.microsoft.com/office/powerpoint/2010/main" xmlns:p="http://schemas.openxmlformats.org/presentationml/2006/main">
  <p:cSld name="A tool setting and professional permission">
    <p:bg>
      <p:bgPr>
        <a:solidFill>
          <a:srgbClr val="FFFFFF"/>
        </a:solidFill>
      </p:bgPr>
    </p:bg>
    <p:spTree>
      <p:nvGrpSpPr>
        <p:cNvPr id="1" name=""/>
        <p:cNvGrpSpPr/>
        <p:nvPr/>
      </p:nvGrpSpPr>
      <p:grpSpPr>
        <a:xfrm/>
      </p:grpSpPr>
      <p:sp>
        <p:nvSpPr>
          <p:cNvPr id="10" name="text-243">
            <a:extLst>
              <a:ext uri="{FF2B5EF4-FFF2-40B4-BE49-F238E27FC236}">
                <ns2:creationId id="{47512135-EF40-41A2-BF2D-D9E747284A59}"/>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11</a:t>
            </a:r>
          </a:p>
        </p:txBody>
      </p:sp>
      <p:sp>
        <p:nvSpPr>
          <p:cNvPr id="2" name="text-244">
            <a:extLst>
              <a:ext uri="{FF2B5EF4-FFF2-40B4-BE49-F238E27FC236}">
                <ns2:creationId id="{93E7A8F9-22C8-40E4-85EC-52B6E5CCFBE2}"/>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A tool setting and professional permission</a:t>
            </a:r>
          </a:p>
        </p:txBody>
      </p:sp>
      <p:sp>
        <p:nvSpPr>
          <p:cNvPr id="4" name="text-246">
            <a:extLst>
              <a:ext uri="{FF2B5EF4-FFF2-40B4-BE49-F238E27FC236}">
                <ns2:creationId id="{1CD0104E-876C-4F5D-B48D-3BDFDD5C48FF}"/>
              </a:ext>
            </a:extLst>
          </p:cNvPr>
          <p:cNvSpPr>
            <a:spLocks noGrp="1"/>
          </p:cNvSpPr>
          <p:nvPr/>
        </p:nvSpPr>
        <p:spPr>
          <a:xfrm>
            <a:off x="619125" y="194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01</a:t>
            </a:r>
          </a:p>
        </p:txBody>
      </p:sp>
      <p:sp>
        <p:nvSpPr>
          <p:cNvPr id="5" name="text-247">
            <a:extLst>
              <a:ext uri="{FF2B5EF4-FFF2-40B4-BE49-F238E27FC236}">
                <ns2:creationId id="{6043764F-1DBA-484A-92DE-6F0D5FF553E2}"/>
              </a:ext>
            </a:extLst>
          </p:cNvPr>
          <p:cNvSpPr>
            <a:spLocks noGrp="1"/>
          </p:cNvSpPr>
          <p:nvPr/>
        </p:nvSpPr>
        <p:spPr>
          <a:xfrm>
            <a:off x="1285875" y="1943100"/>
            <a:ext cx="6564125" cy="11557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A provider may offer restrictions on model training.</a:t>
            </a:r>
          </a:p>
        </p:txBody>
      </p:sp>
      <p:sp>
        <p:nvSpPr>
          <p:cNvPr id="6" name="text-248">
            <a:extLst>
              <a:ext uri="{FF2B5EF4-FFF2-40B4-BE49-F238E27FC236}">
                <ns2:creationId id="{FCFF4DC1-D01F-4150-B963-169228A6B3FB}"/>
              </a:ext>
            </a:extLst>
          </p:cNvPr>
          <p:cNvSpPr>
            <a:spLocks noGrp="1"/>
          </p:cNvSpPr>
          <p:nvPr/>
        </p:nvSpPr>
        <p:spPr>
          <a:xfrm>
            <a:off x="619125" y="321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02</a:t>
            </a:r>
          </a:p>
        </p:txBody>
      </p:sp>
      <p:sp>
        <p:nvSpPr>
          <p:cNvPr id="7" name="text-249">
            <a:extLst>
              <a:ext uri="{FF2B5EF4-FFF2-40B4-BE49-F238E27FC236}">
                <ns2:creationId id="{3CBACFF0-AA5F-4F95-8D8F-B8CDD81A00BF}"/>
              </a:ext>
            </a:extLst>
          </p:cNvPr>
          <p:cNvSpPr>
            <a:spLocks noGrp="1"/>
          </p:cNvSpPr>
          <p:nvPr/>
        </p:nvSpPr>
        <p:spPr>
          <a:xfrm>
            <a:off x="1285875" y="3213100"/>
            <a:ext cx="6564125" cy="11557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Other questions include retention, access, subprocessors and incident handling.</a:t>
            </a:r>
          </a:p>
        </p:txBody>
      </p:sp>
      <p:sp>
        <p:nvSpPr>
          <p:cNvPr id="8" name="text-250">
            <a:extLst>
              <a:ext uri="{FF2B5EF4-FFF2-40B4-BE49-F238E27FC236}">
                <ns2:creationId id="{E9B8153F-98E5-4DE5-A08F-B6E53F3B4DFA}"/>
              </a:ext>
            </a:extLst>
          </p:cNvPr>
          <p:cNvSpPr>
            <a:spLocks noGrp="1"/>
          </p:cNvSpPr>
          <p:nvPr/>
        </p:nvSpPr>
        <p:spPr>
          <a:xfrm>
            <a:off x="619125" y="448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03</a:t>
            </a:r>
          </a:p>
        </p:txBody>
      </p:sp>
      <p:sp>
        <p:nvSpPr>
          <p:cNvPr id="9" name="text-251">
            <a:extLst>
              <a:ext uri="{FF2B5EF4-FFF2-40B4-BE49-F238E27FC236}">
                <ns2:creationId id="{3676B151-3585-42C2-AD68-9B56E6644FF0}"/>
              </a:ext>
            </a:extLst>
          </p:cNvPr>
          <p:cNvSpPr>
            <a:spLocks noGrp="1"/>
          </p:cNvSpPr>
          <p:nvPr/>
        </p:nvSpPr>
        <p:spPr>
          <a:xfrm>
            <a:off x="1285875" y="4483100"/>
            <a:ext cx="6564125" cy="11557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The firm still decides whether the proposed use is permitted.</a:t>
            </a:r>
          </a:p>
        </p:txBody>
      </p:sp>
      <p:sp>
        <p:nvSpPr>
          <p:cNvPr id="3" name="text-245">
            <a:extLst>
              <a:ext uri="{FF2B5EF4-FFF2-40B4-BE49-F238E27FC236}">
                <ns2:creationId id="{E63D5BA3-9464-45CE-99BF-7796ADCD894D}"/>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11   6</a:t>
            </a:r>
          </a:p>
        </p:txBody>
      </p:sp>
      <p:pic xmlns:r="http://schemas.openxmlformats.org/officeDocument/2006/relationships">
        <p:nvPicPr>
          <p:cNvPr id="11" name="illustration-shield" descr="Illustration: a shield with a padlock"/>
          <p:cNvPicPr>
            <a:picLocks noChangeAspect="1"/>
          </p:cNvPicPr>
          <p:nvPr/>
        </p:nvPicPr>
        <p:blipFill>
          <a:blip r:embed="rId3"/>
          <a:stretch>
            <a:fillRect/>
          </a:stretch>
        </p:blipFill>
        <p:spPr>
          <a:xfrm>
            <a:off x="8050000" y="1850000"/>
            <a:ext cx="3700000" cy="3700000"/>
          </a:xfrm>
          <a:prstGeom prst="rect">
            <a:avLst/>
          </a:prstGeom>
        </p:spPr>
      </p:pic>
    </p:spTree>
    <p:extLst>
      <p:ext uri="{BB962C8B-B14F-4D97-AF65-F5344CB8AC3E}">
        <ns3:creationId val="728054979"/>
      </p:ext>
    </p:extLst>
  </p:cSld>
  <p:transition spd="med" advClick="1">
    <p:fade/>
  </p:transition>
</p:sld>
</file>

<file path=ppt/slides/slide7.xml><?xml version="1.0" encoding="utf-8"?>
<p:sld xmlns:a="http://schemas.openxmlformats.org/drawingml/2006/main" xmlns:ns2="http://schemas.microsoft.com/office/drawing/2014/main" xmlns:ns3="http://schemas.microsoft.com/office/drawing/2017/decorative" xmlns:ns4="http://schemas.microsoft.com/office/powerpoint/2010/main" xmlns:p="http://schemas.openxmlformats.org/presentationml/2006/main">
  <p:cSld name="Cross-matter access">
    <p:bg>
      <p:bgPr>
        <a:solidFill>
          <a:srgbClr val="FFFFFF"/>
        </a:solidFill>
      </p:bgPr>
    </p:bg>
    <p:spTree>
      <p:nvGrpSpPr>
        <p:cNvPr id="1" name=""/>
        <p:cNvGrpSpPr/>
        <p:nvPr/>
      </p:nvGrpSpPr>
      <p:grpSpPr>
        <a:xfrm/>
      </p:grpSpPr>
      <p:cxnSp>
        <p:nvCxnSpPr>
          <p:cNvPr id="22" name="reveal-04-arrow" descr="Cross-matter access">
            <a:extLst>
              <a:ext uri="{FF2B5EF4-FFF2-40B4-BE49-F238E27FC236}">
                <ns2:creationId id="{41676E09-56FE-4A71-8BF7-4418F0688BCE}"/>
              </a:ext>
            </a:extLst>
          </p:cNvPr>
          <p:cNvCxnSpPr>
            <a:stCxn id="12" idx="3"/>
            <a:endCxn id="16" idx="1"/>
          </p:cNvCxnSpPr>
          <p:nvPr/>
        </p:nvCxnSpPr>
        <p:spPr>
          <a:xfrm>
            <a:off x="8751094" y="3771900"/>
            <a:ext cx="333375" cy="0"/>
          </a:xfrm>
          <a:prstGeom prst="straightConnector1">
            <a:avLst/>
          </a:prstGeom>
          <a:ln w="23813">
            <a:solidFill>
              <a:srgbClr val="246E63"/>
            </a:solidFill>
            <a:tailEnd type="arrow" w="med" len="med"/>
          </a:ln>
        </p:spPr>
      </p:cxnSp>
      <p:cxnSp>
        <p:nvCxnSpPr>
          <p:cNvPr id="21" name="reveal-03-arrow">
            <a:extLst>
              <a:ext uri="{FF2B5EF4-FFF2-40B4-BE49-F238E27FC236}">
                <ns2:creationId id="{DE7189E5-6494-470C-8C14-932C2C742638}"/>
              </a:ext>
              <a:ext uri="{C183D7F6-B498-43B3-948B-1728B52AA6E4}">
                <ns3:decorative val="1"/>
              </a:ext>
            </a:extLst>
          </p:cNvPr>
          <p:cNvCxnSpPr>
            <a:stCxn id="8" idx="3"/>
            <a:endCxn id="12" idx="1"/>
          </p:cNvCxnSpPr>
          <p:nvPr/>
        </p:nvCxnSpPr>
        <p:spPr>
          <a:xfrm>
            <a:off x="5929312" y="3771900"/>
            <a:ext cx="333376" cy="0"/>
          </a:xfrm>
          <a:prstGeom prst="straightConnector1">
            <a:avLst/>
          </a:prstGeom>
          <a:ln w="23813">
            <a:solidFill>
              <a:srgbClr val="246E63"/>
            </a:solidFill>
            <a:tailEnd type="arrow" w="med" len="med"/>
          </a:ln>
        </p:spPr>
      </p:cxnSp>
      <p:cxnSp>
        <p:nvCxnSpPr>
          <p:cNvPr id="20" name="reveal-02-arrow">
            <a:extLst>
              <a:ext uri="{FF2B5EF4-FFF2-40B4-BE49-F238E27FC236}">
                <ns2:creationId id="{DBCDE1AE-C812-4F65-9AE0-870528583CE5}"/>
              </a:ext>
              <a:ext uri="{C183D7F6-B498-43B3-948B-1728B52AA6E4}">
                <ns3:decorative val="1"/>
              </a:ext>
            </a:extLst>
          </p:cNvPr>
          <p:cNvCxnSpPr>
            <a:stCxn id="4" idx="3"/>
            <a:endCxn id="8" idx="1"/>
          </p:cNvCxnSpPr>
          <p:nvPr/>
        </p:nvCxnSpPr>
        <p:spPr>
          <a:xfrm>
            <a:off x="3107531" y="3771900"/>
            <a:ext cx="333375" cy="0"/>
          </a:xfrm>
          <a:prstGeom prst="straightConnector1">
            <a:avLst/>
          </a:prstGeom>
          <a:ln w="23813">
            <a:solidFill>
              <a:srgbClr val="246E63"/>
            </a:solidFill>
            <a:tailEnd type="arrow" w="med" len="med"/>
          </a:ln>
        </p:spPr>
      </p:cxnSp>
      <p:sp>
        <p:nvSpPr>
          <p:cNvPr id="24" name="text-252">
            <a:extLst>
              <a:ext uri="{FF2B5EF4-FFF2-40B4-BE49-F238E27FC236}">
                <ns2:creationId id="{1A947D66-FBC0-4D27-AD67-598C80F5BA58}"/>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11</a:t>
            </a:r>
          </a:p>
        </p:txBody>
      </p:sp>
      <p:sp>
        <p:nvSpPr>
          <p:cNvPr id="2" name="text-253">
            <a:extLst>
              <a:ext uri="{FF2B5EF4-FFF2-40B4-BE49-F238E27FC236}">
                <ns2:creationId id="{F81A29A7-818F-4302-A0FB-4D52FC98BA12}"/>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Cross-matter access</a:t>
            </a:r>
          </a:p>
        </p:txBody>
      </p:sp>
      <p:sp>
        <p:nvSpPr>
          <p:cNvPr id="4" name="reveal-01-stage">
            <a:extLst>
              <a:ext uri="{FF2B5EF4-FFF2-40B4-BE49-F238E27FC236}">
                <ns2:creationId id="{76DD6868-F6CD-4662-AE25-D8693770C911}"/>
              </a:ext>
              <a:ext uri="{C183D7F6-B498-43B3-948B-1728B52AA6E4}">
                <ns3:decorative val="1"/>
              </a:ext>
            </a:extLst>
          </p:cNvPr>
          <p:cNvSpPr>
            <a:spLocks noGrp="1"/>
          </p:cNvSpPr>
          <p:nvPr/>
        </p:nvSpPr>
        <p:spPr>
          <a:xfrm>
            <a:off x="619125" y="2762250"/>
            <a:ext cx="2488406" cy="2019300"/>
          </a:xfrm>
          <a:prstGeom prst="rect">
            <a:avLst/>
          </a:prstGeom>
          <a:solidFill>
            <a:srgbClr val="F1F5F6"/>
          </a:solidFill>
          <a:ln w="11430">
            <a:solidFill>
              <a:srgbClr val="C9D5DA"/>
            </a:solidFill>
          </a:ln>
        </p:spPr>
      </p:sp>
      <p:sp>
        <p:nvSpPr>
          <p:cNvPr id="5" name="reveal-01-number">
            <a:extLst>
              <a:ext uri="{FF2B5EF4-FFF2-40B4-BE49-F238E27FC236}">
                <ns2:creationId id="{C1BA6BDF-AA94-4F59-9C15-E2FC0183836E}"/>
              </a:ext>
            </a:extLst>
          </p:cNvPr>
          <p:cNvSpPr>
            <a:spLocks noGrp="1"/>
          </p:cNvSpPr>
          <p:nvPr/>
        </p:nvSpPr>
        <p:spPr>
          <a:xfrm>
            <a:off x="619125" y="2324100"/>
            <a:ext cx="2488406" cy="333375"/>
          </a:xfrm>
          <a:prstGeom prst="rect">
            <a:avLst/>
          </a:prstGeom>
          <a:noFill/>
          <a:ln w="0">
            <a:noFill/>
          </a:ln>
        </p:spPr>
        <p:txBody>
          <a:bodyPr>
            <a:noAutofit/>
          </a:bodyPr>
          <a:lstStyle>
            <a:defPPr>
              <a:defRPr sz="2025" b="1">
                <a:solidFill>
                  <a:srgbClr val="C94E29"/>
                </a:solidFill>
                <a:latin typeface="Calibri"/>
                <a:ea typeface="Calibri"/>
                <a:cs typeface="Calibri"/>
              </a:defRPr>
            </a:defPPr>
            <a:lvl1pPr>
              <a:defRPr sz="2025" b="1">
                <a:solidFill>
                  <a:srgbClr val="C94E29"/>
                </a:solidFill>
                <a:latin typeface="Calibri"/>
                <a:ea typeface="Calibri"/>
                <a:cs typeface="Calibri"/>
              </a:defRPr>
            </a:lvl1pPr>
            <a:lvl2pPr>
              <a:defRPr sz="2025" b="1">
                <a:solidFill>
                  <a:srgbClr val="C94E29"/>
                </a:solidFill>
                <a:latin typeface="Calibri"/>
                <a:ea typeface="Calibri"/>
                <a:cs typeface="Calibri"/>
              </a:defRPr>
            </a:lvl2pPr>
            <a:lvl3pPr>
              <a:defRPr sz="2025" b="1">
                <a:solidFill>
                  <a:srgbClr val="C94E29"/>
                </a:solidFill>
                <a:latin typeface="Calibri"/>
                <a:ea typeface="Calibri"/>
                <a:cs typeface="Calibri"/>
              </a:defRPr>
            </a:lvl3pPr>
            <a:lvl4pPr>
              <a:defRPr sz="2025" b="1">
                <a:solidFill>
                  <a:srgbClr val="C94E29"/>
                </a:solidFill>
                <a:latin typeface="Calibri"/>
                <a:ea typeface="Calibri"/>
                <a:cs typeface="Calibri"/>
              </a:defRPr>
            </a:lvl4pPr>
            <a:lvl5pPr>
              <a:defRPr sz="2025" b="1">
                <a:solidFill>
                  <a:srgbClr val="C94E29"/>
                </a:solidFill>
                <a:latin typeface="Calibri"/>
                <a:ea typeface="Calibri"/>
                <a:cs typeface="Calibri"/>
              </a:defRPr>
            </a:lvl5pPr>
            <a:lvl6pPr>
              <a:defRPr sz="2025" b="1">
                <a:solidFill>
                  <a:srgbClr val="C94E29"/>
                </a:solidFill>
                <a:latin typeface="Calibri"/>
                <a:ea typeface="Calibri"/>
                <a:cs typeface="Calibri"/>
              </a:defRPr>
            </a:lvl6pPr>
            <a:lvl7pPr>
              <a:defRPr sz="2025" b="1">
                <a:solidFill>
                  <a:srgbClr val="C94E29"/>
                </a:solidFill>
                <a:latin typeface="Calibri"/>
                <a:ea typeface="Calibri"/>
                <a:cs typeface="Calibri"/>
              </a:defRPr>
            </a:lvl7pPr>
            <a:lvl8pPr>
              <a:defRPr sz="2025" b="1">
                <a:solidFill>
                  <a:srgbClr val="C94E29"/>
                </a:solidFill>
                <a:latin typeface="Calibri"/>
                <a:ea typeface="Calibri"/>
                <a:cs typeface="Calibri"/>
              </a:defRPr>
            </a:lvl8pPr>
            <a:lvl9pPr>
              <a:defRPr sz="2025" b="1">
                <a:solidFill>
                  <a:srgbClr val="C94E29"/>
                </a:solidFill>
                <a:latin typeface="Calibri"/>
                <a:ea typeface="Calibri"/>
                <a:cs typeface="Calibri"/>
              </a:defRPr>
            </a:lvl9pPr>
          </a:lstStyle>
          <a:p>
            <a:pPr>
              <a:defRPr sz="2025" b="1">
                <a:solidFill>
                  <a:srgbClr val="C94E29"/>
                </a:solidFill>
                <a:latin typeface="Calibri"/>
                <a:ea typeface="Calibri"/>
                <a:cs typeface="Calibri"/>
              </a:defRPr>
            </a:pPr>
            <a:r>
              <a:rPr sz="2025" b="1">
                <a:solidFill>
                  <a:srgbClr val="C94E29"/>
                </a:solidFill>
                <a:latin typeface="Calibri"/>
                <a:ea typeface="Calibri"/>
                <a:cs typeface="Calibri"/>
              </a:rPr>
              <a:t>01</a:t>
            </a:r>
          </a:p>
        </p:txBody>
      </p:sp>
      <p:sp>
        <p:nvSpPr>
          <p:cNvPr id="6" name="reveal-01-label">
            <a:extLst>
              <a:ext uri="{FF2B5EF4-FFF2-40B4-BE49-F238E27FC236}">
                <ns2:creationId id="{42288683-EECC-424D-B18A-9C81A780284F}"/>
              </a:ext>
            </a:extLst>
          </p:cNvPr>
          <p:cNvSpPr>
            <a:spLocks noGrp="1"/>
          </p:cNvSpPr>
          <p:nvPr/>
        </p:nvSpPr>
        <p:spPr>
          <a:xfrm>
            <a:off x="771525" y="2914650"/>
            <a:ext cx="2183606" cy="723900"/>
          </a:xfrm>
          <a:prstGeom prst="rect">
            <a:avLst/>
          </a:prstGeom>
          <a:noFill/>
          <a:ln w="0">
            <a:noFill/>
          </a:ln>
        </p:spPr>
        <p:txBody>
          <a:bodyPr>
            <a:noAutofit/>
          </a:bodyPr>
          <a:lstStyle>
            <a:defPPr>
              <a:defRPr sz="2175" b="1">
                <a:solidFill>
                  <a:srgbClr val="246E63"/>
                </a:solidFill>
                <a:latin typeface="Calibri"/>
                <a:ea typeface="Calibri"/>
                <a:cs typeface="Calibri"/>
              </a:defRPr>
            </a:defPPr>
            <a:lvl1pPr>
              <a:defRPr sz="2175" b="1">
                <a:solidFill>
                  <a:srgbClr val="246E63"/>
                </a:solidFill>
                <a:latin typeface="Calibri"/>
                <a:ea typeface="Calibri"/>
                <a:cs typeface="Calibri"/>
              </a:defRPr>
            </a:lvl1pPr>
            <a:lvl2pPr>
              <a:defRPr sz="2175" b="1">
                <a:solidFill>
                  <a:srgbClr val="246E63"/>
                </a:solidFill>
                <a:latin typeface="Calibri"/>
                <a:ea typeface="Calibri"/>
                <a:cs typeface="Calibri"/>
              </a:defRPr>
            </a:lvl2pPr>
            <a:lvl3pPr>
              <a:defRPr sz="2175" b="1">
                <a:solidFill>
                  <a:srgbClr val="246E63"/>
                </a:solidFill>
                <a:latin typeface="Calibri"/>
                <a:ea typeface="Calibri"/>
                <a:cs typeface="Calibri"/>
              </a:defRPr>
            </a:lvl3pPr>
            <a:lvl4pPr>
              <a:defRPr sz="2175" b="1">
                <a:solidFill>
                  <a:srgbClr val="246E63"/>
                </a:solidFill>
                <a:latin typeface="Calibri"/>
                <a:ea typeface="Calibri"/>
                <a:cs typeface="Calibri"/>
              </a:defRPr>
            </a:lvl4pPr>
            <a:lvl5pPr>
              <a:defRPr sz="2175" b="1">
                <a:solidFill>
                  <a:srgbClr val="246E63"/>
                </a:solidFill>
                <a:latin typeface="Calibri"/>
                <a:ea typeface="Calibri"/>
                <a:cs typeface="Calibri"/>
              </a:defRPr>
            </a:lvl5pPr>
            <a:lvl6pPr>
              <a:defRPr sz="2175" b="1">
                <a:solidFill>
                  <a:srgbClr val="246E63"/>
                </a:solidFill>
                <a:latin typeface="Calibri"/>
                <a:ea typeface="Calibri"/>
                <a:cs typeface="Calibri"/>
              </a:defRPr>
            </a:lvl6pPr>
            <a:lvl7pPr>
              <a:defRPr sz="2175" b="1">
                <a:solidFill>
                  <a:srgbClr val="246E63"/>
                </a:solidFill>
                <a:latin typeface="Calibri"/>
                <a:ea typeface="Calibri"/>
                <a:cs typeface="Calibri"/>
              </a:defRPr>
            </a:lvl7pPr>
            <a:lvl8pPr>
              <a:defRPr sz="2175" b="1">
                <a:solidFill>
                  <a:srgbClr val="246E63"/>
                </a:solidFill>
                <a:latin typeface="Calibri"/>
                <a:ea typeface="Calibri"/>
                <a:cs typeface="Calibri"/>
              </a:defRPr>
            </a:lvl8pPr>
            <a:lvl9pPr>
              <a:defRPr sz="2175" b="1">
                <a:solidFill>
                  <a:srgbClr val="246E63"/>
                </a:solidFill>
                <a:latin typeface="Calibri"/>
                <a:ea typeface="Calibri"/>
                <a:cs typeface="Calibri"/>
              </a:defRPr>
            </a:lvl9pPr>
          </a:lstStyle>
          <a:p>
            <a:pPr>
              <a:defRPr sz="2175" b="1">
                <a:solidFill>
                  <a:srgbClr val="246E63"/>
                </a:solidFill>
                <a:latin typeface="Calibri"/>
                <a:ea typeface="Calibri"/>
                <a:cs typeface="Calibri"/>
              </a:defRPr>
            </a:pPr>
            <a:r>
              <a:rPr sz="2175" b="1">
                <a:solidFill>
                  <a:srgbClr val="246E63"/>
                </a:solidFill>
                <a:latin typeface="Calibri"/>
                <a:ea typeface="Calibri"/>
                <a:cs typeface="Calibri"/>
              </a:rPr>
              <a:t>User</a:t>
            </a:r>
          </a:p>
        </p:txBody>
      </p:sp>
      <p:sp>
        <p:nvSpPr>
          <p:cNvPr id="7" name="reveal-01-detail">
            <a:extLst>
              <a:ext uri="{FF2B5EF4-FFF2-40B4-BE49-F238E27FC236}">
                <ns2:creationId id="{C8DAF48B-94B2-41B1-81C1-FCE47CBCE9A0}"/>
              </a:ext>
            </a:extLst>
          </p:cNvPr>
          <p:cNvSpPr>
            <a:spLocks noGrp="1"/>
          </p:cNvSpPr>
          <p:nvPr/>
        </p:nvSpPr>
        <p:spPr>
          <a:xfrm>
            <a:off x="771525" y="3819525"/>
            <a:ext cx="2183606" cy="809625"/>
          </a:xfrm>
          <a:prstGeom prst="rect">
            <a:avLst/>
          </a:prstGeom>
          <a:noFill/>
          <a:ln w="0">
            <a:noFill/>
          </a:ln>
        </p:spPr>
        <p:txBody>
          <a:bodyPr>
            <a:noAutofit/>
          </a:bodyPr>
          <a:lstStyle>
            <a:defPPr>
              <a:defRPr sz="1950" b="0">
                <a:solidFill>
                  <a:srgbClr val="1C3144"/>
                </a:solidFill>
                <a:latin typeface="Calibri"/>
                <a:ea typeface="Calibri"/>
                <a:cs typeface="Calibri"/>
              </a:defRPr>
            </a:defPPr>
            <a:lvl1pPr>
              <a:defRPr sz="1950" b="0">
                <a:solidFill>
                  <a:srgbClr val="1C3144"/>
                </a:solidFill>
                <a:latin typeface="Calibri"/>
                <a:ea typeface="Calibri"/>
                <a:cs typeface="Calibri"/>
              </a:defRPr>
            </a:lvl1pPr>
            <a:lvl2pPr>
              <a:defRPr sz="1950" b="0">
                <a:solidFill>
                  <a:srgbClr val="1C3144"/>
                </a:solidFill>
                <a:latin typeface="Calibri"/>
                <a:ea typeface="Calibri"/>
                <a:cs typeface="Calibri"/>
              </a:defRPr>
            </a:lvl2pPr>
            <a:lvl3pPr>
              <a:defRPr sz="1950" b="0">
                <a:solidFill>
                  <a:srgbClr val="1C3144"/>
                </a:solidFill>
                <a:latin typeface="Calibri"/>
                <a:ea typeface="Calibri"/>
                <a:cs typeface="Calibri"/>
              </a:defRPr>
            </a:lvl3pPr>
            <a:lvl4pPr>
              <a:defRPr sz="1950" b="0">
                <a:solidFill>
                  <a:srgbClr val="1C3144"/>
                </a:solidFill>
                <a:latin typeface="Calibri"/>
                <a:ea typeface="Calibri"/>
                <a:cs typeface="Calibri"/>
              </a:defRPr>
            </a:lvl4pPr>
            <a:lvl5pPr>
              <a:defRPr sz="1950" b="0">
                <a:solidFill>
                  <a:srgbClr val="1C3144"/>
                </a:solidFill>
                <a:latin typeface="Calibri"/>
                <a:ea typeface="Calibri"/>
                <a:cs typeface="Calibri"/>
              </a:defRPr>
            </a:lvl5pPr>
            <a:lvl6pPr>
              <a:defRPr sz="1950" b="0">
                <a:solidFill>
                  <a:srgbClr val="1C3144"/>
                </a:solidFill>
                <a:latin typeface="Calibri"/>
                <a:ea typeface="Calibri"/>
                <a:cs typeface="Calibri"/>
              </a:defRPr>
            </a:lvl6pPr>
            <a:lvl7pPr>
              <a:defRPr sz="1950" b="0">
                <a:solidFill>
                  <a:srgbClr val="1C3144"/>
                </a:solidFill>
                <a:latin typeface="Calibri"/>
                <a:ea typeface="Calibri"/>
                <a:cs typeface="Calibri"/>
              </a:defRPr>
            </a:lvl7pPr>
            <a:lvl8pPr>
              <a:defRPr sz="1950" b="0">
                <a:solidFill>
                  <a:srgbClr val="1C3144"/>
                </a:solidFill>
                <a:latin typeface="Calibri"/>
                <a:ea typeface="Calibri"/>
                <a:cs typeface="Calibri"/>
              </a:defRPr>
            </a:lvl8pPr>
            <a:lvl9pPr>
              <a:defRPr sz="1950" b="0">
                <a:solidFill>
                  <a:srgbClr val="1C3144"/>
                </a:solidFill>
                <a:latin typeface="Calibri"/>
                <a:ea typeface="Calibri"/>
                <a:cs typeface="Calibri"/>
              </a:defRPr>
            </a:lvl9pPr>
          </a:lstStyle>
          <a:p>
            <a:pPr>
              <a:defRPr sz="1950" b="0">
                <a:solidFill>
                  <a:srgbClr val="1C3144"/>
                </a:solidFill>
                <a:latin typeface="Calibri"/>
                <a:ea typeface="Calibri"/>
                <a:cs typeface="Calibri"/>
              </a:defRPr>
            </a:pPr>
            <a:r>
              <a:rPr sz="1950" b="0">
                <a:solidFill>
                  <a:srgbClr val="1C3144"/>
                </a:solidFill>
                <a:latin typeface="Calibri"/>
                <a:ea typeface="Calibri"/>
                <a:cs typeface="Calibri"/>
              </a:rPr>
              <a:t>M-01 team</a:t>
            </a:r>
          </a:p>
        </p:txBody>
      </p:sp>
      <p:sp>
        <p:nvSpPr>
          <p:cNvPr id="8" name="reveal-02-stage">
            <a:extLst>
              <a:ext uri="{FF2B5EF4-FFF2-40B4-BE49-F238E27FC236}">
                <ns2:creationId id="{CF260CCB-C868-43F8-9C22-BA5D96F76957}"/>
              </a:ext>
              <a:ext uri="{C183D7F6-B498-43B3-948B-1728B52AA6E4}">
                <ns3:decorative val="1"/>
              </a:ext>
            </a:extLst>
          </p:cNvPr>
          <p:cNvSpPr>
            <a:spLocks noGrp="1"/>
          </p:cNvSpPr>
          <p:nvPr/>
        </p:nvSpPr>
        <p:spPr>
          <a:xfrm>
            <a:off x="3440906" y="2762250"/>
            <a:ext cx="2488406" cy="2019300"/>
          </a:xfrm>
          <a:prstGeom prst="rect">
            <a:avLst/>
          </a:prstGeom>
          <a:solidFill>
            <a:srgbClr val="F1F5F6"/>
          </a:solidFill>
          <a:ln w="11430">
            <a:solidFill>
              <a:srgbClr val="C9D5DA"/>
            </a:solidFill>
          </a:ln>
        </p:spPr>
      </p:sp>
      <p:sp>
        <p:nvSpPr>
          <p:cNvPr id="9" name="reveal-02-number">
            <a:extLst>
              <a:ext uri="{FF2B5EF4-FFF2-40B4-BE49-F238E27FC236}">
                <ns2:creationId id="{3131F2AB-19D1-4F32-995C-C6FBBBD1DD4E}"/>
              </a:ext>
            </a:extLst>
          </p:cNvPr>
          <p:cNvSpPr>
            <a:spLocks noGrp="1"/>
          </p:cNvSpPr>
          <p:nvPr/>
        </p:nvSpPr>
        <p:spPr>
          <a:xfrm>
            <a:off x="3440906" y="2324100"/>
            <a:ext cx="2488406" cy="333375"/>
          </a:xfrm>
          <a:prstGeom prst="rect">
            <a:avLst/>
          </a:prstGeom>
          <a:noFill/>
          <a:ln w="0">
            <a:noFill/>
          </a:ln>
        </p:spPr>
        <p:txBody>
          <a:bodyPr>
            <a:noAutofit/>
          </a:bodyPr>
          <a:lstStyle>
            <a:defPPr>
              <a:defRPr sz="2025" b="1">
                <a:solidFill>
                  <a:srgbClr val="C94E29"/>
                </a:solidFill>
                <a:latin typeface="Calibri"/>
                <a:ea typeface="Calibri"/>
                <a:cs typeface="Calibri"/>
              </a:defRPr>
            </a:defPPr>
            <a:lvl1pPr>
              <a:defRPr sz="2025" b="1">
                <a:solidFill>
                  <a:srgbClr val="C94E29"/>
                </a:solidFill>
                <a:latin typeface="Calibri"/>
                <a:ea typeface="Calibri"/>
                <a:cs typeface="Calibri"/>
              </a:defRPr>
            </a:lvl1pPr>
            <a:lvl2pPr>
              <a:defRPr sz="2025" b="1">
                <a:solidFill>
                  <a:srgbClr val="C94E29"/>
                </a:solidFill>
                <a:latin typeface="Calibri"/>
                <a:ea typeface="Calibri"/>
                <a:cs typeface="Calibri"/>
              </a:defRPr>
            </a:lvl2pPr>
            <a:lvl3pPr>
              <a:defRPr sz="2025" b="1">
                <a:solidFill>
                  <a:srgbClr val="C94E29"/>
                </a:solidFill>
                <a:latin typeface="Calibri"/>
                <a:ea typeface="Calibri"/>
                <a:cs typeface="Calibri"/>
              </a:defRPr>
            </a:lvl3pPr>
            <a:lvl4pPr>
              <a:defRPr sz="2025" b="1">
                <a:solidFill>
                  <a:srgbClr val="C94E29"/>
                </a:solidFill>
                <a:latin typeface="Calibri"/>
                <a:ea typeface="Calibri"/>
                <a:cs typeface="Calibri"/>
              </a:defRPr>
            </a:lvl4pPr>
            <a:lvl5pPr>
              <a:defRPr sz="2025" b="1">
                <a:solidFill>
                  <a:srgbClr val="C94E29"/>
                </a:solidFill>
                <a:latin typeface="Calibri"/>
                <a:ea typeface="Calibri"/>
                <a:cs typeface="Calibri"/>
              </a:defRPr>
            </a:lvl5pPr>
            <a:lvl6pPr>
              <a:defRPr sz="2025" b="1">
                <a:solidFill>
                  <a:srgbClr val="C94E29"/>
                </a:solidFill>
                <a:latin typeface="Calibri"/>
                <a:ea typeface="Calibri"/>
                <a:cs typeface="Calibri"/>
              </a:defRPr>
            </a:lvl6pPr>
            <a:lvl7pPr>
              <a:defRPr sz="2025" b="1">
                <a:solidFill>
                  <a:srgbClr val="C94E29"/>
                </a:solidFill>
                <a:latin typeface="Calibri"/>
                <a:ea typeface="Calibri"/>
                <a:cs typeface="Calibri"/>
              </a:defRPr>
            </a:lvl7pPr>
            <a:lvl8pPr>
              <a:defRPr sz="2025" b="1">
                <a:solidFill>
                  <a:srgbClr val="C94E29"/>
                </a:solidFill>
                <a:latin typeface="Calibri"/>
                <a:ea typeface="Calibri"/>
                <a:cs typeface="Calibri"/>
              </a:defRPr>
            </a:lvl8pPr>
            <a:lvl9pPr>
              <a:defRPr sz="2025" b="1">
                <a:solidFill>
                  <a:srgbClr val="C94E29"/>
                </a:solidFill>
                <a:latin typeface="Calibri"/>
                <a:ea typeface="Calibri"/>
                <a:cs typeface="Calibri"/>
              </a:defRPr>
            </a:lvl9pPr>
          </a:lstStyle>
          <a:p>
            <a:pPr>
              <a:defRPr sz="2025" b="1">
                <a:solidFill>
                  <a:srgbClr val="C94E29"/>
                </a:solidFill>
                <a:latin typeface="Calibri"/>
                <a:ea typeface="Calibri"/>
                <a:cs typeface="Calibri"/>
              </a:defRPr>
            </a:pPr>
            <a:r>
              <a:rPr sz="2025" b="1">
                <a:solidFill>
                  <a:srgbClr val="C94E29"/>
                </a:solidFill>
                <a:latin typeface="Calibri"/>
                <a:ea typeface="Calibri"/>
                <a:cs typeface="Calibri"/>
              </a:rPr>
              <a:t>02</a:t>
            </a:r>
          </a:p>
        </p:txBody>
      </p:sp>
      <p:sp>
        <p:nvSpPr>
          <p:cNvPr id="10" name="reveal-02-label">
            <a:extLst>
              <a:ext uri="{FF2B5EF4-FFF2-40B4-BE49-F238E27FC236}">
                <ns2:creationId id="{59C5D3B7-1E28-46DF-8482-919DFC3158A4}"/>
              </a:ext>
            </a:extLst>
          </p:cNvPr>
          <p:cNvSpPr>
            <a:spLocks noGrp="1"/>
          </p:cNvSpPr>
          <p:nvPr/>
        </p:nvSpPr>
        <p:spPr>
          <a:xfrm>
            <a:off x="3593306" y="2914650"/>
            <a:ext cx="2183606" cy="723900"/>
          </a:xfrm>
          <a:prstGeom prst="rect">
            <a:avLst/>
          </a:prstGeom>
          <a:noFill/>
          <a:ln w="0">
            <a:noFill/>
          </a:ln>
        </p:spPr>
        <p:txBody>
          <a:bodyPr>
            <a:noAutofit/>
          </a:bodyPr>
          <a:lstStyle>
            <a:defPPr>
              <a:defRPr sz="2175" b="1">
                <a:solidFill>
                  <a:srgbClr val="246E63"/>
                </a:solidFill>
                <a:latin typeface="Calibri"/>
                <a:ea typeface="Calibri"/>
                <a:cs typeface="Calibri"/>
              </a:defRPr>
            </a:defPPr>
            <a:lvl1pPr>
              <a:defRPr sz="2175" b="1">
                <a:solidFill>
                  <a:srgbClr val="246E63"/>
                </a:solidFill>
                <a:latin typeface="Calibri"/>
                <a:ea typeface="Calibri"/>
                <a:cs typeface="Calibri"/>
              </a:defRPr>
            </a:lvl1pPr>
            <a:lvl2pPr>
              <a:defRPr sz="2175" b="1">
                <a:solidFill>
                  <a:srgbClr val="246E63"/>
                </a:solidFill>
                <a:latin typeface="Calibri"/>
                <a:ea typeface="Calibri"/>
                <a:cs typeface="Calibri"/>
              </a:defRPr>
            </a:lvl2pPr>
            <a:lvl3pPr>
              <a:defRPr sz="2175" b="1">
                <a:solidFill>
                  <a:srgbClr val="246E63"/>
                </a:solidFill>
                <a:latin typeface="Calibri"/>
                <a:ea typeface="Calibri"/>
                <a:cs typeface="Calibri"/>
              </a:defRPr>
            </a:lvl3pPr>
            <a:lvl4pPr>
              <a:defRPr sz="2175" b="1">
                <a:solidFill>
                  <a:srgbClr val="246E63"/>
                </a:solidFill>
                <a:latin typeface="Calibri"/>
                <a:ea typeface="Calibri"/>
                <a:cs typeface="Calibri"/>
              </a:defRPr>
            </a:lvl4pPr>
            <a:lvl5pPr>
              <a:defRPr sz="2175" b="1">
                <a:solidFill>
                  <a:srgbClr val="246E63"/>
                </a:solidFill>
                <a:latin typeface="Calibri"/>
                <a:ea typeface="Calibri"/>
                <a:cs typeface="Calibri"/>
              </a:defRPr>
            </a:lvl5pPr>
            <a:lvl6pPr>
              <a:defRPr sz="2175" b="1">
                <a:solidFill>
                  <a:srgbClr val="246E63"/>
                </a:solidFill>
                <a:latin typeface="Calibri"/>
                <a:ea typeface="Calibri"/>
                <a:cs typeface="Calibri"/>
              </a:defRPr>
            </a:lvl6pPr>
            <a:lvl7pPr>
              <a:defRPr sz="2175" b="1">
                <a:solidFill>
                  <a:srgbClr val="246E63"/>
                </a:solidFill>
                <a:latin typeface="Calibri"/>
                <a:ea typeface="Calibri"/>
                <a:cs typeface="Calibri"/>
              </a:defRPr>
            </a:lvl7pPr>
            <a:lvl8pPr>
              <a:defRPr sz="2175" b="1">
                <a:solidFill>
                  <a:srgbClr val="246E63"/>
                </a:solidFill>
                <a:latin typeface="Calibri"/>
                <a:ea typeface="Calibri"/>
                <a:cs typeface="Calibri"/>
              </a:defRPr>
            </a:lvl8pPr>
            <a:lvl9pPr>
              <a:defRPr sz="2175" b="1">
                <a:solidFill>
                  <a:srgbClr val="246E63"/>
                </a:solidFill>
                <a:latin typeface="Calibri"/>
                <a:ea typeface="Calibri"/>
                <a:cs typeface="Calibri"/>
              </a:defRPr>
            </a:lvl9pPr>
          </a:lstStyle>
          <a:p>
            <a:pPr>
              <a:defRPr sz="2175" b="1">
                <a:solidFill>
                  <a:srgbClr val="246E63"/>
                </a:solidFill>
                <a:latin typeface="Calibri"/>
                <a:ea typeface="Calibri"/>
                <a:cs typeface="Calibri"/>
              </a:defRPr>
            </a:pPr>
            <a:r>
              <a:rPr sz="2175" b="1">
                <a:solidFill>
                  <a:srgbClr val="246E63"/>
                </a:solidFill>
                <a:latin typeface="Calibri"/>
                <a:ea typeface="Calibri"/>
                <a:cs typeface="Calibri"/>
              </a:rPr>
              <a:t>Permission</a:t>
            </a:r>
          </a:p>
        </p:txBody>
      </p:sp>
      <p:sp>
        <p:nvSpPr>
          <p:cNvPr id="11" name="reveal-02-detail">
            <a:extLst>
              <a:ext uri="{FF2B5EF4-FFF2-40B4-BE49-F238E27FC236}">
                <ns2:creationId id="{DCAB4764-738D-4015-BD60-B07DB2705407}"/>
              </a:ext>
            </a:extLst>
          </p:cNvPr>
          <p:cNvSpPr>
            <a:spLocks noGrp="1"/>
          </p:cNvSpPr>
          <p:nvPr/>
        </p:nvSpPr>
        <p:spPr>
          <a:xfrm>
            <a:off x="3593306" y="3819525"/>
            <a:ext cx="2183606" cy="809625"/>
          </a:xfrm>
          <a:prstGeom prst="rect">
            <a:avLst/>
          </a:prstGeom>
          <a:noFill/>
          <a:ln w="0">
            <a:noFill/>
          </a:ln>
        </p:spPr>
        <p:txBody>
          <a:bodyPr>
            <a:noAutofit/>
          </a:bodyPr>
          <a:lstStyle>
            <a:defPPr>
              <a:defRPr sz="1950" b="0">
                <a:solidFill>
                  <a:srgbClr val="1C3144"/>
                </a:solidFill>
                <a:latin typeface="Calibri"/>
                <a:ea typeface="Calibri"/>
                <a:cs typeface="Calibri"/>
              </a:defRPr>
            </a:defPPr>
            <a:lvl1pPr>
              <a:defRPr sz="1950" b="0">
                <a:solidFill>
                  <a:srgbClr val="1C3144"/>
                </a:solidFill>
                <a:latin typeface="Calibri"/>
                <a:ea typeface="Calibri"/>
                <a:cs typeface="Calibri"/>
              </a:defRPr>
            </a:lvl1pPr>
            <a:lvl2pPr>
              <a:defRPr sz="1950" b="0">
                <a:solidFill>
                  <a:srgbClr val="1C3144"/>
                </a:solidFill>
                <a:latin typeface="Calibri"/>
                <a:ea typeface="Calibri"/>
                <a:cs typeface="Calibri"/>
              </a:defRPr>
            </a:lvl2pPr>
            <a:lvl3pPr>
              <a:defRPr sz="1950" b="0">
                <a:solidFill>
                  <a:srgbClr val="1C3144"/>
                </a:solidFill>
                <a:latin typeface="Calibri"/>
                <a:ea typeface="Calibri"/>
                <a:cs typeface="Calibri"/>
              </a:defRPr>
            </a:lvl3pPr>
            <a:lvl4pPr>
              <a:defRPr sz="1950" b="0">
                <a:solidFill>
                  <a:srgbClr val="1C3144"/>
                </a:solidFill>
                <a:latin typeface="Calibri"/>
                <a:ea typeface="Calibri"/>
                <a:cs typeface="Calibri"/>
              </a:defRPr>
            </a:lvl4pPr>
            <a:lvl5pPr>
              <a:defRPr sz="1950" b="0">
                <a:solidFill>
                  <a:srgbClr val="1C3144"/>
                </a:solidFill>
                <a:latin typeface="Calibri"/>
                <a:ea typeface="Calibri"/>
                <a:cs typeface="Calibri"/>
              </a:defRPr>
            </a:lvl5pPr>
            <a:lvl6pPr>
              <a:defRPr sz="1950" b="0">
                <a:solidFill>
                  <a:srgbClr val="1C3144"/>
                </a:solidFill>
                <a:latin typeface="Calibri"/>
                <a:ea typeface="Calibri"/>
                <a:cs typeface="Calibri"/>
              </a:defRPr>
            </a:lvl6pPr>
            <a:lvl7pPr>
              <a:defRPr sz="1950" b="0">
                <a:solidFill>
                  <a:srgbClr val="1C3144"/>
                </a:solidFill>
                <a:latin typeface="Calibri"/>
                <a:ea typeface="Calibri"/>
                <a:cs typeface="Calibri"/>
              </a:defRPr>
            </a:lvl7pPr>
            <a:lvl8pPr>
              <a:defRPr sz="1950" b="0">
                <a:solidFill>
                  <a:srgbClr val="1C3144"/>
                </a:solidFill>
                <a:latin typeface="Calibri"/>
                <a:ea typeface="Calibri"/>
                <a:cs typeface="Calibri"/>
              </a:defRPr>
            </a:lvl8pPr>
            <a:lvl9pPr>
              <a:defRPr sz="1950" b="0">
                <a:solidFill>
                  <a:srgbClr val="1C3144"/>
                </a:solidFill>
                <a:latin typeface="Calibri"/>
                <a:ea typeface="Calibri"/>
                <a:cs typeface="Calibri"/>
              </a:defRPr>
            </a:lvl9pPr>
          </a:lstStyle>
          <a:p>
            <a:pPr>
              <a:defRPr sz="1950" b="0">
                <a:solidFill>
                  <a:srgbClr val="1C3144"/>
                </a:solidFill>
                <a:latin typeface="Calibri"/>
                <a:ea typeface="Calibri"/>
                <a:cs typeface="Calibri"/>
              </a:defRPr>
            </a:pPr>
            <a:r>
              <a:rPr sz="1950" b="0">
                <a:solidFill>
                  <a:srgbClr val="1C3144"/>
                </a:solidFill>
                <a:latin typeface="Calibri"/>
                <a:ea typeface="Calibri"/>
                <a:cs typeface="Calibri"/>
              </a:rPr>
              <a:t>M-01 allowed</a:t>
            </a:r>
          </a:p>
        </p:txBody>
      </p:sp>
      <p:sp>
        <p:nvSpPr>
          <p:cNvPr id="12" name="reveal-03-stage">
            <a:extLst>
              <a:ext uri="{FF2B5EF4-FFF2-40B4-BE49-F238E27FC236}">
                <ns2:creationId id="{F0683E32-157A-4D10-93D2-DA0035164014}"/>
              </a:ext>
              <a:ext uri="{C183D7F6-B498-43B3-948B-1728B52AA6E4}">
                <ns3:decorative val="1"/>
              </a:ext>
            </a:extLst>
          </p:cNvPr>
          <p:cNvSpPr>
            <a:spLocks noGrp="1"/>
          </p:cNvSpPr>
          <p:nvPr/>
        </p:nvSpPr>
        <p:spPr>
          <a:xfrm>
            <a:off x="6262688" y="2762250"/>
            <a:ext cx="2488406" cy="2019300"/>
          </a:xfrm>
          <a:prstGeom prst="rect">
            <a:avLst/>
          </a:prstGeom>
          <a:solidFill>
            <a:srgbClr val="F1F5F6"/>
          </a:solidFill>
          <a:ln w="11430">
            <a:solidFill>
              <a:srgbClr val="C9D5DA"/>
            </a:solidFill>
          </a:ln>
        </p:spPr>
      </p:sp>
      <p:sp>
        <p:nvSpPr>
          <p:cNvPr id="13" name="reveal-03-number">
            <a:extLst>
              <a:ext uri="{FF2B5EF4-FFF2-40B4-BE49-F238E27FC236}">
                <ns2:creationId id="{9A4E1229-91BB-46E1-8820-6A792E32767B}"/>
              </a:ext>
            </a:extLst>
          </p:cNvPr>
          <p:cNvSpPr>
            <a:spLocks noGrp="1"/>
          </p:cNvSpPr>
          <p:nvPr/>
        </p:nvSpPr>
        <p:spPr>
          <a:xfrm>
            <a:off x="6262688" y="2324100"/>
            <a:ext cx="2488406" cy="333375"/>
          </a:xfrm>
          <a:prstGeom prst="rect">
            <a:avLst/>
          </a:prstGeom>
          <a:noFill/>
          <a:ln w="0">
            <a:noFill/>
          </a:ln>
        </p:spPr>
        <p:txBody>
          <a:bodyPr>
            <a:noAutofit/>
          </a:bodyPr>
          <a:lstStyle>
            <a:defPPr>
              <a:defRPr sz="2025" b="1">
                <a:solidFill>
                  <a:srgbClr val="C94E29"/>
                </a:solidFill>
                <a:latin typeface="Calibri"/>
                <a:ea typeface="Calibri"/>
                <a:cs typeface="Calibri"/>
              </a:defRPr>
            </a:defPPr>
            <a:lvl1pPr>
              <a:defRPr sz="2025" b="1">
                <a:solidFill>
                  <a:srgbClr val="C94E29"/>
                </a:solidFill>
                <a:latin typeface="Calibri"/>
                <a:ea typeface="Calibri"/>
                <a:cs typeface="Calibri"/>
              </a:defRPr>
            </a:lvl1pPr>
            <a:lvl2pPr>
              <a:defRPr sz="2025" b="1">
                <a:solidFill>
                  <a:srgbClr val="C94E29"/>
                </a:solidFill>
                <a:latin typeface="Calibri"/>
                <a:ea typeface="Calibri"/>
                <a:cs typeface="Calibri"/>
              </a:defRPr>
            </a:lvl2pPr>
            <a:lvl3pPr>
              <a:defRPr sz="2025" b="1">
                <a:solidFill>
                  <a:srgbClr val="C94E29"/>
                </a:solidFill>
                <a:latin typeface="Calibri"/>
                <a:ea typeface="Calibri"/>
                <a:cs typeface="Calibri"/>
              </a:defRPr>
            </a:lvl3pPr>
            <a:lvl4pPr>
              <a:defRPr sz="2025" b="1">
                <a:solidFill>
                  <a:srgbClr val="C94E29"/>
                </a:solidFill>
                <a:latin typeface="Calibri"/>
                <a:ea typeface="Calibri"/>
                <a:cs typeface="Calibri"/>
              </a:defRPr>
            </a:lvl4pPr>
            <a:lvl5pPr>
              <a:defRPr sz="2025" b="1">
                <a:solidFill>
                  <a:srgbClr val="C94E29"/>
                </a:solidFill>
                <a:latin typeface="Calibri"/>
                <a:ea typeface="Calibri"/>
                <a:cs typeface="Calibri"/>
              </a:defRPr>
            </a:lvl5pPr>
            <a:lvl6pPr>
              <a:defRPr sz="2025" b="1">
                <a:solidFill>
                  <a:srgbClr val="C94E29"/>
                </a:solidFill>
                <a:latin typeface="Calibri"/>
                <a:ea typeface="Calibri"/>
                <a:cs typeface="Calibri"/>
              </a:defRPr>
            </a:lvl6pPr>
            <a:lvl7pPr>
              <a:defRPr sz="2025" b="1">
                <a:solidFill>
                  <a:srgbClr val="C94E29"/>
                </a:solidFill>
                <a:latin typeface="Calibri"/>
                <a:ea typeface="Calibri"/>
                <a:cs typeface="Calibri"/>
              </a:defRPr>
            </a:lvl7pPr>
            <a:lvl8pPr>
              <a:defRPr sz="2025" b="1">
                <a:solidFill>
                  <a:srgbClr val="C94E29"/>
                </a:solidFill>
                <a:latin typeface="Calibri"/>
                <a:ea typeface="Calibri"/>
                <a:cs typeface="Calibri"/>
              </a:defRPr>
            </a:lvl8pPr>
            <a:lvl9pPr>
              <a:defRPr sz="2025" b="1">
                <a:solidFill>
                  <a:srgbClr val="C94E29"/>
                </a:solidFill>
                <a:latin typeface="Calibri"/>
                <a:ea typeface="Calibri"/>
                <a:cs typeface="Calibri"/>
              </a:defRPr>
            </a:lvl9pPr>
          </a:lstStyle>
          <a:p>
            <a:pPr>
              <a:defRPr sz="2025" b="1">
                <a:solidFill>
                  <a:srgbClr val="C94E29"/>
                </a:solidFill>
                <a:latin typeface="Calibri"/>
                <a:ea typeface="Calibri"/>
                <a:cs typeface="Calibri"/>
              </a:defRPr>
            </a:pPr>
            <a:r>
              <a:rPr sz="2025" b="1">
                <a:solidFill>
                  <a:srgbClr val="C94E29"/>
                </a:solidFill>
                <a:latin typeface="Calibri"/>
                <a:ea typeface="Calibri"/>
                <a:cs typeface="Calibri"/>
              </a:rPr>
              <a:t>03</a:t>
            </a:r>
          </a:p>
        </p:txBody>
      </p:sp>
      <p:sp>
        <p:nvSpPr>
          <p:cNvPr id="14" name="reveal-03-label">
            <a:extLst>
              <a:ext uri="{FF2B5EF4-FFF2-40B4-BE49-F238E27FC236}">
                <ns2:creationId id="{D80D731A-D9E9-4171-BFAA-9F72C6A3D595}"/>
              </a:ext>
            </a:extLst>
          </p:cNvPr>
          <p:cNvSpPr>
            <a:spLocks noGrp="1"/>
          </p:cNvSpPr>
          <p:nvPr/>
        </p:nvSpPr>
        <p:spPr>
          <a:xfrm>
            <a:off x="6415088" y="2914650"/>
            <a:ext cx="2183606" cy="723900"/>
          </a:xfrm>
          <a:prstGeom prst="rect">
            <a:avLst/>
          </a:prstGeom>
          <a:noFill/>
          <a:ln w="0">
            <a:noFill/>
          </a:ln>
        </p:spPr>
        <p:txBody>
          <a:bodyPr>
            <a:noAutofit/>
          </a:bodyPr>
          <a:lstStyle>
            <a:defPPr>
              <a:defRPr sz="2175" b="1">
                <a:solidFill>
                  <a:srgbClr val="246E63"/>
                </a:solidFill>
                <a:latin typeface="Calibri"/>
                <a:ea typeface="Calibri"/>
                <a:cs typeface="Calibri"/>
              </a:defRPr>
            </a:defPPr>
            <a:lvl1pPr>
              <a:defRPr sz="2175" b="1">
                <a:solidFill>
                  <a:srgbClr val="246E63"/>
                </a:solidFill>
                <a:latin typeface="Calibri"/>
                <a:ea typeface="Calibri"/>
                <a:cs typeface="Calibri"/>
              </a:defRPr>
            </a:lvl1pPr>
            <a:lvl2pPr>
              <a:defRPr sz="2175" b="1">
                <a:solidFill>
                  <a:srgbClr val="246E63"/>
                </a:solidFill>
                <a:latin typeface="Calibri"/>
                <a:ea typeface="Calibri"/>
                <a:cs typeface="Calibri"/>
              </a:defRPr>
            </a:lvl2pPr>
            <a:lvl3pPr>
              <a:defRPr sz="2175" b="1">
                <a:solidFill>
                  <a:srgbClr val="246E63"/>
                </a:solidFill>
                <a:latin typeface="Calibri"/>
                <a:ea typeface="Calibri"/>
                <a:cs typeface="Calibri"/>
              </a:defRPr>
            </a:lvl3pPr>
            <a:lvl4pPr>
              <a:defRPr sz="2175" b="1">
                <a:solidFill>
                  <a:srgbClr val="246E63"/>
                </a:solidFill>
                <a:latin typeface="Calibri"/>
                <a:ea typeface="Calibri"/>
                <a:cs typeface="Calibri"/>
              </a:defRPr>
            </a:lvl4pPr>
            <a:lvl5pPr>
              <a:defRPr sz="2175" b="1">
                <a:solidFill>
                  <a:srgbClr val="246E63"/>
                </a:solidFill>
                <a:latin typeface="Calibri"/>
                <a:ea typeface="Calibri"/>
                <a:cs typeface="Calibri"/>
              </a:defRPr>
            </a:lvl5pPr>
            <a:lvl6pPr>
              <a:defRPr sz="2175" b="1">
                <a:solidFill>
                  <a:srgbClr val="246E63"/>
                </a:solidFill>
                <a:latin typeface="Calibri"/>
                <a:ea typeface="Calibri"/>
                <a:cs typeface="Calibri"/>
              </a:defRPr>
            </a:lvl6pPr>
            <a:lvl7pPr>
              <a:defRPr sz="2175" b="1">
                <a:solidFill>
                  <a:srgbClr val="246E63"/>
                </a:solidFill>
                <a:latin typeface="Calibri"/>
                <a:ea typeface="Calibri"/>
                <a:cs typeface="Calibri"/>
              </a:defRPr>
            </a:lvl7pPr>
            <a:lvl8pPr>
              <a:defRPr sz="2175" b="1">
                <a:solidFill>
                  <a:srgbClr val="246E63"/>
                </a:solidFill>
                <a:latin typeface="Calibri"/>
                <a:ea typeface="Calibri"/>
                <a:cs typeface="Calibri"/>
              </a:defRPr>
            </a:lvl8pPr>
            <a:lvl9pPr>
              <a:defRPr sz="2175" b="1">
                <a:solidFill>
                  <a:srgbClr val="246E63"/>
                </a:solidFill>
                <a:latin typeface="Calibri"/>
                <a:ea typeface="Calibri"/>
                <a:cs typeface="Calibri"/>
              </a:defRPr>
            </a:lvl9pPr>
          </a:lstStyle>
          <a:p>
            <a:pPr>
              <a:defRPr sz="2175" b="1">
                <a:solidFill>
                  <a:srgbClr val="246E63"/>
                </a:solidFill>
                <a:latin typeface="Calibri"/>
                <a:ea typeface="Calibri"/>
                <a:cs typeface="Calibri"/>
              </a:defRPr>
            </a:pPr>
            <a:r>
              <a:rPr sz="2175" b="1">
                <a:solidFill>
                  <a:srgbClr val="246E63"/>
                </a:solidFill>
                <a:latin typeface="Calibri"/>
                <a:ea typeface="Calibri"/>
                <a:cs typeface="Calibri"/>
              </a:rPr>
              <a:t>Evidence</a:t>
            </a:r>
          </a:p>
        </p:txBody>
      </p:sp>
      <p:sp>
        <p:nvSpPr>
          <p:cNvPr id="15" name="reveal-03-detail">
            <a:extLst>
              <a:ext uri="{FF2B5EF4-FFF2-40B4-BE49-F238E27FC236}">
                <ns2:creationId id="{1903D2CE-1975-4061-A3C4-63339A598582}"/>
              </a:ext>
            </a:extLst>
          </p:cNvPr>
          <p:cNvSpPr>
            <a:spLocks noGrp="1"/>
          </p:cNvSpPr>
          <p:nvPr/>
        </p:nvSpPr>
        <p:spPr>
          <a:xfrm>
            <a:off x="6415088" y="3819525"/>
            <a:ext cx="2183606" cy="809625"/>
          </a:xfrm>
          <a:prstGeom prst="rect">
            <a:avLst/>
          </a:prstGeom>
          <a:noFill/>
          <a:ln w="0">
            <a:noFill/>
          </a:ln>
        </p:spPr>
        <p:txBody>
          <a:bodyPr>
            <a:noAutofit/>
          </a:bodyPr>
          <a:lstStyle>
            <a:defPPr>
              <a:defRPr sz="1950" b="0">
                <a:solidFill>
                  <a:srgbClr val="1C3144"/>
                </a:solidFill>
                <a:latin typeface="Calibri"/>
                <a:ea typeface="Calibri"/>
                <a:cs typeface="Calibri"/>
              </a:defRPr>
            </a:defPPr>
            <a:lvl1pPr>
              <a:defRPr sz="1950" b="0">
                <a:solidFill>
                  <a:srgbClr val="1C3144"/>
                </a:solidFill>
                <a:latin typeface="Calibri"/>
                <a:ea typeface="Calibri"/>
                <a:cs typeface="Calibri"/>
              </a:defRPr>
            </a:lvl1pPr>
            <a:lvl2pPr>
              <a:defRPr sz="1950" b="0">
                <a:solidFill>
                  <a:srgbClr val="1C3144"/>
                </a:solidFill>
                <a:latin typeface="Calibri"/>
                <a:ea typeface="Calibri"/>
                <a:cs typeface="Calibri"/>
              </a:defRPr>
            </a:lvl2pPr>
            <a:lvl3pPr>
              <a:defRPr sz="1950" b="0">
                <a:solidFill>
                  <a:srgbClr val="1C3144"/>
                </a:solidFill>
                <a:latin typeface="Calibri"/>
                <a:ea typeface="Calibri"/>
                <a:cs typeface="Calibri"/>
              </a:defRPr>
            </a:lvl3pPr>
            <a:lvl4pPr>
              <a:defRPr sz="1950" b="0">
                <a:solidFill>
                  <a:srgbClr val="1C3144"/>
                </a:solidFill>
                <a:latin typeface="Calibri"/>
                <a:ea typeface="Calibri"/>
                <a:cs typeface="Calibri"/>
              </a:defRPr>
            </a:lvl4pPr>
            <a:lvl5pPr>
              <a:defRPr sz="1950" b="0">
                <a:solidFill>
                  <a:srgbClr val="1C3144"/>
                </a:solidFill>
                <a:latin typeface="Calibri"/>
                <a:ea typeface="Calibri"/>
                <a:cs typeface="Calibri"/>
              </a:defRPr>
            </a:lvl5pPr>
            <a:lvl6pPr>
              <a:defRPr sz="1950" b="0">
                <a:solidFill>
                  <a:srgbClr val="1C3144"/>
                </a:solidFill>
                <a:latin typeface="Calibri"/>
                <a:ea typeface="Calibri"/>
                <a:cs typeface="Calibri"/>
              </a:defRPr>
            </a:lvl6pPr>
            <a:lvl7pPr>
              <a:defRPr sz="1950" b="0">
                <a:solidFill>
                  <a:srgbClr val="1C3144"/>
                </a:solidFill>
                <a:latin typeface="Calibri"/>
                <a:ea typeface="Calibri"/>
                <a:cs typeface="Calibri"/>
              </a:defRPr>
            </a:lvl7pPr>
            <a:lvl8pPr>
              <a:defRPr sz="1950" b="0">
                <a:solidFill>
                  <a:srgbClr val="1C3144"/>
                </a:solidFill>
                <a:latin typeface="Calibri"/>
                <a:ea typeface="Calibri"/>
                <a:cs typeface="Calibri"/>
              </a:defRPr>
            </a:lvl8pPr>
            <a:lvl9pPr>
              <a:defRPr sz="1950" b="0">
                <a:solidFill>
                  <a:srgbClr val="1C3144"/>
                </a:solidFill>
                <a:latin typeface="Calibri"/>
                <a:ea typeface="Calibri"/>
                <a:cs typeface="Calibri"/>
              </a:defRPr>
            </a:lvl9pPr>
          </a:lstStyle>
          <a:p>
            <a:pPr>
              <a:defRPr sz="1950" b="0">
                <a:solidFill>
                  <a:srgbClr val="1C3144"/>
                </a:solidFill>
                <a:latin typeface="Calibri"/>
                <a:ea typeface="Calibri"/>
                <a:cs typeface="Calibri"/>
              </a:defRPr>
            </a:pPr>
            <a:r>
              <a:rPr sz="1950" b="0">
                <a:solidFill>
                  <a:srgbClr val="1C3144"/>
                </a:solidFill>
                <a:latin typeface="Calibri"/>
                <a:ea typeface="Calibri"/>
                <a:cs typeface="Calibri"/>
              </a:rPr>
              <a:t>CONTRACT-01</a:t>
            </a:r>
          </a:p>
        </p:txBody>
      </p:sp>
      <p:sp>
        <p:nvSpPr>
          <p:cNvPr id="16" name="reveal-04-stage">
            <a:extLst>
              <a:ext uri="{FF2B5EF4-FFF2-40B4-BE49-F238E27FC236}">
                <ns2:creationId id="{4CF474BD-5A76-4DFA-A07E-15154E364B9E}"/>
              </a:ext>
              <a:ext uri="{C183D7F6-B498-43B3-948B-1728B52AA6E4}">
                <ns3:decorative val="1"/>
              </a:ext>
            </a:extLst>
          </p:cNvPr>
          <p:cNvSpPr>
            <a:spLocks noGrp="1"/>
          </p:cNvSpPr>
          <p:nvPr/>
        </p:nvSpPr>
        <p:spPr>
          <a:xfrm>
            <a:off x="9084469" y="2762250"/>
            <a:ext cx="2488406" cy="2019300"/>
          </a:xfrm>
          <a:prstGeom prst="rect">
            <a:avLst/>
          </a:prstGeom>
          <a:solidFill>
            <a:srgbClr val="E9F3F0"/>
          </a:solidFill>
          <a:ln w="11430">
            <a:solidFill>
              <a:srgbClr val="C9D5DA"/>
            </a:solidFill>
          </a:ln>
        </p:spPr>
      </p:sp>
      <p:sp>
        <p:nvSpPr>
          <p:cNvPr id="17" name="reveal-04-number">
            <a:extLst>
              <a:ext uri="{FF2B5EF4-FFF2-40B4-BE49-F238E27FC236}">
                <ns2:creationId id="{D199E004-8A3A-430E-8EA1-FF8BB131018C}"/>
              </a:ext>
            </a:extLst>
          </p:cNvPr>
          <p:cNvSpPr>
            <a:spLocks noGrp="1"/>
          </p:cNvSpPr>
          <p:nvPr/>
        </p:nvSpPr>
        <p:spPr>
          <a:xfrm>
            <a:off x="9084469" y="2324100"/>
            <a:ext cx="2488406" cy="333375"/>
          </a:xfrm>
          <a:prstGeom prst="rect">
            <a:avLst/>
          </a:prstGeom>
          <a:noFill/>
          <a:ln w="0">
            <a:noFill/>
          </a:ln>
        </p:spPr>
        <p:txBody>
          <a:bodyPr>
            <a:noAutofit/>
          </a:bodyPr>
          <a:lstStyle>
            <a:defPPr>
              <a:defRPr sz="2025" b="1">
                <a:solidFill>
                  <a:srgbClr val="C94E29"/>
                </a:solidFill>
                <a:latin typeface="Calibri"/>
                <a:ea typeface="Calibri"/>
                <a:cs typeface="Calibri"/>
              </a:defRPr>
            </a:defPPr>
            <a:lvl1pPr>
              <a:defRPr sz="2025" b="1">
                <a:solidFill>
                  <a:srgbClr val="C94E29"/>
                </a:solidFill>
                <a:latin typeface="Calibri"/>
                <a:ea typeface="Calibri"/>
                <a:cs typeface="Calibri"/>
              </a:defRPr>
            </a:lvl1pPr>
            <a:lvl2pPr>
              <a:defRPr sz="2025" b="1">
                <a:solidFill>
                  <a:srgbClr val="C94E29"/>
                </a:solidFill>
                <a:latin typeface="Calibri"/>
                <a:ea typeface="Calibri"/>
                <a:cs typeface="Calibri"/>
              </a:defRPr>
            </a:lvl2pPr>
            <a:lvl3pPr>
              <a:defRPr sz="2025" b="1">
                <a:solidFill>
                  <a:srgbClr val="C94E29"/>
                </a:solidFill>
                <a:latin typeface="Calibri"/>
                <a:ea typeface="Calibri"/>
                <a:cs typeface="Calibri"/>
              </a:defRPr>
            </a:lvl3pPr>
            <a:lvl4pPr>
              <a:defRPr sz="2025" b="1">
                <a:solidFill>
                  <a:srgbClr val="C94E29"/>
                </a:solidFill>
                <a:latin typeface="Calibri"/>
                <a:ea typeface="Calibri"/>
                <a:cs typeface="Calibri"/>
              </a:defRPr>
            </a:lvl4pPr>
            <a:lvl5pPr>
              <a:defRPr sz="2025" b="1">
                <a:solidFill>
                  <a:srgbClr val="C94E29"/>
                </a:solidFill>
                <a:latin typeface="Calibri"/>
                <a:ea typeface="Calibri"/>
                <a:cs typeface="Calibri"/>
              </a:defRPr>
            </a:lvl5pPr>
            <a:lvl6pPr>
              <a:defRPr sz="2025" b="1">
                <a:solidFill>
                  <a:srgbClr val="C94E29"/>
                </a:solidFill>
                <a:latin typeface="Calibri"/>
                <a:ea typeface="Calibri"/>
                <a:cs typeface="Calibri"/>
              </a:defRPr>
            </a:lvl6pPr>
            <a:lvl7pPr>
              <a:defRPr sz="2025" b="1">
                <a:solidFill>
                  <a:srgbClr val="C94E29"/>
                </a:solidFill>
                <a:latin typeface="Calibri"/>
                <a:ea typeface="Calibri"/>
                <a:cs typeface="Calibri"/>
              </a:defRPr>
            </a:lvl7pPr>
            <a:lvl8pPr>
              <a:defRPr sz="2025" b="1">
                <a:solidFill>
                  <a:srgbClr val="C94E29"/>
                </a:solidFill>
                <a:latin typeface="Calibri"/>
                <a:ea typeface="Calibri"/>
                <a:cs typeface="Calibri"/>
              </a:defRPr>
            </a:lvl8pPr>
            <a:lvl9pPr>
              <a:defRPr sz="2025" b="1">
                <a:solidFill>
                  <a:srgbClr val="C94E29"/>
                </a:solidFill>
                <a:latin typeface="Calibri"/>
                <a:ea typeface="Calibri"/>
                <a:cs typeface="Calibri"/>
              </a:defRPr>
            </a:lvl9pPr>
          </a:lstStyle>
          <a:p>
            <a:pPr>
              <a:defRPr sz="2025" b="1">
                <a:solidFill>
                  <a:srgbClr val="C94E29"/>
                </a:solidFill>
                <a:latin typeface="Calibri"/>
                <a:ea typeface="Calibri"/>
                <a:cs typeface="Calibri"/>
              </a:defRPr>
            </a:pPr>
            <a:r>
              <a:rPr sz="2025" b="1">
                <a:solidFill>
                  <a:srgbClr val="C94E29"/>
                </a:solidFill>
                <a:latin typeface="Calibri"/>
                <a:ea typeface="Calibri"/>
                <a:cs typeface="Calibri"/>
              </a:rPr>
              <a:t>04</a:t>
            </a:r>
          </a:p>
        </p:txBody>
      </p:sp>
      <p:sp>
        <p:nvSpPr>
          <p:cNvPr id="18" name="reveal-04-label">
            <a:extLst>
              <a:ext uri="{FF2B5EF4-FFF2-40B4-BE49-F238E27FC236}">
                <ns2:creationId id="{EEA140E5-BF91-4267-83B2-13111A7EB46F}"/>
              </a:ext>
            </a:extLst>
          </p:cNvPr>
          <p:cNvSpPr>
            <a:spLocks noGrp="1"/>
          </p:cNvSpPr>
          <p:nvPr/>
        </p:nvSpPr>
        <p:spPr>
          <a:xfrm>
            <a:off x="9236869" y="2914650"/>
            <a:ext cx="2183606" cy="723900"/>
          </a:xfrm>
          <a:prstGeom prst="rect">
            <a:avLst/>
          </a:prstGeom>
          <a:noFill/>
          <a:ln w="0">
            <a:noFill/>
          </a:ln>
        </p:spPr>
        <p:txBody>
          <a:bodyPr>
            <a:noAutofit/>
          </a:bodyPr>
          <a:lstStyle>
            <a:defPPr>
              <a:defRPr sz="2175" b="1">
                <a:solidFill>
                  <a:srgbClr val="246E63"/>
                </a:solidFill>
                <a:latin typeface="Calibri"/>
                <a:ea typeface="Calibri"/>
                <a:cs typeface="Calibri"/>
              </a:defRPr>
            </a:defPPr>
            <a:lvl1pPr>
              <a:defRPr sz="2175" b="1">
                <a:solidFill>
                  <a:srgbClr val="246E63"/>
                </a:solidFill>
                <a:latin typeface="Calibri"/>
                <a:ea typeface="Calibri"/>
                <a:cs typeface="Calibri"/>
              </a:defRPr>
            </a:lvl1pPr>
            <a:lvl2pPr>
              <a:defRPr sz="2175" b="1">
                <a:solidFill>
                  <a:srgbClr val="246E63"/>
                </a:solidFill>
                <a:latin typeface="Calibri"/>
                <a:ea typeface="Calibri"/>
                <a:cs typeface="Calibri"/>
              </a:defRPr>
            </a:lvl2pPr>
            <a:lvl3pPr>
              <a:defRPr sz="2175" b="1">
                <a:solidFill>
                  <a:srgbClr val="246E63"/>
                </a:solidFill>
                <a:latin typeface="Calibri"/>
                <a:ea typeface="Calibri"/>
                <a:cs typeface="Calibri"/>
              </a:defRPr>
            </a:lvl3pPr>
            <a:lvl4pPr>
              <a:defRPr sz="2175" b="1">
                <a:solidFill>
                  <a:srgbClr val="246E63"/>
                </a:solidFill>
                <a:latin typeface="Calibri"/>
                <a:ea typeface="Calibri"/>
                <a:cs typeface="Calibri"/>
              </a:defRPr>
            </a:lvl4pPr>
            <a:lvl5pPr>
              <a:defRPr sz="2175" b="1">
                <a:solidFill>
                  <a:srgbClr val="246E63"/>
                </a:solidFill>
                <a:latin typeface="Calibri"/>
                <a:ea typeface="Calibri"/>
                <a:cs typeface="Calibri"/>
              </a:defRPr>
            </a:lvl5pPr>
            <a:lvl6pPr>
              <a:defRPr sz="2175" b="1">
                <a:solidFill>
                  <a:srgbClr val="246E63"/>
                </a:solidFill>
                <a:latin typeface="Calibri"/>
                <a:ea typeface="Calibri"/>
                <a:cs typeface="Calibri"/>
              </a:defRPr>
            </a:lvl6pPr>
            <a:lvl7pPr>
              <a:defRPr sz="2175" b="1">
                <a:solidFill>
                  <a:srgbClr val="246E63"/>
                </a:solidFill>
                <a:latin typeface="Calibri"/>
                <a:ea typeface="Calibri"/>
                <a:cs typeface="Calibri"/>
              </a:defRPr>
            </a:lvl7pPr>
            <a:lvl8pPr>
              <a:defRPr sz="2175" b="1">
                <a:solidFill>
                  <a:srgbClr val="246E63"/>
                </a:solidFill>
                <a:latin typeface="Calibri"/>
                <a:ea typeface="Calibri"/>
                <a:cs typeface="Calibri"/>
              </a:defRPr>
            </a:lvl8pPr>
            <a:lvl9pPr>
              <a:defRPr sz="2175" b="1">
                <a:solidFill>
                  <a:srgbClr val="246E63"/>
                </a:solidFill>
                <a:latin typeface="Calibri"/>
                <a:ea typeface="Calibri"/>
                <a:cs typeface="Calibri"/>
              </a:defRPr>
            </a:lvl9pPr>
          </a:lstStyle>
          <a:p>
            <a:pPr>
              <a:defRPr sz="2175" b="1">
                <a:solidFill>
                  <a:srgbClr val="246E63"/>
                </a:solidFill>
                <a:latin typeface="Calibri"/>
                <a:ea typeface="Calibri"/>
                <a:cs typeface="Calibri"/>
              </a:defRPr>
            </a:pPr>
            <a:r>
              <a:rPr sz="2175" b="1">
                <a:solidFill>
                  <a:srgbClr val="246E63"/>
                </a:solidFill>
                <a:latin typeface="Calibri"/>
                <a:ea typeface="Calibri"/>
                <a:cs typeface="Calibri"/>
              </a:rPr>
              <a:t>Answer</a:t>
            </a:r>
          </a:p>
        </p:txBody>
      </p:sp>
      <p:sp>
        <p:nvSpPr>
          <p:cNvPr id="19" name="reveal-04-detail">
            <a:extLst>
              <a:ext uri="{FF2B5EF4-FFF2-40B4-BE49-F238E27FC236}">
                <ns2:creationId id="{25B0D46A-B29A-4393-8090-815360F13119}"/>
              </a:ext>
            </a:extLst>
          </p:cNvPr>
          <p:cNvSpPr>
            <a:spLocks noGrp="1"/>
          </p:cNvSpPr>
          <p:nvPr/>
        </p:nvSpPr>
        <p:spPr>
          <a:xfrm>
            <a:off x="9236869" y="3819525"/>
            <a:ext cx="2183606" cy="809625"/>
          </a:xfrm>
          <a:prstGeom prst="rect">
            <a:avLst/>
          </a:prstGeom>
          <a:noFill/>
          <a:ln w="0">
            <a:noFill/>
          </a:ln>
        </p:spPr>
        <p:txBody>
          <a:bodyPr>
            <a:noAutofit/>
          </a:bodyPr>
          <a:lstStyle>
            <a:defPPr>
              <a:defRPr sz="1950" b="0">
                <a:solidFill>
                  <a:srgbClr val="1C3144"/>
                </a:solidFill>
                <a:latin typeface="Calibri"/>
                <a:ea typeface="Calibri"/>
                <a:cs typeface="Calibri"/>
              </a:defRPr>
            </a:defPPr>
            <a:lvl1pPr>
              <a:defRPr sz="1950" b="0">
                <a:solidFill>
                  <a:srgbClr val="1C3144"/>
                </a:solidFill>
                <a:latin typeface="Calibri"/>
                <a:ea typeface="Calibri"/>
                <a:cs typeface="Calibri"/>
              </a:defRPr>
            </a:lvl1pPr>
            <a:lvl2pPr>
              <a:defRPr sz="1950" b="0">
                <a:solidFill>
                  <a:srgbClr val="1C3144"/>
                </a:solidFill>
                <a:latin typeface="Calibri"/>
                <a:ea typeface="Calibri"/>
                <a:cs typeface="Calibri"/>
              </a:defRPr>
            </a:lvl2pPr>
            <a:lvl3pPr>
              <a:defRPr sz="1950" b="0">
                <a:solidFill>
                  <a:srgbClr val="1C3144"/>
                </a:solidFill>
                <a:latin typeface="Calibri"/>
                <a:ea typeface="Calibri"/>
                <a:cs typeface="Calibri"/>
              </a:defRPr>
            </a:lvl3pPr>
            <a:lvl4pPr>
              <a:defRPr sz="1950" b="0">
                <a:solidFill>
                  <a:srgbClr val="1C3144"/>
                </a:solidFill>
                <a:latin typeface="Calibri"/>
                <a:ea typeface="Calibri"/>
                <a:cs typeface="Calibri"/>
              </a:defRPr>
            </a:lvl4pPr>
            <a:lvl5pPr>
              <a:defRPr sz="1950" b="0">
                <a:solidFill>
                  <a:srgbClr val="1C3144"/>
                </a:solidFill>
                <a:latin typeface="Calibri"/>
                <a:ea typeface="Calibri"/>
                <a:cs typeface="Calibri"/>
              </a:defRPr>
            </a:lvl5pPr>
            <a:lvl6pPr>
              <a:defRPr sz="1950" b="0">
                <a:solidFill>
                  <a:srgbClr val="1C3144"/>
                </a:solidFill>
                <a:latin typeface="Calibri"/>
                <a:ea typeface="Calibri"/>
                <a:cs typeface="Calibri"/>
              </a:defRPr>
            </a:lvl6pPr>
            <a:lvl7pPr>
              <a:defRPr sz="1950" b="0">
                <a:solidFill>
                  <a:srgbClr val="1C3144"/>
                </a:solidFill>
                <a:latin typeface="Calibri"/>
                <a:ea typeface="Calibri"/>
                <a:cs typeface="Calibri"/>
              </a:defRPr>
            </a:lvl7pPr>
            <a:lvl8pPr>
              <a:defRPr sz="1950" b="0">
                <a:solidFill>
                  <a:srgbClr val="1C3144"/>
                </a:solidFill>
                <a:latin typeface="Calibri"/>
                <a:ea typeface="Calibri"/>
                <a:cs typeface="Calibri"/>
              </a:defRPr>
            </a:lvl8pPr>
            <a:lvl9pPr>
              <a:defRPr sz="1950" b="0">
                <a:solidFill>
                  <a:srgbClr val="1C3144"/>
                </a:solidFill>
                <a:latin typeface="Calibri"/>
                <a:ea typeface="Calibri"/>
                <a:cs typeface="Calibri"/>
              </a:defRPr>
            </a:lvl9pPr>
          </a:lstStyle>
          <a:p>
            <a:pPr>
              <a:defRPr sz="1950" b="0">
                <a:solidFill>
                  <a:srgbClr val="1C3144"/>
                </a:solidFill>
                <a:latin typeface="Calibri"/>
                <a:ea typeface="Calibri"/>
                <a:cs typeface="Calibri"/>
              </a:defRPr>
            </a:pPr>
            <a:r>
              <a:rPr sz="1950" b="0">
                <a:solidFill>
                  <a:srgbClr val="1C3144"/>
                </a:solidFill>
                <a:latin typeface="Calibri"/>
                <a:ea typeface="Calibri"/>
                <a:cs typeface="Calibri"/>
              </a:rPr>
              <a:t>Permitted sources only</a:t>
            </a:r>
          </a:p>
        </p:txBody>
      </p:sp>
      <p:sp>
        <p:nvSpPr>
          <p:cNvPr id="23" name="text-258">
            <a:extLst>
              <a:ext uri="{FF2B5EF4-FFF2-40B4-BE49-F238E27FC236}">
                <ns2:creationId id="{14A8B7F9-2FC7-494F-979A-324F09386995}"/>
              </a:ext>
            </a:extLst>
          </p:cNvPr>
          <p:cNvSpPr>
            <a:spLocks noGrp="1"/>
          </p:cNvSpPr>
          <p:nvPr/>
        </p:nvSpPr>
        <p:spPr>
          <a:xfrm>
            <a:off x="619125" y="5848350"/>
            <a:ext cx="10953750" cy="590550"/>
          </a:xfrm>
          <a:prstGeom prst="rect">
            <a:avLst/>
          </a:prstGeom>
          <a:noFill/>
          <a:ln w="0">
            <a:noFill/>
          </a:ln>
        </p:spPr>
        <p:txBody>
          <a:bodyPr>
            <a:noAutofit/>
          </a:bodyPr>
          <a:lstStyle>
            <a:defPPr>
              <a:defRPr sz="1725" b="0">
                <a:solidFill>
                  <a:srgbClr val="536474"/>
                </a:solidFill>
                <a:latin typeface="Calibri"/>
                <a:ea typeface="Calibri"/>
                <a:cs typeface="Calibri"/>
              </a:defRPr>
            </a:defPPr>
            <a:lvl1pPr>
              <a:defRPr sz="1725" b="0">
                <a:solidFill>
                  <a:srgbClr val="536474"/>
                </a:solidFill>
                <a:latin typeface="Calibri"/>
                <a:ea typeface="Calibri"/>
                <a:cs typeface="Calibri"/>
              </a:defRPr>
            </a:lvl1pPr>
            <a:lvl2pPr>
              <a:defRPr sz="1725" b="0">
                <a:solidFill>
                  <a:srgbClr val="536474"/>
                </a:solidFill>
                <a:latin typeface="Calibri"/>
                <a:ea typeface="Calibri"/>
                <a:cs typeface="Calibri"/>
              </a:defRPr>
            </a:lvl2pPr>
            <a:lvl3pPr>
              <a:defRPr sz="1725" b="0">
                <a:solidFill>
                  <a:srgbClr val="536474"/>
                </a:solidFill>
                <a:latin typeface="Calibri"/>
                <a:ea typeface="Calibri"/>
                <a:cs typeface="Calibri"/>
              </a:defRPr>
            </a:lvl3pPr>
            <a:lvl4pPr>
              <a:defRPr sz="1725" b="0">
                <a:solidFill>
                  <a:srgbClr val="536474"/>
                </a:solidFill>
                <a:latin typeface="Calibri"/>
                <a:ea typeface="Calibri"/>
                <a:cs typeface="Calibri"/>
              </a:defRPr>
            </a:lvl4pPr>
            <a:lvl5pPr>
              <a:defRPr sz="1725" b="0">
                <a:solidFill>
                  <a:srgbClr val="536474"/>
                </a:solidFill>
                <a:latin typeface="Calibri"/>
                <a:ea typeface="Calibri"/>
                <a:cs typeface="Calibri"/>
              </a:defRPr>
            </a:lvl5pPr>
            <a:lvl6pPr>
              <a:defRPr sz="1725" b="0">
                <a:solidFill>
                  <a:srgbClr val="536474"/>
                </a:solidFill>
                <a:latin typeface="Calibri"/>
                <a:ea typeface="Calibri"/>
                <a:cs typeface="Calibri"/>
              </a:defRPr>
            </a:lvl6pPr>
            <a:lvl7pPr>
              <a:defRPr sz="1725" b="0">
                <a:solidFill>
                  <a:srgbClr val="536474"/>
                </a:solidFill>
                <a:latin typeface="Calibri"/>
                <a:ea typeface="Calibri"/>
                <a:cs typeface="Calibri"/>
              </a:defRPr>
            </a:lvl7pPr>
            <a:lvl8pPr>
              <a:defRPr sz="1725" b="0">
                <a:solidFill>
                  <a:srgbClr val="536474"/>
                </a:solidFill>
                <a:latin typeface="Calibri"/>
                <a:ea typeface="Calibri"/>
                <a:cs typeface="Calibri"/>
              </a:defRPr>
            </a:lvl8pPr>
            <a:lvl9pPr>
              <a:defRPr sz="1725" b="0">
                <a:solidFill>
                  <a:srgbClr val="536474"/>
                </a:solidFill>
                <a:latin typeface="Calibri"/>
                <a:ea typeface="Calibri"/>
                <a:cs typeface="Calibri"/>
              </a:defRPr>
            </a:lvl9pPr>
          </a:lstStyle>
          <a:p>
            <a:pPr>
              <a:defRPr sz="1725" b="0">
                <a:solidFill>
                  <a:srgbClr val="536474"/>
                </a:solidFill>
                <a:latin typeface="Calibri"/>
                <a:ea typeface="Calibri"/>
                <a:cs typeface="Calibri"/>
              </a:defRPr>
            </a:pPr>
            <a:r>
              <a:rPr sz="1725" b="0">
                <a:solidFill>
                  <a:srgbClr val="536474"/>
                </a:solidFill>
                <a:latin typeface="Calibri"/>
                <a:ea typeface="Calibri"/>
                <a:cs typeface="Calibri"/>
              </a:rPr>
              <a:t>OTHER-02 remains restricted. Source and derived access need maintenance and tests.</a:t>
            </a:r>
          </a:p>
        </p:txBody>
      </p:sp>
      <p:sp>
        <p:nvSpPr>
          <p:cNvPr id="3" name="text-254">
            <a:extLst>
              <a:ext uri="{FF2B5EF4-FFF2-40B4-BE49-F238E27FC236}">
                <ns2:creationId id="{4519A6AA-D206-4789-BF92-9EAF8E743540}"/>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11   7</a:t>
            </a:r>
          </a:p>
        </p:txBody>
      </p:sp>
    </p:spTree>
    <p:extLst>
      <p:ext uri="{BB962C8B-B14F-4D97-AF65-F5344CB8AC3E}">
        <ns4:creationId val="539268680"/>
      </p:ext>
    </p:extLst>
  </p:cSld>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300"/>
                                        <p:tgtEl>
                                          <p:spTgt spid="4"/>
                                        </p:tgtEl>
                                      </p:cBhvr>
                                    </p:animEffect>
                                  </p:childTnLst>
                                </p:cTn>
                              </p:par>
                              <p:par>
                                <p:cTn id="8" presetID="10" presetClass="entr" presetSubtype="0" fill="hold" nodeType="click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300"/>
                                        <p:tgtEl>
                                          <p:spTgt spid="5"/>
                                        </p:tgtEl>
                                      </p:cBhvr>
                                    </p:animEffect>
                                  </p:childTnLst>
                                </p:cTn>
                              </p:par>
                              <p:par>
                                <p:cTn id="11" presetID="10" presetClass="entr" presetSubtype="0" fill="hold" nodeType="click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300"/>
                                        <p:tgtEl>
                                          <p:spTgt spid="6"/>
                                        </p:tgtEl>
                                      </p:cBhvr>
                                    </p:animEffect>
                                  </p:childTnLst>
                                </p:cTn>
                              </p:par>
                              <p:par>
                                <p:cTn id="14" presetID="10" presetClass="entr" presetSubtype="0" fill="hold" nodeType="click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300"/>
                                        <p:tgtEl>
                                          <p:spTgt spid="7"/>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20"/>
                                        </p:tgtEl>
                                        <p:attrNameLst>
                                          <p:attrName>style.visibility</p:attrName>
                                        </p:attrNameLst>
                                      </p:cBhvr>
                                      <p:to>
                                        <p:strVal val="visible"/>
                                      </p:to>
                                    </p:set>
                                    <p:animEffect transition="in" filter="fade">
                                      <p:cBhvr>
                                        <p:cTn id="21" dur="300"/>
                                        <p:tgtEl>
                                          <p:spTgt spid="20"/>
                                        </p:tgtEl>
                                      </p:cBhvr>
                                    </p:animEffect>
                                  </p:childTnLst>
                                </p:cTn>
                              </p:par>
                              <p:par>
                                <p:cTn id="22" presetID="10" presetClass="entr" presetSubtype="0" fill="hold" nodeType="clickEffect">
                                  <p:stCondLst>
                                    <p:cond delay="0"/>
                                  </p:stCondLst>
                                  <p:childTnLst>
                                    <p:set>
                                      <p:cBhvr>
                                        <p:cTn id="23" dur="1" fill="hold">
                                          <p:stCondLst>
                                            <p:cond delay="0"/>
                                          </p:stCondLst>
                                        </p:cTn>
                                        <p:tgtEl>
                                          <p:spTgt spid="8"/>
                                        </p:tgtEl>
                                        <p:attrNameLst>
                                          <p:attrName>style.visibility</p:attrName>
                                        </p:attrNameLst>
                                      </p:cBhvr>
                                      <p:to>
                                        <p:strVal val="visible"/>
                                      </p:to>
                                    </p:set>
                                    <p:animEffect transition="in" filter="fade">
                                      <p:cBhvr>
                                        <p:cTn id="24" dur="300"/>
                                        <p:tgtEl>
                                          <p:spTgt spid="8"/>
                                        </p:tgtEl>
                                      </p:cBhvr>
                                    </p:animEffect>
                                  </p:childTnLst>
                                </p:cTn>
                              </p:par>
                              <p:par>
                                <p:cTn id="25" presetID="10" presetClass="entr" presetSubtype="0" fill="hold" nodeType="click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fade">
                                      <p:cBhvr>
                                        <p:cTn id="27" dur="300"/>
                                        <p:tgtEl>
                                          <p:spTgt spid="9"/>
                                        </p:tgtEl>
                                      </p:cBhvr>
                                    </p:animEffect>
                                  </p:childTnLst>
                                </p:cTn>
                              </p:par>
                              <p:par>
                                <p:cTn id="28" presetID="10" presetClass="entr" presetSubtype="0" fill="hold" nodeType="clickEffect">
                                  <p:stCondLst>
                                    <p:cond delay="0"/>
                                  </p:stCondLst>
                                  <p:childTnLst>
                                    <p:set>
                                      <p:cBhvr>
                                        <p:cTn id="29" dur="1" fill="hold">
                                          <p:stCondLst>
                                            <p:cond delay="0"/>
                                          </p:stCondLst>
                                        </p:cTn>
                                        <p:tgtEl>
                                          <p:spTgt spid="10"/>
                                        </p:tgtEl>
                                        <p:attrNameLst>
                                          <p:attrName>style.visibility</p:attrName>
                                        </p:attrNameLst>
                                      </p:cBhvr>
                                      <p:to>
                                        <p:strVal val="visible"/>
                                      </p:to>
                                    </p:set>
                                    <p:animEffect transition="in" filter="fade">
                                      <p:cBhvr>
                                        <p:cTn id="30" dur="300"/>
                                        <p:tgtEl>
                                          <p:spTgt spid="10"/>
                                        </p:tgtEl>
                                      </p:cBhvr>
                                    </p:animEffect>
                                  </p:childTnLst>
                                </p:cTn>
                              </p:par>
                              <p:par>
                                <p:cTn id="31" presetID="10" presetClass="entr" presetSubtype="0" fill="hold" nodeType="clickEffect">
                                  <p:stCondLst>
                                    <p:cond delay="0"/>
                                  </p:stCondLst>
                                  <p:childTnLst>
                                    <p:set>
                                      <p:cBhvr>
                                        <p:cTn id="32" dur="1" fill="hold">
                                          <p:stCondLst>
                                            <p:cond delay="0"/>
                                          </p:stCondLst>
                                        </p:cTn>
                                        <p:tgtEl>
                                          <p:spTgt spid="11"/>
                                        </p:tgtEl>
                                        <p:attrNameLst>
                                          <p:attrName>style.visibility</p:attrName>
                                        </p:attrNameLst>
                                      </p:cBhvr>
                                      <p:to>
                                        <p:strVal val="visible"/>
                                      </p:to>
                                    </p:set>
                                    <p:animEffect transition="in" filter="fade">
                                      <p:cBhvr>
                                        <p:cTn id="33" dur="300"/>
                                        <p:tgtEl>
                                          <p:spTgt spid="11"/>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nodeType="clickEffect">
                                  <p:stCondLst>
                                    <p:cond delay="0"/>
                                  </p:stCondLst>
                                  <p:childTnLst>
                                    <p:set>
                                      <p:cBhvr>
                                        <p:cTn id="37" dur="1" fill="hold">
                                          <p:stCondLst>
                                            <p:cond delay="0"/>
                                          </p:stCondLst>
                                        </p:cTn>
                                        <p:tgtEl>
                                          <p:spTgt spid="21"/>
                                        </p:tgtEl>
                                        <p:attrNameLst>
                                          <p:attrName>style.visibility</p:attrName>
                                        </p:attrNameLst>
                                      </p:cBhvr>
                                      <p:to>
                                        <p:strVal val="visible"/>
                                      </p:to>
                                    </p:set>
                                    <p:animEffect transition="in" filter="fade">
                                      <p:cBhvr>
                                        <p:cTn id="38" dur="300"/>
                                        <p:tgtEl>
                                          <p:spTgt spid="21"/>
                                        </p:tgtEl>
                                      </p:cBhvr>
                                    </p:animEffect>
                                  </p:childTnLst>
                                </p:cTn>
                              </p:par>
                              <p:par>
                                <p:cTn id="39" presetID="10" presetClass="entr" presetSubtype="0" fill="hold" nodeType="clickEffect">
                                  <p:stCondLst>
                                    <p:cond delay="0"/>
                                  </p:stCondLst>
                                  <p:childTnLst>
                                    <p:set>
                                      <p:cBhvr>
                                        <p:cTn id="40" dur="1" fill="hold">
                                          <p:stCondLst>
                                            <p:cond delay="0"/>
                                          </p:stCondLst>
                                        </p:cTn>
                                        <p:tgtEl>
                                          <p:spTgt spid="12"/>
                                        </p:tgtEl>
                                        <p:attrNameLst>
                                          <p:attrName>style.visibility</p:attrName>
                                        </p:attrNameLst>
                                      </p:cBhvr>
                                      <p:to>
                                        <p:strVal val="visible"/>
                                      </p:to>
                                    </p:set>
                                    <p:animEffect transition="in" filter="fade">
                                      <p:cBhvr>
                                        <p:cTn id="41" dur="300"/>
                                        <p:tgtEl>
                                          <p:spTgt spid="12"/>
                                        </p:tgtEl>
                                      </p:cBhvr>
                                    </p:animEffect>
                                  </p:childTnLst>
                                </p:cTn>
                              </p:par>
                              <p:par>
                                <p:cTn id="42" presetID="10" presetClass="entr" presetSubtype="0" fill="hold" nodeType="clickEffect">
                                  <p:stCondLst>
                                    <p:cond delay="0"/>
                                  </p:stCondLst>
                                  <p:childTnLst>
                                    <p:set>
                                      <p:cBhvr>
                                        <p:cTn id="43" dur="1" fill="hold">
                                          <p:stCondLst>
                                            <p:cond delay="0"/>
                                          </p:stCondLst>
                                        </p:cTn>
                                        <p:tgtEl>
                                          <p:spTgt spid="13"/>
                                        </p:tgtEl>
                                        <p:attrNameLst>
                                          <p:attrName>style.visibility</p:attrName>
                                        </p:attrNameLst>
                                      </p:cBhvr>
                                      <p:to>
                                        <p:strVal val="visible"/>
                                      </p:to>
                                    </p:set>
                                    <p:animEffect transition="in" filter="fade">
                                      <p:cBhvr>
                                        <p:cTn id="44" dur="300"/>
                                        <p:tgtEl>
                                          <p:spTgt spid="13"/>
                                        </p:tgtEl>
                                      </p:cBhvr>
                                    </p:animEffect>
                                  </p:childTnLst>
                                </p:cTn>
                              </p:par>
                              <p:par>
                                <p:cTn id="45" presetID="10" presetClass="entr" presetSubtype="0" fill="hold" nodeType="clickEffect">
                                  <p:stCondLst>
                                    <p:cond delay="0"/>
                                  </p:stCondLst>
                                  <p:childTnLst>
                                    <p:set>
                                      <p:cBhvr>
                                        <p:cTn id="46" dur="1" fill="hold">
                                          <p:stCondLst>
                                            <p:cond delay="0"/>
                                          </p:stCondLst>
                                        </p:cTn>
                                        <p:tgtEl>
                                          <p:spTgt spid="14"/>
                                        </p:tgtEl>
                                        <p:attrNameLst>
                                          <p:attrName>style.visibility</p:attrName>
                                        </p:attrNameLst>
                                      </p:cBhvr>
                                      <p:to>
                                        <p:strVal val="visible"/>
                                      </p:to>
                                    </p:set>
                                    <p:animEffect transition="in" filter="fade">
                                      <p:cBhvr>
                                        <p:cTn id="47" dur="300"/>
                                        <p:tgtEl>
                                          <p:spTgt spid="14"/>
                                        </p:tgtEl>
                                      </p:cBhvr>
                                    </p:animEffect>
                                  </p:childTnLst>
                                </p:cTn>
                              </p:par>
                              <p:par>
                                <p:cTn id="48" presetID="10" presetClass="entr" presetSubtype="0" fill="hold" nodeType="clickEffect">
                                  <p:stCondLst>
                                    <p:cond delay="0"/>
                                  </p:stCondLst>
                                  <p:childTnLst>
                                    <p:set>
                                      <p:cBhvr>
                                        <p:cTn id="49" dur="1" fill="hold">
                                          <p:stCondLst>
                                            <p:cond delay="0"/>
                                          </p:stCondLst>
                                        </p:cTn>
                                        <p:tgtEl>
                                          <p:spTgt spid="15"/>
                                        </p:tgtEl>
                                        <p:attrNameLst>
                                          <p:attrName>style.visibility</p:attrName>
                                        </p:attrNameLst>
                                      </p:cBhvr>
                                      <p:to>
                                        <p:strVal val="visible"/>
                                      </p:to>
                                    </p:set>
                                    <p:animEffect transition="in" filter="fade">
                                      <p:cBhvr>
                                        <p:cTn id="50" dur="300"/>
                                        <p:tgtEl>
                                          <p:spTgt spid="15"/>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nodeType="clickEffect">
                                  <p:stCondLst>
                                    <p:cond delay="0"/>
                                  </p:stCondLst>
                                  <p:childTnLst>
                                    <p:set>
                                      <p:cBhvr>
                                        <p:cTn id="54" dur="1" fill="hold">
                                          <p:stCondLst>
                                            <p:cond delay="0"/>
                                          </p:stCondLst>
                                        </p:cTn>
                                        <p:tgtEl>
                                          <p:spTgt spid="22"/>
                                        </p:tgtEl>
                                        <p:attrNameLst>
                                          <p:attrName>style.visibility</p:attrName>
                                        </p:attrNameLst>
                                      </p:cBhvr>
                                      <p:to>
                                        <p:strVal val="visible"/>
                                      </p:to>
                                    </p:set>
                                    <p:animEffect transition="in" filter="fade">
                                      <p:cBhvr>
                                        <p:cTn id="55" dur="300"/>
                                        <p:tgtEl>
                                          <p:spTgt spid="22"/>
                                        </p:tgtEl>
                                      </p:cBhvr>
                                    </p:animEffect>
                                  </p:childTnLst>
                                </p:cTn>
                              </p:par>
                              <p:par>
                                <p:cTn id="56" presetID="10" presetClass="entr" presetSubtype="0" fill="hold" nodeType="clickEffect">
                                  <p:stCondLst>
                                    <p:cond delay="0"/>
                                  </p:stCondLst>
                                  <p:childTnLst>
                                    <p:set>
                                      <p:cBhvr>
                                        <p:cTn id="57" dur="1" fill="hold">
                                          <p:stCondLst>
                                            <p:cond delay="0"/>
                                          </p:stCondLst>
                                        </p:cTn>
                                        <p:tgtEl>
                                          <p:spTgt spid="16"/>
                                        </p:tgtEl>
                                        <p:attrNameLst>
                                          <p:attrName>style.visibility</p:attrName>
                                        </p:attrNameLst>
                                      </p:cBhvr>
                                      <p:to>
                                        <p:strVal val="visible"/>
                                      </p:to>
                                    </p:set>
                                    <p:animEffect transition="in" filter="fade">
                                      <p:cBhvr>
                                        <p:cTn id="58" dur="300"/>
                                        <p:tgtEl>
                                          <p:spTgt spid="16"/>
                                        </p:tgtEl>
                                      </p:cBhvr>
                                    </p:animEffect>
                                  </p:childTnLst>
                                </p:cTn>
                              </p:par>
                              <p:par>
                                <p:cTn id="59" presetID="10" presetClass="entr" presetSubtype="0" fill="hold" nodeType="clickEffect">
                                  <p:stCondLst>
                                    <p:cond delay="0"/>
                                  </p:stCondLst>
                                  <p:childTnLst>
                                    <p:set>
                                      <p:cBhvr>
                                        <p:cTn id="60" dur="1" fill="hold">
                                          <p:stCondLst>
                                            <p:cond delay="0"/>
                                          </p:stCondLst>
                                        </p:cTn>
                                        <p:tgtEl>
                                          <p:spTgt spid="17"/>
                                        </p:tgtEl>
                                        <p:attrNameLst>
                                          <p:attrName>style.visibility</p:attrName>
                                        </p:attrNameLst>
                                      </p:cBhvr>
                                      <p:to>
                                        <p:strVal val="visible"/>
                                      </p:to>
                                    </p:set>
                                    <p:animEffect transition="in" filter="fade">
                                      <p:cBhvr>
                                        <p:cTn id="61" dur="300"/>
                                        <p:tgtEl>
                                          <p:spTgt spid="17"/>
                                        </p:tgtEl>
                                      </p:cBhvr>
                                    </p:animEffect>
                                  </p:childTnLst>
                                </p:cTn>
                              </p:par>
                              <p:par>
                                <p:cTn id="62" presetID="10" presetClass="entr" presetSubtype="0" fill="hold" nodeType="clickEffect">
                                  <p:stCondLst>
                                    <p:cond delay="0"/>
                                  </p:stCondLst>
                                  <p:childTnLst>
                                    <p:set>
                                      <p:cBhvr>
                                        <p:cTn id="63" dur="1" fill="hold">
                                          <p:stCondLst>
                                            <p:cond delay="0"/>
                                          </p:stCondLst>
                                        </p:cTn>
                                        <p:tgtEl>
                                          <p:spTgt spid="18"/>
                                        </p:tgtEl>
                                        <p:attrNameLst>
                                          <p:attrName>style.visibility</p:attrName>
                                        </p:attrNameLst>
                                      </p:cBhvr>
                                      <p:to>
                                        <p:strVal val="visible"/>
                                      </p:to>
                                    </p:set>
                                    <p:animEffect transition="in" filter="fade">
                                      <p:cBhvr>
                                        <p:cTn id="64" dur="300"/>
                                        <p:tgtEl>
                                          <p:spTgt spid="18"/>
                                        </p:tgtEl>
                                      </p:cBhvr>
                                    </p:animEffect>
                                  </p:childTnLst>
                                </p:cTn>
                              </p:par>
                              <p:par>
                                <p:cTn id="65" presetID="10" presetClass="entr" presetSubtype="0" fill="hold" nodeType="clickEffect">
                                  <p:stCondLst>
                                    <p:cond delay="0"/>
                                  </p:stCondLst>
                                  <p:childTnLst>
                                    <p:set>
                                      <p:cBhvr>
                                        <p:cTn id="66" dur="1" fill="hold">
                                          <p:stCondLst>
                                            <p:cond delay="0"/>
                                          </p:stCondLst>
                                        </p:cTn>
                                        <p:tgtEl>
                                          <p:spTgt spid="19"/>
                                        </p:tgtEl>
                                        <p:attrNameLst>
                                          <p:attrName>style.visibility</p:attrName>
                                        </p:attrNameLst>
                                      </p:cBhvr>
                                      <p:to>
                                        <p:strVal val="visible"/>
                                      </p:to>
                                    </p:set>
                                    <p:animEffect transition="in" filter="fade">
                                      <p:cBhvr>
                                        <p:cTn id="67" dur="3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ns2="http://schemas.microsoft.com/office/drawing/2014/main" xmlns:ns3="http://schemas.microsoft.com/office/powerpoint/2010/main" xmlns:p="http://schemas.openxmlformats.org/presentationml/2006/main">
  <p:cSld name="Prompt injection and tool misuse">
    <p:bg>
      <p:bgPr>
        <a:solidFill>
          <a:srgbClr val="FFFFFF"/>
        </a:solidFill>
      </p:bgPr>
    </p:bg>
    <p:spTree>
      <p:nvGrpSpPr>
        <p:cNvPr id="1" name=""/>
        <p:cNvGrpSpPr/>
        <p:nvPr/>
      </p:nvGrpSpPr>
      <p:grpSpPr>
        <a:xfrm/>
      </p:grpSpPr>
      <p:sp>
        <p:nvSpPr>
          <p:cNvPr id="10" name="text-259">
            <a:extLst>
              <a:ext uri="{FF2B5EF4-FFF2-40B4-BE49-F238E27FC236}">
                <ns2:creationId id="{E942F22E-06D5-4A2B-89D3-DA2E8920C0A5}"/>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11</a:t>
            </a:r>
          </a:p>
        </p:txBody>
      </p:sp>
      <p:sp>
        <p:nvSpPr>
          <p:cNvPr id="2" name="text-260">
            <a:extLst>
              <a:ext uri="{FF2B5EF4-FFF2-40B4-BE49-F238E27FC236}">
                <ns2:creationId id="{9D507D63-D529-4C82-AA55-2E79BC93911B}"/>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Prompt injection and tool misuse</a:t>
            </a:r>
          </a:p>
        </p:txBody>
      </p:sp>
      <p:sp>
        <p:nvSpPr>
          <p:cNvPr id="4" name="text-262">
            <a:extLst>
              <a:ext uri="{FF2B5EF4-FFF2-40B4-BE49-F238E27FC236}">
                <ns2:creationId id="{2CC925A3-B5A7-4D0F-84FC-C894CA946C10}"/>
              </a:ext>
            </a:extLst>
          </p:cNvPr>
          <p:cNvSpPr>
            <a:spLocks noGrp="1"/>
          </p:cNvSpPr>
          <p:nvPr/>
        </p:nvSpPr>
        <p:spPr>
          <a:xfrm>
            <a:off x="619125" y="194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01</a:t>
            </a:r>
          </a:p>
        </p:txBody>
      </p:sp>
      <p:sp>
        <p:nvSpPr>
          <p:cNvPr id="5" name="text-263">
            <a:extLst>
              <a:ext uri="{FF2B5EF4-FFF2-40B4-BE49-F238E27FC236}">
                <ns2:creationId id="{50263F62-09E0-4F86-BDAA-3119E43B0CED}"/>
              </a:ext>
            </a:extLst>
          </p:cNvPr>
          <p:cNvSpPr>
            <a:spLocks noGrp="1"/>
          </p:cNvSpPr>
          <p:nvPr/>
        </p:nvSpPr>
        <p:spPr>
          <a:xfrm>
            <a:off x="1285875" y="1943100"/>
            <a:ext cx="6564125" cy="11557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A retrieved document can contain instructions.</a:t>
            </a:r>
          </a:p>
        </p:txBody>
      </p:sp>
      <p:sp>
        <p:nvSpPr>
          <p:cNvPr id="6" name="text-264">
            <a:extLst>
              <a:ext uri="{FF2B5EF4-FFF2-40B4-BE49-F238E27FC236}">
                <ns2:creationId id="{9385EC54-D067-4B29-BC56-6AEF2E3EC0B6}"/>
              </a:ext>
            </a:extLst>
          </p:cNvPr>
          <p:cNvSpPr>
            <a:spLocks noGrp="1"/>
          </p:cNvSpPr>
          <p:nvPr/>
        </p:nvSpPr>
        <p:spPr>
          <a:xfrm>
            <a:off x="619125" y="321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02</a:t>
            </a:r>
          </a:p>
        </p:txBody>
      </p:sp>
      <p:sp>
        <p:nvSpPr>
          <p:cNvPr id="7" name="text-265">
            <a:extLst>
              <a:ext uri="{FF2B5EF4-FFF2-40B4-BE49-F238E27FC236}">
                <ns2:creationId id="{3C37A723-9E04-4BF5-98A1-8D24B62A03D9}"/>
              </a:ext>
            </a:extLst>
          </p:cNvPr>
          <p:cNvSpPr>
            <a:spLocks noGrp="1"/>
          </p:cNvSpPr>
          <p:nvPr/>
        </p:nvSpPr>
        <p:spPr>
          <a:xfrm>
            <a:off x="1285875" y="3213100"/>
            <a:ext cx="6564125" cy="11557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The source has no authority to change permissions.</a:t>
            </a:r>
          </a:p>
        </p:txBody>
      </p:sp>
      <p:sp>
        <p:nvSpPr>
          <p:cNvPr id="8" name="text-266">
            <a:extLst>
              <a:ext uri="{FF2B5EF4-FFF2-40B4-BE49-F238E27FC236}">
                <ns2:creationId id="{20966DC5-9279-4C0C-BB43-36D119F3AC3D}"/>
              </a:ext>
            </a:extLst>
          </p:cNvPr>
          <p:cNvSpPr>
            <a:spLocks noGrp="1"/>
          </p:cNvSpPr>
          <p:nvPr/>
        </p:nvSpPr>
        <p:spPr>
          <a:xfrm>
            <a:off x="619125" y="448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03</a:t>
            </a:r>
          </a:p>
        </p:txBody>
      </p:sp>
      <p:sp>
        <p:nvSpPr>
          <p:cNvPr id="9" name="text-267">
            <a:extLst>
              <a:ext uri="{FF2B5EF4-FFF2-40B4-BE49-F238E27FC236}">
                <ns2:creationId id="{2309A2AB-6D7C-4042-AB17-9909453AE781}"/>
              </a:ext>
            </a:extLst>
          </p:cNvPr>
          <p:cNvSpPr>
            <a:spLocks noGrp="1"/>
          </p:cNvSpPr>
          <p:nvPr/>
        </p:nvSpPr>
        <p:spPr>
          <a:xfrm>
            <a:off x="1285875" y="4483100"/>
            <a:ext cx="6564125" cy="11557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Tools and destinations require enforced boundaries.</a:t>
            </a:r>
          </a:p>
        </p:txBody>
      </p:sp>
      <p:sp>
        <p:nvSpPr>
          <p:cNvPr id="3" name="text-261">
            <a:extLst>
              <a:ext uri="{FF2B5EF4-FFF2-40B4-BE49-F238E27FC236}">
                <ns2:creationId id="{2657DC66-9061-4E65-B170-261295D3C508}"/>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11   8</a:t>
            </a:r>
          </a:p>
        </p:txBody>
      </p:sp>
      <p:pic xmlns:r="http://schemas.openxmlformats.org/officeDocument/2006/relationships">
        <p:nvPicPr>
          <p:cNvPr id="11" name="illustration-envelope" descr="Illustration: an envelope with a warning"/>
          <p:cNvPicPr>
            <a:picLocks noChangeAspect="1"/>
          </p:cNvPicPr>
          <p:nvPr/>
        </p:nvPicPr>
        <p:blipFill>
          <a:blip r:embed="rId3"/>
          <a:stretch>
            <a:fillRect/>
          </a:stretch>
        </p:blipFill>
        <p:spPr>
          <a:xfrm>
            <a:off x="8050000" y="1850000"/>
            <a:ext cx="3700000" cy="3700000"/>
          </a:xfrm>
          <a:prstGeom prst="rect">
            <a:avLst/>
          </a:prstGeom>
        </p:spPr>
      </p:pic>
    </p:spTree>
    <p:extLst>
      <p:ext uri="{BB962C8B-B14F-4D97-AF65-F5344CB8AC3E}">
        <ns3:creationId val="1539658912"/>
      </p:ext>
    </p:extLst>
  </p:cSld>
  <p:transition spd="med" advClick="1">
    <p:fade/>
  </p:transition>
</p:sld>
</file>

<file path=ppt/slides/slide9.xml><?xml version="1.0" encoding="utf-8"?>
<p:sld xmlns:a="http://schemas.openxmlformats.org/drawingml/2006/main" xmlns:ns2="http://schemas.microsoft.com/office/drawing/2014/main" xmlns:ns3="http://schemas.microsoft.com/office/powerpoint/2010/main" xmlns:p="http://schemas.openxmlformats.org/presentationml/2006/main">
  <p:cSld name="Bias and unequal errors">
    <p:bg>
      <p:bgPr>
        <a:solidFill>
          <a:srgbClr val="FFFFFF"/>
        </a:solidFill>
      </p:bgPr>
    </p:bg>
    <p:spTree>
      <p:nvGrpSpPr>
        <p:cNvPr id="1" name=""/>
        <p:cNvGrpSpPr/>
        <p:nvPr/>
      </p:nvGrpSpPr>
      <p:grpSpPr>
        <a:xfrm/>
      </p:grpSpPr>
      <p:sp>
        <p:nvSpPr>
          <p:cNvPr id="10" name="text-268">
            <a:extLst>
              <a:ext uri="{FF2B5EF4-FFF2-40B4-BE49-F238E27FC236}">
                <ns2:creationId id="{E44FB3E7-F583-479C-A4F9-03B30AA6A9E0}"/>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11</a:t>
            </a:r>
          </a:p>
        </p:txBody>
      </p:sp>
      <p:sp>
        <p:nvSpPr>
          <p:cNvPr id="2" name="text-269">
            <a:extLst>
              <a:ext uri="{FF2B5EF4-FFF2-40B4-BE49-F238E27FC236}">
                <ns2:creationId id="{CCA87B22-E114-4D9E-AD23-7C972A7AB20E}"/>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Bias and unequal errors</a:t>
            </a:r>
          </a:p>
        </p:txBody>
      </p:sp>
      <p:sp>
        <p:nvSpPr>
          <p:cNvPr id="4" name="text-271">
            <a:extLst>
              <a:ext uri="{FF2B5EF4-FFF2-40B4-BE49-F238E27FC236}">
                <ns2:creationId id="{2B5E8797-E67B-4122-8AA4-B67FFF05974F}"/>
              </a:ext>
            </a:extLst>
          </p:cNvPr>
          <p:cNvSpPr>
            <a:spLocks noGrp="1"/>
          </p:cNvSpPr>
          <p:nvPr/>
        </p:nvSpPr>
        <p:spPr>
          <a:xfrm>
            <a:off x="619125" y="194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01</a:t>
            </a:r>
          </a:p>
        </p:txBody>
      </p:sp>
      <p:sp>
        <p:nvSpPr>
          <p:cNvPr id="5" name="text-272">
            <a:extLst>
              <a:ext uri="{FF2B5EF4-FFF2-40B4-BE49-F238E27FC236}">
                <ns2:creationId id="{AE767727-0815-42FB-821A-BBF29E93A77A}"/>
              </a:ext>
            </a:extLst>
          </p:cNvPr>
          <p:cNvSpPr>
            <a:spLocks noGrp="1"/>
          </p:cNvSpPr>
          <p:nvPr/>
        </p:nvSpPr>
        <p:spPr>
          <a:xfrm>
            <a:off x="1285875" y="1943100"/>
            <a:ext cx="6564125" cy="11557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A scan-heavy collection may have higher extraction error.</a:t>
            </a:r>
          </a:p>
        </p:txBody>
      </p:sp>
      <p:sp>
        <p:nvSpPr>
          <p:cNvPr id="6" name="text-273">
            <a:extLst>
              <a:ext uri="{FF2B5EF4-FFF2-40B4-BE49-F238E27FC236}">
                <ns2:creationId id="{FC6F4998-25F3-4977-9B4B-71BEE18AE52D}"/>
              </a:ext>
            </a:extLst>
          </p:cNvPr>
          <p:cNvSpPr>
            <a:spLocks noGrp="1"/>
          </p:cNvSpPr>
          <p:nvPr/>
        </p:nvSpPr>
        <p:spPr>
          <a:xfrm>
            <a:off x="619125" y="321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02</a:t>
            </a:r>
          </a:p>
        </p:txBody>
      </p:sp>
      <p:sp>
        <p:nvSpPr>
          <p:cNvPr id="7" name="text-274">
            <a:extLst>
              <a:ext uri="{FF2B5EF4-FFF2-40B4-BE49-F238E27FC236}">
                <ns2:creationId id="{78C8DBD4-887B-43CA-B9A5-4E2729A1EB43}"/>
              </a:ext>
            </a:extLst>
          </p:cNvPr>
          <p:cNvSpPr>
            <a:spLocks noGrp="1"/>
          </p:cNvSpPr>
          <p:nvPr/>
        </p:nvSpPr>
        <p:spPr>
          <a:xfrm>
            <a:off x="1285875" y="3213100"/>
            <a:ext cx="6564125" cy="11557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Different languages or matter types may be underrepresented.</a:t>
            </a:r>
          </a:p>
        </p:txBody>
      </p:sp>
      <p:sp>
        <p:nvSpPr>
          <p:cNvPr id="8" name="text-275">
            <a:extLst>
              <a:ext uri="{FF2B5EF4-FFF2-40B4-BE49-F238E27FC236}">
                <ns2:creationId id="{44A171F7-72C2-4302-9792-BB0B5E873C08}"/>
              </a:ext>
            </a:extLst>
          </p:cNvPr>
          <p:cNvSpPr>
            <a:spLocks noGrp="1"/>
          </p:cNvSpPr>
          <p:nvPr/>
        </p:nvSpPr>
        <p:spPr>
          <a:xfrm>
            <a:off x="619125" y="448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03</a:t>
            </a:r>
          </a:p>
        </p:txBody>
      </p:sp>
      <p:sp>
        <p:nvSpPr>
          <p:cNvPr id="9" name="text-276">
            <a:extLst>
              <a:ext uri="{FF2B5EF4-FFF2-40B4-BE49-F238E27FC236}">
                <ns2:creationId id="{2357749B-D9A8-45E1-9CA0-30880FEDE278}"/>
              </a:ext>
            </a:extLst>
          </p:cNvPr>
          <p:cNvSpPr>
            <a:spLocks noGrp="1"/>
          </p:cNvSpPr>
          <p:nvPr/>
        </p:nvSpPr>
        <p:spPr>
          <a:xfrm>
            <a:off x="1285875" y="4483100"/>
            <a:ext cx="6564125" cy="11557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Compare errors by relevant source group before scaling.</a:t>
            </a:r>
          </a:p>
        </p:txBody>
      </p:sp>
      <p:sp>
        <p:nvSpPr>
          <p:cNvPr id="3" name="text-270">
            <a:extLst>
              <a:ext uri="{FF2B5EF4-FFF2-40B4-BE49-F238E27FC236}">
                <ns2:creationId id="{EE48CEAE-594D-4CEE-8E51-1C108B7745E7}"/>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11   9</a:t>
            </a:r>
          </a:p>
        </p:txBody>
      </p:sp>
      <p:pic xmlns:r="http://schemas.openxmlformats.org/officeDocument/2006/relationships">
        <p:nvPicPr>
          <p:cNvPr id="11" name="illustration-scales" descr="Illustration: scales of justice"/>
          <p:cNvPicPr>
            <a:picLocks noChangeAspect="1"/>
          </p:cNvPicPr>
          <p:nvPr/>
        </p:nvPicPr>
        <p:blipFill>
          <a:blip r:embed="rId3"/>
          <a:stretch>
            <a:fillRect/>
          </a:stretch>
        </p:blipFill>
        <p:spPr>
          <a:xfrm>
            <a:off x="8050000" y="1850000"/>
            <a:ext cx="3700000" cy="3700000"/>
          </a:xfrm>
          <a:prstGeom prst="rect">
            <a:avLst/>
          </a:prstGeom>
        </p:spPr>
      </p:pic>
    </p:spTree>
    <p:extLst>
      <p:ext uri="{BB962C8B-B14F-4D97-AF65-F5344CB8AC3E}">
        <ns3:creationId val="240232939"/>
      </p:ext>
    </p:extLst>
  </p:cSld>
  <p:transition spd="med" advClick="1">
    <p:fade/>
  </p:transition>
</p:sld>
</file>

<file path=ppt/slides/slide10.xml><?xml version="1.0" encoding="utf-8"?>
<p:sld xmlns:a="http://schemas.openxmlformats.org/drawingml/2006/main" xmlns:ns2="http://schemas.microsoft.com/office/drawing/2014/main" xmlns:ns3="http://schemas.microsoft.com/office/powerpoint/2010/main" xmlns:p="http://schemas.openxmlformats.org/presentationml/2006/main">
  <p:cSld name="Meaningful human oversight">
    <p:bg>
      <p:bgPr>
        <a:solidFill>
          <a:srgbClr val="FFFFFF"/>
        </a:solidFill>
      </p:bgPr>
    </p:bg>
    <p:spTree>
      <p:nvGrpSpPr>
        <p:cNvPr id="1" name=""/>
        <p:cNvGrpSpPr/>
        <p:nvPr/>
      </p:nvGrpSpPr>
      <p:grpSpPr>
        <a:xfrm/>
      </p:grpSpPr>
      <p:sp>
        <p:nvSpPr>
          <p:cNvPr id="12" name="text-277">
            <a:extLst>
              <a:ext uri="{FF2B5EF4-FFF2-40B4-BE49-F238E27FC236}">
                <ns2:creationId id="{B682669C-898F-4027-995C-95875CE24EE5}"/>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11</a:t>
            </a:r>
          </a:p>
        </p:txBody>
      </p:sp>
      <p:sp>
        <p:nvSpPr>
          <p:cNvPr id="2" name="text-278">
            <a:extLst>
              <a:ext uri="{FF2B5EF4-FFF2-40B4-BE49-F238E27FC236}">
                <ns2:creationId id="{E8FE3317-E04D-4593-8302-1EE821C8DFE3}"/>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Meaningful human oversight</a:t>
            </a:r>
          </a:p>
        </p:txBody>
      </p:sp>
      <p:sp>
        <p:nvSpPr>
          <p:cNvPr id="4" name="text-280">
            <a:extLst>
              <a:ext uri="{FF2B5EF4-FFF2-40B4-BE49-F238E27FC236}">
                <ns2:creationId id="{150C22C7-A1B5-4A7D-8E9A-DB534ADDB2B0}"/>
              </a:ext>
            </a:extLst>
          </p:cNvPr>
          <p:cNvSpPr>
            <a:spLocks noGrp="1"/>
          </p:cNvSpPr>
          <p:nvPr/>
        </p:nvSpPr>
        <p:spPr>
          <a:xfrm>
            <a:off x="619125" y="194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01</a:t>
            </a:r>
          </a:p>
        </p:txBody>
      </p:sp>
      <p:sp>
        <p:nvSpPr>
          <p:cNvPr id="5" name="text-281">
            <a:extLst>
              <a:ext uri="{FF2B5EF4-FFF2-40B4-BE49-F238E27FC236}">
                <ns2:creationId id="{EAE061FB-1DFF-4767-AB7C-5A9D1D2322E1}"/>
              </a:ext>
            </a:extLst>
          </p:cNvPr>
          <p:cNvSpPr>
            <a:spLocks noGrp="1"/>
          </p:cNvSpPr>
          <p:nvPr/>
        </p:nvSpPr>
        <p:spPr>
          <a:xfrm>
            <a:off x="1285875" y="1943100"/>
            <a:ext cx="6564125" cy="8382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The reviewer knows the task and its limits.</a:t>
            </a:r>
          </a:p>
        </p:txBody>
      </p:sp>
      <p:sp>
        <p:nvSpPr>
          <p:cNvPr id="6" name="text-282">
            <a:extLst>
              <a:ext uri="{FF2B5EF4-FFF2-40B4-BE49-F238E27FC236}">
                <ns2:creationId id="{78E7B90F-A11B-4893-A445-784034735389}"/>
              </a:ext>
            </a:extLst>
          </p:cNvPr>
          <p:cNvSpPr>
            <a:spLocks noGrp="1"/>
          </p:cNvSpPr>
          <p:nvPr/>
        </p:nvSpPr>
        <p:spPr>
          <a:xfrm>
            <a:off x="619125" y="28956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02</a:t>
            </a:r>
          </a:p>
        </p:txBody>
      </p:sp>
      <p:sp>
        <p:nvSpPr>
          <p:cNvPr id="7" name="text-283">
            <a:extLst>
              <a:ext uri="{FF2B5EF4-FFF2-40B4-BE49-F238E27FC236}">
                <ns2:creationId id="{F13707DA-73D9-40C4-AE7C-32C5BCD5D73B}"/>
              </a:ext>
            </a:extLst>
          </p:cNvPr>
          <p:cNvSpPr>
            <a:spLocks noGrp="1"/>
          </p:cNvSpPr>
          <p:nvPr/>
        </p:nvSpPr>
        <p:spPr>
          <a:xfrm>
            <a:off x="1285875" y="2895600"/>
            <a:ext cx="6564125" cy="8382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Source evidence is available.</a:t>
            </a:r>
          </a:p>
        </p:txBody>
      </p:sp>
      <p:sp>
        <p:nvSpPr>
          <p:cNvPr id="8" name="text-284">
            <a:extLst>
              <a:ext uri="{FF2B5EF4-FFF2-40B4-BE49-F238E27FC236}">
                <ns2:creationId id="{63D8883D-4F68-4261-9421-87B0246E8249}"/>
              </a:ext>
            </a:extLst>
          </p:cNvPr>
          <p:cNvSpPr>
            <a:spLocks noGrp="1"/>
          </p:cNvSpPr>
          <p:nvPr/>
        </p:nvSpPr>
        <p:spPr>
          <a:xfrm>
            <a:off x="619125" y="3848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03</a:t>
            </a:r>
          </a:p>
        </p:txBody>
      </p:sp>
      <p:sp>
        <p:nvSpPr>
          <p:cNvPr id="9" name="text-285">
            <a:extLst>
              <a:ext uri="{FF2B5EF4-FFF2-40B4-BE49-F238E27FC236}">
                <ns2:creationId id="{BB3B7530-84B5-4F2D-991D-AD85E93433ED}"/>
              </a:ext>
            </a:extLst>
          </p:cNvPr>
          <p:cNvSpPr>
            <a:spLocks noGrp="1"/>
          </p:cNvSpPr>
          <p:nvPr/>
        </p:nvSpPr>
        <p:spPr>
          <a:xfrm>
            <a:off x="1285875" y="3848100"/>
            <a:ext cx="6564125" cy="8382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The review occurs before the dependent action.</a:t>
            </a:r>
          </a:p>
        </p:txBody>
      </p:sp>
      <p:sp>
        <p:nvSpPr>
          <p:cNvPr id="10" name="text-286">
            <a:extLst>
              <a:ext uri="{FF2B5EF4-FFF2-40B4-BE49-F238E27FC236}">
                <ns2:creationId id="{51E6EDC4-1F5D-48FC-8E4C-943EB0D64F61}"/>
              </a:ext>
            </a:extLst>
          </p:cNvPr>
          <p:cNvSpPr>
            <a:spLocks noGrp="1"/>
          </p:cNvSpPr>
          <p:nvPr/>
        </p:nvSpPr>
        <p:spPr>
          <a:xfrm>
            <a:off x="619125" y="48006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04</a:t>
            </a:r>
          </a:p>
        </p:txBody>
      </p:sp>
      <p:sp>
        <p:nvSpPr>
          <p:cNvPr id="11" name="text-287">
            <a:extLst>
              <a:ext uri="{FF2B5EF4-FFF2-40B4-BE49-F238E27FC236}">
                <ns2:creationId id="{9C2A793C-8065-431F-B481-F373CAA0C766}"/>
              </a:ext>
            </a:extLst>
          </p:cNvPr>
          <p:cNvSpPr>
            <a:spLocks noGrp="1"/>
          </p:cNvSpPr>
          <p:nvPr/>
        </p:nvSpPr>
        <p:spPr>
          <a:xfrm>
            <a:off x="1285875" y="4800600"/>
            <a:ext cx="6564125" cy="8382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Rejection or stopping actually changes execution.</a:t>
            </a:r>
          </a:p>
        </p:txBody>
      </p:sp>
      <p:sp>
        <p:nvSpPr>
          <p:cNvPr id="3" name="text-279">
            <a:extLst>
              <a:ext uri="{FF2B5EF4-FFF2-40B4-BE49-F238E27FC236}">
                <ns2:creationId id="{B1AD74BB-5210-4D4B-B2F6-25F3DD94D5F2}"/>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11   10</a:t>
            </a:r>
          </a:p>
        </p:txBody>
      </p:sp>
      <p:pic xmlns:r="http://schemas.openxmlformats.org/officeDocument/2006/relationships">
        <p:nvPicPr>
          <p:cNvPr id="13" name="illustration-deskperson" descr="Illustration: a reviewer at a desk checking a document"/>
          <p:cNvPicPr>
            <a:picLocks noChangeAspect="1"/>
          </p:cNvPicPr>
          <p:nvPr/>
        </p:nvPicPr>
        <p:blipFill>
          <a:blip r:embed="rId3"/>
          <a:stretch>
            <a:fillRect/>
          </a:stretch>
        </p:blipFill>
        <p:spPr>
          <a:xfrm>
            <a:off x="8050000" y="1850000"/>
            <a:ext cx="3700000" cy="3700000"/>
          </a:xfrm>
          <a:prstGeom prst="rect">
            <a:avLst/>
          </a:prstGeom>
        </p:spPr>
      </p:pic>
    </p:spTree>
    <p:extLst>
      <p:ext uri="{BB962C8B-B14F-4D97-AF65-F5344CB8AC3E}">
        <ns3:creationId val="1224159034"/>
      </p:ext>
    </p:extLst>
  </p:cSld>
  <p:transition spd="med" advClick="1">
    <p:fade/>
  </p:transition>
</p:sld>
</file>

<file path=ppt/slides/slide11.xml><?xml version="1.0" encoding="utf-8"?>
<p:sld xmlns:a="http://schemas.openxmlformats.org/drawingml/2006/main" xmlns:ns2="http://schemas.microsoft.com/office/drawing/2014/main" xmlns:ns3="http://schemas.microsoft.com/office/powerpoint/2010/main" xmlns:p="http://schemas.openxmlformats.org/presentationml/2006/main">
  <p:cSld name="Staff use and shadow AI">
    <p:bg>
      <p:bgPr>
        <a:solidFill>
          <a:srgbClr val="FFFFFF"/>
        </a:solidFill>
      </p:bgPr>
    </p:bg>
    <p:spTree>
      <p:nvGrpSpPr>
        <p:cNvPr id="1" name=""/>
        <p:cNvGrpSpPr/>
        <p:nvPr/>
      </p:nvGrpSpPr>
      <p:grpSpPr>
        <a:xfrm/>
      </p:grpSpPr>
      <p:sp>
        <p:nvSpPr>
          <p:cNvPr id="10" name="text-288">
            <a:extLst>
              <a:ext uri="{FF2B5EF4-FFF2-40B4-BE49-F238E27FC236}">
                <ns2:creationId id="{179A1395-2575-4761-8281-A4F3E58AEFAA}"/>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11</a:t>
            </a:r>
          </a:p>
        </p:txBody>
      </p:sp>
      <p:sp>
        <p:nvSpPr>
          <p:cNvPr id="2" name="text-289">
            <a:extLst>
              <a:ext uri="{FF2B5EF4-FFF2-40B4-BE49-F238E27FC236}">
                <ns2:creationId id="{D801B99D-145C-4893-A6EF-BA3A5B7E0892}"/>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Staff use and shadow AI</a:t>
            </a:r>
          </a:p>
        </p:txBody>
      </p:sp>
      <p:sp>
        <p:nvSpPr>
          <p:cNvPr id="4" name="text-291">
            <a:extLst>
              <a:ext uri="{FF2B5EF4-FFF2-40B4-BE49-F238E27FC236}">
                <ns2:creationId id="{1DA9B30E-9BBE-4182-AB8C-1C706778201B}"/>
              </a:ext>
            </a:extLst>
          </p:cNvPr>
          <p:cNvSpPr>
            <a:spLocks noGrp="1"/>
          </p:cNvSpPr>
          <p:nvPr/>
        </p:nvSpPr>
        <p:spPr>
          <a:xfrm>
            <a:off x="619125" y="194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01</a:t>
            </a:r>
          </a:p>
        </p:txBody>
      </p:sp>
      <p:sp>
        <p:nvSpPr>
          <p:cNvPr id="5" name="text-292">
            <a:extLst>
              <a:ext uri="{FF2B5EF4-FFF2-40B4-BE49-F238E27FC236}">
                <ns2:creationId id="{24B4C428-F823-4CB7-B42D-84EF19B6D478}"/>
              </a:ext>
            </a:extLst>
          </p:cNvPr>
          <p:cNvSpPr>
            <a:spLocks noGrp="1"/>
          </p:cNvSpPr>
          <p:nvPr/>
        </p:nvSpPr>
        <p:spPr>
          <a:xfrm>
            <a:off x="1285875" y="1943100"/>
            <a:ext cx="6564125" cy="11557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People may already use unapproved tools.</a:t>
            </a:r>
          </a:p>
        </p:txBody>
      </p:sp>
      <p:sp>
        <p:nvSpPr>
          <p:cNvPr id="6" name="text-293">
            <a:extLst>
              <a:ext uri="{FF2B5EF4-FFF2-40B4-BE49-F238E27FC236}">
                <ns2:creationId id="{FC8A019A-CA70-4257-85AA-5856630BCFA1}"/>
              </a:ext>
            </a:extLst>
          </p:cNvPr>
          <p:cNvSpPr>
            <a:spLocks noGrp="1"/>
          </p:cNvSpPr>
          <p:nvPr/>
        </p:nvSpPr>
        <p:spPr>
          <a:xfrm>
            <a:off x="619125" y="321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02</a:t>
            </a:r>
          </a:p>
        </p:txBody>
      </p:sp>
      <p:sp>
        <p:nvSpPr>
          <p:cNvPr id="7" name="text-294">
            <a:extLst>
              <a:ext uri="{FF2B5EF4-FFF2-40B4-BE49-F238E27FC236}">
                <ns2:creationId id="{7888C864-F570-4982-8E7C-3CE8DD8AA346}"/>
              </a:ext>
            </a:extLst>
          </p:cNvPr>
          <p:cNvSpPr>
            <a:spLocks noGrp="1"/>
          </p:cNvSpPr>
          <p:nvPr/>
        </p:nvSpPr>
        <p:spPr>
          <a:xfrm>
            <a:off x="1285875" y="3213100"/>
            <a:ext cx="6564125" cy="11557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A usable approved route reduces avoidable workarounds.</a:t>
            </a:r>
          </a:p>
        </p:txBody>
      </p:sp>
      <p:sp>
        <p:nvSpPr>
          <p:cNvPr id="8" name="text-295">
            <a:extLst>
              <a:ext uri="{FF2B5EF4-FFF2-40B4-BE49-F238E27FC236}">
                <ns2:creationId id="{6AC7CC2C-67ED-4C1D-9938-8C1299BACE24}"/>
              </a:ext>
            </a:extLst>
          </p:cNvPr>
          <p:cNvSpPr>
            <a:spLocks noGrp="1"/>
          </p:cNvSpPr>
          <p:nvPr/>
        </p:nvSpPr>
        <p:spPr>
          <a:xfrm>
            <a:off x="619125" y="448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03</a:t>
            </a:r>
          </a:p>
        </p:txBody>
      </p:sp>
      <p:sp>
        <p:nvSpPr>
          <p:cNvPr id="9" name="text-296">
            <a:extLst>
              <a:ext uri="{FF2B5EF4-FFF2-40B4-BE49-F238E27FC236}">
                <ns2:creationId id="{623B0D25-5D1A-4E71-89F6-807D09FB1975}"/>
              </a:ext>
            </a:extLst>
          </p:cNvPr>
          <p:cNvSpPr>
            <a:spLocks noGrp="1"/>
          </p:cNvSpPr>
          <p:nvPr/>
        </p:nvSpPr>
        <p:spPr>
          <a:xfrm>
            <a:off x="1285875" y="4483100"/>
            <a:ext cx="6564125" cy="11557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Training and reporting should support early problem detection.</a:t>
            </a:r>
          </a:p>
        </p:txBody>
      </p:sp>
      <p:sp>
        <p:nvSpPr>
          <p:cNvPr id="3" name="text-290">
            <a:extLst>
              <a:ext uri="{FF2B5EF4-FFF2-40B4-BE49-F238E27FC236}">
                <ns2:creationId id="{2DD03311-B06B-42A5-89B0-A06BBD9315A0}"/>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11   11</a:t>
            </a:r>
          </a:p>
        </p:txBody>
      </p:sp>
      <p:pic xmlns:r="http://schemas.openxmlformats.org/officeDocument/2006/relationships">
        <p:nvPicPr>
          <p:cNvPr id="11" name="illustration-people_ai" descr="Illustration: a person and an ai system exchanging requests"/>
          <p:cNvPicPr>
            <a:picLocks noChangeAspect="1"/>
          </p:cNvPicPr>
          <p:nvPr/>
        </p:nvPicPr>
        <p:blipFill>
          <a:blip r:embed="rId3"/>
          <a:stretch>
            <a:fillRect/>
          </a:stretch>
        </p:blipFill>
        <p:spPr>
          <a:xfrm>
            <a:off x="8050000" y="1850000"/>
            <a:ext cx="3700000" cy="3700000"/>
          </a:xfrm>
          <a:prstGeom prst="rect">
            <a:avLst/>
          </a:prstGeom>
        </p:spPr>
      </p:pic>
    </p:spTree>
    <p:extLst>
      <p:ext uri="{BB962C8B-B14F-4D97-AF65-F5344CB8AC3E}">
        <ns3:creationId val="1254730264"/>
      </p:ext>
    </p:extLst>
  </p:cSld>
  <p:transition spd="med" advClick="1">
    <p:fade/>
  </p:transition>
</p:sld>
</file>

<file path=ppt/slides/slide12.xml><?xml version="1.0" encoding="utf-8"?>
<p:sld xmlns:a="http://schemas.openxmlformats.org/drawingml/2006/main" xmlns:ns2="http://schemas.microsoft.com/office/drawing/2014/main" xmlns:ns3="http://schemas.microsoft.com/office/powerpoint/2010/main" xmlns:p="http://schemas.openxmlformats.org/presentationml/2006/main">
  <p:cSld name="Operational and commercial risks">
    <p:bg>
      <p:bgPr>
        <a:solidFill>
          <a:srgbClr val="FFFFFF"/>
        </a:solidFill>
      </p:bgPr>
    </p:bg>
    <p:spTree>
      <p:nvGrpSpPr>
        <p:cNvPr id="1" name=""/>
        <p:cNvGrpSpPr/>
        <p:nvPr/>
      </p:nvGrpSpPr>
      <p:grpSpPr>
        <a:xfrm/>
      </p:grpSpPr>
      <p:sp>
        <p:nvSpPr>
          <p:cNvPr id="5" name="text-297">
            <a:extLst>
              <a:ext uri="{FF2B5EF4-FFF2-40B4-BE49-F238E27FC236}">
                <ns2:creationId id="{842CC43C-07A2-40D5-9521-39CEE1CEE027}"/>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11</a:t>
            </a:r>
          </a:p>
        </p:txBody>
      </p:sp>
      <p:sp>
        <p:nvSpPr>
          <p:cNvPr id="2" name="text-298">
            <a:extLst>
              <a:ext uri="{FF2B5EF4-FFF2-40B4-BE49-F238E27FC236}">
                <ns2:creationId id="{8BC0EAFF-9BEF-40AD-B188-DE7FEEF38379}"/>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Operational and commercial risks</a:t>
            </a:r>
          </a:p>
        </p:txBody>
      </p:sp>
      <p:graphicFrame>
        <p:nvGraphicFramePr>
          <p:cNvPr id="4" name="">
            <a:extLst>
              <a:ext uri="{FF2B5EF4-FFF2-40B4-BE49-F238E27FC236}">
                <ns2:creationId id="{1D6E8944-E303-4854-804E-99BC54DBB8DB}"/>
              </a:ext>
            </a:extLst>
          </p:cNvPr>
          <p:cNvGraphicFramePr/>
          <p:nvPr/>
        </p:nvGraphicFramePr>
        <p:xfrm>
          <a:off x="619125" y="1933575"/>
          <a:ext cx="10953750" cy="3743325"/>
        </p:xfrm>
        <a:graphic>
          <a:graphicData uri="http://schemas.openxmlformats.org/drawingml/2006/table">
            <a:tbl>
              <a:tblPr/>
              <a:tblGrid>
                <a:gridCol w="5476875"/>
                <a:gridCol w="5476875"/>
              </a:tblGrid>
              <a:tr h="623888">
                <a:tc>
                  <a:txBody>
                    <a:bodyPr/>
                    <a:lstStyle/>
                    <a:p>
                      <a:r>
                        <a:rPr sz="1875" b="1">
                          <a:solidFill>
                            <a:srgbClr val="FFFFFF"/>
                          </a:solidFill>
                          <a:latin typeface="Calibri"/>
                          <a:ea typeface="Calibri"/>
                          <a:cs typeface="Calibri"/>
                        </a:rPr>
                        <a:t>Risk</a:t>
                      </a:r>
                    </a:p>
                  </a:txBody>
                  <a:tcPr marL="91440" marR="91440" marT="45720" marB="45720">
                    <a:lnL w="9525">
                      <a:solidFill>
                        <a:srgbClr val="C9D5DA"/>
                      </a:solidFill>
                      <a:prstDash val="solid"/>
                    </a:lnL>
                    <a:lnR w="9525">
                      <a:solidFill>
                        <a:srgbClr val="C9D5DA"/>
                      </a:solidFill>
                      <a:prstDash val="solid"/>
                    </a:lnR>
                    <a:lnT w="9525">
                      <a:solidFill>
                        <a:srgbClr val="C9D5DA"/>
                      </a:solidFill>
                      <a:prstDash val="solid"/>
                    </a:lnT>
                    <a:lnB w="9525">
                      <a:solidFill>
                        <a:srgbClr val="C9D5DA"/>
                      </a:solidFill>
                      <a:prstDash val="solid"/>
                    </a:lnB>
                    <a:solidFill>
                      <a:srgbClr val="246E63"/>
                    </a:solidFill>
                  </a:tcPr>
                </a:tc>
                <a:tc>
                  <a:txBody>
                    <a:bodyPr/>
                    <a:lstStyle/>
                    <a:p>
                      <a:r>
                        <a:rPr sz="1875" b="1">
                          <a:solidFill>
                            <a:srgbClr val="FFFFFF"/>
                          </a:solidFill>
                          <a:latin typeface="Calibri"/>
                          <a:ea typeface="Calibri"/>
                          <a:cs typeface="Calibri"/>
                        </a:rPr>
                        <a:t>Management response</a:t>
                      </a:r>
                    </a:p>
                  </a:txBody>
                  <a:tcPr marL="91440" marR="91440" marT="45720" marB="45720">
                    <a:lnR w="9525">
                      <a:solidFill>
                        <a:srgbClr val="C9D5DA"/>
                      </a:solidFill>
                      <a:prstDash val="solid"/>
                    </a:lnR>
                    <a:lnT w="9525">
                      <a:solidFill>
                        <a:srgbClr val="C9D5DA"/>
                      </a:solidFill>
                      <a:prstDash val="solid"/>
                    </a:lnT>
                    <a:lnB w="9525">
                      <a:solidFill>
                        <a:srgbClr val="C9D5DA"/>
                      </a:solidFill>
                      <a:prstDash val="solid"/>
                    </a:lnB>
                    <a:solidFill>
                      <a:srgbClr val="246E63"/>
                    </a:solidFill>
                  </a:tcPr>
                </a:tc>
              </a:tr>
              <a:tr h="623888">
                <a:tc>
                  <a:txBody>
                    <a:bodyPr/>
                    <a:lstStyle/>
                    <a:p>
                      <a:r>
                        <a:rPr sz="1875" b="0">
                          <a:solidFill>
                            <a:srgbClr val="1C3144"/>
                          </a:solidFill>
                          <a:latin typeface="Calibri"/>
                          <a:ea typeface="Calibri"/>
                          <a:cs typeface="Calibri"/>
                        </a:rPr>
                        <a:t>Provider or model change</a:t>
                      </a:r>
                    </a:p>
                  </a:txBody>
                  <a:tcPr marL="91440" marR="91440" marT="45720" marB="45720">
                    <a:lnL w="9525">
                      <a:solidFill>
                        <a:srgbClr val="C9D5DA"/>
                      </a:solidFill>
                      <a:prstDash val="solid"/>
                    </a:lnL>
                    <a:lnR w="9525">
                      <a:solidFill>
                        <a:srgbClr val="C9D5DA"/>
                      </a:solidFill>
                      <a:prstDash val="solid"/>
                    </a:lnR>
                    <a:lnB w="9525">
                      <a:solidFill>
                        <a:srgbClr val="C9D5DA"/>
                      </a:solidFill>
                      <a:prstDash val="solid"/>
                    </a:lnB>
                    <a:solidFill>
                      <a:srgbClr val="F1F5F6"/>
                    </a:solidFill>
                  </a:tcPr>
                </a:tc>
                <a:tc>
                  <a:txBody>
                    <a:bodyPr/>
                    <a:lstStyle/>
                    <a:p>
                      <a:r>
                        <a:rPr sz="1875" b="0">
                          <a:solidFill>
                            <a:srgbClr val="1C3144"/>
                          </a:solidFill>
                          <a:latin typeface="Calibri"/>
                          <a:ea typeface="Calibri"/>
                          <a:cs typeface="Calibri"/>
                        </a:rPr>
                        <a:t>Retest and review material changes</a:t>
                      </a:r>
                    </a:p>
                  </a:txBody>
                  <a:tcPr marL="91440" marR="91440" marT="45720" marB="45720">
                    <a:lnR w="9525">
                      <a:solidFill>
                        <a:srgbClr val="C9D5DA"/>
                      </a:solidFill>
                      <a:prstDash val="solid"/>
                    </a:lnR>
                    <a:lnB w="9525">
                      <a:solidFill>
                        <a:srgbClr val="C9D5DA"/>
                      </a:solidFill>
                      <a:prstDash val="solid"/>
                    </a:lnB>
                    <a:solidFill>
                      <a:srgbClr val="F1F5F6"/>
                    </a:solidFill>
                  </a:tcPr>
                </a:tc>
              </a:tr>
              <a:tr h="623888">
                <a:tc>
                  <a:txBody>
                    <a:bodyPr/>
                    <a:lstStyle/>
                    <a:p>
                      <a:r>
                        <a:rPr sz="1875" b="0">
                          <a:solidFill>
                            <a:srgbClr val="1C3144"/>
                          </a:solidFill>
                          <a:latin typeface="Calibri"/>
                          <a:ea typeface="Calibri"/>
                          <a:cs typeface="Calibri"/>
                        </a:rPr>
                        <a:t>Outage or failed integration</a:t>
                      </a:r>
                    </a:p>
                  </a:txBody>
                  <a:tcPr marL="91440" marR="91440" marT="45720" marB="45720">
                    <a:lnL w="9525">
                      <a:solidFill>
                        <a:srgbClr val="C9D5DA"/>
                      </a:solidFill>
                      <a:prstDash val="solid"/>
                    </a:lnL>
                    <a:lnR w="9525">
                      <a:solidFill>
                        <a:srgbClr val="C9D5DA"/>
                      </a:solidFill>
                      <a:prstDash val="solid"/>
                    </a:lnR>
                    <a:lnB w="9525">
                      <a:solidFill>
                        <a:srgbClr val="C9D5DA"/>
                      </a:solidFill>
                      <a:prstDash val="solid"/>
                    </a:lnB>
                    <a:solidFill>
                      <a:srgbClr val="FFFFFF"/>
                    </a:solidFill>
                  </a:tcPr>
                </a:tc>
                <a:tc>
                  <a:txBody>
                    <a:bodyPr/>
                    <a:lstStyle/>
                    <a:p>
                      <a:r>
                        <a:rPr sz="1875" b="0">
                          <a:solidFill>
                            <a:srgbClr val="1C3144"/>
                          </a:solidFill>
                          <a:latin typeface="Calibri"/>
                          <a:ea typeface="Calibri"/>
                          <a:cs typeface="Calibri"/>
                        </a:rPr>
                        <a:t>Manual fallback and recovery</a:t>
                      </a:r>
                    </a:p>
                  </a:txBody>
                  <a:tcPr marL="91440" marR="91440" marT="45720" marB="45720">
                    <a:lnR w="9525">
                      <a:solidFill>
                        <a:srgbClr val="C9D5DA"/>
                      </a:solidFill>
                      <a:prstDash val="solid"/>
                    </a:lnR>
                    <a:lnB w="9525">
                      <a:solidFill>
                        <a:srgbClr val="C9D5DA"/>
                      </a:solidFill>
                      <a:prstDash val="solid"/>
                    </a:lnB>
                    <a:solidFill>
                      <a:srgbClr val="FFFFFF"/>
                    </a:solidFill>
                  </a:tcPr>
                </a:tc>
              </a:tr>
              <a:tr h="623888">
                <a:tc>
                  <a:txBody>
                    <a:bodyPr/>
                    <a:lstStyle/>
                    <a:p>
                      <a:r>
                        <a:rPr sz="1875" b="0">
                          <a:solidFill>
                            <a:srgbClr val="1C3144"/>
                          </a:solidFill>
                          <a:latin typeface="Calibri"/>
                          <a:ea typeface="Calibri"/>
                          <a:cs typeface="Calibri"/>
                        </a:rPr>
                        <a:t>Cost escalation</a:t>
                      </a:r>
                    </a:p>
                  </a:txBody>
                  <a:tcPr marL="91440" marR="91440" marT="45720" marB="45720">
                    <a:lnL w="9525">
                      <a:solidFill>
                        <a:srgbClr val="C9D5DA"/>
                      </a:solidFill>
                      <a:prstDash val="solid"/>
                    </a:lnL>
                    <a:lnR w="9525">
                      <a:solidFill>
                        <a:srgbClr val="C9D5DA"/>
                      </a:solidFill>
                      <a:prstDash val="solid"/>
                    </a:lnR>
                    <a:lnB w="9525">
                      <a:solidFill>
                        <a:srgbClr val="C9D5DA"/>
                      </a:solidFill>
                      <a:prstDash val="solid"/>
                    </a:lnB>
                    <a:solidFill>
                      <a:srgbClr val="F1F5F6"/>
                    </a:solidFill>
                  </a:tcPr>
                </a:tc>
                <a:tc>
                  <a:txBody>
                    <a:bodyPr/>
                    <a:lstStyle/>
                    <a:p>
                      <a:r>
                        <a:rPr sz="1875" b="0">
                          <a:solidFill>
                            <a:srgbClr val="1C3144"/>
                          </a:solidFill>
                          <a:latin typeface="Calibri"/>
                          <a:ea typeface="Calibri"/>
                          <a:cs typeface="Calibri"/>
                        </a:rPr>
                        <a:t>Budgets, limits and monitoring</a:t>
                      </a:r>
                    </a:p>
                  </a:txBody>
                  <a:tcPr marL="91440" marR="91440" marT="45720" marB="45720">
                    <a:lnR w="9525">
                      <a:solidFill>
                        <a:srgbClr val="C9D5DA"/>
                      </a:solidFill>
                      <a:prstDash val="solid"/>
                    </a:lnR>
                    <a:lnB w="9525">
                      <a:solidFill>
                        <a:srgbClr val="C9D5DA"/>
                      </a:solidFill>
                      <a:prstDash val="solid"/>
                    </a:lnB>
                    <a:solidFill>
                      <a:srgbClr val="F1F5F6"/>
                    </a:solidFill>
                  </a:tcPr>
                </a:tc>
              </a:tr>
              <a:tr h="623888">
                <a:tc>
                  <a:txBody>
                    <a:bodyPr/>
                    <a:lstStyle/>
                    <a:p>
                      <a:r>
                        <a:rPr sz="1875" b="0">
                          <a:solidFill>
                            <a:srgbClr val="1C3144"/>
                          </a:solidFill>
                          <a:latin typeface="Calibri"/>
                          <a:ea typeface="Calibri"/>
                          <a:cs typeface="Calibri"/>
                        </a:rPr>
                        <a:t>Vendor dependence</a:t>
                      </a:r>
                    </a:p>
                  </a:txBody>
                  <a:tcPr marL="91440" marR="91440" marT="45720" marB="45720">
                    <a:lnL w="9525">
                      <a:solidFill>
                        <a:srgbClr val="C9D5DA"/>
                      </a:solidFill>
                      <a:prstDash val="solid"/>
                    </a:lnL>
                    <a:lnR w="9525">
                      <a:solidFill>
                        <a:srgbClr val="C9D5DA"/>
                      </a:solidFill>
                      <a:prstDash val="solid"/>
                    </a:lnR>
                    <a:lnB w="9525">
                      <a:solidFill>
                        <a:srgbClr val="C9D5DA"/>
                      </a:solidFill>
                      <a:prstDash val="solid"/>
                    </a:lnB>
                    <a:solidFill>
                      <a:srgbClr val="FFFFFF"/>
                    </a:solidFill>
                  </a:tcPr>
                </a:tc>
                <a:tc>
                  <a:txBody>
                    <a:bodyPr/>
                    <a:lstStyle/>
                    <a:p>
                      <a:r>
                        <a:rPr sz="1875" b="0">
                          <a:solidFill>
                            <a:srgbClr val="1C3144"/>
                          </a:solidFill>
                          <a:latin typeface="Calibri"/>
                          <a:ea typeface="Calibri"/>
                          <a:cs typeface="Calibri"/>
                        </a:rPr>
                        <a:t>Export, portability and exit arrangements</a:t>
                      </a:r>
                    </a:p>
                  </a:txBody>
                  <a:tcPr marL="91440" marR="91440" marT="45720" marB="45720">
                    <a:lnR w="9525">
                      <a:solidFill>
                        <a:srgbClr val="C9D5DA"/>
                      </a:solidFill>
                      <a:prstDash val="solid"/>
                    </a:lnR>
                    <a:lnB w="9525">
                      <a:solidFill>
                        <a:srgbClr val="C9D5DA"/>
                      </a:solidFill>
                      <a:prstDash val="solid"/>
                    </a:lnB>
                    <a:solidFill>
                      <a:srgbClr val="FFFFFF"/>
                    </a:solidFill>
                  </a:tcPr>
                </a:tc>
              </a:tr>
              <a:tr h="623888">
                <a:tc>
                  <a:txBody>
                    <a:bodyPr/>
                    <a:lstStyle/>
                    <a:p>
                      <a:r>
                        <a:rPr sz="1875" b="0">
                          <a:solidFill>
                            <a:srgbClr val="1C3144"/>
                          </a:solidFill>
                          <a:latin typeface="Calibri"/>
                          <a:ea typeface="Calibri"/>
                          <a:cs typeface="Calibri"/>
                        </a:rPr>
                        <a:t>Skill erosion</a:t>
                      </a:r>
                    </a:p>
                  </a:txBody>
                  <a:tcPr marL="91440" marR="91440" marT="45720" marB="45720">
                    <a:lnL w="9525">
                      <a:solidFill>
                        <a:srgbClr val="C9D5DA"/>
                      </a:solidFill>
                      <a:prstDash val="solid"/>
                    </a:lnL>
                    <a:lnR w="9525">
                      <a:solidFill>
                        <a:srgbClr val="C9D5DA"/>
                      </a:solidFill>
                      <a:prstDash val="solid"/>
                    </a:lnR>
                    <a:lnB w="9525">
                      <a:solidFill>
                        <a:srgbClr val="C9D5DA"/>
                      </a:solidFill>
                      <a:prstDash val="solid"/>
                    </a:lnB>
                    <a:solidFill>
                      <a:srgbClr val="F1F5F6"/>
                    </a:solidFill>
                  </a:tcPr>
                </a:tc>
                <a:tc>
                  <a:txBody>
                    <a:bodyPr/>
                    <a:lstStyle/>
                    <a:p>
                      <a:r>
                        <a:rPr sz="1875" b="0">
                          <a:solidFill>
                            <a:srgbClr val="1C3144"/>
                          </a:solidFill>
                          <a:latin typeface="Calibri"/>
                          <a:ea typeface="Calibri"/>
                          <a:cs typeface="Calibri"/>
                        </a:rPr>
                        <a:t>Review competence and training</a:t>
                      </a:r>
                    </a:p>
                  </a:txBody>
                  <a:tcPr marL="91440" marR="91440" marT="45720" marB="45720">
                    <a:lnR w="9525">
                      <a:solidFill>
                        <a:srgbClr val="C9D5DA"/>
                      </a:solidFill>
                      <a:prstDash val="solid"/>
                    </a:lnR>
                    <a:lnB w="9525">
                      <a:solidFill>
                        <a:srgbClr val="C9D5DA"/>
                      </a:solidFill>
                      <a:prstDash val="solid"/>
                    </a:lnB>
                    <a:solidFill>
                      <a:srgbClr val="F1F5F6"/>
                    </a:solidFill>
                  </a:tcPr>
                </a:tc>
              </a:tr>
            </a:tbl>
          </a:graphicData>
        </a:graphic>
      </p:graphicFrame>
      <p:sp>
        <p:nvSpPr>
          <p:cNvPr id="3" name="text-299">
            <a:extLst>
              <a:ext uri="{FF2B5EF4-FFF2-40B4-BE49-F238E27FC236}">
                <ns2:creationId id="{E939DDA2-CEC0-467B-824F-99607389CC85}"/>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11   12</a:t>
            </a:r>
          </a:p>
        </p:txBody>
      </p:sp>
    </p:spTree>
    <p:extLst>
      <p:ext uri="{BB962C8B-B14F-4D97-AF65-F5344CB8AC3E}">
        <ns3:creationId val="1373007271"/>
      </p:ext>
    </p:extLst>
  </p:cSld>
  <p:transition spd="med" advClick="1">
    <p:fade/>
  </p:transition>
</p:sld>
</file>

<file path=ppt/slides/slide13.xml><?xml version="1.0" encoding="utf-8"?>
<p:sld xmlns:a="http://schemas.openxmlformats.org/drawingml/2006/main" xmlns:ns2="http://schemas.microsoft.com/office/drawing/2014/main" xmlns:ns3="http://schemas.microsoft.com/office/powerpoint/2010/main" xmlns:p="http://schemas.openxmlformats.org/presentationml/2006/main">
  <p:cSld name="A risk register with a decision">
    <p:bg>
      <p:bgPr>
        <a:solidFill>
          <a:srgbClr val="FFFFFF"/>
        </a:solidFill>
      </p:bgPr>
    </p:bg>
    <p:spTree>
      <p:nvGrpSpPr>
        <p:cNvPr id="1" name=""/>
        <p:cNvGrpSpPr/>
        <p:nvPr/>
      </p:nvGrpSpPr>
      <p:grpSpPr>
        <a:xfrm/>
      </p:grpSpPr>
      <p:sp>
        <p:nvSpPr>
          <p:cNvPr id="12" name="text-300">
            <a:extLst>
              <a:ext uri="{FF2B5EF4-FFF2-40B4-BE49-F238E27FC236}">
                <ns2:creationId id="{CE57CBA0-4FAB-438C-8297-FD3EFAA9B200}"/>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11</a:t>
            </a:r>
          </a:p>
        </p:txBody>
      </p:sp>
      <p:sp>
        <p:nvSpPr>
          <p:cNvPr id="2" name="text-301">
            <a:extLst>
              <a:ext uri="{FF2B5EF4-FFF2-40B4-BE49-F238E27FC236}">
                <ns2:creationId id="{8A2BF540-2DAD-4FBB-ADE7-97F53B9EFA85}"/>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A risk register with a decision</a:t>
            </a:r>
          </a:p>
        </p:txBody>
      </p:sp>
      <p:sp>
        <p:nvSpPr>
          <p:cNvPr id="4" name="text-303">
            <a:extLst>
              <a:ext uri="{FF2B5EF4-FFF2-40B4-BE49-F238E27FC236}">
                <ns2:creationId id="{D6A29139-F1B5-4F04-A0BF-ED8066094426}"/>
              </a:ext>
            </a:extLst>
          </p:cNvPr>
          <p:cNvSpPr>
            <a:spLocks noGrp="1"/>
          </p:cNvSpPr>
          <p:nvPr/>
        </p:nvSpPr>
        <p:spPr>
          <a:xfrm>
            <a:off x="619125" y="194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01</a:t>
            </a:r>
          </a:p>
        </p:txBody>
      </p:sp>
      <p:sp>
        <p:nvSpPr>
          <p:cNvPr id="5" name="text-304">
            <a:extLst>
              <a:ext uri="{FF2B5EF4-FFF2-40B4-BE49-F238E27FC236}">
                <ns2:creationId id="{5F0010ED-7595-4447-A7A6-F8A4628AA6F0}"/>
              </a:ext>
            </a:extLst>
          </p:cNvPr>
          <p:cNvSpPr>
            <a:spLocks noGrp="1"/>
          </p:cNvSpPr>
          <p:nvPr/>
        </p:nvSpPr>
        <p:spPr>
          <a:xfrm>
            <a:off x="1285875" y="1943100"/>
            <a:ext cx="6564125" cy="8382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Use case, affected information and people</a:t>
            </a:r>
          </a:p>
        </p:txBody>
      </p:sp>
      <p:sp>
        <p:nvSpPr>
          <p:cNvPr id="6" name="text-305">
            <a:extLst>
              <a:ext uri="{FF2B5EF4-FFF2-40B4-BE49-F238E27FC236}">
                <ns2:creationId id="{839FCC44-2ED1-452B-B4F0-17A24A0BAD9A}"/>
              </a:ext>
            </a:extLst>
          </p:cNvPr>
          <p:cNvSpPr>
            <a:spLocks noGrp="1"/>
          </p:cNvSpPr>
          <p:nvPr/>
        </p:nvSpPr>
        <p:spPr>
          <a:xfrm>
            <a:off x="619125" y="28956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02</a:t>
            </a:r>
          </a:p>
        </p:txBody>
      </p:sp>
      <p:sp>
        <p:nvSpPr>
          <p:cNvPr id="7" name="text-306">
            <a:extLst>
              <a:ext uri="{FF2B5EF4-FFF2-40B4-BE49-F238E27FC236}">
                <ns2:creationId id="{A32B602B-CCAF-4097-B87D-720DE95F7DBC}"/>
              </a:ext>
            </a:extLst>
          </p:cNvPr>
          <p:cNvSpPr>
            <a:spLocks noGrp="1"/>
          </p:cNvSpPr>
          <p:nvPr/>
        </p:nvSpPr>
        <p:spPr>
          <a:xfrm>
            <a:off x="1285875" y="2895600"/>
            <a:ext cx="6564125" cy="8382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Failure, consequence and existing control</a:t>
            </a:r>
          </a:p>
        </p:txBody>
      </p:sp>
      <p:sp>
        <p:nvSpPr>
          <p:cNvPr id="8" name="text-307">
            <a:extLst>
              <a:ext uri="{FF2B5EF4-FFF2-40B4-BE49-F238E27FC236}">
                <ns2:creationId id="{616EBA9E-7D9C-4A50-BB56-F5D3D3A8D7ED}"/>
              </a:ext>
            </a:extLst>
          </p:cNvPr>
          <p:cNvSpPr>
            <a:spLocks noGrp="1"/>
          </p:cNvSpPr>
          <p:nvPr/>
        </p:nvSpPr>
        <p:spPr>
          <a:xfrm>
            <a:off x="619125" y="3848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03</a:t>
            </a:r>
          </a:p>
        </p:txBody>
      </p:sp>
      <p:sp>
        <p:nvSpPr>
          <p:cNvPr id="9" name="text-308">
            <a:extLst>
              <a:ext uri="{FF2B5EF4-FFF2-40B4-BE49-F238E27FC236}">
                <ns2:creationId id="{13B867DB-0FA0-4E26-B707-196E6DBCE71D}"/>
              </a:ext>
            </a:extLst>
          </p:cNvPr>
          <p:cNvSpPr>
            <a:spLocks noGrp="1"/>
          </p:cNvSpPr>
          <p:nvPr/>
        </p:nvSpPr>
        <p:spPr>
          <a:xfrm>
            <a:off x="1285875" y="3848100"/>
            <a:ext cx="6564125" cy="8382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Test evidence and remaining risk</a:t>
            </a:r>
          </a:p>
        </p:txBody>
      </p:sp>
      <p:sp>
        <p:nvSpPr>
          <p:cNvPr id="10" name="text-309">
            <a:extLst>
              <a:ext uri="{FF2B5EF4-FFF2-40B4-BE49-F238E27FC236}">
                <ns2:creationId id="{0C7E74F3-0F9E-409F-B836-E57F8C8E07C1}"/>
              </a:ext>
            </a:extLst>
          </p:cNvPr>
          <p:cNvSpPr>
            <a:spLocks noGrp="1"/>
          </p:cNvSpPr>
          <p:nvPr/>
        </p:nvSpPr>
        <p:spPr>
          <a:xfrm>
            <a:off x="619125" y="48006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04</a:t>
            </a:r>
          </a:p>
        </p:txBody>
      </p:sp>
      <p:sp>
        <p:nvSpPr>
          <p:cNvPr id="11" name="text-310">
            <a:extLst>
              <a:ext uri="{FF2B5EF4-FFF2-40B4-BE49-F238E27FC236}">
                <ns2:creationId id="{55FFCE04-1222-4380-8663-20077BDFA8E3}"/>
              </a:ext>
            </a:extLst>
          </p:cNvPr>
          <p:cNvSpPr>
            <a:spLocks noGrp="1"/>
          </p:cNvSpPr>
          <p:nvPr/>
        </p:nvSpPr>
        <p:spPr>
          <a:xfrm>
            <a:off x="1285875" y="4800600"/>
            <a:ext cx="6564125" cy="8382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Owner, decision and review date</a:t>
            </a:r>
          </a:p>
        </p:txBody>
      </p:sp>
      <p:sp>
        <p:nvSpPr>
          <p:cNvPr id="3" name="text-302">
            <a:extLst>
              <a:ext uri="{FF2B5EF4-FFF2-40B4-BE49-F238E27FC236}">
                <ns2:creationId id="{8E47E188-16BB-44D3-A329-E256F13BD7CF}"/>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11   13</a:t>
            </a:r>
          </a:p>
        </p:txBody>
      </p:sp>
      <p:pic xmlns:r="http://schemas.openxmlformats.org/officeDocument/2006/relationships">
        <p:nvPicPr>
          <p:cNvPr id="13" name="illustration-clipboard" descr="Illustration: a clipboard checklist"/>
          <p:cNvPicPr>
            <a:picLocks noChangeAspect="1"/>
          </p:cNvPicPr>
          <p:nvPr/>
        </p:nvPicPr>
        <p:blipFill>
          <a:blip r:embed="rId3"/>
          <a:stretch>
            <a:fillRect/>
          </a:stretch>
        </p:blipFill>
        <p:spPr>
          <a:xfrm>
            <a:off x="8050000" y="1850000"/>
            <a:ext cx="3700000" cy="3700000"/>
          </a:xfrm>
          <a:prstGeom prst="rect">
            <a:avLst/>
          </a:prstGeom>
        </p:spPr>
      </p:pic>
    </p:spTree>
    <p:extLst>
      <p:ext uri="{BB962C8B-B14F-4D97-AF65-F5344CB8AC3E}">
        <ns3:creationId val="1087555767"/>
      </p:ext>
    </p:extLst>
  </p:cSld>
  <p:transition spd="med" advClick="1">
    <p:fade/>
  </p:transition>
</p:sld>
</file>

<file path=ppt/slides/slide14.xml><?xml version="1.0" encoding="utf-8"?>
<p:sld xmlns:a="http://schemas.openxmlformats.org/drawingml/2006/main" xmlns:ns2="http://schemas.microsoft.com/office/drawing/2014/main" xmlns:ns3="http://schemas.microsoft.com/office/powerpoint/2010/main" xmlns:p="http://schemas.openxmlformats.org/presentationml/2006/main">
  <p:cSld name="An incident in our matter">
    <p:bg>
      <p:bgPr>
        <a:solidFill>
          <a:srgbClr val="FFFFFF"/>
        </a:solidFill>
      </p:bgPr>
    </p:bg>
    <p:spTree>
      <p:nvGrpSpPr>
        <p:cNvPr id="1" name=""/>
        <p:cNvGrpSpPr/>
        <p:nvPr/>
      </p:nvGrpSpPr>
      <p:grpSpPr>
        <a:xfrm/>
      </p:grpSpPr>
      <p:sp>
        <p:nvSpPr>
          <p:cNvPr id="8" name="text-311">
            <a:extLst>
              <a:ext uri="{FF2B5EF4-FFF2-40B4-BE49-F238E27FC236}">
                <ns2:creationId id="{069E154A-A248-4CFE-95F3-E59B800C3F49}"/>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11</a:t>
            </a:r>
          </a:p>
        </p:txBody>
      </p:sp>
      <p:sp>
        <p:nvSpPr>
          <p:cNvPr id="2" name="text-312">
            <a:extLst>
              <a:ext uri="{FF2B5EF4-FFF2-40B4-BE49-F238E27FC236}">
                <ns2:creationId id="{E45398C5-FC37-4A15-B852-5C58488109DA}"/>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An incident in our matter</a:t>
            </a:r>
          </a:p>
        </p:txBody>
      </p:sp>
      <p:sp>
        <p:nvSpPr>
          <p:cNvPr id="4" name="text-314">
            <a:extLst>
              <a:ext uri="{FF2B5EF4-FFF2-40B4-BE49-F238E27FC236}">
                <ns2:creationId id="{C99FCF86-3D58-4487-8C4A-F5DC3E1502E2}"/>
              </a:ext>
            </a:extLst>
          </p:cNvPr>
          <p:cNvSpPr>
            <a:spLocks noGrp="1"/>
          </p:cNvSpPr>
          <p:nvPr/>
        </p:nvSpPr>
        <p:spPr>
          <a:xfrm>
            <a:off x="619125" y="194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01</a:t>
            </a:r>
          </a:p>
        </p:txBody>
      </p:sp>
      <p:sp>
        <p:nvSpPr>
          <p:cNvPr id="5" name="text-315">
            <a:extLst>
              <a:ext uri="{FF2B5EF4-FFF2-40B4-BE49-F238E27FC236}">
                <ns2:creationId id="{7146133E-6223-4A2E-A825-1397AE9D6FC9}"/>
              </a:ext>
            </a:extLst>
          </p:cNvPr>
          <p:cNvSpPr>
            <a:spLocks noGrp="1"/>
          </p:cNvSpPr>
          <p:nvPr/>
        </p:nvSpPr>
        <p:spPr>
          <a:xfrm>
            <a:off x="1285875" y="1943100"/>
            <a:ext cx="6564125" cy="17907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The assistant returns a passage from a restricted client matter.</a:t>
            </a:r>
          </a:p>
        </p:txBody>
      </p:sp>
      <p:sp>
        <p:nvSpPr>
          <p:cNvPr id="6" name="text-316">
            <a:extLst>
              <a:ext uri="{FF2B5EF4-FFF2-40B4-BE49-F238E27FC236}">
                <ns2:creationId id="{2499EE77-919F-4615-8A7D-3744E553B080}"/>
              </a:ext>
            </a:extLst>
          </p:cNvPr>
          <p:cNvSpPr>
            <a:spLocks noGrp="1"/>
          </p:cNvSpPr>
          <p:nvPr/>
        </p:nvSpPr>
        <p:spPr>
          <a:xfrm>
            <a:off x="619125" y="3848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02</a:t>
            </a:r>
          </a:p>
        </p:txBody>
      </p:sp>
      <p:sp>
        <p:nvSpPr>
          <p:cNvPr id="7" name="text-317">
            <a:extLst>
              <a:ext uri="{FF2B5EF4-FFF2-40B4-BE49-F238E27FC236}">
                <ns2:creationId id="{603A7F76-1DE9-42F3-836D-5EC9CA5CC99C}"/>
              </a:ext>
            </a:extLst>
          </p:cNvPr>
          <p:cNvSpPr>
            <a:spLocks noGrp="1"/>
          </p:cNvSpPr>
          <p:nvPr/>
        </p:nvSpPr>
        <p:spPr>
          <a:xfrm>
            <a:off x="1285875" y="3848100"/>
            <a:ext cx="6564125" cy="17907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The user has already copied part of it into a draft.</a:t>
            </a:r>
          </a:p>
        </p:txBody>
      </p:sp>
      <p:sp>
        <p:nvSpPr>
          <p:cNvPr id="3" name="text-313">
            <a:extLst>
              <a:ext uri="{FF2B5EF4-FFF2-40B4-BE49-F238E27FC236}">
                <ns2:creationId id="{5BBC9453-D9CE-471B-A8CA-C6C6B4A749CC}"/>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11   14</a:t>
            </a:r>
          </a:p>
        </p:txBody>
      </p:sp>
      <p:pic xmlns:r="http://schemas.openxmlformats.org/officeDocument/2006/relationships">
        <p:nvPicPr>
          <p:cNvPr id="9" name="illustration-stopgate" descr="Illustration: a barrier gate and a warning sign"/>
          <p:cNvPicPr>
            <a:picLocks noChangeAspect="1"/>
          </p:cNvPicPr>
          <p:nvPr/>
        </p:nvPicPr>
        <p:blipFill>
          <a:blip r:embed="rId3"/>
          <a:stretch>
            <a:fillRect/>
          </a:stretch>
        </p:blipFill>
        <p:spPr>
          <a:xfrm>
            <a:off x="8050000" y="1850000"/>
            <a:ext cx="3700000" cy="3700000"/>
          </a:xfrm>
          <a:prstGeom prst="rect">
            <a:avLst/>
          </a:prstGeom>
        </p:spPr>
      </p:pic>
    </p:spTree>
    <p:extLst>
      <p:ext uri="{BB962C8B-B14F-4D97-AF65-F5344CB8AC3E}">
        <ns3:creationId val="331611909"/>
      </p:ext>
    </p:extLst>
  </p:cSld>
  <p:transition spd="med" advClick="1">
    <p:fade/>
  </p:transition>
</p:sld>
</file>

<file path=ppt/slides/slide15.xml><?xml version="1.0" encoding="utf-8"?>
<p:sld xmlns:a="http://schemas.openxmlformats.org/drawingml/2006/main" xmlns:ns2="http://schemas.microsoft.com/office/drawing/2014/main" xmlns:ns3="http://schemas.microsoft.com/office/drawing/2017/decorative" xmlns:ns4="http://schemas.microsoft.com/office/powerpoint/2010/main" xmlns:p="http://schemas.openxmlformats.org/presentationml/2006/main">
  <p:cSld name="Response and recovery">
    <p:bg>
      <p:bgPr>
        <a:solidFill>
          <a:srgbClr val="FFFFFF"/>
        </a:solidFill>
      </p:bgPr>
    </p:bg>
    <p:spTree>
      <p:nvGrpSpPr>
        <p:cNvPr id="1" name=""/>
        <p:cNvGrpSpPr/>
        <p:nvPr/>
      </p:nvGrpSpPr>
      <p:grpSpPr>
        <a:xfrm/>
      </p:grpSpPr>
      <p:cxnSp>
        <p:nvCxnSpPr>
          <p:cNvPr id="22" name="reveal-04-arrow" descr="Response and recovery">
            <a:extLst>
              <a:ext uri="{FF2B5EF4-FFF2-40B4-BE49-F238E27FC236}">
                <ns2:creationId id="{846D4595-335E-4AF4-9FBA-4B6018BBD711}"/>
              </a:ext>
            </a:extLst>
          </p:cNvPr>
          <p:cNvCxnSpPr>
            <a:stCxn id="12" idx="3"/>
            <a:endCxn id="16" idx="1"/>
          </p:cNvCxnSpPr>
          <p:nvPr/>
        </p:nvCxnSpPr>
        <p:spPr>
          <a:xfrm>
            <a:off x="8751094" y="3771900"/>
            <a:ext cx="333375" cy="0"/>
          </a:xfrm>
          <a:prstGeom prst="straightConnector1">
            <a:avLst/>
          </a:prstGeom>
          <a:ln w="23813">
            <a:solidFill>
              <a:srgbClr val="246E63"/>
            </a:solidFill>
            <a:tailEnd type="arrow" w="med" len="med"/>
          </a:ln>
        </p:spPr>
      </p:cxnSp>
      <p:cxnSp>
        <p:nvCxnSpPr>
          <p:cNvPr id="21" name="reveal-03-arrow">
            <a:extLst>
              <a:ext uri="{FF2B5EF4-FFF2-40B4-BE49-F238E27FC236}">
                <ns2:creationId id="{9B007CE7-647D-46C1-BABA-91B4DFF617BA}"/>
              </a:ext>
              <a:ext uri="{C183D7F6-B498-43B3-948B-1728B52AA6E4}">
                <ns3:decorative val="1"/>
              </a:ext>
            </a:extLst>
          </p:cNvPr>
          <p:cNvCxnSpPr>
            <a:stCxn id="8" idx="3"/>
            <a:endCxn id="12" idx="1"/>
          </p:cNvCxnSpPr>
          <p:nvPr/>
        </p:nvCxnSpPr>
        <p:spPr>
          <a:xfrm>
            <a:off x="5929312" y="3771900"/>
            <a:ext cx="333376" cy="0"/>
          </a:xfrm>
          <a:prstGeom prst="straightConnector1">
            <a:avLst/>
          </a:prstGeom>
          <a:ln w="23813">
            <a:solidFill>
              <a:srgbClr val="246E63"/>
            </a:solidFill>
            <a:tailEnd type="arrow" w="med" len="med"/>
          </a:ln>
        </p:spPr>
      </p:cxnSp>
      <p:cxnSp>
        <p:nvCxnSpPr>
          <p:cNvPr id="20" name="reveal-02-arrow">
            <a:extLst>
              <a:ext uri="{FF2B5EF4-FFF2-40B4-BE49-F238E27FC236}">
                <ns2:creationId id="{D8ECAF93-507C-41C6-ACFF-D5B585074457}"/>
              </a:ext>
              <a:ext uri="{C183D7F6-B498-43B3-948B-1728B52AA6E4}">
                <ns3:decorative val="1"/>
              </a:ext>
            </a:extLst>
          </p:cNvPr>
          <p:cNvCxnSpPr>
            <a:stCxn id="4" idx="3"/>
            <a:endCxn id="8" idx="1"/>
          </p:cNvCxnSpPr>
          <p:nvPr/>
        </p:nvCxnSpPr>
        <p:spPr>
          <a:xfrm>
            <a:off x="3107531" y="3771900"/>
            <a:ext cx="333375" cy="0"/>
          </a:xfrm>
          <a:prstGeom prst="straightConnector1">
            <a:avLst/>
          </a:prstGeom>
          <a:ln w="23813">
            <a:solidFill>
              <a:srgbClr val="246E63"/>
            </a:solidFill>
            <a:tailEnd type="arrow" w="med" len="med"/>
          </a:ln>
        </p:spPr>
      </p:cxnSp>
      <p:sp>
        <p:nvSpPr>
          <p:cNvPr id="23" name="text-318">
            <a:extLst>
              <a:ext uri="{FF2B5EF4-FFF2-40B4-BE49-F238E27FC236}">
                <ns2:creationId id="{01C84F12-9090-490F-9186-FF92FB7DD1C1}"/>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11</a:t>
            </a:r>
          </a:p>
        </p:txBody>
      </p:sp>
      <p:sp>
        <p:nvSpPr>
          <p:cNvPr id="2" name="text-319">
            <a:extLst>
              <a:ext uri="{FF2B5EF4-FFF2-40B4-BE49-F238E27FC236}">
                <ns2:creationId id="{9E084A74-B33B-4F28-9717-2B7BAB140B45}"/>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Response and recovery</a:t>
            </a:r>
          </a:p>
        </p:txBody>
      </p:sp>
      <p:sp>
        <p:nvSpPr>
          <p:cNvPr id="4" name="reveal-01-stage">
            <a:extLst>
              <a:ext uri="{FF2B5EF4-FFF2-40B4-BE49-F238E27FC236}">
                <ns2:creationId id="{0207F3F4-ACA3-402F-A2B3-E94B1970CCF1}"/>
              </a:ext>
              <a:ext uri="{C183D7F6-B498-43B3-948B-1728B52AA6E4}">
                <ns3:decorative val="1"/>
              </a:ext>
            </a:extLst>
          </p:cNvPr>
          <p:cNvSpPr>
            <a:spLocks noGrp="1"/>
          </p:cNvSpPr>
          <p:nvPr/>
        </p:nvSpPr>
        <p:spPr>
          <a:xfrm>
            <a:off x="619125" y="2762250"/>
            <a:ext cx="2488406" cy="2019300"/>
          </a:xfrm>
          <a:prstGeom prst="rect">
            <a:avLst/>
          </a:prstGeom>
          <a:solidFill>
            <a:srgbClr val="F1F5F6"/>
          </a:solidFill>
          <a:ln w="11430">
            <a:solidFill>
              <a:srgbClr val="C9D5DA"/>
            </a:solidFill>
          </a:ln>
        </p:spPr>
      </p:sp>
      <p:sp>
        <p:nvSpPr>
          <p:cNvPr id="5" name="reveal-01-number">
            <a:extLst>
              <a:ext uri="{FF2B5EF4-FFF2-40B4-BE49-F238E27FC236}">
                <ns2:creationId id="{3F859566-C490-4AF9-9196-833F9193C654}"/>
              </a:ext>
            </a:extLst>
          </p:cNvPr>
          <p:cNvSpPr>
            <a:spLocks noGrp="1"/>
          </p:cNvSpPr>
          <p:nvPr/>
        </p:nvSpPr>
        <p:spPr>
          <a:xfrm>
            <a:off x="619125" y="2324100"/>
            <a:ext cx="2488406" cy="333375"/>
          </a:xfrm>
          <a:prstGeom prst="rect">
            <a:avLst/>
          </a:prstGeom>
          <a:noFill/>
          <a:ln w="0">
            <a:noFill/>
          </a:ln>
        </p:spPr>
        <p:txBody>
          <a:bodyPr>
            <a:noAutofit/>
          </a:bodyPr>
          <a:lstStyle>
            <a:defPPr>
              <a:defRPr sz="2025" b="1">
                <a:solidFill>
                  <a:srgbClr val="C94E29"/>
                </a:solidFill>
                <a:latin typeface="Calibri"/>
                <a:ea typeface="Calibri"/>
                <a:cs typeface="Calibri"/>
              </a:defRPr>
            </a:defPPr>
            <a:lvl1pPr>
              <a:defRPr sz="2025" b="1">
                <a:solidFill>
                  <a:srgbClr val="C94E29"/>
                </a:solidFill>
                <a:latin typeface="Calibri"/>
                <a:ea typeface="Calibri"/>
                <a:cs typeface="Calibri"/>
              </a:defRPr>
            </a:lvl1pPr>
            <a:lvl2pPr>
              <a:defRPr sz="2025" b="1">
                <a:solidFill>
                  <a:srgbClr val="C94E29"/>
                </a:solidFill>
                <a:latin typeface="Calibri"/>
                <a:ea typeface="Calibri"/>
                <a:cs typeface="Calibri"/>
              </a:defRPr>
            </a:lvl2pPr>
            <a:lvl3pPr>
              <a:defRPr sz="2025" b="1">
                <a:solidFill>
                  <a:srgbClr val="C94E29"/>
                </a:solidFill>
                <a:latin typeface="Calibri"/>
                <a:ea typeface="Calibri"/>
                <a:cs typeface="Calibri"/>
              </a:defRPr>
            </a:lvl3pPr>
            <a:lvl4pPr>
              <a:defRPr sz="2025" b="1">
                <a:solidFill>
                  <a:srgbClr val="C94E29"/>
                </a:solidFill>
                <a:latin typeface="Calibri"/>
                <a:ea typeface="Calibri"/>
                <a:cs typeface="Calibri"/>
              </a:defRPr>
            </a:lvl4pPr>
            <a:lvl5pPr>
              <a:defRPr sz="2025" b="1">
                <a:solidFill>
                  <a:srgbClr val="C94E29"/>
                </a:solidFill>
                <a:latin typeface="Calibri"/>
                <a:ea typeface="Calibri"/>
                <a:cs typeface="Calibri"/>
              </a:defRPr>
            </a:lvl5pPr>
            <a:lvl6pPr>
              <a:defRPr sz="2025" b="1">
                <a:solidFill>
                  <a:srgbClr val="C94E29"/>
                </a:solidFill>
                <a:latin typeface="Calibri"/>
                <a:ea typeface="Calibri"/>
                <a:cs typeface="Calibri"/>
              </a:defRPr>
            </a:lvl6pPr>
            <a:lvl7pPr>
              <a:defRPr sz="2025" b="1">
                <a:solidFill>
                  <a:srgbClr val="C94E29"/>
                </a:solidFill>
                <a:latin typeface="Calibri"/>
                <a:ea typeface="Calibri"/>
                <a:cs typeface="Calibri"/>
              </a:defRPr>
            </a:lvl7pPr>
            <a:lvl8pPr>
              <a:defRPr sz="2025" b="1">
                <a:solidFill>
                  <a:srgbClr val="C94E29"/>
                </a:solidFill>
                <a:latin typeface="Calibri"/>
                <a:ea typeface="Calibri"/>
                <a:cs typeface="Calibri"/>
              </a:defRPr>
            </a:lvl8pPr>
            <a:lvl9pPr>
              <a:defRPr sz="2025" b="1">
                <a:solidFill>
                  <a:srgbClr val="C94E29"/>
                </a:solidFill>
                <a:latin typeface="Calibri"/>
                <a:ea typeface="Calibri"/>
                <a:cs typeface="Calibri"/>
              </a:defRPr>
            </a:lvl9pPr>
          </a:lstStyle>
          <a:p>
            <a:pPr>
              <a:defRPr sz="2025" b="1">
                <a:solidFill>
                  <a:srgbClr val="C94E29"/>
                </a:solidFill>
                <a:latin typeface="Calibri"/>
                <a:ea typeface="Calibri"/>
                <a:cs typeface="Calibri"/>
              </a:defRPr>
            </a:pPr>
            <a:r>
              <a:rPr sz="2025" b="1">
                <a:solidFill>
                  <a:srgbClr val="C94E29"/>
                </a:solidFill>
                <a:latin typeface="Calibri"/>
                <a:ea typeface="Calibri"/>
                <a:cs typeface="Calibri"/>
              </a:rPr>
              <a:t>01</a:t>
            </a:r>
          </a:p>
        </p:txBody>
      </p:sp>
      <p:sp>
        <p:nvSpPr>
          <p:cNvPr id="6" name="reveal-01-label">
            <a:extLst>
              <a:ext uri="{FF2B5EF4-FFF2-40B4-BE49-F238E27FC236}">
                <ns2:creationId id="{C330C78F-1797-4D01-9E71-6056CC81A831}"/>
              </a:ext>
            </a:extLst>
          </p:cNvPr>
          <p:cNvSpPr>
            <a:spLocks noGrp="1"/>
          </p:cNvSpPr>
          <p:nvPr/>
        </p:nvSpPr>
        <p:spPr>
          <a:xfrm>
            <a:off x="771525" y="2914650"/>
            <a:ext cx="2183606" cy="723900"/>
          </a:xfrm>
          <a:prstGeom prst="rect">
            <a:avLst/>
          </a:prstGeom>
          <a:noFill/>
          <a:ln w="0">
            <a:noFill/>
          </a:ln>
        </p:spPr>
        <p:txBody>
          <a:bodyPr>
            <a:noAutofit/>
          </a:bodyPr>
          <a:lstStyle>
            <a:defPPr>
              <a:defRPr sz="2175" b="1">
                <a:solidFill>
                  <a:srgbClr val="246E63"/>
                </a:solidFill>
                <a:latin typeface="Calibri"/>
                <a:ea typeface="Calibri"/>
                <a:cs typeface="Calibri"/>
              </a:defRPr>
            </a:defPPr>
            <a:lvl1pPr>
              <a:defRPr sz="2175" b="1">
                <a:solidFill>
                  <a:srgbClr val="246E63"/>
                </a:solidFill>
                <a:latin typeface="Calibri"/>
                <a:ea typeface="Calibri"/>
                <a:cs typeface="Calibri"/>
              </a:defRPr>
            </a:lvl1pPr>
            <a:lvl2pPr>
              <a:defRPr sz="2175" b="1">
                <a:solidFill>
                  <a:srgbClr val="246E63"/>
                </a:solidFill>
                <a:latin typeface="Calibri"/>
                <a:ea typeface="Calibri"/>
                <a:cs typeface="Calibri"/>
              </a:defRPr>
            </a:lvl2pPr>
            <a:lvl3pPr>
              <a:defRPr sz="2175" b="1">
                <a:solidFill>
                  <a:srgbClr val="246E63"/>
                </a:solidFill>
                <a:latin typeface="Calibri"/>
                <a:ea typeface="Calibri"/>
                <a:cs typeface="Calibri"/>
              </a:defRPr>
            </a:lvl3pPr>
            <a:lvl4pPr>
              <a:defRPr sz="2175" b="1">
                <a:solidFill>
                  <a:srgbClr val="246E63"/>
                </a:solidFill>
                <a:latin typeface="Calibri"/>
                <a:ea typeface="Calibri"/>
                <a:cs typeface="Calibri"/>
              </a:defRPr>
            </a:lvl4pPr>
            <a:lvl5pPr>
              <a:defRPr sz="2175" b="1">
                <a:solidFill>
                  <a:srgbClr val="246E63"/>
                </a:solidFill>
                <a:latin typeface="Calibri"/>
                <a:ea typeface="Calibri"/>
                <a:cs typeface="Calibri"/>
              </a:defRPr>
            </a:lvl5pPr>
            <a:lvl6pPr>
              <a:defRPr sz="2175" b="1">
                <a:solidFill>
                  <a:srgbClr val="246E63"/>
                </a:solidFill>
                <a:latin typeface="Calibri"/>
                <a:ea typeface="Calibri"/>
                <a:cs typeface="Calibri"/>
              </a:defRPr>
            </a:lvl6pPr>
            <a:lvl7pPr>
              <a:defRPr sz="2175" b="1">
                <a:solidFill>
                  <a:srgbClr val="246E63"/>
                </a:solidFill>
                <a:latin typeface="Calibri"/>
                <a:ea typeface="Calibri"/>
                <a:cs typeface="Calibri"/>
              </a:defRPr>
            </a:lvl7pPr>
            <a:lvl8pPr>
              <a:defRPr sz="2175" b="1">
                <a:solidFill>
                  <a:srgbClr val="246E63"/>
                </a:solidFill>
                <a:latin typeface="Calibri"/>
                <a:ea typeface="Calibri"/>
                <a:cs typeface="Calibri"/>
              </a:defRPr>
            </a:lvl8pPr>
            <a:lvl9pPr>
              <a:defRPr sz="2175" b="1">
                <a:solidFill>
                  <a:srgbClr val="246E63"/>
                </a:solidFill>
                <a:latin typeface="Calibri"/>
                <a:ea typeface="Calibri"/>
                <a:cs typeface="Calibri"/>
              </a:defRPr>
            </a:lvl9pPr>
          </a:lstStyle>
          <a:p>
            <a:pPr>
              <a:defRPr sz="2175" b="1">
                <a:solidFill>
                  <a:srgbClr val="246E63"/>
                </a:solidFill>
                <a:latin typeface="Calibri"/>
                <a:ea typeface="Calibri"/>
                <a:cs typeface="Calibri"/>
              </a:defRPr>
            </a:pPr>
            <a:r>
              <a:rPr sz="2175" b="1">
                <a:solidFill>
                  <a:srgbClr val="246E63"/>
                </a:solidFill>
                <a:latin typeface="Calibri"/>
                <a:ea typeface="Calibri"/>
                <a:cs typeface="Calibri"/>
              </a:rPr>
              <a:t>Contain</a:t>
            </a:r>
          </a:p>
        </p:txBody>
      </p:sp>
      <p:sp>
        <p:nvSpPr>
          <p:cNvPr id="7" name="reveal-01-detail">
            <a:extLst>
              <a:ext uri="{FF2B5EF4-FFF2-40B4-BE49-F238E27FC236}">
                <ns2:creationId id="{CDD2656C-E1E8-4B40-9715-0EDC64AC499F}"/>
              </a:ext>
            </a:extLst>
          </p:cNvPr>
          <p:cNvSpPr>
            <a:spLocks noGrp="1"/>
          </p:cNvSpPr>
          <p:nvPr/>
        </p:nvSpPr>
        <p:spPr>
          <a:xfrm>
            <a:off x="771525" y="3819525"/>
            <a:ext cx="2183606" cy="809625"/>
          </a:xfrm>
          <a:prstGeom prst="rect">
            <a:avLst/>
          </a:prstGeom>
          <a:noFill/>
          <a:ln w="0">
            <a:noFill/>
          </a:ln>
        </p:spPr>
        <p:txBody>
          <a:bodyPr>
            <a:noAutofit/>
          </a:bodyPr>
          <a:lstStyle>
            <a:defPPr>
              <a:defRPr sz="1950" b="0">
                <a:solidFill>
                  <a:srgbClr val="1C3144"/>
                </a:solidFill>
                <a:latin typeface="Calibri"/>
                <a:ea typeface="Calibri"/>
                <a:cs typeface="Calibri"/>
              </a:defRPr>
            </a:defPPr>
            <a:lvl1pPr>
              <a:defRPr sz="1950" b="0">
                <a:solidFill>
                  <a:srgbClr val="1C3144"/>
                </a:solidFill>
                <a:latin typeface="Calibri"/>
                <a:ea typeface="Calibri"/>
                <a:cs typeface="Calibri"/>
              </a:defRPr>
            </a:lvl1pPr>
            <a:lvl2pPr>
              <a:defRPr sz="1950" b="0">
                <a:solidFill>
                  <a:srgbClr val="1C3144"/>
                </a:solidFill>
                <a:latin typeface="Calibri"/>
                <a:ea typeface="Calibri"/>
                <a:cs typeface="Calibri"/>
              </a:defRPr>
            </a:lvl2pPr>
            <a:lvl3pPr>
              <a:defRPr sz="1950" b="0">
                <a:solidFill>
                  <a:srgbClr val="1C3144"/>
                </a:solidFill>
                <a:latin typeface="Calibri"/>
                <a:ea typeface="Calibri"/>
                <a:cs typeface="Calibri"/>
              </a:defRPr>
            </a:lvl3pPr>
            <a:lvl4pPr>
              <a:defRPr sz="1950" b="0">
                <a:solidFill>
                  <a:srgbClr val="1C3144"/>
                </a:solidFill>
                <a:latin typeface="Calibri"/>
                <a:ea typeface="Calibri"/>
                <a:cs typeface="Calibri"/>
              </a:defRPr>
            </a:lvl4pPr>
            <a:lvl5pPr>
              <a:defRPr sz="1950" b="0">
                <a:solidFill>
                  <a:srgbClr val="1C3144"/>
                </a:solidFill>
                <a:latin typeface="Calibri"/>
                <a:ea typeface="Calibri"/>
                <a:cs typeface="Calibri"/>
              </a:defRPr>
            </a:lvl5pPr>
            <a:lvl6pPr>
              <a:defRPr sz="1950" b="0">
                <a:solidFill>
                  <a:srgbClr val="1C3144"/>
                </a:solidFill>
                <a:latin typeface="Calibri"/>
                <a:ea typeface="Calibri"/>
                <a:cs typeface="Calibri"/>
              </a:defRPr>
            </a:lvl6pPr>
            <a:lvl7pPr>
              <a:defRPr sz="1950" b="0">
                <a:solidFill>
                  <a:srgbClr val="1C3144"/>
                </a:solidFill>
                <a:latin typeface="Calibri"/>
                <a:ea typeface="Calibri"/>
                <a:cs typeface="Calibri"/>
              </a:defRPr>
            </a:lvl7pPr>
            <a:lvl8pPr>
              <a:defRPr sz="1950" b="0">
                <a:solidFill>
                  <a:srgbClr val="1C3144"/>
                </a:solidFill>
                <a:latin typeface="Calibri"/>
                <a:ea typeface="Calibri"/>
                <a:cs typeface="Calibri"/>
              </a:defRPr>
            </a:lvl8pPr>
            <a:lvl9pPr>
              <a:defRPr sz="1950" b="0">
                <a:solidFill>
                  <a:srgbClr val="1C3144"/>
                </a:solidFill>
                <a:latin typeface="Calibri"/>
                <a:ea typeface="Calibri"/>
                <a:cs typeface="Calibri"/>
              </a:defRPr>
            </a:lvl9pPr>
          </a:lstStyle>
          <a:p>
            <a:pPr>
              <a:defRPr sz="1950" b="0">
                <a:solidFill>
                  <a:srgbClr val="1C3144"/>
                </a:solidFill>
                <a:latin typeface="Calibri"/>
                <a:ea typeface="Calibri"/>
                <a:cs typeface="Calibri"/>
              </a:defRPr>
            </a:pPr>
            <a:r>
              <a:rPr sz="1950" b="0">
                <a:solidFill>
                  <a:srgbClr val="1C3144"/>
                </a:solidFill>
                <a:latin typeface="Calibri"/>
                <a:ea typeface="Calibri"/>
                <a:cs typeface="Calibri"/>
              </a:rPr>
              <a:t>Pause affected use</a:t>
            </a:r>
          </a:p>
        </p:txBody>
      </p:sp>
      <p:sp>
        <p:nvSpPr>
          <p:cNvPr id="8" name="reveal-02-stage">
            <a:extLst>
              <a:ext uri="{FF2B5EF4-FFF2-40B4-BE49-F238E27FC236}">
                <ns2:creationId id="{53A11527-090D-4A4C-9C3A-D29BCFBEBB8F}"/>
              </a:ext>
              <a:ext uri="{C183D7F6-B498-43B3-948B-1728B52AA6E4}">
                <ns3:decorative val="1"/>
              </a:ext>
            </a:extLst>
          </p:cNvPr>
          <p:cNvSpPr>
            <a:spLocks noGrp="1"/>
          </p:cNvSpPr>
          <p:nvPr/>
        </p:nvSpPr>
        <p:spPr>
          <a:xfrm>
            <a:off x="3440906" y="2762250"/>
            <a:ext cx="2488406" cy="2019300"/>
          </a:xfrm>
          <a:prstGeom prst="rect">
            <a:avLst/>
          </a:prstGeom>
          <a:solidFill>
            <a:srgbClr val="F1F5F6"/>
          </a:solidFill>
          <a:ln w="11430">
            <a:solidFill>
              <a:srgbClr val="C9D5DA"/>
            </a:solidFill>
          </a:ln>
        </p:spPr>
      </p:sp>
      <p:sp>
        <p:nvSpPr>
          <p:cNvPr id="9" name="reveal-02-number">
            <a:extLst>
              <a:ext uri="{FF2B5EF4-FFF2-40B4-BE49-F238E27FC236}">
                <ns2:creationId id="{CD2FDE0B-00A3-4973-A0D1-483ABAC8C095}"/>
              </a:ext>
            </a:extLst>
          </p:cNvPr>
          <p:cNvSpPr>
            <a:spLocks noGrp="1"/>
          </p:cNvSpPr>
          <p:nvPr/>
        </p:nvSpPr>
        <p:spPr>
          <a:xfrm>
            <a:off x="3440906" y="2324100"/>
            <a:ext cx="2488406" cy="333375"/>
          </a:xfrm>
          <a:prstGeom prst="rect">
            <a:avLst/>
          </a:prstGeom>
          <a:noFill/>
          <a:ln w="0">
            <a:noFill/>
          </a:ln>
        </p:spPr>
        <p:txBody>
          <a:bodyPr>
            <a:noAutofit/>
          </a:bodyPr>
          <a:lstStyle>
            <a:defPPr>
              <a:defRPr sz="2025" b="1">
                <a:solidFill>
                  <a:srgbClr val="C94E29"/>
                </a:solidFill>
                <a:latin typeface="Calibri"/>
                <a:ea typeface="Calibri"/>
                <a:cs typeface="Calibri"/>
              </a:defRPr>
            </a:defPPr>
            <a:lvl1pPr>
              <a:defRPr sz="2025" b="1">
                <a:solidFill>
                  <a:srgbClr val="C94E29"/>
                </a:solidFill>
                <a:latin typeface="Calibri"/>
                <a:ea typeface="Calibri"/>
                <a:cs typeface="Calibri"/>
              </a:defRPr>
            </a:lvl1pPr>
            <a:lvl2pPr>
              <a:defRPr sz="2025" b="1">
                <a:solidFill>
                  <a:srgbClr val="C94E29"/>
                </a:solidFill>
                <a:latin typeface="Calibri"/>
                <a:ea typeface="Calibri"/>
                <a:cs typeface="Calibri"/>
              </a:defRPr>
            </a:lvl2pPr>
            <a:lvl3pPr>
              <a:defRPr sz="2025" b="1">
                <a:solidFill>
                  <a:srgbClr val="C94E29"/>
                </a:solidFill>
                <a:latin typeface="Calibri"/>
                <a:ea typeface="Calibri"/>
                <a:cs typeface="Calibri"/>
              </a:defRPr>
            </a:lvl3pPr>
            <a:lvl4pPr>
              <a:defRPr sz="2025" b="1">
                <a:solidFill>
                  <a:srgbClr val="C94E29"/>
                </a:solidFill>
                <a:latin typeface="Calibri"/>
                <a:ea typeface="Calibri"/>
                <a:cs typeface="Calibri"/>
              </a:defRPr>
            </a:lvl4pPr>
            <a:lvl5pPr>
              <a:defRPr sz="2025" b="1">
                <a:solidFill>
                  <a:srgbClr val="C94E29"/>
                </a:solidFill>
                <a:latin typeface="Calibri"/>
                <a:ea typeface="Calibri"/>
                <a:cs typeface="Calibri"/>
              </a:defRPr>
            </a:lvl5pPr>
            <a:lvl6pPr>
              <a:defRPr sz="2025" b="1">
                <a:solidFill>
                  <a:srgbClr val="C94E29"/>
                </a:solidFill>
                <a:latin typeface="Calibri"/>
                <a:ea typeface="Calibri"/>
                <a:cs typeface="Calibri"/>
              </a:defRPr>
            </a:lvl6pPr>
            <a:lvl7pPr>
              <a:defRPr sz="2025" b="1">
                <a:solidFill>
                  <a:srgbClr val="C94E29"/>
                </a:solidFill>
                <a:latin typeface="Calibri"/>
                <a:ea typeface="Calibri"/>
                <a:cs typeface="Calibri"/>
              </a:defRPr>
            </a:lvl7pPr>
            <a:lvl8pPr>
              <a:defRPr sz="2025" b="1">
                <a:solidFill>
                  <a:srgbClr val="C94E29"/>
                </a:solidFill>
                <a:latin typeface="Calibri"/>
                <a:ea typeface="Calibri"/>
                <a:cs typeface="Calibri"/>
              </a:defRPr>
            </a:lvl8pPr>
            <a:lvl9pPr>
              <a:defRPr sz="2025" b="1">
                <a:solidFill>
                  <a:srgbClr val="C94E29"/>
                </a:solidFill>
                <a:latin typeface="Calibri"/>
                <a:ea typeface="Calibri"/>
                <a:cs typeface="Calibri"/>
              </a:defRPr>
            </a:lvl9pPr>
          </a:lstStyle>
          <a:p>
            <a:pPr>
              <a:defRPr sz="2025" b="1">
                <a:solidFill>
                  <a:srgbClr val="C94E29"/>
                </a:solidFill>
                <a:latin typeface="Calibri"/>
                <a:ea typeface="Calibri"/>
                <a:cs typeface="Calibri"/>
              </a:defRPr>
            </a:pPr>
            <a:r>
              <a:rPr sz="2025" b="1">
                <a:solidFill>
                  <a:srgbClr val="C94E29"/>
                </a:solidFill>
                <a:latin typeface="Calibri"/>
                <a:ea typeface="Calibri"/>
                <a:cs typeface="Calibri"/>
              </a:rPr>
              <a:t>02</a:t>
            </a:r>
          </a:p>
        </p:txBody>
      </p:sp>
      <p:sp>
        <p:nvSpPr>
          <p:cNvPr id="10" name="reveal-02-label">
            <a:extLst>
              <a:ext uri="{FF2B5EF4-FFF2-40B4-BE49-F238E27FC236}">
                <ns2:creationId id="{E86466EB-F013-4202-B382-A541AE179B4C}"/>
              </a:ext>
            </a:extLst>
          </p:cNvPr>
          <p:cNvSpPr>
            <a:spLocks noGrp="1"/>
          </p:cNvSpPr>
          <p:nvPr/>
        </p:nvSpPr>
        <p:spPr>
          <a:xfrm>
            <a:off x="3593306" y="2914650"/>
            <a:ext cx="2183606" cy="723900"/>
          </a:xfrm>
          <a:prstGeom prst="rect">
            <a:avLst/>
          </a:prstGeom>
          <a:noFill/>
          <a:ln w="0">
            <a:noFill/>
          </a:ln>
        </p:spPr>
        <p:txBody>
          <a:bodyPr>
            <a:noAutofit/>
          </a:bodyPr>
          <a:lstStyle>
            <a:defPPr>
              <a:defRPr sz="2175" b="1">
                <a:solidFill>
                  <a:srgbClr val="246E63"/>
                </a:solidFill>
                <a:latin typeface="Calibri"/>
                <a:ea typeface="Calibri"/>
                <a:cs typeface="Calibri"/>
              </a:defRPr>
            </a:defPPr>
            <a:lvl1pPr>
              <a:defRPr sz="2175" b="1">
                <a:solidFill>
                  <a:srgbClr val="246E63"/>
                </a:solidFill>
                <a:latin typeface="Calibri"/>
                <a:ea typeface="Calibri"/>
                <a:cs typeface="Calibri"/>
              </a:defRPr>
            </a:lvl1pPr>
            <a:lvl2pPr>
              <a:defRPr sz="2175" b="1">
                <a:solidFill>
                  <a:srgbClr val="246E63"/>
                </a:solidFill>
                <a:latin typeface="Calibri"/>
                <a:ea typeface="Calibri"/>
                <a:cs typeface="Calibri"/>
              </a:defRPr>
            </a:lvl2pPr>
            <a:lvl3pPr>
              <a:defRPr sz="2175" b="1">
                <a:solidFill>
                  <a:srgbClr val="246E63"/>
                </a:solidFill>
                <a:latin typeface="Calibri"/>
                <a:ea typeface="Calibri"/>
                <a:cs typeface="Calibri"/>
              </a:defRPr>
            </a:lvl3pPr>
            <a:lvl4pPr>
              <a:defRPr sz="2175" b="1">
                <a:solidFill>
                  <a:srgbClr val="246E63"/>
                </a:solidFill>
                <a:latin typeface="Calibri"/>
                <a:ea typeface="Calibri"/>
                <a:cs typeface="Calibri"/>
              </a:defRPr>
            </a:lvl4pPr>
            <a:lvl5pPr>
              <a:defRPr sz="2175" b="1">
                <a:solidFill>
                  <a:srgbClr val="246E63"/>
                </a:solidFill>
                <a:latin typeface="Calibri"/>
                <a:ea typeface="Calibri"/>
                <a:cs typeface="Calibri"/>
              </a:defRPr>
            </a:lvl5pPr>
            <a:lvl6pPr>
              <a:defRPr sz="2175" b="1">
                <a:solidFill>
                  <a:srgbClr val="246E63"/>
                </a:solidFill>
                <a:latin typeface="Calibri"/>
                <a:ea typeface="Calibri"/>
                <a:cs typeface="Calibri"/>
              </a:defRPr>
            </a:lvl6pPr>
            <a:lvl7pPr>
              <a:defRPr sz="2175" b="1">
                <a:solidFill>
                  <a:srgbClr val="246E63"/>
                </a:solidFill>
                <a:latin typeface="Calibri"/>
                <a:ea typeface="Calibri"/>
                <a:cs typeface="Calibri"/>
              </a:defRPr>
            </a:lvl7pPr>
            <a:lvl8pPr>
              <a:defRPr sz="2175" b="1">
                <a:solidFill>
                  <a:srgbClr val="246E63"/>
                </a:solidFill>
                <a:latin typeface="Calibri"/>
                <a:ea typeface="Calibri"/>
                <a:cs typeface="Calibri"/>
              </a:defRPr>
            </a:lvl8pPr>
            <a:lvl9pPr>
              <a:defRPr sz="2175" b="1">
                <a:solidFill>
                  <a:srgbClr val="246E63"/>
                </a:solidFill>
                <a:latin typeface="Calibri"/>
                <a:ea typeface="Calibri"/>
                <a:cs typeface="Calibri"/>
              </a:defRPr>
            </a:lvl9pPr>
          </a:lstStyle>
          <a:p>
            <a:pPr>
              <a:defRPr sz="2175" b="1">
                <a:solidFill>
                  <a:srgbClr val="246E63"/>
                </a:solidFill>
                <a:latin typeface="Calibri"/>
                <a:ea typeface="Calibri"/>
                <a:cs typeface="Calibri"/>
              </a:defRPr>
            </a:pPr>
            <a:r>
              <a:rPr sz="2175" b="1">
                <a:solidFill>
                  <a:srgbClr val="246E63"/>
                </a:solidFill>
                <a:latin typeface="Calibri"/>
                <a:ea typeface="Calibri"/>
                <a:cs typeface="Calibri"/>
              </a:rPr>
              <a:t>Assess</a:t>
            </a:r>
          </a:p>
        </p:txBody>
      </p:sp>
      <p:sp>
        <p:nvSpPr>
          <p:cNvPr id="11" name="reveal-02-detail">
            <a:extLst>
              <a:ext uri="{FF2B5EF4-FFF2-40B4-BE49-F238E27FC236}">
                <ns2:creationId id="{8FF1DB39-36A3-4B8E-BFF1-D06CB9C6173F}"/>
              </a:ext>
            </a:extLst>
          </p:cNvPr>
          <p:cNvSpPr>
            <a:spLocks noGrp="1"/>
          </p:cNvSpPr>
          <p:nvPr/>
        </p:nvSpPr>
        <p:spPr>
          <a:xfrm>
            <a:off x="3593306" y="3819525"/>
            <a:ext cx="2183606" cy="809625"/>
          </a:xfrm>
          <a:prstGeom prst="rect">
            <a:avLst/>
          </a:prstGeom>
          <a:noFill/>
          <a:ln w="0">
            <a:noFill/>
          </a:ln>
        </p:spPr>
        <p:txBody>
          <a:bodyPr>
            <a:noAutofit/>
          </a:bodyPr>
          <a:lstStyle>
            <a:defPPr>
              <a:defRPr sz="1950" b="0">
                <a:solidFill>
                  <a:srgbClr val="1C3144"/>
                </a:solidFill>
                <a:latin typeface="Calibri"/>
                <a:ea typeface="Calibri"/>
                <a:cs typeface="Calibri"/>
              </a:defRPr>
            </a:defPPr>
            <a:lvl1pPr>
              <a:defRPr sz="1950" b="0">
                <a:solidFill>
                  <a:srgbClr val="1C3144"/>
                </a:solidFill>
                <a:latin typeface="Calibri"/>
                <a:ea typeface="Calibri"/>
                <a:cs typeface="Calibri"/>
              </a:defRPr>
            </a:lvl1pPr>
            <a:lvl2pPr>
              <a:defRPr sz="1950" b="0">
                <a:solidFill>
                  <a:srgbClr val="1C3144"/>
                </a:solidFill>
                <a:latin typeface="Calibri"/>
                <a:ea typeface="Calibri"/>
                <a:cs typeface="Calibri"/>
              </a:defRPr>
            </a:lvl2pPr>
            <a:lvl3pPr>
              <a:defRPr sz="1950" b="0">
                <a:solidFill>
                  <a:srgbClr val="1C3144"/>
                </a:solidFill>
                <a:latin typeface="Calibri"/>
                <a:ea typeface="Calibri"/>
                <a:cs typeface="Calibri"/>
              </a:defRPr>
            </a:lvl3pPr>
            <a:lvl4pPr>
              <a:defRPr sz="1950" b="0">
                <a:solidFill>
                  <a:srgbClr val="1C3144"/>
                </a:solidFill>
                <a:latin typeface="Calibri"/>
                <a:ea typeface="Calibri"/>
                <a:cs typeface="Calibri"/>
              </a:defRPr>
            </a:lvl4pPr>
            <a:lvl5pPr>
              <a:defRPr sz="1950" b="0">
                <a:solidFill>
                  <a:srgbClr val="1C3144"/>
                </a:solidFill>
                <a:latin typeface="Calibri"/>
                <a:ea typeface="Calibri"/>
                <a:cs typeface="Calibri"/>
              </a:defRPr>
            </a:lvl5pPr>
            <a:lvl6pPr>
              <a:defRPr sz="1950" b="0">
                <a:solidFill>
                  <a:srgbClr val="1C3144"/>
                </a:solidFill>
                <a:latin typeface="Calibri"/>
                <a:ea typeface="Calibri"/>
                <a:cs typeface="Calibri"/>
              </a:defRPr>
            </a:lvl6pPr>
            <a:lvl7pPr>
              <a:defRPr sz="1950" b="0">
                <a:solidFill>
                  <a:srgbClr val="1C3144"/>
                </a:solidFill>
                <a:latin typeface="Calibri"/>
                <a:ea typeface="Calibri"/>
                <a:cs typeface="Calibri"/>
              </a:defRPr>
            </a:lvl7pPr>
            <a:lvl8pPr>
              <a:defRPr sz="1950" b="0">
                <a:solidFill>
                  <a:srgbClr val="1C3144"/>
                </a:solidFill>
                <a:latin typeface="Calibri"/>
                <a:ea typeface="Calibri"/>
                <a:cs typeface="Calibri"/>
              </a:defRPr>
            </a:lvl8pPr>
            <a:lvl9pPr>
              <a:defRPr sz="1950" b="0">
                <a:solidFill>
                  <a:srgbClr val="1C3144"/>
                </a:solidFill>
                <a:latin typeface="Calibri"/>
                <a:ea typeface="Calibri"/>
                <a:cs typeface="Calibri"/>
              </a:defRPr>
            </a:lvl9pPr>
          </a:lstStyle>
          <a:p>
            <a:pPr>
              <a:defRPr sz="1950" b="0">
                <a:solidFill>
                  <a:srgbClr val="1C3144"/>
                </a:solidFill>
                <a:latin typeface="Calibri"/>
                <a:ea typeface="Calibri"/>
                <a:cs typeface="Calibri"/>
              </a:defRPr>
            </a:pPr>
            <a:r>
              <a:rPr sz="1950" b="0">
                <a:solidFill>
                  <a:srgbClr val="1C3144"/>
                </a:solidFill>
                <a:latin typeface="Calibri"/>
                <a:ea typeface="Calibri"/>
                <a:cs typeface="Calibri"/>
              </a:rPr>
              <a:t>Scope and consequences</a:t>
            </a:r>
          </a:p>
        </p:txBody>
      </p:sp>
      <p:sp>
        <p:nvSpPr>
          <p:cNvPr id="12" name="reveal-03-stage">
            <a:extLst>
              <a:ext uri="{FF2B5EF4-FFF2-40B4-BE49-F238E27FC236}">
                <ns2:creationId id="{F6006EAB-7C08-4E2F-98B6-CE3A21D8093A}"/>
              </a:ext>
              <a:ext uri="{C183D7F6-B498-43B3-948B-1728B52AA6E4}">
                <ns3:decorative val="1"/>
              </a:ext>
            </a:extLst>
          </p:cNvPr>
          <p:cNvSpPr>
            <a:spLocks noGrp="1"/>
          </p:cNvSpPr>
          <p:nvPr/>
        </p:nvSpPr>
        <p:spPr>
          <a:xfrm>
            <a:off x="6262688" y="2762250"/>
            <a:ext cx="2488406" cy="2019300"/>
          </a:xfrm>
          <a:prstGeom prst="rect">
            <a:avLst/>
          </a:prstGeom>
          <a:solidFill>
            <a:srgbClr val="F1F5F6"/>
          </a:solidFill>
          <a:ln w="11430">
            <a:solidFill>
              <a:srgbClr val="C9D5DA"/>
            </a:solidFill>
          </a:ln>
        </p:spPr>
      </p:sp>
      <p:sp>
        <p:nvSpPr>
          <p:cNvPr id="13" name="reveal-03-number">
            <a:extLst>
              <a:ext uri="{FF2B5EF4-FFF2-40B4-BE49-F238E27FC236}">
                <ns2:creationId id="{B0753BE4-89A6-4EAE-AF93-A59D7ABF0519}"/>
              </a:ext>
            </a:extLst>
          </p:cNvPr>
          <p:cNvSpPr>
            <a:spLocks noGrp="1"/>
          </p:cNvSpPr>
          <p:nvPr/>
        </p:nvSpPr>
        <p:spPr>
          <a:xfrm>
            <a:off x="6262688" y="2324100"/>
            <a:ext cx="2488406" cy="333375"/>
          </a:xfrm>
          <a:prstGeom prst="rect">
            <a:avLst/>
          </a:prstGeom>
          <a:noFill/>
          <a:ln w="0">
            <a:noFill/>
          </a:ln>
        </p:spPr>
        <p:txBody>
          <a:bodyPr>
            <a:noAutofit/>
          </a:bodyPr>
          <a:lstStyle>
            <a:defPPr>
              <a:defRPr sz="2025" b="1">
                <a:solidFill>
                  <a:srgbClr val="C94E29"/>
                </a:solidFill>
                <a:latin typeface="Calibri"/>
                <a:ea typeface="Calibri"/>
                <a:cs typeface="Calibri"/>
              </a:defRPr>
            </a:defPPr>
            <a:lvl1pPr>
              <a:defRPr sz="2025" b="1">
                <a:solidFill>
                  <a:srgbClr val="C94E29"/>
                </a:solidFill>
                <a:latin typeface="Calibri"/>
                <a:ea typeface="Calibri"/>
                <a:cs typeface="Calibri"/>
              </a:defRPr>
            </a:lvl1pPr>
            <a:lvl2pPr>
              <a:defRPr sz="2025" b="1">
                <a:solidFill>
                  <a:srgbClr val="C94E29"/>
                </a:solidFill>
                <a:latin typeface="Calibri"/>
                <a:ea typeface="Calibri"/>
                <a:cs typeface="Calibri"/>
              </a:defRPr>
            </a:lvl2pPr>
            <a:lvl3pPr>
              <a:defRPr sz="2025" b="1">
                <a:solidFill>
                  <a:srgbClr val="C94E29"/>
                </a:solidFill>
                <a:latin typeface="Calibri"/>
                <a:ea typeface="Calibri"/>
                <a:cs typeface="Calibri"/>
              </a:defRPr>
            </a:lvl3pPr>
            <a:lvl4pPr>
              <a:defRPr sz="2025" b="1">
                <a:solidFill>
                  <a:srgbClr val="C94E29"/>
                </a:solidFill>
                <a:latin typeface="Calibri"/>
                <a:ea typeface="Calibri"/>
                <a:cs typeface="Calibri"/>
              </a:defRPr>
            </a:lvl4pPr>
            <a:lvl5pPr>
              <a:defRPr sz="2025" b="1">
                <a:solidFill>
                  <a:srgbClr val="C94E29"/>
                </a:solidFill>
                <a:latin typeface="Calibri"/>
                <a:ea typeface="Calibri"/>
                <a:cs typeface="Calibri"/>
              </a:defRPr>
            </a:lvl5pPr>
            <a:lvl6pPr>
              <a:defRPr sz="2025" b="1">
                <a:solidFill>
                  <a:srgbClr val="C94E29"/>
                </a:solidFill>
                <a:latin typeface="Calibri"/>
                <a:ea typeface="Calibri"/>
                <a:cs typeface="Calibri"/>
              </a:defRPr>
            </a:lvl6pPr>
            <a:lvl7pPr>
              <a:defRPr sz="2025" b="1">
                <a:solidFill>
                  <a:srgbClr val="C94E29"/>
                </a:solidFill>
                <a:latin typeface="Calibri"/>
                <a:ea typeface="Calibri"/>
                <a:cs typeface="Calibri"/>
              </a:defRPr>
            </a:lvl7pPr>
            <a:lvl8pPr>
              <a:defRPr sz="2025" b="1">
                <a:solidFill>
                  <a:srgbClr val="C94E29"/>
                </a:solidFill>
                <a:latin typeface="Calibri"/>
                <a:ea typeface="Calibri"/>
                <a:cs typeface="Calibri"/>
              </a:defRPr>
            </a:lvl8pPr>
            <a:lvl9pPr>
              <a:defRPr sz="2025" b="1">
                <a:solidFill>
                  <a:srgbClr val="C94E29"/>
                </a:solidFill>
                <a:latin typeface="Calibri"/>
                <a:ea typeface="Calibri"/>
                <a:cs typeface="Calibri"/>
              </a:defRPr>
            </a:lvl9pPr>
          </a:lstStyle>
          <a:p>
            <a:pPr>
              <a:defRPr sz="2025" b="1">
                <a:solidFill>
                  <a:srgbClr val="C94E29"/>
                </a:solidFill>
                <a:latin typeface="Calibri"/>
                <a:ea typeface="Calibri"/>
                <a:cs typeface="Calibri"/>
              </a:defRPr>
            </a:pPr>
            <a:r>
              <a:rPr sz="2025" b="1">
                <a:solidFill>
                  <a:srgbClr val="C94E29"/>
                </a:solidFill>
                <a:latin typeface="Calibri"/>
                <a:ea typeface="Calibri"/>
                <a:cs typeface="Calibri"/>
              </a:rPr>
              <a:t>03</a:t>
            </a:r>
          </a:p>
        </p:txBody>
      </p:sp>
      <p:sp>
        <p:nvSpPr>
          <p:cNvPr id="14" name="reveal-03-label">
            <a:extLst>
              <a:ext uri="{FF2B5EF4-FFF2-40B4-BE49-F238E27FC236}">
                <ns2:creationId id="{B7A8F06F-E9F4-495C-BBBC-BE9D0B62B518}"/>
              </a:ext>
            </a:extLst>
          </p:cNvPr>
          <p:cNvSpPr>
            <a:spLocks noGrp="1"/>
          </p:cNvSpPr>
          <p:nvPr/>
        </p:nvSpPr>
        <p:spPr>
          <a:xfrm>
            <a:off x="6415088" y="2914650"/>
            <a:ext cx="2183606" cy="723900"/>
          </a:xfrm>
          <a:prstGeom prst="rect">
            <a:avLst/>
          </a:prstGeom>
          <a:noFill/>
          <a:ln w="0">
            <a:noFill/>
          </a:ln>
        </p:spPr>
        <p:txBody>
          <a:bodyPr>
            <a:noAutofit/>
          </a:bodyPr>
          <a:lstStyle>
            <a:defPPr>
              <a:defRPr sz="2175" b="1">
                <a:solidFill>
                  <a:srgbClr val="246E63"/>
                </a:solidFill>
                <a:latin typeface="Calibri"/>
                <a:ea typeface="Calibri"/>
                <a:cs typeface="Calibri"/>
              </a:defRPr>
            </a:defPPr>
            <a:lvl1pPr>
              <a:defRPr sz="2175" b="1">
                <a:solidFill>
                  <a:srgbClr val="246E63"/>
                </a:solidFill>
                <a:latin typeface="Calibri"/>
                <a:ea typeface="Calibri"/>
                <a:cs typeface="Calibri"/>
              </a:defRPr>
            </a:lvl1pPr>
            <a:lvl2pPr>
              <a:defRPr sz="2175" b="1">
                <a:solidFill>
                  <a:srgbClr val="246E63"/>
                </a:solidFill>
                <a:latin typeface="Calibri"/>
                <a:ea typeface="Calibri"/>
                <a:cs typeface="Calibri"/>
              </a:defRPr>
            </a:lvl2pPr>
            <a:lvl3pPr>
              <a:defRPr sz="2175" b="1">
                <a:solidFill>
                  <a:srgbClr val="246E63"/>
                </a:solidFill>
                <a:latin typeface="Calibri"/>
                <a:ea typeface="Calibri"/>
                <a:cs typeface="Calibri"/>
              </a:defRPr>
            </a:lvl3pPr>
            <a:lvl4pPr>
              <a:defRPr sz="2175" b="1">
                <a:solidFill>
                  <a:srgbClr val="246E63"/>
                </a:solidFill>
                <a:latin typeface="Calibri"/>
                <a:ea typeface="Calibri"/>
                <a:cs typeface="Calibri"/>
              </a:defRPr>
            </a:lvl4pPr>
            <a:lvl5pPr>
              <a:defRPr sz="2175" b="1">
                <a:solidFill>
                  <a:srgbClr val="246E63"/>
                </a:solidFill>
                <a:latin typeface="Calibri"/>
                <a:ea typeface="Calibri"/>
                <a:cs typeface="Calibri"/>
              </a:defRPr>
            </a:lvl5pPr>
            <a:lvl6pPr>
              <a:defRPr sz="2175" b="1">
                <a:solidFill>
                  <a:srgbClr val="246E63"/>
                </a:solidFill>
                <a:latin typeface="Calibri"/>
                <a:ea typeface="Calibri"/>
                <a:cs typeface="Calibri"/>
              </a:defRPr>
            </a:lvl6pPr>
            <a:lvl7pPr>
              <a:defRPr sz="2175" b="1">
                <a:solidFill>
                  <a:srgbClr val="246E63"/>
                </a:solidFill>
                <a:latin typeface="Calibri"/>
                <a:ea typeface="Calibri"/>
                <a:cs typeface="Calibri"/>
              </a:defRPr>
            </a:lvl7pPr>
            <a:lvl8pPr>
              <a:defRPr sz="2175" b="1">
                <a:solidFill>
                  <a:srgbClr val="246E63"/>
                </a:solidFill>
                <a:latin typeface="Calibri"/>
                <a:ea typeface="Calibri"/>
                <a:cs typeface="Calibri"/>
              </a:defRPr>
            </a:lvl8pPr>
            <a:lvl9pPr>
              <a:defRPr sz="2175" b="1">
                <a:solidFill>
                  <a:srgbClr val="246E63"/>
                </a:solidFill>
                <a:latin typeface="Calibri"/>
                <a:ea typeface="Calibri"/>
                <a:cs typeface="Calibri"/>
              </a:defRPr>
            </a:lvl9pPr>
          </a:lstStyle>
          <a:p>
            <a:pPr>
              <a:defRPr sz="2175" b="1">
                <a:solidFill>
                  <a:srgbClr val="246E63"/>
                </a:solidFill>
                <a:latin typeface="Calibri"/>
                <a:ea typeface="Calibri"/>
                <a:cs typeface="Calibri"/>
              </a:defRPr>
            </a:pPr>
            <a:r>
              <a:rPr sz="2175" b="1">
                <a:solidFill>
                  <a:srgbClr val="246E63"/>
                </a:solidFill>
                <a:latin typeface="Calibri"/>
                <a:ea typeface="Calibri"/>
                <a:cs typeface="Calibri"/>
              </a:rPr>
              <a:t>Respond</a:t>
            </a:r>
          </a:p>
        </p:txBody>
      </p:sp>
      <p:sp>
        <p:nvSpPr>
          <p:cNvPr id="15" name="reveal-03-detail">
            <a:extLst>
              <a:ext uri="{FF2B5EF4-FFF2-40B4-BE49-F238E27FC236}">
                <ns2:creationId id="{C2B6967C-1B21-4AE7-AF8F-0870FE68B8CB}"/>
              </a:ext>
            </a:extLst>
          </p:cNvPr>
          <p:cNvSpPr>
            <a:spLocks noGrp="1"/>
          </p:cNvSpPr>
          <p:nvPr/>
        </p:nvSpPr>
        <p:spPr>
          <a:xfrm>
            <a:off x="6415088" y="3819525"/>
            <a:ext cx="2183606" cy="809625"/>
          </a:xfrm>
          <a:prstGeom prst="rect">
            <a:avLst/>
          </a:prstGeom>
          <a:noFill/>
          <a:ln w="0">
            <a:noFill/>
          </a:ln>
        </p:spPr>
        <p:txBody>
          <a:bodyPr>
            <a:noAutofit/>
          </a:bodyPr>
          <a:lstStyle>
            <a:defPPr>
              <a:defRPr sz="1950" b="0">
                <a:solidFill>
                  <a:srgbClr val="1C3144"/>
                </a:solidFill>
                <a:latin typeface="Calibri"/>
                <a:ea typeface="Calibri"/>
                <a:cs typeface="Calibri"/>
              </a:defRPr>
            </a:defPPr>
            <a:lvl1pPr>
              <a:defRPr sz="1950" b="0">
                <a:solidFill>
                  <a:srgbClr val="1C3144"/>
                </a:solidFill>
                <a:latin typeface="Calibri"/>
                <a:ea typeface="Calibri"/>
                <a:cs typeface="Calibri"/>
              </a:defRPr>
            </a:lvl1pPr>
            <a:lvl2pPr>
              <a:defRPr sz="1950" b="0">
                <a:solidFill>
                  <a:srgbClr val="1C3144"/>
                </a:solidFill>
                <a:latin typeface="Calibri"/>
                <a:ea typeface="Calibri"/>
                <a:cs typeface="Calibri"/>
              </a:defRPr>
            </a:lvl2pPr>
            <a:lvl3pPr>
              <a:defRPr sz="1950" b="0">
                <a:solidFill>
                  <a:srgbClr val="1C3144"/>
                </a:solidFill>
                <a:latin typeface="Calibri"/>
                <a:ea typeface="Calibri"/>
                <a:cs typeface="Calibri"/>
              </a:defRPr>
            </a:lvl3pPr>
            <a:lvl4pPr>
              <a:defRPr sz="1950" b="0">
                <a:solidFill>
                  <a:srgbClr val="1C3144"/>
                </a:solidFill>
                <a:latin typeface="Calibri"/>
                <a:ea typeface="Calibri"/>
                <a:cs typeface="Calibri"/>
              </a:defRPr>
            </a:lvl4pPr>
            <a:lvl5pPr>
              <a:defRPr sz="1950" b="0">
                <a:solidFill>
                  <a:srgbClr val="1C3144"/>
                </a:solidFill>
                <a:latin typeface="Calibri"/>
                <a:ea typeface="Calibri"/>
                <a:cs typeface="Calibri"/>
              </a:defRPr>
            </a:lvl5pPr>
            <a:lvl6pPr>
              <a:defRPr sz="1950" b="0">
                <a:solidFill>
                  <a:srgbClr val="1C3144"/>
                </a:solidFill>
                <a:latin typeface="Calibri"/>
                <a:ea typeface="Calibri"/>
                <a:cs typeface="Calibri"/>
              </a:defRPr>
            </a:lvl6pPr>
            <a:lvl7pPr>
              <a:defRPr sz="1950" b="0">
                <a:solidFill>
                  <a:srgbClr val="1C3144"/>
                </a:solidFill>
                <a:latin typeface="Calibri"/>
                <a:ea typeface="Calibri"/>
                <a:cs typeface="Calibri"/>
              </a:defRPr>
            </a:lvl7pPr>
            <a:lvl8pPr>
              <a:defRPr sz="1950" b="0">
                <a:solidFill>
                  <a:srgbClr val="1C3144"/>
                </a:solidFill>
                <a:latin typeface="Calibri"/>
                <a:ea typeface="Calibri"/>
                <a:cs typeface="Calibri"/>
              </a:defRPr>
            </a:lvl8pPr>
            <a:lvl9pPr>
              <a:defRPr sz="1950" b="0">
                <a:solidFill>
                  <a:srgbClr val="1C3144"/>
                </a:solidFill>
                <a:latin typeface="Calibri"/>
                <a:ea typeface="Calibri"/>
                <a:cs typeface="Calibri"/>
              </a:defRPr>
            </a:lvl9pPr>
          </a:lstStyle>
          <a:p>
            <a:pPr>
              <a:defRPr sz="1950" b="0">
                <a:solidFill>
                  <a:srgbClr val="1C3144"/>
                </a:solidFill>
                <a:latin typeface="Calibri"/>
                <a:ea typeface="Calibri"/>
                <a:cs typeface="Calibri"/>
              </a:defRPr>
            </a:pPr>
            <a:r>
              <a:rPr sz="1950" b="0">
                <a:solidFill>
                  <a:srgbClr val="1C3144"/>
                </a:solidFill>
                <a:latin typeface="Calibri"/>
                <a:ea typeface="Calibri"/>
                <a:cs typeface="Calibri"/>
              </a:rPr>
              <a:t>Required actions</a:t>
            </a:r>
          </a:p>
        </p:txBody>
      </p:sp>
      <p:sp>
        <p:nvSpPr>
          <p:cNvPr id="16" name="reveal-04-stage">
            <a:extLst>
              <a:ext uri="{FF2B5EF4-FFF2-40B4-BE49-F238E27FC236}">
                <ns2:creationId id="{0776C5D9-505B-4621-A202-C4B8C69EFBC7}"/>
              </a:ext>
              <a:ext uri="{C183D7F6-B498-43B3-948B-1728B52AA6E4}">
                <ns3:decorative val="1"/>
              </a:ext>
            </a:extLst>
          </p:cNvPr>
          <p:cNvSpPr>
            <a:spLocks noGrp="1"/>
          </p:cNvSpPr>
          <p:nvPr/>
        </p:nvSpPr>
        <p:spPr>
          <a:xfrm>
            <a:off x="9084469" y="2762250"/>
            <a:ext cx="2488406" cy="2019300"/>
          </a:xfrm>
          <a:prstGeom prst="rect">
            <a:avLst/>
          </a:prstGeom>
          <a:solidFill>
            <a:srgbClr val="E9F3F0"/>
          </a:solidFill>
          <a:ln w="11430">
            <a:solidFill>
              <a:srgbClr val="C9D5DA"/>
            </a:solidFill>
          </a:ln>
        </p:spPr>
      </p:sp>
      <p:sp>
        <p:nvSpPr>
          <p:cNvPr id="17" name="reveal-04-number">
            <a:extLst>
              <a:ext uri="{FF2B5EF4-FFF2-40B4-BE49-F238E27FC236}">
                <ns2:creationId id="{C5F5C7BA-3585-42FA-A9BC-CE531B83056B}"/>
              </a:ext>
            </a:extLst>
          </p:cNvPr>
          <p:cNvSpPr>
            <a:spLocks noGrp="1"/>
          </p:cNvSpPr>
          <p:nvPr/>
        </p:nvSpPr>
        <p:spPr>
          <a:xfrm>
            <a:off x="9084469" y="2324100"/>
            <a:ext cx="2488406" cy="333375"/>
          </a:xfrm>
          <a:prstGeom prst="rect">
            <a:avLst/>
          </a:prstGeom>
          <a:noFill/>
          <a:ln w="0">
            <a:noFill/>
          </a:ln>
        </p:spPr>
        <p:txBody>
          <a:bodyPr>
            <a:noAutofit/>
          </a:bodyPr>
          <a:lstStyle>
            <a:defPPr>
              <a:defRPr sz="2025" b="1">
                <a:solidFill>
                  <a:srgbClr val="C94E29"/>
                </a:solidFill>
                <a:latin typeface="Calibri"/>
                <a:ea typeface="Calibri"/>
                <a:cs typeface="Calibri"/>
              </a:defRPr>
            </a:defPPr>
            <a:lvl1pPr>
              <a:defRPr sz="2025" b="1">
                <a:solidFill>
                  <a:srgbClr val="C94E29"/>
                </a:solidFill>
                <a:latin typeface="Calibri"/>
                <a:ea typeface="Calibri"/>
                <a:cs typeface="Calibri"/>
              </a:defRPr>
            </a:lvl1pPr>
            <a:lvl2pPr>
              <a:defRPr sz="2025" b="1">
                <a:solidFill>
                  <a:srgbClr val="C94E29"/>
                </a:solidFill>
                <a:latin typeface="Calibri"/>
                <a:ea typeface="Calibri"/>
                <a:cs typeface="Calibri"/>
              </a:defRPr>
            </a:lvl2pPr>
            <a:lvl3pPr>
              <a:defRPr sz="2025" b="1">
                <a:solidFill>
                  <a:srgbClr val="C94E29"/>
                </a:solidFill>
                <a:latin typeface="Calibri"/>
                <a:ea typeface="Calibri"/>
                <a:cs typeface="Calibri"/>
              </a:defRPr>
            </a:lvl3pPr>
            <a:lvl4pPr>
              <a:defRPr sz="2025" b="1">
                <a:solidFill>
                  <a:srgbClr val="C94E29"/>
                </a:solidFill>
                <a:latin typeface="Calibri"/>
                <a:ea typeface="Calibri"/>
                <a:cs typeface="Calibri"/>
              </a:defRPr>
            </a:lvl4pPr>
            <a:lvl5pPr>
              <a:defRPr sz="2025" b="1">
                <a:solidFill>
                  <a:srgbClr val="C94E29"/>
                </a:solidFill>
                <a:latin typeface="Calibri"/>
                <a:ea typeface="Calibri"/>
                <a:cs typeface="Calibri"/>
              </a:defRPr>
            </a:lvl5pPr>
            <a:lvl6pPr>
              <a:defRPr sz="2025" b="1">
                <a:solidFill>
                  <a:srgbClr val="C94E29"/>
                </a:solidFill>
                <a:latin typeface="Calibri"/>
                <a:ea typeface="Calibri"/>
                <a:cs typeface="Calibri"/>
              </a:defRPr>
            </a:lvl6pPr>
            <a:lvl7pPr>
              <a:defRPr sz="2025" b="1">
                <a:solidFill>
                  <a:srgbClr val="C94E29"/>
                </a:solidFill>
                <a:latin typeface="Calibri"/>
                <a:ea typeface="Calibri"/>
                <a:cs typeface="Calibri"/>
              </a:defRPr>
            </a:lvl7pPr>
            <a:lvl8pPr>
              <a:defRPr sz="2025" b="1">
                <a:solidFill>
                  <a:srgbClr val="C94E29"/>
                </a:solidFill>
                <a:latin typeface="Calibri"/>
                <a:ea typeface="Calibri"/>
                <a:cs typeface="Calibri"/>
              </a:defRPr>
            </a:lvl8pPr>
            <a:lvl9pPr>
              <a:defRPr sz="2025" b="1">
                <a:solidFill>
                  <a:srgbClr val="C94E29"/>
                </a:solidFill>
                <a:latin typeface="Calibri"/>
                <a:ea typeface="Calibri"/>
                <a:cs typeface="Calibri"/>
              </a:defRPr>
            </a:lvl9pPr>
          </a:lstStyle>
          <a:p>
            <a:pPr>
              <a:defRPr sz="2025" b="1">
                <a:solidFill>
                  <a:srgbClr val="C94E29"/>
                </a:solidFill>
                <a:latin typeface="Calibri"/>
                <a:ea typeface="Calibri"/>
                <a:cs typeface="Calibri"/>
              </a:defRPr>
            </a:pPr>
            <a:r>
              <a:rPr sz="2025" b="1">
                <a:solidFill>
                  <a:srgbClr val="C94E29"/>
                </a:solidFill>
                <a:latin typeface="Calibri"/>
                <a:ea typeface="Calibri"/>
                <a:cs typeface="Calibri"/>
              </a:rPr>
              <a:t>04</a:t>
            </a:r>
          </a:p>
        </p:txBody>
      </p:sp>
      <p:sp>
        <p:nvSpPr>
          <p:cNvPr id="18" name="reveal-04-label">
            <a:extLst>
              <a:ext uri="{FF2B5EF4-FFF2-40B4-BE49-F238E27FC236}">
                <ns2:creationId id="{8A098E39-7130-49FC-9ACD-3F2CC4262312}"/>
              </a:ext>
            </a:extLst>
          </p:cNvPr>
          <p:cNvSpPr>
            <a:spLocks noGrp="1"/>
          </p:cNvSpPr>
          <p:nvPr/>
        </p:nvSpPr>
        <p:spPr>
          <a:xfrm>
            <a:off x="9236869" y="2914650"/>
            <a:ext cx="2183606" cy="723900"/>
          </a:xfrm>
          <a:prstGeom prst="rect">
            <a:avLst/>
          </a:prstGeom>
          <a:noFill/>
          <a:ln w="0">
            <a:noFill/>
          </a:ln>
        </p:spPr>
        <p:txBody>
          <a:bodyPr>
            <a:noAutofit/>
          </a:bodyPr>
          <a:lstStyle>
            <a:defPPr>
              <a:defRPr sz="2175" b="1">
                <a:solidFill>
                  <a:srgbClr val="246E63"/>
                </a:solidFill>
                <a:latin typeface="Calibri"/>
                <a:ea typeface="Calibri"/>
                <a:cs typeface="Calibri"/>
              </a:defRPr>
            </a:defPPr>
            <a:lvl1pPr>
              <a:defRPr sz="2175" b="1">
                <a:solidFill>
                  <a:srgbClr val="246E63"/>
                </a:solidFill>
                <a:latin typeface="Calibri"/>
                <a:ea typeface="Calibri"/>
                <a:cs typeface="Calibri"/>
              </a:defRPr>
            </a:lvl1pPr>
            <a:lvl2pPr>
              <a:defRPr sz="2175" b="1">
                <a:solidFill>
                  <a:srgbClr val="246E63"/>
                </a:solidFill>
                <a:latin typeface="Calibri"/>
                <a:ea typeface="Calibri"/>
                <a:cs typeface="Calibri"/>
              </a:defRPr>
            </a:lvl2pPr>
            <a:lvl3pPr>
              <a:defRPr sz="2175" b="1">
                <a:solidFill>
                  <a:srgbClr val="246E63"/>
                </a:solidFill>
                <a:latin typeface="Calibri"/>
                <a:ea typeface="Calibri"/>
                <a:cs typeface="Calibri"/>
              </a:defRPr>
            </a:lvl3pPr>
            <a:lvl4pPr>
              <a:defRPr sz="2175" b="1">
                <a:solidFill>
                  <a:srgbClr val="246E63"/>
                </a:solidFill>
                <a:latin typeface="Calibri"/>
                <a:ea typeface="Calibri"/>
                <a:cs typeface="Calibri"/>
              </a:defRPr>
            </a:lvl4pPr>
            <a:lvl5pPr>
              <a:defRPr sz="2175" b="1">
                <a:solidFill>
                  <a:srgbClr val="246E63"/>
                </a:solidFill>
                <a:latin typeface="Calibri"/>
                <a:ea typeface="Calibri"/>
                <a:cs typeface="Calibri"/>
              </a:defRPr>
            </a:lvl5pPr>
            <a:lvl6pPr>
              <a:defRPr sz="2175" b="1">
                <a:solidFill>
                  <a:srgbClr val="246E63"/>
                </a:solidFill>
                <a:latin typeface="Calibri"/>
                <a:ea typeface="Calibri"/>
                <a:cs typeface="Calibri"/>
              </a:defRPr>
            </a:lvl6pPr>
            <a:lvl7pPr>
              <a:defRPr sz="2175" b="1">
                <a:solidFill>
                  <a:srgbClr val="246E63"/>
                </a:solidFill>
                <a:latin typeface="Calibri"/>
                <a:ea typeface="Calibri"/>
                <a:cs typeface="Calibri"/>
              </a:defRPr>
            </a:lvl7pPr>
            <a:lvl8pPr>
              <a:defRPr sz="2175" b="1">
                <a:solidFill>
                  <a:srgbClr val="246E63"/>
                </a:solidFill>
                <a:latin typeface="Calibri"/>
                <a:ea typeface="Calibri"/>
                <a:cs typeface="Calibri"/>
              </a:defRPr>
            </a:lvl8pPr>
            <a:lvl9pPr>
              <a:defRPr sz="2175" b="1">
                <a:solidFill>
                  <a:srgbClr val="246E63"/>
                </a:solidFill>
                <a:latin typeface="Calibri"/>
                <a:ea typeface="Calibri"/>
                <a:cs typeface="Calibri"/>
              </a:defRPr>
            </a:lvl9pPr>
          </a:lstStyle>
          <a:p>
            <a:pPr>
              <a:defRPr sz="2175" b="1">
                <a:solidFill>
                  <a:srgbClr val="246E63"/>
                </a:solidFill>
                <a:latin typeface="Calibri"/>
                <a:ea typeface="Calibri"/>
                <a:cs typeface="Calibri"/>
              </a:defRPr>
            </a:pPr>
            <a:r>
              <a:rPr sz="2175" b="1">
                <a:solidFill>
                  <a:srgbClr val="246E63"/>
                </a:solidFill>
                <a:latin typeface="Calibri"/>
                <a:ea typeface="Calibri"/>
                <a:cs typeface="Calibri"/>
              </a:rPr>
              <a:t>Recover</a:t>
            </a:r>
          </a:p>
        </p:txBody>
      </p:sp>
      <p:sp>
        <p:nvSpPr>
          <p:cNvPr id="19" name="reveal-04-detail">
            <a:extLst>
              <a:ext uri="{FF2B5EF4-FFF2-40B4-BE49-F238E27FC236}">
                <ns2:creationId id="{F039D06F-8611-4E11-9908-A16FC547BAE4}"/>
              </a:ext>
            </a:extLst>
          </p:cNvPr>
          <p:cNvSpPr>
            <a:spLocks noGrp="1"/>
          </p:cNvSpPr>
          <p:nvPr/>
        </p:nvSpPr>
        <p:spPr>
          <a:xfrm>
            <a:off x="9236869" y="3819525"/>
            <a:ext cx="2183606" cy="809625"/>
          </a:xfrm>
          <a:prstGeom prst="rect">
            <a:avLst/>
          </a:prstGeom>
          <a:noFill/>
          <a:ln w="0">
            <a:noFill/>
          </a:ln>
        </p:spPr>
        <p:txBody>
          <a:bodyPr>
            <a:noAutofit/>
          </a:bodyPr>
          <a:lstStyle>
            <a:defPPr>
              <a:defRPr sz="1950" b="0">
                <a:solidFill>
                  <a:srgbClr val="1C3144"/>
                </a:solidFill>
                <a:latin typeface="Calibri"/>
                <a:ea typeface="Calibri"/>
                <a:cs typeface="Calibri"/>
              </a:defRPr>
            </a:defPPr>
            <a:lvl1pPr>
              <a:defRPr sz="1950" b="0">
                <a:solidFill>
                  <a:srgbClr val="1C3144"/>
                </a:solidFill>
                <a:latin typeface="Calibri"/>
                <a:ea typeface="Calibri"/>
                <a:cs typeface="Calibri"/>
              </a:defRPr>
            </a:lvl1pPr>
            <a:lvl2pPr>
              <a:defRPr sz="1950" b="0">
                <a:solidFill>
                  <a:srgbClr val="1C3144"/>
                </a:solidFill>
                <a:latin typeface="Calibri"/>
                <a:ea typeface="Calibri"/>
                <a:cs typeface="Calibri"/>
              </a:defRPr>
            </a:lvl2pPr>
            <a:lvl3pPr>
              <a:defRPr sz="1950" b="0">
                <a:solidFill>
                  <a:srgbClr val="1C3144"/>
                </a:solidFill>
                <a:latin typeface="Calibri"/>
                <a:ea typeface="Calibri"/>
                <a:cs typeface="Calibri"/>
              </a:defRPr>
            </a:lvl3pPr>
            <a:lvl4pPr>
              <a:defRPr sz="1950" b="0">
                <a:solidFill>
                  <a:srgbClr val="1C3144"/>
                </a:solidFill>
                <a:latin typeface="Calibri"/>
                <a:ea typeface="Calibri"/>
                <a:cs typeface="Calibri"/>
              </a:defRPr>
            </a:lvl4pPr>
            <a:lvl5pPr>
              <a:defRPr sz="1950" b="0">
                <a:solidFill>
                  <a:srgbClr val="1C3144"/>
                </a:solidFill>
                <a:latin typeface="Calibri"/>
                <a:ea typeface="Calibri"/>
                <a:cs typeface="Calibri"/>
              </a:defRPr>
            </a:lvl5pPr>
            <a:lvl6pPr>
              <a:defRPr sz="1950" b="0">
                <a:solidFill>
                  <a:srgbClr val="1C3144"/>
                </a:solidFill>
                <a:latin typeface="Calibri"/>
                <a:ea typeface="Calibri"/>
                <a:cs typeface="Calibri"/>
              </a:defRPr>
            </a:lvl6pPr>
            <a:lvl7pPr>
              <a:defRPr sz="1950" b="0">
                <a:solidFill>
                  <a:srgbClr val="1C3144"/>
                </a:solidFill>
                <a:latin typeface="Calibri"/>
                <a:ea typeface="Calibri"/>
                <a:cs typeface="Calibri"/>
              </a:defRPr>
            </a:lvl7pPr>
            <a:lvl8pPr>
              <a:defRPr sz="1950" b="0">
                <a:solidFill>
                  <a:srgbClr val="1C3144"/>
                </a:solidFill>
                <a:latin typeface="Calibri"/>
                <a:ea typeface="Calibri"/>
                <a:cs typeface="Calibri"/>
              </a:defRPr>
            </a:lvl8pPr>
            <a:lvl9pPr>
              <a:defRPr sz="1950" b="0">
                <a:solidFill>
                  <a:srgbClr val="1C3144"/>
                </a:solidFill>
                <a:latin typeface="Calibri"/>
                <a:ea typeface="Calibri"/>
                <a:cs typeface="Calibri"/>
              </a:defRPr>
            </a:lvl9pPr>
          </a:lstStyle>
          <a:p>
            <a:pPr>
              <a:defRPr sz="1950" b="0">
                <a:solidFill>
                  <a:srgbClr val="1C3144"/>
                </a:solidFill>
                <a:latin typeface="Calibri"/>
                <a:ea typeface="Calibri"/>
                <a:cs typeface="Calibri"/>
              </a:defRPr>
            </a:pPr>
            <a:r>
              <a:rPr sz="1950" b="0">
                <a:solidFill>
                  <a:srgbClr val="1C3144"/>
                </a:solidFill>
                <a:latin typeface="Calibri"/>
                <a:ea typeface="Calibri"/>
                <a:cs typeface="Calibri"/>
              </a:rPr>
              <a:t>Retest and authorise</a:t>
            </a:r>
          </a:p>
        </p:txBody>
      </p:sp>
      <p:sp>
        <p:nvSpPr>
          <p:cNvPr id="3" name="text-320">
            <a:extLst>
              <a:ext uri="{FF2B5EF4-FFF2-40B4-BE49-F238E27FC236}">
                <ns2:creationId id="{57D26BFF-54FB-45DE-98E2-7811648C0EA8}"/>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11   15</a:t>
            </a:r>
          </a:p>
        </p:txBody>
      </p:sp>
    </p:spTree>
    <p:extLst>
      <p:ext uri="{BB962C8B-B14F-4D97-AF65-F5344CB8AC3E}">
        <ns4:creationId val="2068151887"/>
      </p:ext>
    </p:extLst>
  </p:cSld>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300"/>
                                        <p:tgtEl>
                                          <p:spTgt spid="4"/>
                                        </p:tgtEl>
                                      </p:cBhvr>
                                    </p:animEffect>
                                  </p:childTnLst>
                                </p:cTn>
                              </p:par>
                              <p:par>
                                <p:cTn id="8" presetID="10" presetClass="entr" presetSubtype="0" fill="hold" nodeType="click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300"/>
                                        <p:tgtEl>
                                          <p:spTgt spid="5"/>
                                        </p:tgtEl>
                                      </p:cBhvr>
                                    </p:animEffect>
                                  </p:childTnLst>
                                </p:cTn>
                              </p:par>
                              <p:par>
                                <p:cTn id="11" presetID="10" presetClass="entr" presetSubtype="0" fill="hold" nodeType="click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300"/>
                                        <p:tgtEl>
                                          <p:spTgt spid="6"/>
                                        </p:tgtEl>
                                      </p:cBhvr>
                                    </p:animEffect>
                                  </p:childTnLst>
                                </p:cTn>
                              </p:par>
                              <p:par>
                                <p:cTn id="14" presetID="10" presetClass="entr" presetSubtype="0" fill="hold" nodeType="click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300"/>
                                        <p:tgtEl>
                                          <p:spTgt spid="7"/>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20"/>
                                        </p:tgtEl>
                                        <p:attrNameLst>
                                          <p:attrName>style.visibility</p:attrName>
                                        </p:attrNameLst>
                                      </p:cBhvr>
                                      <p:to>
                                        <p:strVal val="visible"/>
                                      </p:to>
                                    </p:set>
                                    <p:animEffect transition="in" filter="fade">
                                      <p:cBhvr>
                                        <p:cTn id="21" dur="300"/>
                                        <p:tgtEl>
                                          <p:spTgt spid="20"/>
                                        </p:tgtEl>
                                      </p:cBhvr>
                                    </p:animEffect>
                                  </p:childTnLst>
                                </p:cTn>
                              </p:par>
                              <p:par>
                                <p:cTn id="22" presetID="10" presetClass="entr" presetSubtype="0" fill="hold" nodeType="clickEffect">
                                  <p:stCondLst>
                                    <p:cond delay="0"/>
                                  </p:stCondLst>
                                  <p:childTnLst>
                                    <p:set>
                                      <p:cBhvr>
                                        <p:cTn id="23" dur="1" fill="hold">
                                          <p:stCondLst>
                                            <p:cond delay="0"/>
                                          </p:stCondLst>
                                        </p:cTn>
                                        <p:tgtEl>
                                          <p:spTgt spid="8"/>
                                        </p:tgtEl>
                                        <p:attrNameLst>
                                          <p:attrName>style.visibility</p:attrName>
                                        </p:attrNameLst>
                                      </p:cBhvr>
                                      <p:to>
                                        <p:strVal val="visible"/>
                                      </p:to>
                                    </p:set>
                                    <p:animEffect transition="in" filter="fade">
                                      <p:cBhvr>
                                        <p:cTn id="24" dur="300"/>
                                        <p:tgtEl>
                                          <p:spTgt spid="8"/>
                                        </p:tgtEl>
                                      </p:cBhvr>
                                    </p:animEffect>
                                  </p:childTnLst>
                                </p:cTn>
                              </p:par>
                              <p:par>
                                <p:cTn id="25" presetID="10" presetClass="entr" presetSubtype="0" fill="hold" nodeType="click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fade">
                                      <p:cBhvr>
                                        <p:cTn id="27" dur="300"/>
                                        <p:tgtEl>
                                          <p:spTgt spid="9"/>
                                        </p:tgtEl>
                                      </p:cBhvr>
                                    </p:animEffect>
                                  </p:childTnLst>
                                </p:cTn>
                              </p:par>
                              <p:par>
                                <p:cTn id="28" presetID="10" presetClass="entr" presetSubtype="0" fill="hold" nodeType="clickEffect">
                                  <p:stCondLst>
                                    <p:cond delay="0"/>
                                  </p:stCondLst>
                                  <p:childTnLst>
                                    <p:set>
                                      <p:cBhvr>
                                        <p:cTn id="29" dur="1" fill="hold">
                                          <p:stCondLst>
                                            <p:cond delay="0"/>
                                          </p:stCondLst>
                                        </p:cTn>
                                        <p:tgtEl>
                                          <p:spTgt spid="10"/>
                                        </p:tgtEl>
                                        <p:attrNameLst>
                                          <p:attrName>style.visibility</p:attrName>
                                        </p:attrNameLst>
                                      </p:cBhvr>
                                      <p:to>
                                        <p:strVal val="visible"/>
                                      </p:to>
                                    </p:set>
                                    <p:animEffect transition="in" filter="fade">
                                      <p:cBhvr>
                                        <p:cTn id="30" dur="300"/>
                                        <p:tgtEl>
                                          <p:spTgt spid="10"/>
                                        </p:tgtEl>
                                      </p:cBhvr>
                                    </p:animEffect>
                                  </p:childTnLst>
                                </p:cTn>
                              </p:par>
                              <p:par>
                                <p:cTn id="31" presetID="10" presetClass="entr" presetSubtype="0" fill="hold" nodeType="clickEffect">
                                  <p:stCondLst>
                                    <p:cond delay="0"/>
                                  </p:stCondLst>
                                  <p:childTnLst>
                                    <p:set>
                                      <p:cBhvr>
                                        <p:cTn id="32" dur="1" fill="hold">
                                          <p:stCondLst>
                                            <p:cond delay="0"/>
                                          </p:stCondLst>
                                        </p:cTn>
                                        <p:tgtEl>
                                          <p:spTgt spid="11"/>
                                        </p:tgtEl>
                                        <p:attrNameLst>
                                          <p:attrName>style.visibility</p:attrName>
                                        </p:attrNameLst>
                                      </p:cBhvr>
                                      <p:to>
                                        <p:strVal val="visible"/>
                                      </p:to>
                                    </p:set>
                                    <p:animEffect transition="in" filter="fade">
                                      <p:cBhvr>
                                        <p:cTn id="33" dur="300"/>
                                        <p:tgtEl>
                                          <p:spTgt spid="11"/>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nodeType="clickEffect">
                                  <p:stCondLst>
                                    <p:cond delay="0"/>
                                  </p:stCondLst>
                                  <p:childTnLst>
                                    <p:set>
                                      <p:cBhvr>
                                        <p:cTn id="37" dur="1" fill="hold">
                                          <p:stCondLst>
                                            <p:cond delay="0"/>
                                          </p:stCondLst>
                                        </p:cTn>
                                        <p:tgtEl>
                                          <p:spTgt spid="21"/>
                                        </p:tgtEl>
                                        <p:attrNameLst>
                                          <p:attrName>style.visibility</p:attrName>
                                        </p:attrNameLst>
                                      </p:cBhvr>
                                      <p:to>
                                        <p:strVal val="visible"/>
                                      </p:to>
                                    </p:set>
                                    <p:animEffect transition="in" filter="fade">
                                      <p:cBhvr>
                                        <p:cTn id="38" dur="300"/>
                                        <p:tgtEl>
                                          <p:spTgt spid="21"/>
                                        </p:tgtEl>
                                      </p:cBhvr>
                                    </p:animEffect>
                                  </p:childTnLst>
                                </p:cTn>
                              </p:par>
                              <p:par>
                                <p:cTn id="39" presetID="10" presetClass="entr" presetSubtype="0" fill="hold" nodeType="clickEffect">
                                  <p:stCondLst>
                                    <p:cond delay="0"/>
                                  </p:stCondLst>
                                  <p:childTnLst>
                                    <p:set>
                                      <p:cBhvr>
                                        <p:cTn id="40" dur="1" fill="hold">
                                          <p:stCondLst>
                                            <p:cond delay="0"/>
                                          </p:stCondLst>
                                        </p:cTn>
                                        <p:tgtEl>
                                          <p:spTgt spid="12"/>
                                        </p:tgtEl>
                                        <p:attrNameLst>
                                          <p:attrName>style.visibility</p:attrName>
                                        </p:attrNameLst>
                                      </p:cBhvr>
                                      <p:to>
                                        <p:strVal val="visible"/>
                                      </p:to>
                                    </p:set>
                                    <p:animEffect transition="in" filter="fade">
                                      <p:cBhvr>
                                        <p:cTn id="41" dur="300"/>
                                        <p:tgtEl>
                                          <p:spTgt spid="12"/>
                                        </p:tgtEl>
                                      </p:cBhvr>
                                    </p:animEffect>
                                  </p:childTnLst>
                                </p:cTn>
                              </p:par>
                              <p:par>
                                <p:cTn id="42" presetID="10" presetClass="entr" presetSubtype="0" fill="hold" nodeType="clickEffect">
                                  <p:stCondLst>
                                    <p:cond delay="0"/>
                                  </p:stCondLst>
                                  <p:childTnLst>
                                    <p:set>
                                      <p:cBhvr>
                                        <p:cTn id="43" dur="1" fill="hold">
                                          <p:stCondLst>
                                            <p:cond delay="0"/>
                                          </p:stCondLst>
                                        </p:cTn>
                                        <p:tgtEl>
                                          <p:spTgt spid="13"/>
                                        </p:tgtEl>
                                        <p:attrNameLst>
                                          <p:attrName>style.visibility</p:attrName>
                                        </p:attrNameLst>
                                      </p:cBhvr>
                                      <p:to>
                                        <p:strVal val="visible"/>
                                      </p:to>
                                    </p:set>
                                    <p:animEffect transition="in" filter="fade">
                                      <p:cBhvr>
                                        <p:cTn id="44" dur="300"/>
                                        <p:tgtEl>
                                          <p:spTgt spid="13"/>
                                        </p:tgtEl>
                                      </p:cBhvr>
                                    </p:animEffect>
                                  </p:childTnLst>
                                </p:cTn>
                              </p:par>
                              <p:par>
                                <p:cTn id="45" presetID="10" presetClass="entr" presetSubtype="0" fill="hold" nodeType="clickEffect">
                                  <p:stCondLst>
                                    <p:cond delay="0"/>
                                  </p:stCondLst>
                                  <p:childTnLst>
                                    <p:set>
                                      <p:cBhvr>
                                        <p:cTn id="46" dur="1" fill="hold">
                                          <p:stCondLst>
                                            <p:cond delay="0"/>
                                          </p:stCondLst>
                                        </p:cTn>
                                        <p:tgtEl>
                                          <p:spTgt spid="14"/>
                                        </p:tgtEl>
                                        <p:attrNameLst>
                                          <p:attrName>style.visibility</p:attrName>
                                        </p:attrNameLst>
                                      </p:cBhvr>
                                      <p:to>
                                        <p:strVal val="visible"/>
                                      </p:to>
                                    </p:set>
                                    <p:animEffect transition="in" filter="fade">
                                      <p:cBhvr>
                                        <p:cTn id="47" dur="300"/>
                                        <p:tgtEl>
                                          <p:spTgt spid="14"/>
                                        </p:tgtEl>
                                      </p:cBhvr>
                                    </p:animEffect>
                                  </p:childTnLst>
                                </p:cTn>
                              </p:par>
                              <p:par>
                                <p:cTn id="48" presetID="10" presetClass="entr" presetSubtype="0" fill="hold" nodeType="clickEffect">
                                  <p:stCondLst>
                                    <p:cond delay="0"/>
                                  </p:stCondLst>
                                  <p:childTnLst>
                                    <p:set>
                                      <p:cBhvr>
                                        <p:cTn id="49" dur="1" fill="hold">
                                          <p:stCondLst>
                                            <p:cond delay="0"/>
                                          </p:stCondLst>
                                        </p:cTn>
                                        <p:tgtEl>
                                          <p:spTgt spid="15"/>
                                        </p:tgtEl>
                                        <p:attrNameLst>
                                          <p:attrName>style.visibility</p:attrName>
                                        </p:attrNameLst>
                                      </p:cBhvr>
                                      <p:to>
                                        <p:strVal val="visible"/>
                                      </p:to>
                                    </p:set>
                                    <p:animEffect transition="in" filter="fade">
                                      <p:cBhvr>
                                        <p:cTn id="50" dur="300"/>
                                        <p:tgtEl>
                                          <p:spTgt spid="15"/>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nodeType="clickEffect">
                                  <p:stCondLst>
                                    <p:cond delay="0"/>
                                  </p:stCondLst>
                                  <p:childTnLst>
                                    <p:set>
                                      <p:cBhvr>
                                        <p:cTn id="54" dur="1" fill="hold">
                                          <p:stCondLst>
                                            <p:cond delay="0"/>
                                          </p:stCondLst>
                                        </p:cTn>
                                        <p:tgtEl>
                                          <p:spTgt spid="22"/>
                                        </p:tgtEl>
                                        <p:attrNameLst>
                                          <p:attrName>style.visibility</p:attrName>
                                        </p:attrNameLst>
                                      </p:cBhvr>
                                      <p:to>
                                        <p:strVal val="visible"/>
                                      </p:to>
                                    </p:set>
                                    <p:animEffect transition="in" filter="fade">
                                      <p:cBhvr>
                                        <p:cTn id="55" dur="300"/>
                                        <p:tgtEl>
                                          <p:spTgt spid="22"/>
                                        </p:tgtEl>
                                      </p:cBhvr>
                                    </p:animEffect>
                                  </p:childTnLst>
                                </p:cTn>
                              </p:par>
                              <p:par>
                                <p:cTn id="56" presetID="10" presetClass="entr" presetSubtype="0" fill="hold" nodeType="clickEffect">
                                  <p:stCondLst>
                                    <p:cond delay="0"/>
                                  </p:stCondLst>
                                  <p:childTnLst>
                                    <p:set>
                                      <p:cBhvr>
                                        <p:cTn id="57" dur="1" fill="hold">
                                          <p:stCondLst>
                                            <p:cond delay="0"/>
                                          </p:stCondLst>
                                        </p:cTn>
                                        <p:tgtEl>
                                          <p:spTgt spid="16"/>
                                        </p:tgtEl>
                                        <p:attrNameLst>
                                          <p:attrName>style.visibility</p:attrName>
                                        </p:attrNameLst>
                                      </p:cBhvr>
                                      <p:to>
                                        <p:strVal val="visible"/>
                                      </p:to>
                                    </p:set>
                                    <p:animEffect transition="in" filter="fade">
                                      <p:cBhvr>
                                        <p:cTn id="58" dur="300"/>
                                        <p:tgtEl>
                                          <p:spTgt spid="16"/>
                                        </p:tgtEl>
                                      </p:cBhvr>
                                    </p:animEffect>
                                  </p:childTnLst>
                                </p:cTn>
                              </p:par>
                              <p:par>
                                <p:cTn id="59" presetID="10" presetClass="entr" presetSubtype="0" fill="hold" nodeType="clickEffect">
                                  <p:stCondLst>
                                    <p:cond delay="0"/>
                                  </p:stCondLst>
                                  <p:childTnLst>
                                    <p:set>
                                      <p:cBhvr>
                                        <p:cTn id="60" dur="1" fill="hold">
                                          <p:stCondLst>
                                            <p:cond delay="0"/>
                                          </p:stCondLst>
                                        </p:cTn>
                                        <p:tgtEl>
                                          <p:spTgt spid="17"/>
                                        </p:tgtEl>
                                        <p:attrNameLst>
                                          <p:attrName>style.visibility</p:attrName>
                                        </p:attrNameLst>
                                      </p:cBhvr>
                                      <p:to>
                                        <p:strVal val="visible"/>
                                      </p:to>
                                    </p:set>
                                    <p:animEffect transition="in" filter="fade">
                                      <p:cBhvr>
                                        <p:cTn id="61" dur="300"/>
                                        <p:tgtEl>
                                          <p:spTgt spid="17"/>
                                        </p:tgtEl>
                                      </p:cBhvr>
                                    </p:animEffect>
                                  </p:childTnLst>
                                </p:cTn>
                              </p:par>
                              <p:par>
                                <p:cTn id="62" presetID="10" presetClass="entr" presetSubtype="0" fill="hold" nodeType="clickEffect">
                                  <p:stCondLst>
                                    <p:cond delay="0"/>
                                  </p:stCondLst>
                                  <p:childTnLst>
                                    <p:set>
                                      <p:cBhvr>
                                        <p:cTn id="63" dur="1" fill="hold">
                                          <p:stCondLst>
                                            <p:cond delay="0"/>
                                          </p:stCondLst>
                                        </p:cTn>
                                        <p:tgtEl>
                                          <p:spTgt spid="18"/>
                                        </p:tgtEl>
                                        <p:attrNameLst>
                                          <p:attrName>style.visibility</p:attrName>
                                        </p:attrNameLst>
                                      </p:cBhvr>
                                      <p:to>
                                        <p:strVal val="visible"/>
                                      </p:to>
                                    </p:set>
                                    <p:animEffect transition="in" filter="fade">
                                      <p:cBhvr>
                                        <p:cTn id="64" dur="300"/>
                                        <p:tgtEl>
                                          <p:spTgt spid="18"/>
                                        </p:tgtEl>
                                      </p:cBhvr>
                                    </p:animEffect>
                                  </p:childTnLst>
                                </p:cTn>
                              </p:par>
                              <p:par>
                                <p:cTn id="65" presetID="10" presetClass="entr" presetSubtype="0" fill="hold" nodeType="clickEffect">
                                  <p:stCondLst>
                                    <p:cond delay="0"/>
                                  </p:stCondLst>
                                  <p:childTnLst>
                                    <p:set>
                                      <p:cBhvr>
                                        <p:cTn id="66" dur="1" fill="hold">
                                          <p:stCondLst>
                                            <p:cond delay="0"/>
                                          </p:stCondLst>
                                        </p:cTn>
                                        <p:tgtEl>
                                          <p:spTgt spid="19"/>
                                        </p:tgtEl>
                                        <p:attrNameLst>
                                          <p:attrName>style.visibility</p:attrName>
                                        </p:attrNameLst>
                                      </p:cBhvr>
                                      <p:to>
                                        <p:strVal val="visible"/>
                                      </p:to>
                                    </p:set>
                                    <p:animEffect transition="in" filter="fade">
                                      <p:cBhvr>
                                        <p:cTn id="67" dur="3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ns2="http://schemas.microsoft.com/office/drawing/2014/main" xmlns:ns3="http://schemas.microsoft.com/office/powerpoint/2010/main" xmlns:p="http://schemas.openxmlformats.org/presentationml/2006/main">
  <p:cSld name="Governance responsibilities">
    <p:bg>
      <p:bgPr>
        <a:solidFill>
          <a:srgbClr val="FFFFFF"/>
        </a:solidFill>
      </p:bgPr>
    </p:bg>
    <p:spTree>
      <p:nvGrpSpPr>
        <p:cNvPr id="1" name=""/>
        <p:cNvGrpSpPr/>
        <p:nvPr/>
      </p:nvGrpSpPr>
      <p:grpSpPr>
        <a:xfrm/>
      </p:grpSpPr>
      <p:sp>
        <p:nvSpPr>
          <p:cNvPr id="5" name="text-324">
            <a:extLst>
              <a:ext uri="{FF2B5EF4-FFF2-40B4-BE49-F238E27FC236}">
                <ns2:creationId id="{C7BF73D8-0915-43E3-9154-5EDDE9EAF726}"/>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11</a:t>
            </a:r>
          </a:p>
        </p:txBody>
      </p:sp>
      <p:sp>
        <p:nvSpPr>
          <p:cNvPr id="2" name="text-325">
            <a:extLst>
              <a:ext uri="{FF2B5EF4-FFF2-40B4-BE49-F238E27FC236}">
                <ns2:creationId id="{3F4BDDCD-0BED-44C2-9991-FD155650FAD4}"/>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Governance responsibilities</a:t>
            </a:r>
          </a:p>
        </p:txBody>
      </p:sp>
      <p:graphicFrame>
        <p:nvGraphicFramePr>
          <p:cNvPr id="4" name="">
            <a:extLst>
              <a:ext uri="{FF2B5EF4-FFF2-40B4-BE49-F238E27FC236}">
                <ns2:creationId id="{E47360CA-16E2-457B-A80C-120AD4B3551F}"/>
              </a:ext>
            </a:extLst>
          </p:cNvPr>
          <p:cNvGraphicFramePr/>
          <p:nvPr/>
        </p:nvGraphicFramePr>
        <p:xfrm>
          <a:off x="619125" y="1933575"/>
          <a:ext cx="10953750" cy="3743325"/>
        </p:xfrm>
        <a:graphic>
          <a:graphicData uri="http://schemas.openxmlformats.org/drawingml/2006/table">
            <a:tbl>
              <a:tblPr/>
              <a:tblGrid>
                <a:gridCol w="5476875"/>
                <a:gridCol w="5476875"/>
              </a:tblGrid>
              <a:tr h="623888">
                <a:tc>
                  <a:txBody>
                    <a:bodyPr/>
                    <a:lstStyle/>
                    <a:p>
                      <a:r>
                        <a:rPr sz="1875" b="1">
                          <a:solidFill>
                            <a:srgbClr val="FFFFFF"/>
                          </a:solidFill>
                          <a:latin typeface="Calibri"/>
                          <a:ea typeface="Calibri"/>
                          <a:cs typeface="Calibri"/>
                        </a:rPr>
                        <a:t>Role</a:t>
                      </a:r>
                    </a:p>
                  </a:txBody>
                  <a:tcPr marL="91440" marR="91440" marT="45720" marB="45720">
                    <a:lnL w="9525">
                      <a:solidFill>
                        <a:srgbClr val="C9D5DA"/>
                      </a:solidFill>
                      <a:prstDash val="solid"/>
                    </a:lnL>
                    <a:lnR w="9525">
                      <a:solidFill>
                        <a:srgbClr val="C9D5DA"/>
                      </a:solidFill>
                      <a:prstDash val="solid"/>
                    </a:lnR>
                    <a:lnT w="9525">
                      <a:solidFill>
                        <a:srgbClr val="C9D5DA"/>
                      </a:solidFill>
                      <a:prstDash val="solid"/>
                    </a:lnT>
                    <a:lnB w="9525">
                      <a:solidFill>
                        <a:srgbClr val="C9D5DA"/>
                      </a:solidFill>
                      <a:prstDash val="solid"/>
                    </a:lnB>
                    <a:solidFill>
                      <a:srgbClr val="246E63"/>
                    </a:solidFill>
                  </a:tcPr>
                </a:tc>
                <a:tc>
                  <a:txBody>
                    <a:bodyPr/>
                    <a:lstStyle/>
                    <a:p>
                      <a:r>
                        <a:rPr sz="1875" b="1">
                          <a:solidFill>
                            <a:srgbClr val="FFFFFF"/>
                          </a:solidFill>
                          <a:latin typeface="Calibri"/>
                          <a:ea typeface="Calibri"/>
                          <a:cs typeface="Calibri"/>
                        </a:rPr>
                        <a:t>Decision or task</a:t>
                      </a:r>
                    </a:p>
                  </a:txBody>
                  <a:tcPr marL="91440" marR="91440" marT="45720" marB="45720">
                    <a:lnR w="9525">
                      <a:solidFill>
                        <a:srgbClr val="C9D5DA"/>
                      </a:solidFill>
                      <a:prstDash val="solid"/>
                    </a:lnR>
                    <a:lnT w="9525">
                      <a:solidFill>
                        <a:srgbClr val="C9D5DA"/>
                      </a:solidFill>
                      <a:prstDash val="solid"/>
                    </a:lnT>
                    <a:lnB w="9525">
                      <a:solidFill>
                        <a:srgbClr val="C9D5DA"/>
                      </a:solidFill>
                      <a:prstDash val="solid"/>
                    </a:lnB>
                    <a:solidFill>
                      <a:srgbClr val="246E63"/>
                    </a:solidFill>
                  </a:tcPr>
                </a:tc>
              </a:tr>
              <a:tr h="623888">
                <a:tc>
                  <a:txBody>
                    <a:bodyPr/>
                    <a:lstStyle/>
                    <a:p>
                      <a:r>
                        <a:rPr sz="1875" b="0">
                          <a:solidFill>
                            <a:srgbClr val="1C3144"/>
                          </a:solidFill>
                          <a:latin typeface="Calibri"/>
                          <a:ea typeface="Calibri"/>
                          <a:cs typeface="Calibri"/>
                        </a:rPr>
                        <a:t>Partner sponsor</a:t>
                      </a:r>
                    </a:p>
                  </a:txBody>
                  <a:tcPr marL="91440" marR="91440" marT="45720" marB="45720">
                    <a:lnL w="9525">
                      <a:solidFill>
                        <a:srgbClr val="C9D5DA"/>
                      </a:solidFill>
                      <a:prstDash val="solid"/>
                    </a:lnL>
                    <a:lnR w="9525">
                      <a:solidFill>
                        <a:srgbClr val="C9D5DA"/>
                      </a:solidFill>
                      <a:prstDash val="solid"/>
                    </a:lnR>
                    <a:lnB w="9525">
                      <a:solidFill>
                        <a:srgbClr val="C9D5DA"/>
                      </a:solidFill>
                      <a:prstDash val="solid"/>
                    </a:lnB>
                    <a:solidFill>
                      <a:srgbClr val="F1F5F6"/>
                    </a:solidFill>
                  </a:tcPr>
                </a:tc>
                <a:tc>
                  <a:txBody>
                    <a:bodyPr/>
                    <a:lstStyle/>
                    <a:p>
                      <a:r>
                        <a:rPr sz="1875" b="0">
                          <a:solidFill>
                            <a:srgbClr val="1C3144"/>
                          </a:solidFill>
                          <a:latin typeface="Calibri"/>
                          <a:ea typeface="Calibri"/>
                          <a:cs typeface="Calibri"/>
                        </a:rPr>
                        <a:t>Purpose, scope and risk decision</a:t>
                      </a:r>
                    </a:p>
                  </a:txBody>
                  <a:tcPr marL="91440" marR="91440" marT="45720" marB="45720">
                    <a:lnR w="9525">
                      <a:solidFill>
                        <a:srgbClr val="C9D5DA"/>
                      </a:solidFill>
                      <a:prstDash val="solid"/>
                    </a:lnR>
                    <a:lnB w="9525">
                      <a:solidFill>
                        <a:srgbClr val="C9D5DA"/>
                      </a:solidFill>
                      <a:prstDash val="solid"/>
                    </a:lnB>
                    <a:solidFill>
                      <a:srgbClr val="F1F5F6"/>
                    </a:solidFill>
                  </a:tcPr>
                </a:tc>
              </a:tr>
              <a:tr h="623888">
                <a:tc>
                  <a:txBody>
                    <a:bodyPr/>
                    <a:lstStyle/>
                    <a:p>
                      <a:r>
                        <a:rPr sz="1875" b="0">
                          <a:solidFill>
                            <a:srgbClr val="1C3144"/>
                          </a:solidFill>
                          <a:latin typeface="Calibri"/>
                          <a:ea typeface="Calibri"/>
                          <a:cs typeface="Calibri"/>
                        </a:rPr>
                        <a:t>Practice owner</a:t>
                      </a:r>
                    </a:p>
                  </a:txBody>
                  <a:tcPr marL="91440" marR="91440" marT="45720" marB="45720">
                    <a:lnL w="9525">
                      <a:solidFill>
                        <a:srgbClr val="C9D5DA"/>
                      </a:solidFill>
                      <a:prstDash val="solid"/>
                    </a:lnL>
                    <a:lnR w="9525">
                      <a:solidFill>
                        <a:srgbClr val="C9D5DA"/>
                      </a:solidFill>
                      <a:prstDash val="solid"/>
                    </a:lnR>
                    <a:lnB w="9525">
                      <a:solidFill>
                        <a:srgbClr val="C9D5DA"/>
                      </a:solidFill>
                      <a:prstDash val="solid"/>
                    </a:lnB>
                    <a:solidFill>
                      <a:srgbClr val="FFFFFF"/>
                    </a:solidFill>
                  </a:tcPr>
                </a:tc>
                <a:tc>
                  <a:txBody>
                    <a:bodyPr/>
                    <a:lstStyle/>
                    <a:p>
                      <a:r>
                        <a:rPr sz="1875" b="0">
                          <a:solidFill>
                            <a:srgbClr val="1C3144"/>
                          </a:solidFill>
                          <a:latin typeface="Calibri"/>
                          <a:ea typeface="Calibri"/>
                          <a:cs typeface="Calibri"/>
                        </a:rPr>
                        <a:t>Quality and professional review</a:t>
                      </a:r>
                    </a:p>
                  </a:txBody>
                  <a:tcPr marL="91440" marR="91440" marT="45720" marB="45720">
                    <a:lnR w="9525">
                      <a:solidFill>
                        <a:srgbClr val="C9D5DA"/>
                      </a:solidFill>
                      <a:prstDash val="solid"/>
                    </a:lnR>
                    <a:lnB w="9525">
                      <a:solidFill>
                        <a:srgbClr val="C9D5DA"/>
                      </a:solidFill>
                      <a:prstDash val="solid"/>
                    </a:lnB>
                    <a:solidFill>
                      <a:srgbClr val="FFFFFF"/>
                    </a:solidFill>
                  </a:tcPr>
                </a:tc>
              </a:tr>
              <a:tr h="623888">
                <a:tc>
                  <a:txBody>
                    <a:bodyPr/>
                    <a:lstStyle/>
                    <a:p>
                      <a:r>
                        <a:rPr sz="1875" b="0">
                          <a:solidFill>
                            <a:srgbClr val="1C3144"/>
                          </a:solidFill>
                          <a:latin typeface="Calibri"/>
                          <a:ea typeface="Calibri"/>
                          <a:cs typeface="Calibri"/>
                        </a:rPr>
                        <a:t>Information owner</a:t>
                      </a:r>
                    </a:p>
                  </a:txBody>
                  <a:tcPr marL="91440" marR="91440" marT="45720" marB="45720">
                    <a:lnL w="9525">
                      <a:solidFill>
                        <a:srgbClr val="C9D5DA"/>
                      </a:solidFill>
                      <a:prstDash val="solid"/>
                    </a:lnL>
                    <a:lnR w="9525">
                      <a:solidFill>
                        <a:srgbClr val="C9D5DA"/>
                      </a:solidFill>
                      <a:prstDash val="solid"/>
                    </a:lnR>
                    <a:lnB w="9525">
                      <a:solidFill>
                        <a:srgbClr val="C9D5DA"/>
                      </a:solidFill>
                      <a:prstDash val="solid"/>
                    </a:lnB>
                    <a:solidFill>
                      <a:srgbClr val="F1F5F6"/>
                    </a:solidFill>
                  </a:tcPr>
                </a:tc>
                <a:tc>
                  <a:txBody>
                    <a:bodyPr/>
                    <a:lstStyle/>
                    <a:p>
                      <a:r>
                        <a:rPr sz="1875" b="0">
                          <a:solidFill>
                            <a:srgbClr val="1C3144"/>
                          </a:solidFill>
                          <a:latin typeface="Calibri"/>
                          <a:ea typeface="Calibri"/>
                          <a:cs typeface="Calibri"/>
                        </a:rPr>
                        <a:t>Source authority and access</a:t>
                      </a:r>
                    </a:p>
                  </a:txBody>
                  <a:tcPr marL="91440" marR="91440" marT="45720" marB="45720">
                    <a:lnR w="9525">
                      <a:solidFill>
                        <a:srgbClr val="C9D5DA"/>
                      </a:solidFill>
                      <a:prstDash val="solid"/>
                    </a:lnR>
                    <a:lnB w="9525">
                      <a:solidFill>
                        <a:srgbClr val="C9D5DA"/>
                      </a:solidFill>
                      <a:prstDash val="solid"/>
                    </a:lnB>
                    <a:solidFill>
                      <a:srgbClr val="F1F5F6"/>
                    </a:solidFill>
                  </a:tcPr>
                </a:tc>
              </a:tr>
              <a:tr h="623888">
                <a:tc>
                  <a:txBody>
                    <a:bodyPr/>
                    <a:lstStyle/>
                    <a:p>
                      <a:r>
                        <a:rPr sz="1875" b="0">
                          <a:solidFill>
                            <a:srgbClr val="1C3144"/>
                          </a:solidFill>
                          <a:latin typeface="Calibri"/>
                          <a:ea typeface="Calibri"/>
                          <a:cs typeface="Calibri"/>
                        </a:rPr>
                        <a:t>Technical owner</a:t>
                      </a:r>
                    </a:p>
                  </a:txBody>
                  <a:tcPr marL="91440" marR="91440" marT="45720" marB="45720">
                    <a:lnL w="9525">
                      <a:solidFill>
                        <a:srgbClr val="C9D5DA"/>
                      </a:solidFill>
                      <a:prstDash val="solid"/>
                    </a:lnL>
                    <a:lnR w="9525">
                      <a:solidFill>
                        <a:srgbClr val="C9D5DA"/>
                      </a:solidFill>
                      <a:prstDash val="solid"/>
                    </a:lnR>
                    <a:lnB w="9525">
                      <a:solidFill>
                        <a:srgbClr val="C9D5DA"/>
                      </a:solidFill>
                      <a:prstDash val="solid"/>
                    </a:lnB>
                    <a:solidFill>
                      <a:srgbClr val="FFFFFF"/>
                    </a:solidFill>
                  </a:tcPr>
                </a:tc>
                <a:tc>
                  <a:txBody>
                    <a:bodyPr/>
                    <a:lstStyle/>
                    <a:p>
                      <a:r>
                        <a:rPr sz="1875" b="0">
                          <a:solidFill>
                            <a:srgbClr val="1C3144"/>
                          </a:solidFill>
                          <a:latin typeface="Calibri"/>
                          <a:ea typeface="Calibri"/>
                          <a:cs typeface="Calibri"/>
                        </a:rPr>
                        <a:t>Configuration and monitoring</a:t>
                      </a:r>
                    </a:p>
                  </a:txBody>
                  <a:tcPr marL="91440" marR="91440" marT="45720" marB="45720">
                    <a:lnR w="9525">
                      <a:solidFill>
                        <a:srgbClr val="C9D5DA"/>
                      </a:solidFill>
                      <a:prstDash val="solid"/>
                    </a:lnR>
                    <a:lnB w="9525">
                      <a:solidFill>
                        <a:srgbClr val="C9D5DA"/>
                      </a:solidFill>
                      <a:prstDash val="solid"/>
                    </a:lnB>
                    <a:solidFill>
                      <a:srgbClr val="FFFFFF"/>
                    </a:solidFill>
                  </a:tcPr>
                </a:tc>
              </a:tr>
              <a:tr h="623888">
                <a:tc>
                  <a:txBody>
                    <a:bodyPr/>
                    <a:lstStyle/>
                    <a:p>
                      <a:r>
                        <a:rPr sz="1875" b="0">
                          <a:solidFill>
                            <a:srgbClr val="1C3144"/>
                          </a:solidFill>
                          <a:latin typeface="Calibri"/>
                          <a:ea typeface="Calibri"/>
                          <a:cs typeface="Calibri"/>
                        </a:rPr>
                        <a:t>Staff users</a:t>
                      </a:r>
                    </a:p>
                  </a:txBody>
                  <a:tcPr marL="91440" marR="91440" marT="45720" marB="45720">
                    <a:lnL w="9525">
                      <a:solidFill>
                        <a:srgbClr val="C9D5DA"/>
                      </a:solidFill>
                      <a:prstDash val="solid"/>
                    </a:lnL>
                    <a:lnR w="9525">
                      <a:solidFill>
                        <a:srgbClr val="C9D5DA"/>
                      </a:solidFill>
                      <a:prstDash val="solid"/>
                    </a:lnR>
                    <a:lnB w="9525">
                      <a:solidFill>
                        <a:srgbClr val="C9D5DA"/>
                      </a:solidFill>
                      <a:prstDash val="solid"/>
                    </a:lnB>
                    <a:solidFill>
                      <a:srgbClr val="F1F5F6"/>
                    </a:solidFill>
                  </a:tcPr>
                </a:tc>
                <a:tc>
                  <a:txBody>
                    <a:bodyPr/>
                    <a:lstStyle/>
                    <a:p>
                      <a:r>
                        <a:rPr sz="1875" b="0">
                          <a:solidFill>
                            <a:srgbClr val="1C3144"/>
                          </a:solidFill>
                          <a:latin typeface="Calibri"/>
                          <a:ea typeface="Calibri"/>
                          <a:cs typeface="Calibri"/>
                        </a:rPr>
                        <a:t>Permitted use and reporting</a:t>
                      </a:r>
                    </a:p>
                  </a:txBody>
                  <a:tcPr marL="91440" marR="91440" marT="45720" marB="45720">
                    <a:lnR w="9525">
                      <a:solidFill>
                        <a:srgbClr val="C9D5DA"/>
                      </a:solidFill>
                      <a:prstDash val="solid"/>
                    </a:lnR>
                    <a:lnB w="9525">
                      <a:solidFill>
                        <a:srgbClr val="C9D5DA"/>
                      </a:solidFill>
                      <a:prstDash val="solid"/>
                    </a:lnB>
                    <a:solidFill>
                      <a:srgbClr val="F1F5F6"/>
                    </a:solidFill>
                  </a:tcPr>
                </a:tc>
              </a:tr>
            </a:tbl>
          </a:graphicData>
        </a:graphic>
      </p:graphicFrame>
      <p:sp>
        <p:nvSpPr>
          <p:cNvPr id="3" name="text-326">
            <a:extLst>
              <a:ext uri="{FF2B5EF4-FFF2-40B4-BE49-F238E27FC236}">
                <ns2:creationId id="{A1A4826E-72A0-493B-93D9-915072FE2C1C}"/>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11   16</a:t>
            </a:r>
          </a:p>
        </p:txBody>
      </p:sp>
    </p:spTree>
    <p:extLst>
      <p:ext uri="{BB962C8B-B14F-4D97-AF65-F5344CB8AC3E}">
        <ns3:creationId val="1759472127"/>
      </p:ext>
    </p:extLst>
  </p:cSld>
  <p:transition spd="med" advClick="1">
    <p:fade/>
  </p:transition>
</p:sld>
</file>

<file path=ppt/slides/slide17.xml><?xml version="1.0" encoding="utf-8"?>
<p:sld xmlns:a="http://schemas.openxmlformats.org/drawingml/2006/main" xmlns:ns2="http://schemas.microsoft.com/office/drawing/2014/main" xmlns:ns3="http://schemas.microsoft.com/office/powerpoint/2010/main" xmlns:p="http://schemas.openxmlformats.org/presentationml/2006/main">
  <p:cSld name="Our in-class work">
    <p:bg>
      <p:bgPr>
        <a:solidFill>
          <a:srgbClr val="FFFFFF"/>
        </a:solidFill>
      </p:bgPr>
    </p:bg>
    <p:spTree>
      <p:nvGrpSpPr>
        <p:cNvPr id="1" name=""/>
        <p:cNvGrpSpPr/>
        <p:nvPr/>
      </p:nvGrpSpPr>
      <p:grpSpPr>
        <a:xfrm/>
      </p:grpSpPr>
      <p:sp>
        <p:nvSpPr>
          <p:cNvPr id="13" name="text-327">
            <a:extLst>
              <a:ext uri="{FF2B5EF4-FFF2-40B4-BE49-F238E27FC236}">
                <ns2:creationId id="{D715950C-6C01-46BC-AD15-17F08C1C3BFD}"/>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11</a:t>
            </a:r>
          </a:p>
        </p:txBody>
      </p:sp>
      <p:sp>
        <p:nvSpPr>
          <p:cNvPr id="2" name="text-328">
            <a:extLst>
              <a:ext uri="{FF2B5EF4-FFF2-40B4-BE49-F238E27FC236}">
                <ns2:creationId id="{A22EC996-3414-4510-8CFD-B074A181471B}"/>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Our in-class work</a:t>
            </a:r>
          </a:p>
        </p:txBody>
      </p:sp>
      <p:sp>
        <p:nvSpPr>
          <p:cNvPr id="4" name="text-330">
            <a:extLst>
              <a:ext uri="{FF2B5EF4-FFF2-40B4-BE49-F238E27FC236}">
                <ns2:creationId id="{E9EC2287-6191-4E33-8E9D-277D2EE5AD2D}"/>
              </a:ext>
            </a:extLst>
          </p:cNvPr>
          <p:cNvSpPr>
            <a:spLocks noGrp="1"/>
          </p:cNvSpPr>
          <p:nvPr/>
        </p:nvSpPr>
        <p:spPr>
          <a:xfrm>
            <a:off x="619125" y="194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01</a:t>
            </a:r>
          </a:p>
        </p:txBody>
      </p:sp>
      <p:sp>
        <p:nvSpPr>
          <p:cNvPr id="5" name="text-331">
            <a:extLst>
              <a:ext uri="{FF2B5EF4-FFF2-40B4-BE49-F238E27FC236}">
                <ns2:creationId id="{E36F29CB-28AE-449C-877D-5B4ED6ED3627}"/>
              </a:ext>
            </a:extLst>
          </p:cNvPr>
          <p:cNvSpPr>
            <a:spLocks noGrp="1"/>
          </p:cNvSpPr>
          <p:nvPr/>
        </p:nvSpPr>
        <p:spPr>
          <a:xfrm>
            <a:off x="1285875" y="1943100"/>
            <a:ext cx="6564125" cy="8382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Adapt the worked three-risk register.</a:t>
            </a:r>
          </a:p>
        </p:txBody>
      </p:sp>
      <p:sp>
        <p:nvSpPr>
          <p:cNvPr id="6" name="text-332">
            <a:extLst>
              <a:ext uri="{FF2B5EF4-FFF2-40B4-BE49-F238E27FC236}">
                <ns2:creationId id="{DB30A64B-6263-436B-AF57-B01834E22173}"/>
              </a:ext>
            </a:extLst>
          </p:cNvPr>
          <p:cNvSpPr>
            <a:spLocks noGrp="1"/>
          </p:cNvSpPr>
          <p:nvPr/>
        </p:nvSpPr>
        <p:spPr>
          <a:xfrm>
            <a:off x="619125" y="28956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02</a:t>
            </a:r>
          </a:p>
        </p:txBody>
      </p:sp>
      <p:sp>
        <p:nvSpPr>
          <p:cNvPr id="7" name="text-333">
            <a:extLst>
              <a:ext uri="{FF2B5EF4-FFF2-40B4-BE49-F238E27FC236}">
                <ns2:creationId id="{FA53D271-EF46-4FC3-84F3-9A5C166AC32A}"/>
              </a:ext>
            </a:extLst>
          </p:cNvPr>
          <p:cNvSpPr>
            <a:spLocks noGrp="1"/>
          </p:cNvSpPr>
          <p:nvPr/>
        </p:nvSpPr>
        <p:spPr>
          <a:xfrm>
            <a:off x="1285875" y="2895600"/>
            <a:ext cx="6564125" cy="8382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Examine unequal errors across source collections.</a:t>
            </a:r>
          </a:p>
        </p:txBody>
      </p:sp>
      <p:sp>
        <p:nvSpPr>
          <p:cNvPr id="8" name="text-334">
            <a:extLst>
              <a:ext uri="{FF2B5EF4-FFF2-40B4-BE49-F238E27FC236}">
                <ns2:creationId id="{2AA6AEC8-EB05-4283-811D-DF1645589B92}"/>
              </a:ext>
            </a:extLst>
          </p:cNvPr>
          <p:cNvSpPr>
            <a:spLocks noGrp="1"/>
          </p:cNvSpPr>
          <p:nvPr/>
        </p:nvSpPr>
        <p:spPr>
          <a:xfrm>
            <a:off x="619125" y="3848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03</a:t>
            </a:r>
          </a:p>
        </p:txBody>
      </p:sp>
      <p:sp>
        <p:nvSpPr>
          <p:cNvPr id="9" name="text-335">
            <a:extLst>
              <a:ext uri="{FF2B5EF4-FFF2-40B4-BE49-F238E27FC236}">
                <ns2:creationId id="{F41C5172-AC5F-48C7-B6DC-7B4E98106587}"/>
              </a:ext>
            </a:extLst>
          </p:cNvPr>
          <p:cNvSpPr>
            <a:spLocks noGrp="1"/>
          </p:cNvSpPr>
          <p:nvPr/>
        </p:nvSpPr>
        <p:spPr>
          <a:xfrm>
            <a:off x="1285875" y="3848100"/>
            <a:ext cx="6564125" cy="8382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Run the restricted-matter incident for 20 minutes.</a:t>
            </a:r>
          </a:p>
        </p:txBody>
      </p:sp>
      <p:sp>
        <p:nvSpPr>
          <p:cNvPr id="10" name="text-336">
            <a:extLst>
              <a:ext uri="{FF2B5EF4-FFF2-40B4-BE49-F238E27FC236}">
                <ns2:creationId id="{C0252115-1C87-4C0F-B430-3FB412BA9456}"/>
              </a:ext>
            </a:extLst>
          </p:cNvPr>
          <p:cNvSpPr>
            <a:spLocks noGrp="1"/>
          </p:cNvSpPr>
          <p:nvPr/>
        </p:nvSpPr>
        <p:spPr>
          <a:xfrm>
            <a:off x="619125" y="48006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04</a:t>
            </a:r>
          </a:p>
        </p:txBody>
      </p:sp>
      <p:sp>
        <p:nvSpPr>
          <p:cNvPr id="11" name="text-337">
            <a:extLst>
              <a:ext uri="{FF2B5EF4-FFF2-40B4-BE49-F238E27FC236}">
                <ns2:creationId id="{52A2ABAF-4C4F-4FE5-995E-3AF65FFE0B9A}"/>
              </a:ext>
            </a:extLst>
          </p:cNvPr>
          <p:cNvSpPr>
            <a:spLocks noGrp="1"/>
          </p:cNvSpPr>
          <p:nvPr/>
        </p:nvSpPr>
        <p:spPr>
          <a:xfrm>
            <a:off x="1285875" y="4800600"/>
            <a:ext cx="6564125" cy="8382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Draft a use rule and restart conditions.</a:t>
            </a:r>
          </a:p>
        </p:txBody>
      </p:sp>
      <p:sp>
        <p:nvSpPr>
          <p:cNvPr id="12" name="text-338">
            <a:extLst>
              <a:ext uri="{FF2B5EF4-FFF2-40B4-BE49-F238E27FC236}">
                <ns2:creationId id="{BE567149-14D4-46DB-86CD-433636D9B67C}"/>
              </a:ext>
            </a:extLst>
          </p:cNvPr>
          <p:cNvSpPr>
            <a:spLocks noGrp="1"/>
          </p:cNvSpPr>
          <p:nvPr/>
        </p:nvSpPr>
        <p:spPr>
          <a:xfrm>
            <a:off x="619125" y="5848350"/>
            <a:ext cx="10953750" cy="590550"/>
          </a:xfrm>
          <a:prstGeom prst="rect">
            <a:avLst/>
          </a:prstGeom>
          <a:noFill/>
          <a:ln w="0">
            <a:noFill/>
          </a:ln>
        </p:spPr>
        <p:txBody>
          <a:bodyPr>
            <a:noAutofit/>
          </a:bodyPr>
          <a:lstStyle>
            <a:defPPr>
              <a:defRPr sz="1725" b="0">
                <a:solidFill>
                  <a:srgbClr val="536474"/>
                </a:solidFill>
                <a:latin typeface="Calibri"/>
                <a:ea typeface="Calibri"/>
                <a:cs typeface="Calibri"/>
              </a:defRPr>
            </a:defPPr>
            <a:lvl1pPr>
              <a:defRPr sz="1725" b="0">
                <a:solidFill>
                  <a:srgbClr val="536474"/>
                </a:solidFill>
                <a:latin typeface="Calibri"/>
                <a:ea typeface="Calibri"/>
                <a:cs typeface="Calibri"/>
              </a:defRPr>
            </a:lvl1pPr>
            <a:lvl2pPr>
              <a:defRPr sz="1725" b="0">
                <a:solidFill>
                  <a:srgbClr val="536474"/>
                </a:solidFill>
                <a:latin typeface="Calibri"/>
                <a:ea typeface="Calibri"/>
                <a:cs typeface="Calibri"/>
              </a:defRPr>
            </a:lvl2pPr>
            <a:lvl3pPr>
              <a:defRPr sz="1725" b="0">
                <a:solidFill>
                  <a:srgbClr val="536474"/>
                </a:solidFill>
                <a:latin typeface="Calibri"/>
                <a:ea typeface="Calibri"/>
                <a:cs typeface="Calibri"/>
              </a:defRPr>
            </a:lvl3pPr>
            <a:lvl4pPr>
              <a:defRPr sz="1725" b="0">
                <a:solidFill>
                  <a:srgbClr val="536474"/>
                </a:solidFill>
                <a:latin typeface="Calibri"/>
                <a:ea typeface="Calibri"/>
                <a:cs typeface="Calibri"/>
              </a:defRPr>
            </a:lvl4pPr>
            <a:lvl5pPr>
              <a:defRPr sz="1725" b="0">
                <a:solidFill>
                  <a:srgbClr val="536474"/>
                </a:solidFill>
                <a:latin typeface="Calibri"/>
                <a:ea typeface="Calibri"/>
                <a:cs typeface="Calibri"/>
              </a:defRPr>
            </a:lvl5pPr>
            <a:lvl6pPr>
              <a:defRPr sz="1725" b="0">
                <a:solidFill>
                  <a:srgbClr val="536474"/>
                </a:solidFill>
                <a:latin typeface="Calibri"/>
                <a:ea typeface="Calibri"/>
                <a:cs typeface="Calibri"/>
              </a:defRPr>
            </a:lvl6pPr>
            <a:lvl7pPr>
              <a:defRPr sz="1725" b="0">
                <a:solidFill>
                  <a:srgbClr val="536474"/>
                </a:solidFill>
                <a:latin typeface="Calibri"/>
                <a:ea typeface="Calibri"/>
                <a:cs typeface="Calibri"/>
              </a:defRPr>
            </a:lvl7pPr>
            <a:lvl8pPr>
              <a:defRPr sz="1725" b="0">
                <a:solidFill>
                  <a:srgbClr val="536474"/>
                </a:solidFill>
                <a:latin typeface="Calibri"/>
                <a:ea typeface="Calibri"/>
                <a:cs typeface="Calibri"/>
              </a:defRPr>
            </a:lvl8pPr>
            <a:lvl9pPr>
              <a:defRPr sz="1725" b="0">
                <a:solidFill>
                  <a:srgbClr val="536474"/>
                </a:solidFill>
                <a:latin typeface="Calibri"/>
                <a:ea typeface="Calibri"/>
                <a:cs typeface="Calibri"/>
              </a:defRPr>
            </a:lvl9pPr>
          </a:lstStyle>
          <a:p>
            <a:pPr>
              <a:defRPr sz="1725" b="0">
                <a:solidFill>
                  <a:srgbClr val="536474"/>
                </a:solidFill>
                <a:latin typeface="Calibri"/>
                <a:ea typeface="Calibri"/>
                <a:cs typeface="Calibri"/>
              </a:defRPr>
            </a:pPr>
            <a:r>
              <a:rPr sz="1725" b="0">
                <a:solidFill>
                  <a:srgbClr val="536474"/>
                </a:solidFill>
                <a:latin typeface="Calibri"/>
                <a:ea typeface="Calibri"/>
                <a:cs typeface="Calibri"/>
              </a:rPr>
              <a:t>We complete this together during class.</a:t>
            </a:r>
          </a:p>
        </p:txBody>
      </p:sp>
      <p:sp>
        <p:nvSpPr>
          <p:cNvPr id="3" name="text-329">
            <a:extLst>
              <a:ext uri="{FF2B5EF4-FFF2-40B4-BE49-F238E27FC236}">
                <ns2:creationId id="{4A96ECC5-63C2-4E30-9205-EE31C084D218}"/>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11   17</a:t>
            </a:r>
          </a:p>
        </p:txBody>
      </p:sp>
      <p:pic xmlns:r="http://schemas.openxmlformats.org/officeDocument/2006/relationships">
        <p:nvPicPr>
          <p:cNvPr id="14" name="illustration-laptop" descr="Illustration: a laptop with a checklist"/>
          <p:cNvPicPr>
            <a:picLocks noChangeAspect="1"/>
          </p:cNvPicPr>
          <p:nvPr/>
        </p:nvPicPr>
        <p:blipFill>
          <a:blip r:embed="rId3"/>
          <a:stretch>
            <a:fillRect/>
          </a:stretch>
        </p:blipFill>
        <p:spPr>
          <a:xfrm>
            <a:off x="8050000" y="1850000"/>
            <a:ext cx="3700000" cy="3700000"/>
          </a:xfrm>
          <a:prstGeom prst="rect">
            <a:avLst/>
          </a:prstGeom>
        </p:spPr>
      </p:pic>
    </p:spTree>
    <p:extLst>
      <p:ext uri="{BB962C8B-B14F-4D97-AF65-F5344CB8AC3E}">
        <ns3:creationId val="656551529"/>
      </p:ext>
    </p:extLst>
  </p:cSld>
  <p:transition spd="med" advClick="1">
    <p:fade/>
  </p:transition>
</p:sld>
</file>

<file path=ppt/slides/slide18.xml><?xml version="1.0" encoding="utf-8"?>
<p:sld xmlns:a="http://schemas.openxmlformats.org/drawingml/2006/main" xmlns:ns2="http://schemas.microsoft.com/office/drawing/2014/main" xmlns:ns3="http://schemas.microsoft.com/office/powerpoint/2010/main" xmlns:p="http://schemas.openxmlformats.org/presentationml/2006/main">
  <p:cSld name="What we can conclude">
    <p:bg>
      <p:bgPr>
        <a:solidFill>
          <a:srgbClr val="FFFFFF"/>
        </a:solidFill>
      </p:bgPr>
    </p:bg>
    <p:spTree>
      <p:nvGrpSpPr>
        <p:cNvPr id="1" name=""/>
        <p:cNvGrpSpPr/>
        <p:nvPr/>
      </p:nvGrpSpPr>
      <p:grpSpPr>
        <a:xfrm/>
      </p:grpSpPr>
      <p:sp>
        <p:nvSpPr>
          <p:cNvPr id="8" name="text-339">
            <a:extLst>
              <a:ext uri="{FF2B5EF4-FFF2-40B4-BE49-F238E27FC236}">
                <ns2:creationId id="{21DC37B5-2BBB-4A34-8A73-EA8AB16DEF0C}"/>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11</a:t>
            </a:r>
          </a:p>
        </p:txBody>
      </p:sp>
      <p:sp>
        <p:nvSpPr>
          <p:cNvPr id="2" name="text-340">
            <a:extLst>
              <a:ext uri="{FF2B5EF4-FFF2-40B4-BE49-F238E27FC236}">
                <ns2:creationId id="{49FE02A3-60EE-474E-9CBF-0BD4C2D37A97}"/>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What we can conclude</a:t>
            </a:r>
          </a:p>
        </p:txBody>
      </p:sp>
      <p:sp>
        <p:nvSpPr>
          <p:cNvPr id="4" name="text-342">
            <a:extLst>
              <a:ext uri="{FF2B5EF4-FFF2-40B4-BE49-F238E27FC236}">
                <ns2:creationId id="{45C0776E-EDD5-4DE1-A110-9B9D53D4793A}"/>
              </a:ext>
            </a:extLst>
          </p:cNvPr>
          <p:cNvSpPr>
            <a:spLocks noGrp="1"/>
          </p:cNvSpPr>
          <p:nvPr/>
        </p:nvSpPr>
        <p:spPr>
          <a:xfrm>
            <a:off x="619125" y="194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01</a:t>
            </a:r>
          </a:p>
        </p:txBody>
      </p:sp>
      <p:sp>
        <p:nvSpPr>
          <p:cNvPr id="5" name="text-343">
            <a:extLst>
              <a:ext uri="{FF2B5EF4-FFF2-40B4-BE49-F238E27FC236}">
                <ns2:creationId id="{90EC78DF-7C3D-40E5-BB34-A87C68B8508F}"/>
              </a:ext>
            </a:extLst>
          </p:cNvPr>
          <p:cNvSpPr>
            <a:spLocks noGrp="1"/>
          </p:cNvSpPr>
          <p:nvPr/>
        </p:nvSpPr>
        <p:spPr>
          <a:xfrm>
            <a:off x="1285875" y="1943100"/>
            <a:ext cx="6564125" cy="17907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225" b="0">
                <a:solidFill>
                  <a:srgbClr val="1C3144"/>
                </a:solidFill>
                <a:latin typeface="Calibri"/>
                <a:ea typeface="Calibri"/>
                <a:cs typeface="Calibri"/>
              </a:rPr>
              <a:t>Privacy, professional confidentiality, quality and action authority are distinct risks. Each control needs an owner and a test. Incident response starts with containment and assessment, not a guessed universal reporting deadline.</a:t>
            </a:r>
          </a:p>
        </p:txBody>
      </p:sp>
      <p:sp>
        <p:nvSpPr>
          <p:cNvPr id="6" name="text-344">
            <a:extLst>
              <a:ext uri="{FF2B5EF4-FFF2-40B4-BE49-F238E27FC236}">
                <ns2:creationId id="{159D781E-208E-404C-B47B-A2B11B563D29}"/>
              </a:ext>
            </a:extLst>
          </p:cNvPr>
          <p:cNvSpPr>
            <a:spLocks noGrp="1"/>
          </p:cNvSpPr>
          <p:nvPr/>
        </p:nvSpPr>
        <p:spPr>
          <a:xfrm>
            <a:off x="619125" y="3848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02</a:t>
            </a:r>
          </a:p>
        </p:txBody>
      </p:sp>
      <p:sp>
        <p:nvSpPr>
          <p:cNvPr id="7" name="text-345">
            <a:extLst>
              <a:ext uri="{FF2B5EF4-FFF2-40B4-BE49-F238E27FC236}">
                <ns2:creationId id="{559D3424-34A3-4E03-A75D-8257B55751BF}"/>
              </a:ext>
            </a:extLst>
          </p:cNvPr>
          <p:cNvSpPr>
            <a:spLocks noGrp="1"/>
          </p:cNvSpPr>
          <p:nvPr/>
        </p:nvSpPr>
        <p:spPr>
          <a:xfrm>
            <a:off x="1285875" y="3848100"/>
            <a:ext cx="6564125" cy="17907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The legal frame is a sourced teaching aid, not an opinion that a particular product or configuration complies.</a:t>
            </a:r>
          </a:p>
        </p:txBody>
      </p:sp>
      <p:sp>
        <p:nvSpPr>
          <p:cNvPr id="3" name="text-341">
            <a:extLst>
              <a:ext uri="{FF2B5EF4-FFF2-40B4-BE49-F238E27FC236}">
                <ns2:creationId id="{45D3546D-72F5-4750-88B7-1F82BFDE152C}"/>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11   18</a:t>
            </a:r>
          </a:p>
        </p:txBody>
      </p:sp>
      <p:pic xmlns:r="http://schemas.openxmlformats.org/officeDocument/2006/relationships">
        <p:nvPicPr>
          <p:cNvPr id="9" name="illustration-target" descr="Illustration: a target with an arrow"/>
          <p:cNvPicPr>
            <a:picLocks noChangeAspect="1"/>
          </p:cNvPicPr>
          <p:nvPr/>
        </p:nvPicPr>
        <p:blipFill>
          <a:blip r:embed="rId3"/>
          <a:stretch>
            <a:fillRect/>
          </a:stretch>
        </p:blipFill>
        <p:spPr>
          <a:xfrm>
            <a:off x="8050000" y="1850000"/>
            <a:ext cx="3700000" cy="3700000"/>
          </a:xfrm>
          <a:prstGeom prst="rect">
            <a:avLst/>
          </a:prstGeom>
        </p:spPr>
      </p:pic>
    </p:spTree>
    <p:extLst>
      <p:ext uri="{BB962C8B-B14F-4D97-AF65-F5344CB8AC3E}">
        <ns3:creationId val="1111657754"/>
      </p:ext>
    </p:extLst>
  </p:cSld>
  <p:transition spd="med" advClick="1">
    <p:fade/>
  </p:transition>
</p:sld>
</file>

<file path=ppt/slides/slide19.xml><?xml version="1.0" encoding="utf-8"?>
<p:sld xmlns:a="http://schemas.openxmlformats.org/drawingml/2006/main" xmlns:ns2="http://schemas.microsoft.com/office/drawing/2014/main" xmlns:ns3="http://schemas.microsoft.com/office/powerpoint/2010/main" xmlns:p="http://schemas.openxmlformats.org/presentationml/2006/main">
  <p:cSld name="The firm decision">
    <p:bg>
      <p:bgPr>
        <a:solidFill>
          <a:srgbClr val="FFFFFF"/>
        </a:solidFill>
      </p:bgPr>
    </p:bg>
    <p:spTree>
      <p:nvGrpSpPr>
        <p:cNvPr id="1" name=""/>
        <p:cNvGrpSpPr/>
        <p:nvPr/>
      </p:nvGrpSpPr>
      <p:grpSpPr>
        <a:xfrm/>
      </p:grpSpPr>
      <p:sp>
        <p:nvSpPr>
          <p:cNvPr id="7" name="text-346">
            <a:extLst>
              <a:ext uri="{FF2B5EF4-FFF2-40B4-BE49-F238E27FC236}">
                <ns2:creationId id="{EB01A57B-F151-4008-80CC-6E15F48847F7}"/>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11</a:t>
            </a:r>
          </a:p>
        </p:txBody>
      </p:sp>
      <p:sp>
        <p:nvSpPr>
          <p:cNvPr id="2" name="text-347">
            <a:extLst>
              <a:ext uri="{FF2B5EF4-FFF2-40B4-BE49-F238E27FC236}">
                <ns2:creationId id="{AD4BE7B7-74EF-4431-9192-E91087DC3681}"/>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The firm decision</a:t>
            </a:r>
          </a:p>
        </p:txBody>
      </p:sp>
      <p:sp>
        <p:nvSpPr>
          <p:cNvPr id="4" name="text-349">
            <a:extLst>
              <a:ext uri="{FF2B5EF4-FFF2-40B4-BE49-F238E27FC236}">
                <ns2:creationId id="{B69A6853-8357-4CF8-99B4-EC7BD240F96D}"/>
              </a:ext>
            </a:extLst>
          </p:cNvPr>
          <p:cNvSpPr>
            <a:spLocks noGrp="1"/>
          </p:cNvSpPr>
          <p:nvPr/>
        </p:nvSpPr>
        <p:spPr>
          <a:xfrm>
            <a:off x="619125" y="194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01</a:t>
            </a:r>
          </a:p>
        </p:txBody>
      </p:sp>
      <p:sp>
        <p:nvSpPr>
          <p:cNvPr id="5" name="text-350">
            <a:extLst>
              <a:ext uri="{FF2B5EF4-FFF2-40B4-BE49-F238E27FC236}">
                <ns2:creationId id="{CB034CE5-9665-4F82-A6B3-E02E17527F0F}"/>
              </a:ext>
            </a:extLst>
          </p:cNvPr>
          <p:cNvSpPr>
            <a:spLocks noGrp="1"/>
          </p:cNvSpPr>
          <p:nvPr/>
        </p:nvSpPr>
        <p:spPr>
          <a:xfrm>
            <a:off x="1285875" y="1943100"/>
            <a:ext cx="6564125" cy="33147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Approve a proportionate pilot policy and assign risk, information, technical and practice owners.</a:t>
            </a:r>
          </a:p>
        </p:txBody>
      </p:sp>
      <p:sp>
        <p:nvSpPr>
          <p:cNvPr id="6" name="text-351">
            <a:extLst>
              <a:ext uri="{FF2B5EF4-FFF2-40B4-BE49-F238E27FC236}">
                <ns2:creationId id="{2A8D913B-0F61-4B59-9B27-77771C4160C9}"/>
              </a:ext>
            </a:extLst>
          </p:cNvPr>
          <p:cNvSpPr>
            <a:spLocks noGrp="1"/>
          </p:cNvSpPr>
          <p:nvPr/>
        </p:nvSpPr>
        <p:spPr>
          <a:xfrm>
            <a:off x="619125" y="5848350"/>
            <a:ext cx="10953750" cy="590550"/>
          </a:xfrm>
          <a:prstGeom prst="rect">
            <a:avLst/>
          </a:prstGeom>
          <a:noFill/>
          <a:ln w="0">
            <a:noFill/>
          </a:ln>
        </p:spPr>
        <p:txBody>
          <a:bodyPr>
            <a:noAutofit/>
          </a:bodyPr>
          <a:lstStyle>
            <a:defPPr>
              <a:defRPr sz="1725" b="0">
                <a:solidFill>
                  <a:srgbClr val="536474"/>
                </a:solidFill>
                <a:latin typeface="Calibri"/>
                <a:ea typeface="Calibri"/>
                <a:cs typeface="Calibri"/>
              </a:defRPr>
            </a:defPPr>
            <a:lvl1pPr>
              <a:defRPr sz="1725" b="0">
                <a:solidFill>
                  <a:srgbClr val="536474"/>
                </a:solidFill>
                <a:latin typeface="Calibri"/>
                <a:ea typeface="Calibri"/>
                <a:cs typeface="Calibri"/>
              </a:defRPr>
            </a:lvl1pPr>
            <a:lvl2pPr>
              <a:defRPr sz="1725" b="0">
                <a:solidFill>
                  <a:srgbClr val="536474"/>
                </a:solidFill>
                <a:latin typeface="Calibri"/>
                <a:ea typeface="Calibri"/>
                <a:cs typeface="Calibri"/>
              </a:defRPr>
            </a:lvl2pPr>
            <a:lvl3pPr>
              <a:defRPr sz="1725" b="0">
                <a:solidFill>
                  <a:srgbClr val="536474"/>
                </a:solidFill>
                <a:latin typeface="Calibri"/>
                <a:ea typeface="Calibri"/>
                <a:cs typeface="Calibri"/>
              </a:defRPr>
            </a:lvl3pPr>
            <a:lvl4pPr>
              <a:defRPr sz="1725" b="0">
                <a:solidFill>
                  <a:srgbClr val="536474"/>
                </a:solidFill>
                <a:latin typeface="Calibri"/>
                <a:ea typeface="Calibri"/>
                <a:cs typeface="Calibri"/>
              </a:defRPr>
            </a:lvl4pPr>
            <a:lvl5pPr>
              <a:defRPr sz="1725" b="0">
                <a:solidFill>
                  <a:srgbClr val="536474"/>
                </a:solidFill>
                <a:latin typeface="Calibri"/>
                <a:ea typeface="Calibri"/>
                <a:cs typeface="Calibri"/>
              </a:defRPr>
            </a:lvl5pPr>
            <a:lvl6pPr>
              <a:defRPr sz="1725" b="0">
                <a:solidFill>
                  <a:srgbClr val="536474"/>
                </a:solidFill>
                <a:latin typeface="Calibri"/>
                <a:ea typeface="Calibri"/>
                <a:cs typeface="Calibri"/>
              </a:defRPr>
            </a:lvl6pPr>
            <a:lvl7pPr>
              <a:defRPr sz="1725" b="0">
                <a:solidFill>
                  <a:srgbClr val="536474"/>
                </a:solidFill>
                <a:latin typeface="Calibri"/>
                <a:ea typeface="Calibri"/>
                <a:cs typeface="Calibri"/>
              </a:defRPr>
            </a:lvl7pPr>
            <a:lvl8pPr>
              <a:defRPr sz="1725" b="0">
                <a:solidFill>
                  <a:srgbClr val="536474"/>
                </a:solidFill>
                <a:latin typeface="Calibri"/>
                <a:ea typeface="Calibri"/>
                <a:cs typeface="Calibri"/>
              </a:defRPr>
            </a:lvl8pPr>
            <a:lvl9pPr>
              <a:defRPr sz="1725" b="0">
                <a:solidFill>
                  <a:srgbClr val="536474"/>
                </a:solidFill>
                <a:latin typeface="Calibri"/>
                <a:ea typeface="Calibri"/>
                <a:cs typeface="Calibri"/>
              </a:defRPr>
            </a:lvl9pPr>
          </a:lstStyle>
          <a:p>
            <a:pPr>
              <a:defRPr sz="1725" b="0">
                <a:solidFill>
                  <a:srgbClr val="536474"/>
                </a:solidFill>
                <a:latin typeface="Calibri"/>
                <a:ea typeface="Calibri"/>
                <a:cs typeface="Calibri"/>
              </a:defRPr>
            </a:pPr>
            <a:r>
              <a:rPr sz="1725" b="0">
                <a:solidFill>
                  <a:srgbClr val="536474"/>
                </a:solidFill>
                <a:latin typeface="Calibri"/>
                <a:ea typeface="Calibri"/>
                <a:cs typeface="Calibri"/>
              </a:rPr>
              <a:t>Record the decision and the evidence still needed.</a:t>
            </a:r>
          </a:p>
        </p:txBody>
      </p:sp>
      <p:sp>
        <p:nvSpPr>
          <p:cNvPr id="3" name="text-348">
            <a:extLst>
              <a:ext uri="{FF2B5EF4-FFF2-40B4-BE49-F238E27FC236}">
                <ns2:creationId id="{AB051044-A404-4100-B637-768B03FF290A}"/>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11   19</a:t>
            </a:r>
          </a:p>
        </p:txBody>
      </p:sp>
      <p:pic xmlns:r="http://schemas.openxmlformats.org/officeDocument/2006/relationships">
        <p:nvPicPr>
          <p:cNvPr id="8" name="illustration-signpost" descr="Illustration: a signpost with go and stop"/>
          <p:cNvPicPr>
            <a:picLocks noChangeAspect="1"/>
          </p:cNvPicPr>
          <p:nvPr/>
        </p:nvPicPr>
        <p:blipFill>
          <a:blip r:embed="rId3"/>
          <a:stretch>
            <a:fillRect/>
          </a:stretch>
        </p:blipFill>
        <p:spPr>
          <a:xfrm>
            <a:off x="8050000" y="1850000"/>
            <a:ext cx="3700000" cy="3700000"/>
          </a:xfrm>
          <a:prstGeom prst="rect">
            <a:avLst/>
          </a:prstGeom>
        </p:spPr>
      </p:pic>
    </p:spTree>
    <p:extLst>
      <p:ext uri="{BB962C8B-B14F-4D97-AF65-F5344CB8AC3E}">
        <ns3:creationId val="847849903"/>
      </p:ext>
    </p:extLst>
  </p:cSld>
  <p:transition spd="med" advClick="1">
    <p:fade/>
  </p:transition>
</p:sld>
</file>

<file path=ppt/slides/slide20.xml><?xml version="1.0" encoding="utf-8"?>
<p:sld xmlns:a="http://schemas.openxmlformats.org/drawingml/2006/main" xmlns:ns2="http://schemas.microsoft.com/office/drawing/2014/main" xmlns:ns3="http://schemas.microsoft.com/office/powerpoint/2010/main" xmlns:p="http://schemas.openxmlformats.org/presentationml/2006/main">
  <p:cSld name="Check understanding">
    <p:bg>
      <p:bgPr>
        <a:solidFill>
          <a:srgbClr val="FFFFFF"/>
        </a:solidFill>
      </p:bgPr>
    </p:bg>
    <p:spTree>
      <p:nvGrpSpPr>
        <p:cNvPr id="1" name=""/>
        <p:cNvGrpSpPr/>
        <p:nvPr/>
      </p:nvGrpSpPr>
      <p:grpSpPr>
        <a:xfrm/>
      </p:grpSpPr>
      <p:sp>
        <p:nvSpPr>
          <p:cNvPr id="10" name="text-352">
            <a:extLst>
              <a:ext uri="{FF2B5EF4-FFF2-40B4-BE49-F238E27FC236}">
                <ns2:creationId id="{44BAB762-F77C-45B8-AFC5-F940317E4F5D}"/>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11</a:t>
            </a:r>
          </a:p>
        </p:txBody>
      </p:sp>
      <p:sp>
        <p:nvSpPr>
          <p:cNvPr id="2" name="text-353">
            <a:extLst>
              <a:ext uri="{FF2B5EF4-FFF2-40B4-BE49-F238E27FC236}">
                <ns2:creationId id="{F98EE58D-CCB8-48E2-856A-A58A527E80BE}"/>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Check understanding</a:t>
            </a:r>
          </a:p>
        </p:txBody>
      </p:sp>
      <p:sp>
        <p:nvSpPr>
          <p:cNvPr id="4" name="text-355">
            <a:extLst>
              <a:ext uri="{FF2B5EF4-FFF2-40B4-BE49-F238E27FC236}">
                <ns2:creationId id="{A9DDF072-CE76-48BF-AAD0-D81DF78E103E}"/>
              </a:ext>
            </a:extLst>
          </p:cNvPr>
          <p:cNvSpPr>
            <a:spLocks noGrp="1"/>
          </p:cNvSpPr>
          <p:nvPr/>
        </p:nvSpPr>
        <p:spPr>
          <a:xfrm>
            <a:off x="619125" y="194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01</a:t>
            </a:r>
          </a:p>
        </p:txBody>
      </p:sp>
      <p:sp>
        <p:nvSpPr>
          <p:cNvPr id="5" name="text-356">
            <a:extLst>
              <a:ext uri="{FF2B5EF4-FFF2-40B4-BE49-F238E27FC236}">
                <ns2:creationId id="{ED0DD369-955E-4EBA-BF3B-B006B7E7E8EC}"/>
              </a:ext>
            </a:extLst>
          </p:cNvPr>
          <p:cNvSpPr>
            <a:spLocks noGrp="1"/>
          </p:cNvSpPr>
          <p:nvPr/>
        </p:nvSpPr>
        <p:spPr>
          <a:xfrm>
            <a:off x="1285875" y="1943100"/>
            <a:ext cx="6564125" cy="1155700"/>
          </a:xfrm>
          <a:prstGeom prst="rect">
            <a:avLst/>
          </a:prstGeom>
          <a:noFill/>
          <a:ln w="0">
            <a:noFill/>
          </a:ln>
        </p:spPr>
        <p:txBody>
          <a:bodyPr>
            <a:noAutofit/>
          </a:bodyPr>
          <a:lstStyle>
            <a:defPPr>
              <a:defRPr sz="2550" b="0">
                <a:solidFill>
                  <a:srgbClr val="1C3144"/>
                </a:solidFill>
                <a:latin typeface="Calibri"/>
                <a:ea typeface="Calibri"/>
                <a:cs typeface="Calibri"/>
              </a:defRPr>
            </a:defPPr>
            <a:lvl1pPr>
              <a:defRPr sz="2550" b="0">
                <a:solidFill>
                  <a:srgbClr val="1C3144"/>
                </a:solidFill>
                <a:latin typeface="Calibri"/>
                <a:ea typeface="Calibri"/>
                <a:cs typeface="Calibri"/>
              </a:defRPr>
            </a:lvl1pPr>
            <a:lvl2pPr>
              <a:defRPr sz="2550" b="0">
                <a:solidFill>
                  <a:srgbClr val="1C3144"/>
                </a:solidFill>
                <a:latin typeface="Calibri"/>
                <a:ea typeface="Calibri"/>
                <a:cs typeface="Calibri"/>
              </a:defRPr>
            </a:lvl2pPr>
            <a:lvl3pPr>
              <a:defRPr sz="2550" b="0">
                <a:solidFill>
                  <a:srgbClr val="1C3144"/>
                </a:solidFill>
                <a:latin typeface="Calibri"/>
                <a:ea typeface="Calibri"/>
                <a:cs typeface="Calibri"/>
              </a:defRPr>
            </a:lvl3pPr>
            <a:lvl4pPr>
              <a:defRPr sz="2550" b="0">
                <a:solidFill>
                  <a:srgbClr val="1C3144"/>
                </a:solidFill>
                <a:latin typeface="Calibri"/>
                <a:ea typeface="Calibri"/>
                <a:cs typeface="Calibri"/>
              </a:defRPr>
            </a:lvl4pPr>
            <a:lvl5pPr>
              <a:defRPr sz="2550" b="0">
                <a:solidFill>
                  <a:srgbClr val="1C3144"/>
                </a:solidFill>
                <a:latin typeface="Calibri"/>
                <a:ea typeface="Calibri"/>
                <a:cs typeface="Calibri"/>
              </a:defRPr>
            </a:lvl5pPr>
            <a:lvl6pPr>
              <a:defRPr sz="2550" b="0">
                <a:solidFill>
                  <a:srgbClr val="1C3144"/>
                </a:solidFill>
                <a:latin typeface="Calibri"/>
                <a:ea typeface="Calibri"/>
                <a:cs typeface="Calibri"/>
              </a:defRPr>
            </a:lvl6pPr>
            <a:lvl7pPr>
              <a:defRPr sz="2550" b="0">
                <a:solidFill>
                  <a:srgbClr val="1C3144"/>
                </a:solidFill>
                <a:latin typeface="Calibri"/>
                <a:ea typeface="Calibri"/>
                <a:cs typeface="Calibri"/>
              </a:defRPr>
            </a:lvl7pPr>
            <a:lvl8pPr>
              <a:defRPr sz="2550" b="0">
                <a:solidFill>
                  <a:srgbClr val="1C3144"/>
                </a:solidFill>
                <a:latin typeface="Calibri"/>
                <a:ea typeface="Calibri"/>
                <a:cs typeface="Calibri"/>
              </a:defRPr>
            </a:lvl8pPr>
            <a:lvl9pPr>
              <a:defRPr sz="2550" b="0">
                <a:solidFill>
                  <a:srgbClr val="1C3144"/>
                </a:solidFill>
                <a:latin typeface="Calibri"/>
                <a:ea typeface="Calibri"/>
                <a:cs typeface="Calibri"/>
              </a:defRPr>
            </a:lvl9pPr>
          </a:lstStyle>
          <a:p>
            <a:pPr>
              <a:defRPr sz="2550" b="0">
                <a:solidFill>
                  <a:srgbClr val="1C3144"/>
                </a:solidFill>
                <a:latin typeface="Calibri"/>
                <a:ea typeface="Calibri"/>
                <a:cs typeface="Calibri"/>
              </a:defRPr>
            </a:pPr>
            <a:r>
              <a:rPr sz="2550" b="0">
                <a:solidFill>
                  <a:srgbClr val="1C3144"/>
                </a:solidFill>
                <a:latin typeface="Calibri"/>
                <a:ea typeface="Calibri"/>
                <a:cs typeface="Calibri"/>
              </a:rPr>
              <a:t>No-training is enabled. What other data questions remain?</a:t>
            </a:r>
          </a:p>
        </p:txBody>
      </p:sp>
      <p:sp>
        <p:nvSpPr>
          <p:cNvPr id="6" name="text-357">
            <a:extLst>
              <a:ext uri="{FF2B5EF4-FFF2-40B4-BE49-F238E27FC236}">
                <ns2:creationId id="{F7C97CBF-090C-4614-A27B-E77671C0568B}"/>
              </a:ext>
            </a:extLst>
          </p:cNvPr>
          <p:cNvSpPr>
            <a:spLocks noGrp="1"/>
          </p:cNvSpPr>
          <p:nvPr/>
        </p:nvSpPr>
        <p:spPr>
          <a:xfrm>
            <a:off x="619125" y="321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02</a:t>
            </a:r>
          </a:p>
        </p:txBody>
      </p:sp>
      <p:sp>
        <p:nvSpPr>
          <p:cNvPr id="7" name="text-358">
            <a:extLst>
              <a:ext uri="{FF2B5EF4-FFF2-40B4-BE49-F238E27FC236}">
                <ns2:creationId id="{8760F458-F504-4876-99C0-D2CF98A7652C}"/>
              </a:ext>
            </a:extLst>
          </p:cNvPr>
          <p:cNvSpPr>
            <a:spLocks noGrp="1"/>
          </p:cNvSpPr>
          <p:nvPr/>
        </p:nvSpPr>
        <p:spPr>
          <a:xfrm>
            <a:off x="1285875" y="3213100"/>
            <a:ext cx="6564125" cy="1155700"/>
          </a:xfrm>
          <a:prstGeom prst="rect">
            <a:avLst/>
          </a:prstGeom>
          <a:noFill/>
          <a:ln w="0">
            <a:noFill/>
          </a:ln>
        </p:spPr>
        <p:txBody>
          <a:bodyPr>
            <a:noAutofit/>
          </a:bodyPr>
          <a:lstStyle>
            <a:defPPr>
              <a:defRPr sz="2550" b="0">
                <a:solidFill>
                  <a:srgbClr val="1C3144"/>
                </a:solidFill>
                <a:latin typeface="Calibri"/>
                <a:ea typeface="Calibri"/>
                <a:cs typeface="Calibri"/>
              </a:defRPr>
            </a:defPPr>
            <a:lvl1pPr>
              <a:defRPr sz="2550" b="0">
                <a:solidFill>
                  <a:srgbClr val="1C3144"/>
                </a:solidFill>
                <a:latin typeface="Calibri"/>
                <a:ea typeface="Calibri"/>
                <a:cs typeface="Calibri"/>
              </a:defRPr>
            </a:lvl1pPr>
            <a:lvl2pPr>
              <a:defRPr sz="2550" b="0">
                <a:solidFill>
                  <a:srgbClr val="1C3144"/>
                </a:solidFill>
                <a:latin typeface="Calibri"/>
                <a:ea typeface="Calibri"/>
                <a:cs typeface="Calibri"/>
              </a:defRPr>
            </a:lvl2pPr>
            <a:lvl3pPr>
              <a:defRPr sz="2550" b="0">
                <a:solidFill>
                  <a:srgbClr val="1C3144"/>
                </a:solidFill>
                <a:latin typeface="Calibri"/>
                <a:ea typeface="Calibri"/>
                <a:cs typeface="Calibri"/>
              </a:defRPr>
            </a:lvl3pPr>
            <a:lvl4pPr>
              <a:defRPr sz="2550" b="0">
                <a:solidFill>
                  <a:srgbClr val="1C3144"/>
                </a:solidFill>
                <a:latin typeface="Calibri"/>
                <a:ea typeface="Calibri"/>
                <a:cs typeface="Calibri"/>
              </a:defRPr>
            </a:lvl4pPr>
            <a:lvl5pPr>
              <a:defRPr sz="2550" b="0">
                <a:solidFill>
                  <a:srgbClr val="1C3144"/>
                </a:solidFill>
                <a:latin typeface="Calibri"/>
                <a:ea typeface="Calibri"/>
                <a:cs typeface="Calibri"/>
              </a:defRPr>
            </a:lvl5pPr>
            <a:lvl6pPr>
              <a:defRPr sz="2550" b="0">
                <a:solidFill>
                  <a:srgbClr val="1C3144"/>
                </a:solidFill>
                <a:latin typeface="Calibri"/>
                <a:ea typeface="Calibri"/>
                <a:cs typeface="Calibri"/>
              </a:defRPr>
            </a:lvl6pPr>
            <a:lvl7pPr>
              <a:defRPr sz="2550" b="0">
                <a:solidFill>
                  <a:srgbClr val="1C3144"/>
                </a:solidFill>
                <a:latin typeface="Calibri"/>
                <a:ea typeface="Calibri"/>
                <a:cs typeface="Calibri"/>
              </a:defRPr>
            </a:lvl7pPr>
            <a:lvl8pPr>
              <a:defRPr sz="2550" b="0">
                <a:solidFill>
                  <a:srgbClr val="1C3144"/>
                </a:solidFill>
                <a:latin typeface="Calibri"/>
                <a:ea typeface="Calibri"/>
                <a:cs typeface="Calibri"/>
              </a:defRPr>
            </a:lvl8pPr>
            <a:lvl9pPr>
              <a:defRPr sz="2550" b="0">
                <a:solidFill>
                  <a:srgbClr val="1C3144"/>
                </a:solidFill>
                <a:latin typeface="Calibri"/>
                <a:ea typeface="Calibri"/>
                <a:cs typeface="Calibri"/>
              </a:defRPr>
            </a:lvl9pPr>
          </a:lstStyle>
          <a:p>
            <a:pPr>
              <a:defRPr sz="2550" b="0">
                <a:solidFill>
                  <a:srgbClr val="1C3144"/>
                </a:solidFill>
                <a:latin typeface="Calibri"/>
                <a:ea typeface="Calibri"/>
                <a:cs typeface="Calibri"/>
              </a:defRPr>
            </a:pPr>
            <a:r>
              <a:rPr sz="2550" b="0">
                <a:solidFill>
                  <a:srgbClr val="1C3144"/>
                </a:solidFill>
                <a:latin typeface="Calibri"/>
                <a:ea typeface="Calibri"/>
                <a:cs typeface="Calibri"/>
              </a:rPr>
              <a:t>A scanned collection has more errors. What must be measured?</a:t>
            </a:r>
          </a:p>
        </p:txBody>
      </p:sp>
      <p:sp>
        <p:nvSpPr>
          <p:cNvPr id="8" name="text-359">
            <a:extLst>
              <a:ext uri="{FF2B5EF4-FFF2-40B4-BE49-F238E27FC236}">
                <ns2:creationId id="{B3252C94-B50B-46F0-8E00-BC6AD0E02959}"/>
              </a:ext>
            </a:extLst>
          </p:cNvPr>
          <p:cNvSpPr>
            <a:spLocks noGrp="1"/>
          </p:cNvSpPr>
          <p:nvPr/>
        </p:nvSpPr>
        <p:spPr>
          <a:xfrm>
            <a:off x="619125" y="448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03</a:t>
            </a:r>
          </a:p>
        </p:txBody>
      </p:sp>
      <p:sp>
        <p:nvSpPr>
          <p:cNvPr id="9" name="text-360">
            <a:extLst>
              <a:ext uri="{FF2B5EF4-FFF2-40B4-BE49-F238E27FC236}">
                <ns2:creationId id="{5ED43357-82D0-408F-BF29-69D0EE711A9D}"/>
              </a:ext>
            </a:extLst>
          </p:cNvPr>
          <p:cNvSpPr>
            <a:spLocks noGrp="1"/>
          </p:cNvSpPr>
          <p:nvPr/>
        </p:nvSpPr>
        <p:spPr>
          <a:xfrm>
            <a:off x="1285875" y="4483100"/>
            <a:ext cx="6564125" cy="1155700"/>
          </a:xfrm>
          <a:prstGeom prst="rect">
            <a:avLst/>
          </a:prstGeom>
          <a:noFill/>
          <a:ln w="0">
            <a:noFill/>
          </a:ln>
        </p:spPr>
        <p:txBody>
          <a:bodyPr>
            <a:noAutofit/>
          </a:bodyPr>
          <a:lstStyle>
            <a:defPPr>
              <a:defRPr sz="2550" b="0">
                <a:solidFill>
                  <a:srgbClr val="1C3144"/>
                </a:solidFill>
                <a:latin typeface="Calibri"/>
                <a:ea typeface="Calibri"/>
                <a:cs typeface="Calibri"/>
              </a:defRPr>
            </a:defPPr>
            <a:lvl1pPr>
              <a:defRPr sz="2550" b="0">
                <a:solidFill>
                  <a:srgbClr val="1C3144"/>
                </a:solidFill>
                <a:latin typeface="Calibri"/>
                <a:ea typeface="Calibri"/>
                <a:cs typeface="Calibri"/>
              </a:defRPr>
            </a:lvl1pPr>
            <a:lvl2pPr>
              <a:defRPr sz="2550" b="0">
                <a:solidFill>
                  <a:srgbClr val="1C3144"/>
                </a:solidFill>
                <a:latin typeface="Calibri"/>
                <a:ea typeface="Calibri"/>
                <a:cs typeface="Calibri"/>
              </a:defRPr>
            </a:lvl2pPr>
            <a:lvl3pPr>
              <a:defRPr sz="2550" b="0">
                <a:solidFill>
                  <a:srgbClr val="1C3144"/>
                </a:solidFill>
                <a:latin typeface="Calibri"/>
                <a:ea typeface="Calibri"/>
                <a:cs typeface="Calibri"/>
              </a:defRPr>
            </a:lvl3pPr>
            <a:lvl4pPr>
              <a:defRPr sz="2550" b="0">
                <a:solidFill>
                  <a:srgbClr val="1C3144"/>
                </a:solidFill>
                <a:latin typeface="Calibri"/>
                <a:ea typeface="Calibri"/>
                <a:cs typeface="Calibri"/>
              </a:defRPr>
            </a:lvl4pPr>
            <a:lvl5pPr>
              <a:defRPr sz="2550" b="0">
                <a:solidFill>
                  <a:srgbClr val="1C3144"/>
                </a:solidFill>
                <a:latin typeface="Calibri"/>
                <a:ea typeface="Calibri"/>
                <a:cs typeface="Calibri"/>
              </a:defRPr>
            </a:lvl5pPr>
            <a:lvl6pPr>
              <a:defRPr sz="2550" b="0">
                <a:solidFill>
                  <a:srgbClr val="1C3144"/>
                </a:solidFill>
                <a:latin typeface="Calibri"/>
                <a:ea typeface="Calibri"/>
                <a:cs typeface="Calibri"/>
              </a:defRPr>
            </a:lvl6pPr>
            <a:lvl7pPr>
              <a:defRPr sz="2550" b="0">
                <a:solidFill>
                  <a:srgbClr val="1C3144"/>
                </a:solidFill>
                <a:latin typeface="Calibri"/>
                <a:ea typeface="Calibri"/>
                <a:cs typeface="Calibri"/>
              </a:defRPr>
            </a:lvl7pPr>
            <a:lvl8pPr>
              <a:defRPr sz="2550" b="0">
                <a:solidFill>
                  <a:srgbClr val="1C3144"/>
                </a:solidFill>
                <a:latin typeface="Calibri"/>
                <a:ea typeface="Calibri"/>
                <a:cs typeface="Calibri"/>
              </a:defRPr>
            </a:lvl8pPr>
            <a:lvl9pPr>
              <a:defRPr sz="2550" b="0">
                <a:solidFill>
                  <a:srgbClr val="1C3144"/>
                </a:solidFill>
                <a:latin typeface="Calibri"/>
                <a:ea typeface="Calibri"/>
                <a:cs typeface="Calibri"/>
              </a:defRPr>
            </a:lvl9pPr>
          </a:lstStyle>
          <a:p>
            <a:pPr>
              <a:defRPr sz="2550" b="0">
                <a:solidFill>
                  <a:srgbClr val="1C3144"/>
                </a:solidFill>
                <a:latin typeface="Calibri"/>
                <a:ea typeface="Calibri"/>
                <a:cs typeface="Calibri"/>
              </a:defRPr>
            </a:pPr>
            <a:r>
              <a:rPr sz="2550" b="0">
                <a:solidFill>
                  <a:srgbClr val="1C3144"/>
                </a:solidFill>
                <a:latin typeface="Calibri"/>
                <a:ea typeface="Calibri"/>
                <a:cs typeface="Calibri"/>
              </a:rPr>
              <a:t>A restricted passage entered a draft. What is the first response?</a:t>
            </a:r>
          </a:p>
        </p:txBody>
      </p:sp>
      <p:sp>
        <p:nvSpPr>
          <p:cNvPr id="3" name="text-354">
            <a:extLst>
              <a:ext uri="{FF2B5EF4-FFF2-40B4-BE49-F238E27FC236}">
                <ns2:creationId id="{86EA1A2E-7C78-4703-B5FD-636810F558D1}"/>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11   20</a:t>
            </a:r>
          </a:p>
        </p:txBody>
      </p:sp>
      <p:pic xmlns:r="http://schemas.openxmlformats.org/officeDocument/2006/relationships">
        <p:nvPicPr>
          <p:cNvPr id="11" name="illustration-question" descr="Illustration: a speech bubble with a question mark"/>
          <p:cNvPicPr>
            <a:picLocks noChangeAspect="1"/>
          </p:cNvPicPr>
          <p:nvPr/>
        </p:nvPicPr>
        <p:blipFill>
          <a:blip r:embed="rId3"/>
          <a:stretch>
            <a:fillRect/>
          </a:stretch>
        </p:blipFill>
        <p:spPr>
          <a:xfrm>
            <a:off x="8050000" y="1850000"/>
            <a:ext cx="3700000" cy="3700000"/>
          </a:xfrm>
          <a:prstGeom prst="rect">
            <a:avLst/>
          </a:prstGeom>
        </p:spPr>
      </p:pic>
    </p:spTree>
    <p:extLst>
      <p:ext uri="{BB962C8B-B14F-4D97-AF65-F5344CB8AC3E}">
        <ns3:creationId val="1084700768"/>
      </p:ext>
    </p:extLst>
  </p:cSld>
  <p:transition spd="med" advClick="1">
    <p:fade/>
  </p:transition>
</p:sld>
</file>

<file path=ppt/slides/slide21.xml><?xml version="1.0" encoding="utf-8"?>
<p:sld xmlns:a="http://schemas.openxmlformats.org/drawingml/2006/main" xmlns:ns2="http://schemas.microsoft.com/office/drawing/2014/main" xmlns:ns3="http://schemas.microsoft.com/office/powerpoint/2010/main" xmlns:p="http://schemas.openxmlformats.org/presentationml/2006/main">
  <p:cSld name="Information and authority">
    <p:bg>
      <p:bgPr>
        <a:solidFill>
          <a:srgbClr val="FFFFFF"/>
        </a:solidFill>
      </p:bgPr>
    </p:bg>
    <p:spTree>
      <p:nvGrpSpPr>
        <p:cNvPr id="1" name=""/>
        <p:cNvGrpSpPr/>
        <p:nvPr/>
      </p:nvGrpSpPr>
      <p:grpSpPr>
        <a:xfrm/>
      </p:grpSpPr>
      <p:sp>
        <p:nvSpPr>
          <p:cNvPr id="5" name="text-361">
            <a:extLst>
              <a:ext uri="{FF2B5EF4-FFF2-40B4-BE49-F238E27FC236}">
                <ns2:creationId id="{CA0747F8-3D29-4E3B-A978-93A2ECC7ED40}"/>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11</a:t>
            </a:r>
          </a:p>
        </p:txBody>
      </p:sp>
      <p:sp>
        <p:nvSpPr>
          <p:cNvPr id="2" name="text-362">
            <a:extLst>
              <a:ext uri="{FF2B5EF4-FFF2-40B4-BE49-F238E27FC236}">
                <ns2:creationId id="{3395DBFB-DA71-4546-8C28-ED2864871B1A}"/>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Information and authority</a:t>
            </a:r>
          </a:p>
        </p:txBody>
      </p:sp>
      <p:graphicFrame>
        <p:nvGraphicFramePr>
          <p:cNvPr id="4" name="">
            <a:extLst>
              <a:ext uri="{FF2B5EF4-FFF2-40B4-BE49-F238E27FC236}">
                <ns2:creationId id="{2769D49C-49CB-4F37-90FD-DEC0446BE599}"/>
              </a:ext>
            </a:extLst>
          </p:cNvPr>
          <p:cNvGraphicFramePr/>
          <p:nvPr/>
        </p:nvGraphicFramePr>
        <p:xfrm>
          <a:off x="619125" y="1933575"/>
          <a:ext cx="10953750" cy="3743325"/>
        </p:xfrm>
        <a:graphic>
          <a:graphicData uri="http://schemas.openxmlformats.org/drawingml/2006/table">
            <a:tbl>
              <a:tblPr/>
              <a:tblGrid>
                <a:gridCol w="5476875"/>
                <a:gridCol w="5476875"/>
              </a:tblGrid>
              <a:tr h="748665">
                <a:tc>
                  <a:txBody>
                    <a:bodyPr/>
                    <a:lstStyle/>
                    <a:p>
                      <a:r>
                        <a:rPr sz="1875" b="1">
                          <a:solidFill>
                            <a:srgbClr val="FFFFFF"/>
                          </a:solidFill>
                          <a:latin typeface="Calibri"/>
                          <a:ea typeface="Calibri"/>
                          <a:cs typeface="Calibri"/>
                        </a:rPr>
                        <a:t>Concern</a:t>
                      </a:r>
                    </a:p>
                  </a:txBody>
                  <a:tcPr marL="91440" marR="91440" marT="45720" marB="45720">
                    <a:lnL w="9525">
                      <a:solidFill>
                        <a:srgbClr val="C9D5DA"/>
                      </a:solidFill>
                      <a:prstDash val="solid"/>
                    </a:lnL>
                    <a:lnR w="9525">
                      <a:solidFill>
                        <a:srgbClr val="C9D5DA"/>
                      </a:solidFill>
                      <a:prstDash val="solid"/>
                    </a:lnR>
                    <a:lnT w="9525">
                      <a:solidFill>
                        <a:srgbClr val="C9D5DA"/>
                      </a:solidFill>
                      <a:prstDash val="solid"/>
                    </a:lnT>
                    <a:lnB w="9525">
                      <a:solidFill>
                        <a:srgbClr val="C9D5DA"/>
                      </a:solidFill>
                      <a:prstDash val="solid"/>
                    </a:lnB>
                    <a:solidFill>
                      <a:srgbClr val="246E63"/>
                    </a:solidFill>
                  </a:tcPr>
                </a:tc>
                <a:tc>
                  <a:txBody>
                    <a:bodyPr/>
                    <a:lstStyle/>
                    <a:p>
                      <a:r>
                        <a:rPr sz="1875" b="1">
                          <a:solidFill>
                            <a:srgbClr val="FFFFFF"/>
                          </a:solidFill>
                          <a:latin typeface="Calibri"/>
                          <a:ea typeface="Calibri"/>
                          <a:cs typeface="Calibri"/>
                        </a:rPr>
                        <a:t>What the firm establishes</a:t>
                      </a:r>
                    </a:p>
                  </a:txBody>
                  <a:tcPr marL="91440" marR="91440" marT="45720" marB="45720">
                    <a:lnR w="9525">
                      <a:solidFill>
                        <a:srgbClr val="C9D5DA"/>
                      </a:solidFill>
                      <a:prstDash val="solid"/>
                    </a:lnR>
                    <a:lnT w="9525">
                      <a:solidFill>
                        <a:srgbClr val="C9D5DA"/>
                      </a:solidFill>
                      <a:prstDash val="solid"/>
                    </a:lnT>
                    <a:lnB w="9525">
                      <a:solidFill>
                        <a:srgbClr val="C9D5DA"/>
                      </a:solidFill>
                      <a:prstDash val="solid"/>
                    </a:lnB>
                    <a:solidFill>
                      <a:srgbClr val="246E63"/>
                    </a:solidFill>
                  </a:tcPr>
                </a:tc>
              </a:tr>
              <a:tr h="748665">
                <a:tc>
                  <a:txBody>
                    <a:bodyPr/>
                    <a:lstStyle/>
                    <a:p>
                      <a:r>
                        <a:rPr sz="1875" b="0">
                          <a:solidFill>
                            <a:srgbClr val="1C3144"/>
                          </a:solidFill>
                          <a:latin typeface="Calibri"/>
                          <a:ea typeface="Calibri"/>
                          <a:cs typeface="Calibri"/>
                        </a:rPr>
                        <a:t>Client confidentiality</a:t>
                      </a:r>
                    </a:p>
                  </a:txBody>
                  <a:tcPr marL="91440" marR="91440" marT="45720" marB="45720">
                    <a:lnL w="9525">
                      <a:solidFill>
                        <a:srgbClr val="C9D5DA"/>
                      </a:solidFill>
                      <a:prstDash val="solid"/>
                    </a:lnL>
                    <a:lnR w="9525">
                      <a:solidFill>
                        <a:srgbClr val="C9D5DA"/>
                      </a:solidFill>
                      <a:prstDash val="solid"/>
                    </a:lnR>
                    <a:lnB w="9525">
                      <a:solidFill>
                        <a:srgbClr val="C9D5DA"/>
                      </a:solidFill>
                      <a:prstDash val="solid"/>
                    </a:lnB>
                    <a:solidFill>
                      <a:srgbClr val="F1F5F6"/>
                    </a:solidFill>
                  </a:tcPr>
                </a:tc>
                <a:tc>
                  <a:txBody>
                    <a:bodyPr/>
                    <a:lstStyle/>
                    <a:p>
                      <a:r>
                        <a:rPr sz="1875" b="0">
                          <a:solidFill>
                            <a:srgbClr val="1C3144"/>
                          </a:solidFill>
                          <a:latin typeface="Calibri"/>
                          <a:ea typeface="Calibri"/>
                          <a:cs typeface="Calibri"/>
                        </a:rPr>
                        <a:t>Permitted purpose, tool and disclosure</a:t>
                      </a:r>
                    </a:p>
                  </a:txBody>
                  <a:tcPr marL="91440" marR="91440" marT="45720" marB="45720">
                    <a:lnR w="9525">
                      <a:solidFill>
                        <a:srgbClr val="C9D5DA"/>
                      </a:solidFill>
                      <a:prstDash val="solid"/>
                    </a:lnR>
                    <a:lnB w="9525">
                      <a:solidFill>
                        <a:srgbClr val="C9D5DA"/>
                      </a:solidFill>
                      <a:prstDash val="solid"/>
                    </a:lnB>
                    <a:solidFill>
                      <a:srgbClr val="F1F5F6"/>
                    </a:solidFill>
                  </a:tcPr>
                </a:tc>
              </a:tr>
              <a:tr h="748665">
                <a:tc>
                  <a:txBody>
                    <a:bodyPr/>
                    <a:lstStyle/>
                    <a:p>
                      <a:r>
                        <a:rPr sz="1875" b="0">
                          <a:solidFill>
                            <a:srgbClr val="1C3144"/>
                          </a:solidFill>
                          <a:latin typeface="Calibri"/>
                          <a:ea typeface="Calibri"/>
                          <a:cs typeface="Calibri"/>
                        </a:rPr>
                        <a:t>Personal data</a:t>
                      </a:r>
                    </a:p>
                  </a:txBody>
                  <a:tcPr marL="91440" marR="91440" marT="45720" marB="45720">
                    <a:lnL w="9525">
                      <a:solidFill>
                        <a:srgbClr val="C9D5DA"/>
                      </a:solidFill>
                      <a:prstDash val="solid"/>
                    </a:lnL>
                    <a:lnR w="9525">
                      <a:solidFill>
                        <a:srgbClr val="C9D5DA"/>
                      </a:solidFill>
                      <a:prstDash val="solid"/>
                    </a:lnR>
                    <a:lnB w="9525">
                      <a:solidFill>
                        <a:srgbClr val="C9D5DA"/>
                      </a:solidFill>
                      <a:prstDash val="solid"/>
                    </a:lnB>
                    <a:solidFill>
                      <a:srgbClr val="FFFFFF"/>
                    </a:solidFill>
                  </a:tcPr>
                </a:tc>
                <a:tc>
                  <a:txBody>
                    <a:bodyPr/>
                    <a:lstStyle/>
                    <a:p>
                      <a:r>
                        <a:rPr sz="1875" b="0">
                          <a:solidFill>
                            <a:srgbClr val="1C3144"/>
                          </a:solidFill>
                          <a:latin typeface="Calibri"/>
                          <a:ea typeface="Calibri"/>
                          <a:cs typeface="Calibri"/>
                        </a:rPr>
                        <a:t>Applicable obligations, access and handling</a:t>
                      </a:r>
                    </a:p>
                  </a:txBody>
                  <a:tcPr marL="91440" marR="91440" marT="45720" marB="45720">
                    <a:lnR w="9525">
                      <a:solidFill>
                        <a:srgbClr val="C9D5DA"/>
                      </a:solidFill>
                      <a:prstDash val="solid"/>
                    </a:lnR>
                    <a:lnB w="9525">
                      <a:solidFill>
                        <a:srgbClr val="C9D5DA"/>
                      </a:solidFill>
                      <a:prstDash val="solid"/>
                    </a:lnB>
                    <a:solidFill>
                      <a:srgbClr val="FFFFFF"/>
                    </a:solidFill>
                  </a:tcPr>
                </a:tc>
              </a:tr>
              <a:tr h="748665">
                <a:tc>
                  <a:txBody>
                    <a:bodyPr/>
                    <a:lstStyle/>
                    <a:p>
                      <a:r>
                        <a:rPr sz="1875" b="0">
                          <a:solidFill>
                            <a:srgbClr val="1C3144"/>
                          </a:solidFill>
                          <a:latin typeface="Calibri"/>
                          <a:ea typeface="Calibri"/>
                          <a:cs typeface="Calibri"/>
                        </a:rPr>
                        <a:t>Privilege</a:t>
                      </a:r>
                    </a:p>
                  </a:txBody>
                  <a:tcPr marL="91440" marR="91440" marT="45720" marB="45720">
                    <a:lnL w="9525">
                      <a:solidFill>
                        <a:srgbClr val="C9D5DA"/>
                      </a:solidFill>
                      <a:prstDash val="solid"/>
                    </a:lnL>
                    <a:lnR w="9525">
                      <a:solidFill>
                        <a:srgbClr val="C9D5DA"/>
                      </a:solidFill>
                      <a:prstDash val="solid"/>
                    </a:lnR>
                    <a:lnB w="9525">
                      <a:solidFill>
                        <a:srgbClr val="C9D5DA"/>
                      </a:solidFill>
                      <a:prstDash val="solid"/>
                    </a:lnB>
                    <a:solidFill>
                      <a:srgbClr val="F1F5F6"/>
                    </a:solidFill>
                  </a:tcPr>
                </a:tc>
                <a:tc>
                  <a:txBody>
                    <a:bodyPr/>
                    <a:lstStyle/>
                    <a:p>
                      <a:r>
                        <a:rPr sz="1875" b="0">
                          <a:solidFill>
                            <a:srgbClr val="1C3144"/>
                          </a:solidFill>
                          <a:latin typeface="Calibri"/>
                          <a:ea typeface="Calibri"/>
                          <a:cs typeface="Calibri"/>
                        </a:rPr>
                        <a:t>Specific legal and factual assessment</a:t>
                      </a:r>
                    </a:p>
                  </a:txBody>
                  <a:tcPr marL="91440" marR="91440" marT="45720" marB="45720">
                    <a:lnR w="9525">
                      <a:solidFill>
                        <a:srgbClr val="C9D5DA"/>
                      </a:solidFill>
                      <a:prstDash val="solid"/>
                    </a:lnR>
                    <a:lnB w="9525">
                      <a:solidFill>
                        <a:srgbClr val="C9D5DA"/>
                      </a:solidFill>
                      <a:prstDash val="solid"/>
                    </a:lnB>
                    <a:solidFill>
                      <a:srgbClr val="F1F5F6"/>
                    </a:solidFill>
                  </a:tcPr>
                </a:tc>
              </a:tr>
              <a:tr h="748665">
                <a:tc>
                  <a:txBody>
                    <a:bodyPr/>
                    <a:lstStyle/>
                    <a:p>
                      <a:r>
                        <a:rPr sz="1875" b="0">
                          <a:solidFill>
                            <a:srgbClr val="1C3144"/>
                          </a:solidFill>
                          <a:latin typeface="Calibri"/>
                          <a:ea typeface="Calibri"/>
                          <a:cs typeface="Calibri"/>
                        </a:rPr>
                        <a:t>Third-party content</a:t>
                      </a:r>
                    </a:p>
                  </a:txBody>
                  <a:tcPr marL="91440" marR="91440" marT="45720" marB="45720">
                    <a:lnL w="9525">
                      <a:solidFill>
                        <a:srgbClr val="C9D5DA"/>
                      </a:solidFill>
                      <a:prstDash val="solid"/>
                    </a:lnL>
                    <a:lnR w="9525">
                      <a:solidFill>
                        <a:srgbClr val="C9D5DA"/>
                      </a:solidFill>
                      <a:prstDash val="solid"/>
                    </a:lnR>
                    <a:lnB w="9525">
                      <a:solidFill>
                        <a:srgbClr val="C9D5DA"/>
                      </a:solidFill>
                      <a:prstDash val="solid"/>
                    </a:lnB>
                    <a:solidFill>
                      <a:srgbClr val="FFFFFF"/>
                    </a:solidFill>
                  </a:tcPr>
                </a:tc>
                <a:tc>
                  <a:txBody>
                    <a:bodyPr/>
                    <a:lstStyle/>
                    <a:p>
                      <a:r>
                        <a:rPr sz="1875" b="0">
                          <a:solidFill>
                            <a:srgbClr val="1C3144"/>
                          </a:solidFill>
                          <a:latin typeface="Calibri"/>
                          <a:ea typeface="Calibri"/>
                          <a:cs typeface="Calibri"/>
                        </a:rPr>
                        <a:t>Rights, licence and intended use</a:t>
                      </a:r>
                    </a:p>
                  </a:txBody>
                  <a:tcPr marL="91440" marR="91440" marT="45720" marB="45720">
                    <a:lnR w="9525">
                      <a:solidFill>
                        <a:srgbClr val="C9D5DA"/>
                      </a:solidFill>
                      <a:prstDash val="solid"/>
                    </a:lnR>
                    <a:lnB w="9525">
                      <a:solidFill>
                        <a:srgbClr val="C9D5DA"/>
                      </a:solidFill>
                      <a:prstDash val="solid"/>
                    </a:lnB>
                    <a:solidFill>
                      <a:srgbClr val="FFFFFF"/>
                    </a:solidFill>
                  </a:tcPr>
                </a:tc>
              </a:tr>
            </a:tbl>
          </a:graphicData>
        </a:graphic>
      </p:graphicFrame>
      <p:sp>
        <p:nvSpPr>
          <p:cNvPr id="3" name="text-363">
            <a:extLst>
              <a:ext uri="{FF2B5EF4-FFF2-40B4-BE49-F238E27FC236}">
                <ns2:creationId id="{558FBFD6-B49F-41E5-8AB6-BD57EC060C53}"/>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11   21   OPTIONAL EXPLORATION</a:t>
            </a:r>
          </a:p>
        </p:txBody>
      </p:sp>
    </p:spTree>
    <p:extLst>
      <p:ext uri="{BB962C8B-B14F-4D97-AF65-F5344CB8AC3E}">
        <ns3:creationId val="1992597768"/>
      </p:ext>
    </p:extLst>
  </p:cSld>
  <p:transition spd="med" advClick="1">
    <p:fade/>
  </p:transition>
</p:sld>
</file>

<file path=ppt/slides/slide22.xml><?xml version="1.0" encoding="utf-8"?>
<p:sld xmlns:a="http://schemas.openxmlformats.org/drawingml/2006/main" xmlns:ns2="http://schemas.microsoft.com/office/drawing/2014/main" xmlns:ns3="http://schemas.microsoft.com/office/powerpoint/2010/main" xmlns:p="http://schemas.openxmlformats.org/presentationml/2006/main">
  <p:cSld name="Privacy and the organisation’s role">
    <p:bg>
      <p:bgPr>
        <a:solidFill>
          <a:srgbClr val="FFFFFF"/>
        </a:solidFill>
      </p:bgPr>
    </p:bg>
    <p:spTree>
      <p:nvGrpSpPr>
        <p:cNvPr id="1" name=""/>
        <p:cNvGrpSpPr/>
        <p:nvPr/>
      </p:nvGrpSpPr>
      <p:grpSpPr>
        <a:xfrm/>
      </p:grpSpPr>
      <p:sp>
        <p:nvSpPr>
          <p:cNvPr id="12" name="text-364">
            <a:extLst>
              <a:ext uri="{FF2B5EF4-FFF2-40B4-BE49-F238E27FC236}">
                <ns2:creationId id="{CB9FF112-2DAF-4F1E-9827-D6684F7861C9}"/>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11</a:t>
            </a:r>
          </a:p>
        </p:txBody>
      </p:sp>
      <p:sp>
        <p:nvSpPr>
          <p:cNvPr id="2" name="text-365">
            <a:extLst>
              <a:ext uri="{FF2B5EF4-FFF2-40B4-BE49-F238E27FC236}">
                <ns2:creationId id="{8497307F-454C-4CB4-B508-D4E040D41623}"/>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Privacy and the organisation’s role</a:t>
            </a:r>
          </a:p>
        </p:txBody>
      </p:sp>
      <p:sp>
        <p:nvSpPr>
          <p:cNvPr id="4" name="text-367">
            <a:extLst>
              <a:ext uri="{FF2B5EF4-FFF2-40B4-BE49-F238E27FC236}">
                <ns2:creationId id="{2074AF47-E5A3-4719-A7E4-10D088AE96FB}"/>
              </a:ext>
            </a:extLst>
          </p:cNvPr>
          <p:cNvSpPr>
            <a:spLocks noGrp="1"/>
          </p:cNvSpPr>
          <p:nvPr/>
        </p:nvSpPr>
        <p:spPr>
          <a:xfrm>
            <a:off x="619125" y="194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01</a:t>
            </a:r>
          </a:p>
        </p:txBody>
      </p:sp>
      <p:sp>
        <p:nvSpPr>
          <p:cNvPr id="5" name="text-368">
            <a:extLst>
              <a:ext uri="{FF2B5EF4-FFF2-40B4-BE49-F238E27FC236}">
                <ns2:creationId id="{21A38165-5FF5-4C6A-9609-448C2ABCCEF9}"/>
              </a:ext>
            </a:extLst>
          </p:cNvPr>
          <p:cNvSpPr>
            <a:spLocks noGrp="1"/>
          </p:cNvSpPr>
          <p:nvPr/>
        </p:nvSpPr>
        <p:spPr>
          <a:xfrm>
            <a:off x="1285875" y="1943100"/>
            <a:ext cx="6564125" cy="8382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Identify the purpose and data involved.</a:t>
            </a:r>
          </a:p>
        </p:txBody>
      </p:sp>
      <p:sp>
        <p:nvSpPr>
          <p:cNvPr id="6" name="text-369">
            <a:extLst>
              <a:ext uri="{FF2B5EF4-FFF2-40B4-BE49-F238E27FC236}">
                <ns2:creationId id="{3C8FAB0A-C39B-4910-969E-070F49F3EBA3}"/>
              </a:ext>
            </a:extLst>
          </p:cNvPr>
          <p:cNvSpPr>
            <a:spLocks noGrp="1"/>
          </p:cNvSpPr>
          <p:nvPr/>
        </p:nvSpPr>
        <p:spPr>
          <a:xfrm>
            <a:off x="619125" y="28956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02</a:t>
            </a:r>
          </a:p>
        </p:txBody>
      </p:sp>
      <p:sp>
        <p:nvSpPr>
          <p:cNvPr id="7" name="text-370">
            <a:extLst>
              <a:ext uri="{FF2B5EF4-FFF2-40B4-BE49-F238E27FC236}">
                <ns2:creationId id="{3F7302CB-B69B-4E9D-83B5-9351FB76BB8E}"/>
              </a:ext>
            </a:extLst>
          </p:cNvPr>
          <p:cNvSpPr>
            <a:spLocks noGrp="1"/>
          </p:cNvSpPr>
          <p:nvPr/>
        </p:nvSpPr>
        <p:spPr>
          <a:xfrm>
            <a:off x="1285875" y="2895600"/>
            <a:ext cx="6564125" cy="8382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Establish responsibilities and provider arrangements.</a:t>
            </a:r>
          </a:p>
        </p:txBody>
      </p:sp>
      <p:sp>
        <p:nvSpPr>
          <p:cNvPr id="8" name="text-371">
            <a:extLst>
              <a:ext uri="{FF2B5EF4-FFF2-40B4-BE49-F238E27FC236}">
                <ns2:creationId id="{711BD6D6-E18C-41DB-8331-09C93785E0EB}"/>
              </a:ext>
            </a:extLst>
          </p:cNvPr>
          <p:cNvSpPr>
            <a:spLocks noGrp="1"/>
          </p:cNvSpPr>
          <p:nvPr/>
        </p:nvSpPr>
        <p:spPr>
          <a:xfrm>
            <a:off x="619125" y="3848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03</a:t>
            </a:r>
          </a:p>
        </p:txBody>
      </p:sp>
      <p:sp>
        <p:nvSpPr>
          <p:cNvPr id="9" name="text-372">
            <a:extLst>
              <a:ext uri="{FF2B5EF4-FFF2-40B4-BE49-F238E27FC236}">
                <ns2:creationId id="{52C17C58-0BAE-451B-AAAD-488D5998E2E7}"/>
              </a:ext>
            </a:extLst>
          </p:cNvPr>
          <p:cNvSpPr>
            <a:spLocks noGrp="1"/>
          </p:cNvSpPr>
          <p:nvPr/>
        </p:nvSpPr>
        <p:spPr>
          <a:xfrm>
            <a:off x="1285875" y="3848100"/>
            <a:ext cx="6564125" cy="8382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Assess access, storage, transfers and retention.</a:t>
            </a:r>
          </a:p>
        </p:txBody>
      </p:sp>
      <p:sp>
        <p:nvSpPr>
          <p:cNvPr id="10" name="text-373">
            <a:extLst>
              <a:ext uri="{FF2B5EF4-FFF2-40B4-BE49-F238E27FC236}">
                <ns2:creationId id="{D0935038-D69F-4FAF-B9FB-FA35AA7E4F03}"/>
              </a:ext>
            </a:extLst>
          </p:cNvPr>
          <p:cNvSpPr>
            <a:spLocks noGrp="1"/>
          </p:cNvSpPr>
          <p:nvPr/>
        </p:nvSpPr>
        <p:spPr>
          <a:xfrm>
            <a:off x="619125" y="48006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04</a:t>
            </a:r>
          </a:p>
        </p:txBody>
      </p:sp>
      <p:sp>
        <p:nvSpPr>
          <p:cNvPr id="11" name="text-374">
            <a:extLst>
              <a:ext uri="{FF2B5EF4-FFF2-40B4-BE49-F238E27FC236}">
                <ns2:creationId id="{55A4993A-E38A-4243-87E7-FF720A57DD9E}"/>
              </a:ext>
            </a:extLst>
          </p:cNvPr>
          <p:cNvSpPr>
            <a:spLocks noGrp="1"/>
          </p:cNvSpPr>
          <p:nvPr/>
        </p:nvSpPr>
        <p:spPr>
          <a:xfrm>
            <a:off x="1285875" y="4800600"/>
            <a:ext cx="6564125" cy="8382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Record required decisions and monitoring.</a:t>
            </a:r>
          </a:p>
        </p:txBody>
      </p:sp>
      <p:sp>
        <p:nvSpPr>
          <p:cNvPr id="3" name="text-366">
            <a:extLst>
              <a:ext uri="{FF2B5EF4-FFF2-40B4-BE49-F238E27FC236}">
                <ns2:creationId id="{C99F0302-486D-49A8-B111-A70509CCCBD5}"/>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11   22   OPTIONAL EXPLORATION</a:t>
            </a:r>
          </a:p>
        </p:txBody>
      </p:sp>
      <p:pic xmlns:r="http://schemas.openxmlformats.org/officeDocument/2006/relationships">
        <p:nvPicPr>
          <p:cNvPr id="13" name="illustration-folder_lock" descr="Illustration: a locked folder"/>
          <p:cNvPicPr>
            <a:picLocks noChangeAspect="1"/>
          </p:cNvPicPr>
          <p:nvPr/>
        </p:nvPicPr>
        <p:blipFill>
          <a:blip r:embed="rId3"/>
          <a:stretch>
            <a:fillRect/>
          </a:stretch>
        </p:blipFill>
        <p:spPr>
          <a:xfrm>
            <a:off x="8050000" y="1850000"/>
            <a:ext cx="3700000" cy="3700000"/>
          </a:xfrm>
          <a:prstGeom prst="rect">
            <a:avLst/>
          </a:prstGeom>
        </p:spPr>
      </p:pic>
    </p:spTree>
    <p:extLst>
      <p:ext uri="{BB962C8B-B14F-4D97-AF65-F5344CB8AC3E}">
        <ns3:creationId val="364333639"/>
      </p:ext>
    </p:extLst>
  </p:cSld>
  <p:transition spd="med" advClick="1">
    <p:fade/>
  </p:transition>
</p:sld>
</file>

<file path=ppt/slides/slide23.xml><?xml version="1.0" encoding="utf-8"?>
<p:sld xmlns:a="http://schemas.openxmlformats.org/drawingml/2006/main" xmlns:ns2="http://schemas.microsoft.com/office/drawing/2014/main" xmlns:ns3="http://schemas.microsoft.com/office/powerpoint/2010/main" xmlns:p="http://schemas.openxmlformats.org/presentationml/2006/main">
  <p:cSld name="Answer-quality risks">
    <p:bg>
      <p:bgPr>
        <a:solidFill>
          <a:srgbClr val="FFFFFF"/>
        </a:solidFill>
      </p:bgPr>
    </p:bg>
    <p:spTree>
      <p:nvGrpSpPr>
        <p:cNvPr id="1" name=""/>
        <p:cNvGrpSpPr/>
        <p:nvPr/>
      </p:nvGrpSpPr>
      <p:grpSpPr>
        <a:xfrm/>
      </p:grpSpPr>
      <p:sp>
        <p:nvSpPr>
          <p:cNvPr id="5" name="text-375">
            <a:extLst>
              <a:ext uri="{FF2B5EF4-FFF2-40B4-BE49-F238E27FC236}">
                <ns2:creationId id="{1E5F656B-EDEC-49B3-9AE7-2687536C3E84}"/>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11</a:t>
            </a:r>
          </a:p>
        </p:txBody>
      </p:sp>
      <p:sp>
        <p:nvSpPr>
          <p:cNvPr id="2" name="text-376">
            <a:extLst>
              <a:ext uri="{FF2B5EF4-FFF2-40B4-BE49-F238E27FC236}">
                <ns2:creationId id="{A0C90562-B7A6-4DE2-88B4-FDA7F91AEE94}"/>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Answer-quality risks</a:t>
            </a:r>
          </a:p>
        </p:txBody>
      </p:sp>
      <p:graphicFrame>
        <p:nvGraphicFramePr>
          <p:cNvPr id="4" name="">
            <a:extLst>
              <a:ext uri="{FF2B5EF4-FFF2-40B4-BE49-F238E27FC236}">
                <ns2:creationId id="{B20DB6F4-910F-4994-80A7-D65564986FDA}"/>
              </a:ext>
            </a:extLst>
          </p:cNvPr>
          <p:cNvGraphicFramePr/>
          <p:nvPr/>
        </p:nvGraphicFramePr>
        <p:xfrm>
          <a:off x="619125" y="1933575"/>
          <a:ext cx="10953750" cy="3743325"/>
        </p:xfrm>
        <a:graphic>
          <a:graphicData uri="http://schemas.openxmlformats.org/drawingml/2006/table">
            <a:tbl>
              <a:tblPr/>
              <a:tblGrid>
                <a:gridCol w="5476875"/>
                <a:gridCol w="5476875"/>
              </a:tblGrid>
              <a:tr h="748665">
                <a:tc>
                  <a:txBody>
                    <a:bodyPr/>
                    <a:lstStyle/>
                    <a:p>
                      <a:r>
                        <a:rPr sz="1875" b="1">
                          <a:solidFill>
                            <a:srgbClr val="FFFFFF"/>
                          </a:solidFill>
                          <a:latin typeface="Calibri"/>
                          <a:ea typeface="Calibri"/>
                          <a:cs typeface="Calibri"/>
                        </a:rPr>
                        <a:t>Risk</a:t>
                      </a:r>
                    </a:p>
                  </a:txBody>
                  <a:tcPr marL="91440" marR="91440" marT="45720" marB="45720">
                    <a:lnL w="9525">
                      <a:solidFill>
                        <a:srgbClr val="C9D5DA"/>
                      </a:solidFill>
                      <a:prstDash val="solid"/>
                    </a:lnL>
                    <a:lnR w="9525">
                      <a:solidFill>
                        <a:srgbClr val="C9D5DA"/>
                      </a:solidFill>
                      <a:prstDash val="solid"/>
                    </a:lnR>
                    <a:lnT w="9525">
                      <a:solidFill>
                        <a:srgbClr val="C9D5DA"/>
                      </a:solidFill>
                      <a:prstDash val="solid"/>
                    </a:lnT>
                    <a:lnB w="9525">
                      <a:solidFill>
                        <a:srgbClr val="C9D5DA"/>
                      </a:solidFill>
                      <a:prstDash val="solid"/>
                    </a:lnB>
                    <a:solidFill>
                      <a:srgbClr val="246E63"/>
                    </a:solidFill>
                  </a:tcPr>
                </a:tc>
                <a:tc>
                  <a:txBody>
                    <a:bodyPr/>
                    <a:lstStyle/>
                    <a:p>
                      <a:r>
                        <a:rPr sz="1875" b="1">
                          <a:solidFill>
                            <a:srgbClr val="FFFFFF"/>
                          </a:solidFill>
                          <a:latin typeface="Calibri"/>
                          <a:ea typeface="Calibri"/>
                          <a:cs typeface="Calibri"/>
                        </a:rPr>
                        <a:t>Mitigation to test</a:t>
                      </a:r>
                    </a:p>
                  </a:txBody>
                  <a:tcPr marL="91440" marR="91440" marT="45720" marB="45720">
                    <a:lnR w="9525">
                      <a:solidFill>
                        <a:srgbClr val="C9D5DA"/>
                      </a:solidFill>
                      <a:prstDash val="solid"/>
                    </a:lnR>
                    <a:lnT w="9525">
                      <a:solidFill>
                        <a:srgbClr val="C9D5DA"/>
                      </a:solidFill>
                      <a:prstDash val="solid"/>
                    </a:lnT>
                    <a:lnB w="9525">
                      <a:solidFill>
                        <a:srgbClr val="C9D5DA"/>
                      </a:solidFill>
                      <a:prstDash val="solid"/>
                    </a:lnB>
                    <a:solidFill>
                      <a:srgbClr val="246E63"/>
                    </a:solidFill>
                  </a:tcPr>
                </a:tc>
              </a:tr>
              <a:tr h="748665">
                <a:tc>
                  <a:txBody>
                    <a:bodyPr/>
                    <a:lstStyle/>
                    <a:p>
                      <a:r>
                        <a:rPr sz="1875" b="0">
                          <a:solidFill>
                            <a:srgbClr val="1C3144"/>
                          </a:solidFill>
                          <a:latin typeface="Calibri"/>
                          <a:ea typeface="Calibri"/>
                          <a:cs typeface="Calibri"/>
                        </a:rPr>
                        <a:t>Invented authority</a:t>
                      </a:r>
                    </a:p>
                  </a:txBody>
                  <a:tcPr marL="91440" marR="91440" marT="45720" marB="45720">
                    <a:lnL w="9525">
                      <a:solidFill>
                        <a:srgbClr val="C9D5DA"/>
                      </a:solidFill>
                      <a:prstDash val="solid"/>
                    </a:lnL>
                    <a:lnR w="9525">
                      <a:solidFill>
                        <a:srgbClr val="C9D5DA"/>
                      </a:solidFill>
                      <a:prstDash val="solid"/>
                    </a:lnR>
                    <a:lnB w="9525">
                      <a:solidFill>
                        <a:srgbClr val="C9D5DA"/>
                      </a:solidFill>
                      <a:prstDash val="solid"/>
                    </a:lnB>
                    <a:solidFill>
                      <a:srgbClr val="F1F5F6"/>
                    </a:solidFill>
                  </a:tcPr>
                </a:tc>
                <a:tc>
                  <a:txBody>
                    <a:bodyPr/>
                    <a:lstStyle/>
                    <a:p>
                      <a:r>
                        <a:rPr sz="1875" b="0">
                          <a:solidFill>
                            <a:srgbClr val="1C3144"/>
                          </a:solidFill>
                          <a:latin typeface="Calibri"/>
                          <a:ea typeface="Calibri"/>
                          <a:cs typeface="Calibri"/>
                        </a:rPr>
                        <a:t>Verify identity and supporting passage</a:t>
                      </a:r>
                    </a:p>
                  </a:txBody>
                  <a:tcPr marL="91440" marR="91440" marT="45720" marB="45720">
                    <a:lnR w="9525">
                      <a:solidFill>
                        <a:srgbClr val="C9D5DA"/>
                      </a:solidFill>
                      <a:prstDash val="solid"/>
                    </a:lnR>
                    <a:lnB w="9525">
                      <a:solidFill>
                        <a:srgbClr val="C9D5DA"/>
                      </a:solidFill>
                      <a:prstDash val="solid"/>
                    </a:lnB>
                    <a:solidFill>
                      <a:srgbClr val="F1F5F6"/>
                    </a:solidFill>
                  </a:tcPr>
                </a:tc>
              </a:tr>
              <a:tr h="748665">
                <a:tc>
                  <a:txBody>
                    <a:bodyPr/>
                    <a:lstStyle/>
                    <a:p>
                      <a:r>
                        <a:rPr sz="1875" b="0">
                          <a:solidFill>
                            <a:srgbClr val="1C3144"/>
                          </a:solidFill>
                          <a:latin typeface="Calibri"/>
                          <a:ea typeface="Calibri"/>
                          <a:cs typeface="Calibri"/>
                        </a:rPr>
                        <a:t>Lost exception</a:t>
                      </a:r>
                    </a:p>
                  </a:txBody>
                  <a:tcPr marL="91440" marR="91440" marT="45720" marB="45720">
                    <a:lnL w="9525">
                      <a:solidFill>
                        <a:srgbClr val="C9D5DA"/>
                      </a:solidFill>
                      <a:prstDash val="solid"/>
                    </a:lnL>
                    <a:lnR w="9525">
                      <a:solidFill>
                        <a:srgbClr val="C9D5DA"/>
                      </a:solidFill>
                      <a:prstDash val="solid"/>
                    </a:lnR>
                    <a:lnB w="9525">
                      <a:solidFill>
                        <a:srgbClr val="C9D5DA"/>
                      </a:solidFill>
                      <a:prstDash val="solid"/>
                    </a:lnB>
                    <a:solidFill>
                      <a:srgbClr val="FFFFFF"/>
                    </a:solidFill>
                  </a:tcPr>
                </a:tc>
                <a:tc>
                  <a:txBody>
                    <a:bodyPr/>
                    <a:lstStyle/>
                    <a:p>
                      <a:r>
                        <a:rPr sz="1875" b="0">
                          <a:solidFill>
                            <a:srgbClr val="1C3144"/>
                          </a:solidFill>
                          <a:latin typeface="Calibri"/>
                          <a:ea typeface="Calibri"/>
                          <a:cs typeface="Calibri"/>
                        </a:rPr>
                        <a:t>Targeted clause tests and source review</a:t>
                      </a:r>
                    </a:p>
                  </a:txBody>
                  <a:tcPr marL="91440" marR="91440" marT="45720" marB="45720">
                    <a:lnR w="9525">
                      <a:solidFill>
                        <a:srgbClr val="C9D5DA"/>
                      </a:solidFill>
                      <a:prstDash val="solid"/>
                    </a:lnR>
                    <a:lnB w="9525">
                      <a:solidFill>
                        <a:srgbClr val="C9D5DA"/>
                      </a:solidFill>
                      <a:prstDash val="solid"/>
                    </a:lnB>
                    <a:solidFill>
                      <a:srgbClr val="FFFFFF"/>
                    </a:solidFill>
                  </a:tcPr>
                </a:tc>
              </a:tr>
              <a:tr h="748665">
                <a:tc>
                  <a:txBody>
                    <a:bodyPr/>
                    <a:lstStyle/>
                    <a:p>
                      <a:r>
                        <a:rPr sz="1875" b="0">
                          <a:solidFill>
                            <a:srgbClr val="1C3144"/>
                          </a:solidFill>
                          <a:latin typeface="Calibri"/>
                          <a:ea typeface="Calibri"/>
                          <a:cs typeface="Calibri"/>
                        </a:rPr>
                        <a:t>Stale source</a:t>
                      </a:r>
                    </a:p>
                  </a:txBody>
                  <a:tcPr marL="91440" marR="91440" marT="45720" marB="45720">
                    <a:lnL w="9525">
                      <a:solidFill>
                        <a:srgbClr val="C9D5DA"/>
                      </a:solidFill>
                      <a:prstDash val="solid"/>
                    </a:lnL>
                    <a:lnR w="9525">
                      <a:solidFill>
                        <a:srgbClr val="C9D5DA"/>
                      </a:solidFill>
                      <a:prstDash val="solid"/>
                    </a:lnR>
                    <a:lnB w="9525">
                      <a:solidFill>
                        <a:srgbClr val="C9D5DA"/>
                      </a:solidFill>
                      <a:prstDash val="solid"/>
                    </a:lnB>
                    <a:solidFill>
                      <a:srgbClr val="F1F5F6"/>
                    </a:solidFill>
                  </a:tcPr>
                </a:tc>
                <a:tc>
                  <a:txBody>
                    <a:bodyPr/>
                    <a:lstStyle/>
                    <a:p>
                      <a:r>
                        <a:rPr sz="1875" b="0">
                          <a:solidFill>
                            <a:srgbClr val="1C3144"/>
                          </a:solidFill>
                          <a:latin typeface="Calibri"/>
                          <a:ea typeface="Calibri"/>
                          <a:cs typeface="Calibri"/>
                        </a:rPr>
                        <a:t>Version ownership and update tests</a:t>
                      </a:r>
                    </a:p>
                  </a:txBody>
                  <a:tcPr marL="91440" marR="91440" marT="45720" marB="45720">
                    <a:lnR w="9525">
                      <a:solidFill>
                        <a:srgbClr val="C9D5DA"/>
                      </a:solidFill>
                      <a:prstDash val="solid"/>
                    </a:lnR>
                    <a:lnB w="9525">
                      <a:solidFill>
                        <a:srgbClr val="C9D5DA"/>
                      </a:solidFill>
                      <a:prstDash val="solid"/>
                    </a:lnB>
                    <a:solidFill>
                      <a:srgbClr val="F1F5F6"/>
                    </a:solidFill>
                  </a:tcPr>
                </a:tc>
              </a:tr>
              <a:tr h="748665">
                <a:tc>
                  <a:txBody>
                    <a:bodyPr/>
                    <a:lstStyle/>
                    <a:p>
                      <a:r>
                        <a:rPr sz="1875" b="0">
                          <a:solidFill>
                            <a:srgbClr val="1C3144"/>
                          </a:solidFill>
                          <a:latin typeface="Calibri"/>
                          <a:ea typeface="Calibri"/>
                          <a:cs typeface="Calibri"/>
                        </a:rPr>
                        <a:t>False confidence</a:t>
                      </a:r>
                    </a:p>
                  </a:txBody>
                  <a:tcPr marL="91440" marR="91440" marT="45720" marB="45720">
                    <a:lnL w="9525">
                      <a:solidFill>
                        <a:srgbClr val="C9D5DA"/>
                      </a:solidFill>
                      <a:prstDash val="solid"/>
                    </a:lnL>
                    <a:lnR w="9525">
                      <a:solidFill>
                        <a:srgbClr val="C9D5DA"/>
                      </a:solidFill>
                      <a:prstDash val="solid"/>
                    </a:lnR>
                    <a:lnB w="9525">
                      <a:solidFill>
                        <a:srgbClr val="C9D5DA"/>
                      </a:solidFill>
                      <a:prstDash val="solid"/>
                    </a:lnB>
                    <a:solidFill>
                      <a:srgbClr val="FFFFFF"/>
                    </a:solidFill>
                  </a:tcPr>
                </a:tc>
                <a:tc>
                  <a:txBody>
                    <a:bodyPr/>
                    <a:lstStyle/>
                    <a:p>
                      <a:r>
                        <a:rPr sz="1875" b="0">
                          <a:solidFill>
                            <a:srgbClr val="1C3144"/>
                          </a:solidFill>
                          <a:latin typeface="Calibri"/>
                          <a:ea typeface="Calibri"/>
                          <a:cs typeface="Calibri"/>
                        </a:rPr>
                        <a:t>Unanswerable questions and escalation</a:t>
                      </a:r>
                    </a:p>
                  </a:txBody>
                  <a:tcPr marL="91440" marR="91440" marT="45720" marB="45720">
                    <a:lnR w="9525">
                      <a:solidFill>
                        <a:srgbClr val="C9D5DA"/>
                      </a:solidFill>
                      <a:prstDash val="solid"/>
                    </a:lnR>
                    <a:lnB w="9525">
                      <a:solidFill>
                        <a:srgbClr val="C9D5DA"/>
                      </a:solidFill>
                      <a:prstDash val="solid"/>
                    </a:lnB>
                    <a:solidFill>
                      <a:srgbClr val="FFFFFF"/>
                    </a:solidFill>
                  </a:tcPr>
                </a:tc>
              </a:tr>
            </a:tbl>
          </a:graphicData>
        </a:graphic>
      </p:graphicFrame>
      <p:sp>
        <p:nvSpPr>
          <p:cNvPr id="3" name="text-377">
            <a:extLst>
              <a:ext uri="{FF2B5EF4-FFF2-40B4-BE49-F238E27FC236}">
                <ns2:creationId id="{9A8A8C31-06D6-4A03-9FBA-1D4B0A8D5C1D}"/>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11   23   OPTIONAL EXPLORATION</a:t>
            </a:r>
          </a:p>
        </p:txBody>
      </p:sp>
    </p:spTree>
    <p:extLst>
      <p:ext uri="{BB962C8B-B14F-4D97-AF65-F5344CB8AC3E}">
        <ns3:creationId val="6942406"/>
      </p:ext>
    </p:extLst>
  </p:cSld>
  <p:transition spd="med" advClick="1">
    <p:fade/>
  </p:transition>
</p:sld>
</file>

<file path=ppt/slides/slide24.xml><?xml version="1.0" encoding="utf-8"?>
<p:sld xmlns:a="http://schemas.openxmlformats.org/drawingml/2006/main" xmlns:ns2="http://schemas.microsoft.com/office/drawing/2014/main" xmlns:ns3="http://schemas.microsoft.com/office/powerpoint/2010/main" xmlns:p="http://schemas.openxmlformats.org/presentationml/2006/main">
  <p:cSld name="Proportionate governance">
    <p:bg>
      <p:bgPr>
        <a:solidFill>
          <a:srgbClr val="FFFFFF"/>
        </a:solidFill>
      </p:bgPr>
    </p:bg>
    <p:spTree>
      <p:nvGrpSpPr>
        <p:cNvPr id="1" name=""/>
        <p:cNvGrpSpPr/>
        <p:nvPr/>
      </p:nvGrpSpPr>
      <p:grpSpPr>
        <a:xfrm/>
      </p:grpSpPr>
      <p:sp>
        <p:nvSpPr>
          <p:cNvPr id="10" name="text-378">
            <a:extLst>
              <a:ext uri="{FF2B5EF4-FFF2-40B4-BE49-F238E27FC236}">
                <ns2:creationId id="{54FE6819-1445-4896-AFDD-2D4C4799C776}"/>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11</a:t>
            </a:r>
          </a:p>
        </p:txBody>
      </p:sp>
      <p:sp>
        <p:nvSpPr>
          <p:cNvPr id="2" name="text-379">
            <a:extLst>
              <a:ext uri="{FF2B5EF4-FFF2-40B4-BE49-F238E27FC236}">
                <ns2:creationId id="{0C463C83-1BA6-41D8-9F71-58FA9D434EF8}"/>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Proportionate governance</a:t>
            </a:r>
          </a:p>
        </p:txBody>
      </p:sp>
      <p:sp>
        <p:nvSpPr>
          <p:cNvPr id="4" name="text-381">
            <a:extLst>
              <a:ext uri="{FF2B5EF4-FFF2-40B4-BE49-F238E27FC236}">
                <ns2:creationId id="{0B17906A-47AA-4722-A432-AC2B479CE16A}"/>
              </a:ext>
            </a:extLst>
          </p:cNvPr>
          <p:cNvSpPr>
            <a:spLocks noGrp="1"/>
          </p:cNvSpPr>
          <p:nvPr/>
        </p:nvSpPr>
        <p:spPr>
          <a:xfrm>
            <a:off x="619125" y="194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01</a:t>
            </a:r>
          </a:p>
        </p:txBody>
      </p:sp>
      <p:sp>
        <p:nvSpPr>
          <p:cNvPr id="5" name="text-382">
            <a:extLst>
              <a:ext uri="{FF2B5EF4-FFF2-40B4-BE49-F238E27FC236}">
                <ns2:creationId id="{62CDFF77-2A99-4296-BC14-FC053690D951}"/>
              </a:ext>
            </a:extLst>
          </p:cNvPr>
          <p:cNvSpPr>
            <a:spLocks noGrp="1"/>
          </p:cNvSpPr>
          <p:nvPr/>
        </p:nvSpPr>
        <p:spPr>
          <a:xfrm>
            <a:off x="1285875" y="1943100"/>
            <a:ext cx="6564125" cy="11557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A public-source summary and a filing agent need different controls.</a:t>
            </a:r>
          </a:p>
        </p:txBody>
      </p:sp>
      <p:sp>
        <p:nvSpPr>
          <p:cNvPr id="6" name="text-383">
            <a:extLst>
              <a:ext uri="{FF2B5EF4-FFF2-40B4-BE49-F238E27FC236}">
                <ns2:creationId id="{C54DCC4B-DD33-41DE-95CD-D882AE854154}"/>
              </a:ext>
            </a:extLst>
          </p:cNvPr>
          <p:cNvSpPr>
            <a:spLocks noGrp="1"/>
          </p:cNvSpPr>
          <p:nvPr/>
        </p:nvSpPr>
        <p:spPr>
          <a:xfrm>
            <a:off x="619125" y="321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02</a:t>
            </a:r>
          </a:p>
        </p:txBody>
      </p:sp>
      <p:sp>
        <p:nvSpPr>
          <p:cNvPr id="7" name="text-384">
            <a:extLst>
              <a:ext uri="{FF2B5EF4-FFF2-40B4-BE49-F238E27FC236}">
                <ns2:creationId id="{B83D6A1F-B37F-4FD7-A374-A40B6FA67C5A}"/>
              </a:ext>
            </a:extLst>
          </p:cNvPr>
          <p:cNvSpPr>
            <a:spLocks noGrp="1"/>
          </p:cNvSpPr>
          <p:nvPr/>
        </p:nvSpPr>
        <p:spPr>
          <a:xfrm>
            <a:off x="1285875" y="3213100"/>
            <a:ext cx="6564125" cy="11557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Higher consequences require stronger evidence and oversight.</a:t>
            </a:r>
          </a:p>
        </p:txBody>
      </p:sp>
      <p:sp>
        <p:nvSpPr>
          <p:cNvPr id="8" name="text-385">
            <a:extLst>
              <a:ext uri="{FF2B5EF4-FFF2-40B4-BE49-F238E27FC236}">
                <ns2:creationId id="{5D382E32-CFE1-4FA0-90AC-71B4CC2E17E5}"/>
              </a:ext>
            </a:extLst>
          </p:cNvPr>
          <p:cNvSpPr>
            <a:spLocks noGrp="1"/>
          </p:cNvSpPr>
          <p:nvPr/>
        </p:nvSpPr>
        <p:spPr>
          <a:xfrm>
            <a:off x="619125" y="448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03</a:t>
            </a:r>
          </a:p>
        </p:txBody>
      </p:sp>
      <p:sp>
        <p:nvSpPr>
          <p:cNvPr id="9" name="text-386">
            <a:extLst>
              <a:ext uri="{FF2B5EF4-FFF2-40B4-BE49-F238E27FC236}">
                <ns2:creationId id="{4088557C-5F04-4214-8698-B9FE6D3336E1}"/>
              </a:ext>
            </a:extLst>
          </p:cNvPr>
          <p:cNvSpPr>
            <a:spLocks noGrp="1"/>
          </p:cNvSpPr>
          <p:nvPr/>
        </p:nvSpPr>
        <p:spPr>
          <a:xfrm>
            <a:off x="1285875" y="4483100"/>
            <a:ext cx="6564125" cy="11557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Review controls when the use or authority changes.</a:t>
            </a:r>
          </a:p>
        </p:txBody>
      </p:sp>
      <p:sp>
        <p:nvSpPr>
          <p:cNvPr id="3" name="text-380">
            <a:extLst>
              <a:ext uri="{FF2B5EF4-FFF2-40B4-BE49-F238E27FC236}">
                <ns2:creationId id="{3A899D1D-2F0A-40AC-B53C-213BEBD7FDE9}"/>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11   24   OPTIONAL EXPLORATION</a:t>
            </a:r>
          </a:p>
        </p:txBody>
      </p:sp>
      <p:pic xmlns:r="http://schemas.openxmlformats.org/officeDocument/2006/relationships">
        <p:nvPicPr>
          <p:cNvPr id="11" name="illustration-scales" descr="Illustration: scales of justice"/>
          <p:cNvPicPr>
            <a:picLocks noChangeAspect="1"/>
          </p:cNvPicPr>
          <p:nvPr/>
        </p:nvPicPr>
        <p:blipFill>
          <a:blip r:embed="rId3"/>
          <a:stretch>
            <a:fillRect/>
          </a:stretch>
        </p:blipFill>
        <p:spPr>
          <a:xfrm>
            <a:off x="8050000" y="1850000"/>
            <a:ext cx="3700000" cy="3700000"/>
          </a:xfrm>
          <a:prstGeom prst="rect">
            <a:avLst/>
          </a:prstGeom>
        </p:spPr>
      </p:pic>
    </p:spTree>
    <p:extLst>
      <p:ext uri="{BB962C8B-B14F-4D97-AF65-F5344CB8AC3E}">
        <ns3:creationId val="265155636"/>
      </p:ext>
    </p:extLst>
  </p:cSld>
  <p:transition spd="med" advClick="1">
    <p:fade/>
  </p:transition>
</p:sld>
</file>

<file path=ppt/slides/slide25.xml><?xml version="1.0" encoding="utf-8"?>
<p:sld xmlns:a="http://schemas.openxmlformats.org/drawingml/2006/main" xmlns:ns2="http://schemas.microsoft.com/office/drawing/2014/main" xmlns:ns3="http://schemas.microsoft.com/office/powerpoint/2010/main" xmlns:p="http://schemas.openxmlformats.org/presentationml/2006/main">
  <p:cSld name="The partner’s governance decision">
    <p:bg>
      <p:bgPr>
        <a:solidFill>
          <a:srgbClr val="FFFFFF"/>
        </a:solidFill>
      </p:bgPr>
    </p:bg>
    <p:spTree>
      <p:nvGrpSpPr>
        <p:cNvPr id="1" name=""/>
        <p:cNvGrpSpPr/>
        <p:nvPr/>
      </p:nvGrpSpPr>
      <p:grpSpPr>
        <a:xfrm/>
      </p:grpSpPr>
      <p:sp>
        <p:nvSpPr>
          <p:cNvPr id="10" name="text-387">
            <a:extLst>
              <a:ext uri="{FF2B5EF4-FFF2-40B4-BE49-F238E27FC236}">
                <ns2:creationId id="{06A2866C-9614-4392-BC77-57F4DD1817BB}"/>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11</a:t>
            </a:r>
          </a:p>
        </p:txBody>
      </p:sp>
      <p:sp>
        <p:nvSpPr>
          <p:cNvPr id="2" name="text-388">
            <a:extLst>
              <a:ext uri="{FF2B5EF4-FFF2-40B4-BE49-F238E27FC236}">
                <ns2:creationId id="{CFBCA856-6BE8-48F6-A641-83AED706A102}"/>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The partner’s governance decision</a:t>
            </a:r>
          </a:p>
        </p:txBody>
      </p:sp>
      <p:sp>
        <p:nvSpPr>
          <p:cNvPr id="4" name="text-390">
            <a:extLst>
              <a:ext uri="{FF2B5EF4-FFF2-40B4-BE49-F238E27FC236}">
                <ns2:creationId id="{49E7E59E-6D59-4BE6-8FEB-89DD80C34C0D}"/>
              </a:ext>
            </a:extLst>
          </p:cNvPr>
          <p:cNvSpPr>
            <a:spLocks noGrp="1"/>
          </p:cNvSpPr>
          <p:nvPr/>
        </p:nvSpPr>
        <p:spPr>
          <a:xfrm>
            <a:off x="619125" y="194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01</a:t>
            </a:r>
          </a:p>
        </p:txBody>
      </p:sp>
      <p:sp>
        <p:nvSpPr>
          <p:cNvPr id="5" name="text-391">
            <a:extLst>
              <a:ext uri="{FF2B5EF4-FFF2-40B4-BE49-F238E27FC236}">
                <ns2:creationId id="{74D1B043-2EF0-4D19-95B2-52D406D3FE9D}"/>
              </a:ext>
            </a:extLst>
          </p:cNvPr>
          <p:cNvSpPr>
            <a:spLocks noGrp="1"/>
          </p:cNvSpPr>
          <p:nvPr/>
        </p:nvSpPr>
        <p:spPr>
          <a:xfrm>
            <a:off x="1285875" y="1943100"/>
            <a:ext cx="6564125" cy="11557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Approve a limited use, require further work or stop.</a:t>
            </a:r>
          </a:p>
        </p:txBody>
      </p:sp>
      <p:sp>
        <p:nvSpPr>
          <p:cNvPr id="6" name="text-392">
            <a:extLst>
              <a:ext uri="{FF2B5EF4-FFF2-40B4-BE49-F238E27FC236}">
                <ns2:creationId id="{57A08EDA-1FD0-4976-862B-3AE1F22776AD}"/>
              </a:ext>
            </a:extLst>
          </p:cNvPr>
          <p:cNvSpPr>
            <a:spLocks noGrp="1"/>
          </p:cNvSpPr>
          <p:nvPr/>
        </p:nvSpPr>
        <p:spPr>
          <a:xfrm>
            <a:off x="619125" y="321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02</a:t>
            </a:r>
          </a:p>
        </p:txBody>
      </p:sp>
      <p:sp>
        <p:nvSpPr>
          <p:cNvPr id="7" name="text-393">
            <a:extLst>
              <a:ext uri="{FF2B5EF4-FFF2-40B4-BE49-F238E27FC236}">
                <ns2:creationId id="{E8DCACBA-35E8-42E3-BBD3-BB39BBBA3C38}"/>
              </a:ext>
            </a:extLst>
          </p:cNvPr>
          <p:cNvSpPr>
            <a:spLocks noGrp="1"/>
          </p:cNvSpPr>
          <p:nvPr/>
        </p:nvSpPr>
        <p:spPr>
          <a:xfrm>
            <a:off x="1285875" y="3213100"/>
            <a:ext cx="6564125" cy="11557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Record why the evidence supports the decision.</a:t>
            </a:r>
          </a:p>
        </p:txBody>
      </p:sp>
      <p:sp>
        <p:nvSpPr>
          <p:cNvPr id="8" name="text-394">
            <a:extLst>
              <a:ext uri="{FF2B5EF4-FFF2-40B4-BE49-F238E27FC236}">
                <ns2:creationId id="{68B71165-0BB5-49D7-BA57-941B556BFDA5}"/>
              </a:ext>
            </a:extLst>
          </p:cNvPr>
          <p:cNvSpPr>
            <a:spLocks noGrp="1"/>
          </p:cNvSpPr>
          <p:nvPr/>
        </p:nvSpPr>
        <p:spPr>
          <a:xfrm>
            <a:off x="619125" y="448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03</a:t>
            </a:r>
          </a:p>
        </p:txBody>
      </p:sp>
      <p:sp>
        <p:nvSpPr>
          <p:cNvPr id="9" name="text-395">
            <a:extLst>
              <a:ext uri="{FF2B5EF4-FFF2-40B4-BE49-F238E27FC236}">
                <ns2:creationId id="{493E57A6-B4C7-4BE2-A172-AEB6C0A6B54F}"/>
              </a:ext>
            </a:extLst>
          </p:cNvPr>
          <p:cNvSpPr>
            <a:spLocks noGrp="1"/>
          </p:cNvSpPr>
          <p:nvPr/>
        </p:nvSpPr>
        <p:spPr>
          <a:xfrm>
            <a:off x="1285875" y="4483100"/>
            <a:ext cx="6564125" cy="11557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Assign monitoring and the next review point.</a:t>
            </a:r>
          </a:p>
        </p:txBody>
      </p:sp>
      <p:sp>
        <p:nvSpPr>
          <p:cNvPr id="3" name="text-389">
            <a:extLst>
              <a:ext uri="{FF2B5EF4-FFF2-40B4-BE49-F238E27FC236}">
                <ns2:creationId id="{D4CE581A-4CE3-4B82-811D-F5D9D9BC9AF6}"/>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11   25   OPTIONAL EXPLORATION</a:t>
            </a:r>
          </a:p>
        </p:txBody>
      </p:sp>
      <p:pic xmlns:r="http://schemas.openxmlformats.org/officeDocument/2006/relationships">
        <p:nvPicPr>
          <p:cNvPr id="11" name="illustration-stamp" descr="Illustration: a stamp marking approval"/>
          <p:cNvPicPr>
            <a:picLocks noChangeAspect="1"/>
          </p:cNvPicPr>
          <p:nvPr/>
        </p:nvPicPr>
        <p:blipFill>
          <a:blip r:embed="rId3"/>
          <a:stretch>
            <a:fillRect/>
          </a:stretch>
        </p:blipFill>
        <p:spPr>
          <a:xfrm>
            <a:off x="8050000" y="1850000"/>
            <a:ext cx="3700000" cy="3700000"/>
          </a:xfrm>
          <a:prstGeom prst="rect">
            <a:avLst/>
          </a:prstGeom>
        </p:spPr>
      </p:pic>
    </p:spTree>
    <p:extLst>
      <p:ext uri="{BB962C8B-B14F-4D97-AF65-F5344CB8AC3E}">
        <ns3:creationId val="401130800"/>
      </p:ext>
    </p:extLst>
  </p:cSld>
  <p:transition spd="med" advClick="1">
    <p:fade/>
  </p:transition>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2026-10-26T10:01:51.4610000Z</dcterms:created>
  <dcterms:modified xsi:type="dcterms:W3CDTF">2026-10-26T10:01:51.4610000Z</dcterms:modified>
</coreProperties>
</file>