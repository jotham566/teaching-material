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e4032875684c92" /><Relationship Type="http://schemas.openxmlformats.org/officeDocument/2006/relationships/extended-properties" Target="/docProps/app.xml" Id="Rf178eb9ccfde4374" /><Relationship Type="http://schemas.openxmlformats.org/officeDocument/2006/relationships/officeDocument" Target="/ppt/presentation.xml" Id="R41308d3174724749" /></Relationships>
</file>

<file path=ppt/presentation.xml><?xml version="1.0" encoding="utf-8"?>
<p:presentation xmlns:p="http://schemas.openxmlformats.org/presentationml/2006/main">
  <p:sldMasterIdLst>
    <p:sldMasterId xmlns:r="http://schemas.openxmlformats.org/officeDocument/2006/relationships" id="2147483648" r:id="R3c796c62bea746ad"/>
  </p:sldMasterIdLst>
  <p:notesMasterIdLst>
    <p:notesMasterId xmlns:r="http://schemas.openxmlformats.org/officeDocument/2006/relationships" r:id="Rdc094ead39e7405a"/>
  </p:notesMasterIdLst>
  <p:sldIdLst>
    <p:sldId xmlns:r="http://schemas.openxmlformats.org/officeDocument/2006/relationships" id="256" r:id="R38fc13a06f744851"/>
  </p:sldIdLst>
  <p:sldSz cx="975360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f748a7f6e944f5" /><Relationship Type="http://schemas.openxmlformats.org/officeDocument/2006/relationships/slideMaster" Target="/ppt/slideMasters/slideMaster1.xml" Id="R3c796c62bea746ad" /><Relationship Type="http://schemas.openxmlformats.org/officeDocument/2006/relationships/notesMaster" Target="/ppt/notesMasters/notesMaster1.xml" Id="Rdc094ead39e7405a" /><Relationship Type="http://schemas.openxmlformats.org/officeDocument/2006/relationships/presProps" Target="/ppt/presProps.xml" Id="Rb870124ad73045cd" /><Relationship Type="http://schemas.openxmlformats.org/officeDocument/2006/relationships/tableStyles" Target="/ppt/tableStyles.xml" Id="R605b63144b0043b4" /><Relationship Type="http://schemas.openxmlformats.org/officeDocument/2006/relationships/slide" Target="/ppt/slides/slide1.xml" Id="R38fc13a06f7448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f3ffff0f1346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74085b07004b80" /><Relationship Type="http://schemas.openxmlformats.org/officeDocument/2006/relationships/notesMaster" Target="/ppt/notesMasters/notesMaster1.xml" Id="R5012af65bcae4d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a:p xmlns:a="http://schemas.openxmlformats.org/drawingml/2006/main">
            <a:r>
              <a:t/>
            </a:r>
          </a:p>
          <a:p xmlns:a="http://schemas.openxmlformats.org/drawingml/2006/main">
            <a:r>
              <a:t>Compact edition: the desk, books, mug and repeated footer slogan are removed. The eligibility line is retained beneath the booking block. All other content and the portrait asset are unchanged. Canvas: 1024 × 1664.</a:t>
            </a:r>
          </a:p>
          <a:p xmlns:a="http://schemas.openxmlformats.org/drawingml/2006/main">
            <a:r>
              <a:t/>
            </a:r>
          </a:p>
          <a:p xmlns:a="http://schemas.openxmlformats.org/drawingml/2006/main">
            <a:r>
              <a:t>Audience-first edition: eligibility leads in a navy banner; Only 15 places is highlighted in yellow. Canvas remains 1024 × 1664.</a:t>
            </a:r>
          </a:p>
          <a:p xmlns:a="http://schemas.openxmlformats.org/drawingml/2006/main">
            <a:r>
              <a:t/>
            </a:r>
          </a:p>
          <a:p xmlns:a="http://schemas.openxmlformats.org/drawingml/2006/main">
            <a:r>
              <a:t>Typography edition: larger supporting text, regular-width skills, clearer hierarchy and a full-width email line. Same 1024 × 1664 canvas and unchanged portrait asset.</a:t>
            </a:r>
          </a:p>
          <a:p xmlns:a="http://schemas.openxmlformats.org/drawingml/2006/main">
            <a:r>
              <a:t/>
            </a:r>
          </a:p>
          <a:p xmlns:a="http://schemas.openxmlformats.org/drawingml/2006/main">
            <a:r>
              <a:t>Pricing updated by organiser on 30 September 2026: UGX 1,000,000 per learner for groups of 1–5. This supersedes the previous two-tier prices.</a:t>
            </a:r>
          </a:p>
          <a:p xmlns:a="http://schemas.openxmlformats.org/drawingml/2006/main">
            <a:r>
              <a:t/>
            </a:r>
          </a:p>
          <a:p xmlns:a="http://schemas.openxmlformats.org/drawingml/2006/main">
            <a:r>
              <a:t>Audience placement revision: eligibility moved from the top banner to the slogan area below the headline, enlarged to 32 px bold across two lines. The rest of the layout and pricing remain unchanged.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cfd1e7a8541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e3744295c04d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0bcfe838984e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f532dd41994c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cd140303e34f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e86ddccba346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998E4D-52BE-4755-948C-5FBB09656DF8}"/>
              </a:ext>
            </a:extLst>
          </p:cNvPr>
          <p:cNvSpPr>
            <a:spLocks xmlns:a="http://schemas.openxmlformats.org/drawingml/2006/main" noGrp="1"/>
          </p:cNvSpPr>
          <p:nvPr>
            <p:ph type="title" idx="0"/>
          </p:nvPr>
        </p:nvSpPr>
        <p:spPr>
          <a:xfrm xmlns:a="http://schemas.openxmlformats.org/drawingml/2006/main">
            <a:off x="975360" y="5987627"/>
            <a:ext cx="780288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8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55EC43-A4B5-4FB1-B5FA-4B5EFB772EB4}"/>
              </a:ext>
            </a:extLst>
          </p:cNvPr>
          <p:cNvSpPr>
            <a:spLocks xmlns:a="http://schemas.openxmlformats.org/drawingml/2006/main" noGrp="1"/>
          </p:cNvSpPr>
          <p:nvPr>
            <p:ph type="subTitle" idx="1"/>
          </p:nvPr>
        </p:nvSpPr>
        <p:spPr>
          <a:xfrm xmlns:a="http://schemas.openxmlformats.org/drawingml/2006/main">
            <a:off x="1463040" y="8717280"/>
            <a:ext cx="6827520"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68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95FAB7-65BD-4DAB-9577-2C4DEC1C37FA}"/>
              </a:ext>
            </a:extLst>
          </p:cNvPr>
          <p:cNvSpPr>
            <a:spLocks xmlns:a="http://schemas.openxmlformats.org/drawingml/2006/main" noGrp="1"/>
          </p:cNvSpPr>
          <p:nvPr>
            <p:ph type="title" idx="0"/>
          </p:nvPr>
        </p:nvSpPr>
        <p:spPr>
          <a:xfrm xmlns:a="http://schemas.openxmlformats.org/drawingml/2006/main">
            <a:off x="975360" y="6604000"/>
            <a:ext cx="780288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3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E62FEA-2BAB-43C9-81B9-5077B128C38E}"/>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67CC1C-BB97-4164-BAAD-3F6453FD1E99}"/>
              </a:ext>
            </a:extLst>
          </p:cNvPr>
          <p:cNvSpPr>
            <a:spLocks xmlns:a="http://schemas.openxmlformats.org/drawingml/2006/main" noGrp="1"/>
          </p:cNvSpPr>
          <p:nvPr>
            <p:ph type="body" idx="1"/>
          </p:nvPr>
        </p:nvSpPr>
        <p:spPr>
          <a:xfrm xmlns:a="http://schemas.openxmlformats.org/drawingml/2006/main">
            <a:off x="548640" y="4402667"/>
            <a:ext cx="865632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0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923B76-67BB-49D4-BFD9-50CFA7F34472}"/>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239701-4243-4FF8-AAAD-B7DA29362253}"/>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87F4AE-366E-46A5-A28C-7705944DD358}"/>
              </a:ext>
            </a:extLst>
          </p:cNvPr>
          <p:cNvSpPr>
            <a:spLocks xmlns:a="http://schemas.openxmlformats.org/drawingml/2006/main" noGrp="1"/>
          </p:cNvSpPr>
          <p:nvPr>
            <p:ph type="body" idx="2"/>
          </p:nvPr>
        </p:nvSpPr>
        <p:spPr>
          <a:xfrm xmlns:a="http://schemas.openxmlformats.org/drawingml/2006/main">
            <a:off x="518160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25D37D-BE0D-4F99-8968-E1D414B6BDD2}"/>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D80AC6-33EC-4850-A84C-36FA969790CF}"/>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0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f8ba45e0a8423e" /><Relationship Type="http://schemas.openxmlformats.org/officeDocument/2006/relationships/slideLayout" Target="/ppt/slideLayouts/slideLayout1.xml" Id="R062f96e84c84400d" /><Relationship Type="http://schemas.openxmlformats.org/officeDocument/2006/relationships/slideLayout" Target="/ppt/slideLayouts/slideLayout2.xml" Id="Rd8a28bb126de43a4" /><Relationship Type="http://schemas.openxmlformats.org/officeDocument/2006/relationships/slideLayout" Target="/ppt/slideLayouts/slideLayout3.xml" Id="R8a3dc05ed63e4886" /><Relationship Type="http://schemas.openxmlformats.org/officeDocument/2006/relationships/slideLayout" Target="/ppt/slideLayouts/slideLayout4.xml" Id="Ra2723d706eb64ad9" /><Relationship Type="http://schemas.openxmlformats.org/officeDocument/2006/relationships/slideLayout" Target="/ppt/slideLayouts/slideLayout5.xml" Id="R53dc1c0e143240d0" /><Relationship Type="http://schemas.openxmlformats.org/officeDocument/2006/relationships/slideLayout" Target="/ppt/slideLayouts/slideLayout6.xml" Id="R658b3f7f34b549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2f96e84c84400d"/>
    <p:sldLayoutId xmlns:r="http://schemas.openxmlformats.org/officeDocument/2006/relationships" id="2147483650" r:id="Rd8a28bb126de43a4"/>
    <p:sldLayoutId xmlns:r="http://schemas.openxmlformats.org/officeDocument/2006/relationships" id="2147483651" r:id="R8a3dc05ed63e4886"/>
    <p:sldLayoutId xmlns:r="http://schemas.openxmlformats.org/officeDocument/2006/relationships" id="2147483652" r:id="Ra2723d706eb64ad9"/>
    <p:sldLayoutId xmlns:r="http://schemas.openxmlformats.org/officeDocument/2006/relationships" id="2147483653" r:id="R53dc1c0e143240d0"/>
    <p:sldLayoutId xmlns:r="http://schemas.openxmlformats.org/officeDocument/2006/relationships" id="2147483654" r:id="R658b3f7f34b549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f61ee4e2b34eb2" /><Relationship Type="http://schemas.openxmlformats.org/officeDocument/2006/relationships/image" Target="/ppt/media/image.png" Id="R8863aea8b1114ce7" /><Relationship Type="http://schemas.openxmlformats.org/officeDocument/2006/relationships/image" Target="/ppt/media/image2.png" Id="Rff48272a47e14e6d" /><Relationship Type="http://schemas.openxmlformats.org/officeDocument/2006/relationships/image" Target="/ppt/media/image3.png" Id="R7c042139542346e8" /><Relationship Type="http://schemas.openxmlformats.org/officeDocument/2006/relationships/image" Target="/ppt/media/image4.png" Id="R9fd598df154a4768" /><Relationship Type="http://schemas.openxmlformats.org/officeDocument/2006/relationships/image" Target="/ppt/media/image5.png" Id="R469d0563a3ce480f" /><Relationship Type="http://schemas.openxmlformats.org/officeDocument/2006/relationships/image" Target="/ppt/media/image6.png" Id="R91a7ff3f4e084e05" /><Relationship Type="http://schemas.openxmlformats.org/officeDocument/2006/relationships/image" Target="/ppt/media/image7.png" Id="Reea5b0491e2a4c6a" /><Relationship Type="http://schemas.openxmlformats.org/officeDocument/2006/relationships/image" Target="/ppt/media/image8.png" Id="Re344b041b11c4d83" /><Relationship Type="http://schemas.openxmlformats.org/officeDocument/2006/relationships/image" Target="/ppt/media/image9.png" Id="R61db79d64a06453b" /><Relationship Type="http://schemas.openxmlformats.org/officeDocument/2006/relationships/image" Target="/ppt/media/image10.png" Id="Rc17d6104ce8741ac" /><Relationship Type="http://schemas.openxmlformats.org/officeDocument/2006/relationships/image" Target="/ppt/media/image11.png" Id="R026f976f3bb74d4a" /><Relationship Type="http://schemas.openxmlformats.org/officeDocument/2006/relationships/image" Target="/ppt/media/image12.png" Id="Rce16e1a628bd4b9c" /><Relationship Type="http://schemas.openxmlformats.org/officeDocument/2006/relationships/image" Target="/ppt/media/image13.png" Id="R907910241bcc4dc2" /><Relationship Type="http://schemas.openxmlformats.org/officeDocument/2006/relationships/image" Target="/ppt/media/image14.png" Id="R560b1bf6d59446ac" /><Relationship Type="http://schemas.openxmlformats.org/officeDocument/2006/relationships/image" Target="/ppt/media/image15.png" Id="Raad2b8e0394545e2" /><Relationship Type="http://schemas.openxmlformats.org/officeDocument/2006/relationships/image" Target="/ppt/media/image16.png" Id="R805b5af253af495a" /><Relationship Type="http://schemas.openxmlformats.org/officeDocument/2006/relationships/image" Target="/ppt/media/image17.png" Id="R7facd3be9f0c4d40" /><Relationship Type="http://schemas.openxmlformats.org/officeDocument/2006/relationships/image" Target="/ppt/media/image18.png" Id="R38ca554126764a52" /><Relationship Type="http://schemas.openxmlformats.org/officeDocument/2006/relationships/image" Target="/ppt/media/image19.png" Id="R91ce498f59ba4089" /><Relationship Type="http://schemas.openxmlformats.org/officeDocument/2006/relationships/image" Target="/ppt/media/image20.png" Id="Rac351763814a4cd2" /><Relationship Type="http://schemas.openxmlformats.org/officeDocument/2006/relationships/image" Target="/ppt/media/image21.png" Id="Rbdd3547bbed64db7" /><Relationship Type="http://schemas.openxmlformats.org/officeDocument/2006/relationships/image" Target="/ppt/media/image22.png" Id="R6d3890d52bb041ef" /><Relationship Type="http://schemas.openxmlformats.org/officeDocument/2006/relationships/image" Target="/ppt/media/image23.png" Id="R2b56aaed68cf4dfd" /><Relationship Type="http://schemas.openxmlformats.org/officeDocument/2006/relationships/image" Target="/ppt/media/image24.png" Id="R0942b10921484f79" /><Relationship Type="http://schemas.openxmlformats.org/officeDocument/2006/relationships/image" Target="/ppt/media/image25.png" Id="R62dd9cce873d4164" /><Relationship Type="http://schemas.openxmlformats.org/officeDocument/2006/relationships/image" Target="/ppt/media/image26.png" Id="R60a4c295c5534bab" /><Relationship Type="http://schemas.openxmlformats.org/officeDocument/2006/relationships/image" Target="/ppt/media/image27.png" Id="R6bf748fb945d40ff" /><Relationship Type="http://schemas.openxmlformats.org/officeDocument/2006/relationships/image" Target="/ppt/media/image28.png" Id="Rdc185d4ddfcb4e4c" /><Relationship Type="http://schemas.openxmlformats.org/officeDocument/2006/relationships/image" Target="/ppt/media/image29.png" Id="Re3a4232735b04987" /><Relationship Type="http://schemas.openxmlformats.org/officeDocument/2006/relationships/image" Target="/ppt/media/image30.png" Id="R85124a55637d4929" /><Relationship Type="http://schemas.openxmlformats.org/officeDocument/2006/relationships/notesSlide" Target="/ppt/notesSlides/notesSlide1.xml" Id="R5cf2d7cef8b644d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2" name="">
            <a:extLst xmlns:a="http://schemas.openxmlformats.org/drawingml/2006/main">
              <a:ext uri="{FF2B5EF4-FFF2-40B4-BE49-F238E27FC236}">
                <a16:creationId xmlns:a16="http://schemas.microsoft.com/office/drawing/2014/main" id="{E5F91694-B9BC-4F23-BF4F-A3916DC678E7}"/>
              </a:ext>
            </a:extLst>
          </p:cNvPr>
          <p:cNvPicPr>
            <a:picLocks xmlns:a="http://schemas.openxmlformats.org/drawingml/2006/main" noChangeAspect="1"/>
          </p:cNvPicPr>
          <p:nvPr/>
        </p:nvPicPr>
        <p:blipFill>
          <a:blip xmlns:r="http://schemas.openxmlformats.org/officeDocument/2006/relationships" xmlns:a="http://schemas.openxmlformats.org/drawingml/2006/main" r:embed="R8863aea8b1114ce7"/>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6559A1A-0A2E-43BC-8051-181CDB594415}"/>
              </a:ext>
            </a:extLst>
          </p:cNvPr>
          <p:cNvPicPr>
            <a:picLocks xmlns:a="http://schemas.openxmlformats.org/drawingml/2006/main" noChangeAspect="1"/>
          </p:cNvPicPr>
          <p:nvPr/>
        </p:nvPicPr>
        <p:blipFill>
          <a:blip xmlns:r="http://schemas.openxmlformats.org/officeDocument/2006/relationships" xmlns:a="http://schemas.openxmlformats.org/drawingml/2006/main" r:embed="Rff48272a47e14e6d"/>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3" name="Intake">
            <a:extLst xmlns:a="http://schemas.openxmlformats.org/drawingml/2006/main">
              <a:ext uri="{FF2B5EF4-FFF2-40B4-BE49-F238E27FC236}">
                <a16:creationId xmlns:a16="http://schemas.microsoft.com/office/drawing/2014/main" id="{04F43B54-215F-4143-B6C1-7553EDF64E02}"/>
              </a:ext>
            </a:extLst>
          </p:cNvPr>
          <p:cNvSpPr>
            <a:spLocks xmlns:a="http://schemas.openxmlformats.org/drawingml/2006/main" noGrp="1"/>
          </p:cNvSpPr>
          <p:nvPr/>
        </p:nvSpPr>
        <p:spPr>
          <a:xfrm xmlns:a="http://schemas.openxmlformats.org/drawingml/2006/main" rot="0">
            <a:off x="400050" y="4667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0496A"/>
                </a:solidFill>
                <a:latin typeface="Arial"/>
                <a:ea typeface="Arial"/>
                <a:cs typeface="Arial"/>
              </a:defRPr>
            </a:defPPr>
          </a:lstStyle>
          <a:p xmlns:a="http://schemas.openxmlformats.org/drawingml/2006/main">
            <a:pPr algn="l">
              <a:defRPr sz="1875" b="1">
                <a:solidFill>
                  <a:srgbClr val="00496A"/>
                </a:solidFill>
                <a:latin typeface="Arial"/>
                <a:ea typeface="Arial"/>
                <a:cs typeface="Arial"/>
              </a:defRPr>
            </a:pPr>
            <a:r>
              <a:rPr sz="1875" b="1">
                <a:solidFill>
                  <a:srgbClr val="00496A"/>
                </a:solidFill>
                <a:latin typeface="Arial"/>
                <a:ea typeface="Arial"/>
                <a:cs typeface="Arial"/>
              </a:rPr>
              <a:t>DECEMBER 2026 INTAKE</a:t>
            </a:r>
          </a:p>
        </p:txBody>
      </p:sp>
      <p:sp>
        <p:nvSpPr>
          <p:cNvPr id="4" name="Holiday title">
            <a:extLst xmlns:a="http://schemas.openxmlformats.org/drawingml/2006/main">
              <a:ext uri="{FF2B5EF4-FFF2-40B4-BE49-F238E27FC236}">
                <a16:creationId xmlns:a16="http://schemas.microsoft.com/office/drawing/2014/main" id="{5BB37955-CAF5-45B3-8F27-2EF34C086CCD}"/>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75" b="0">
                <a:solidFill>
                  <a:srgbClr val="002342"/>
                </a:solidFill>
                <a:latin typeface="Arial Black"/>
                <a:ea typeface="Arial Black"/>
                <a:cs typeface="Arial Black"/>
              </a:defRPr>
            </a:defPPr>
          </a:lstStyle>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5" name="Data title">
            <a:extLst xmlns:a="http://schemas.openxmlformats.org/drawingml/2006/main">
              <a:ext uri="{FF2B5EF4-FFF2-40B4-BE49-F238E27FC236}">
                <a16:creationId xmlns:a16="http://schemas.microsoft.com/office/drawing/2014/main" id="{BE1180C4-BBA0-49BC-B7C2-0B36671B6E0E}"/>
              </a:ext>
            </a:extLst>
          </p:cNvPr>
          <p:cNvSpPr>
            <a:spLocks xmlns:a="http://schemas.openxmlformats.org/drawingml/2006/main" noGrp="1"/>
          </p:cNvSpPr>
          <p:nvPr/>
        </p:nvSpPr>
        <p:spPr>
          <a:xfrm xmlns:a="http://schemas.openxmlformats.org/drawingml/2006/main" rot="0">
            <a:off x="342900" y="1676400"/>
            <a:ext cx="304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00" b="0">
                <a:solidFill>
                  <a:srgbClr val="007DDD"/>
                </a:solidFill>
                <a:latin typeface="Arial Black"/>
                <a:ea typeface="Arial Black"/>
                <a:cs typeface="Arial Black"/>
              </a:defRPr>
            </a:defPPr>
          </a:lstStyle>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6" name="Ampersand">
            <a:extLst xmlns:a="http://schemas.openxmlformats.org/drawingml/2006/main">
              <a:ext uri="{FF2B5EF4-FFF2-40B4-BE49-F238E27FC236}">
                <a16:creationId xmlns:a16="http://schemas.microsoft.com/office/drawing/2014/main" id="{78A98F5D-90F2-4C5A-B596-991DFB94B497}"/>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0" b="0">
                <a:solidFill>
                  <a:srgbClr val="692BCB"/>
                </a:solidFill>
                <a:latin typeface="Arial Black"/>
                <a:ea typeface="Arial Black"/>
                <a:cs typeface="Arial Black"/>
              </a:defRPr>
            </a:defPPr>
          </a:lstStyle>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7" name="AI title">
            <a:extLst xmlns:a="http://schemas.openxmlformats.org/drawingml/2006/main">
              <a:ext uri="{FF2B5EF4-FFF2-40B4-BE49-F238E27FC236}">
                <a16:creationId xmlns:a16="http://schemas.microsoft.com/office/drawing/2014/main" id="{A5925C6C-9294-409E-AF97-390FF8EFD3A8}"/>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0" b="0">
                <a:solidFill>
                  <a:srgbClr val="0349D2"/>
                </a:solidFill>
                <a:latin typeface="Arial Black"/>
                <a:ea typeface="Arial Black"/>
                <a:cs typeface="Arial Black"/>
              </a:defRPr>
            </a:defPPr>
          </a:lstStyle>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8" name="Camp title">
            <a:extLst xmlns:a="http://schemas.openxmlformats.org/drawingml/2006/main">
              <a:ext uri="{FF2B5EF4-FFF2-40B4-BE49-F238E27FC236}">
                <a16:creationId xmlns:a16="http://schemas.microsoft.com/office/drawing/2014/main" id="{2FCB90D3-20B7-45E8-8F83-E88D10CD4E2D}"/>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00" b="0">
                <a:solidFill>
                  <a:srgbClr val="002342"/>
                </a:solidFill>
                <a:latin typeface="Arial Black"/>
                <a:ea typeface="Arial Black"/>
                <a:cs typeface="Arial Black"/>
              </a:defRPr>
            </a:defPPr>
          </a:lstStyle>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9" name="Promise line one">
            <a:extLst xmlns:a="http://schemas.openxmlformats.org/drawingml/2006/main">
              <a:ext uri="{FF2B5EF4-FFF2-40B4-BE49-F238E27FC236}">
                <a16:creationId xmlns:a16="http://schemas.microsoft.com/office/drawing/2014/main" id="{4FDEFCEB-AB74-47AE-B824-F80ACB3C621A}"/>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02342"/>
                </a:solidFill>
                <a:latin typeface="Arial"/>
                <a:ea typeface="Arial"/>
                <a:cs typeface="Arial"/>
              </a:defRPr>
            </a:defPPr>
          </a:lstStyle>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Practical skills. Real projects.</a:t>
            </a:r>
          </a:p>
        </p:txBody>
      </p:sp>
      <p:sp>
        <p:nvSpPr>
          <p:cNvPr id="10" name="Promise line two">
            <a:extLst xmlns:a="http://schemas.openxmlformats.org/drawingml/2006/main">
              <a:ext uri="{FF2B5EF4-FFF2-40B4-BE49-F238E27FC236}">
                <a16:creationId xmlns:a16="http://schemas.microsoft.com/office/drawing/2014/main" id="{471F796A-8C4B-40C1-83EB-CFFF788C534C}"/>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02342"/>
                </a:solidFill>
                <a:latin typeface="Arial"/>
                <a:ea typeface="Arial"/>
                <a:cs typeface="Arial"/>
              </a:defRPr>
            </a:defPPr>
          </a:lstStyle>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Greater opportunities.</a:t>
            </a:r>
          </a:p>
        </p:txBody>
      </p:sp>
      <p:sp>
        <p:nvSpPr>
          <p:cNvPr id="11" name="Central white sheet">
            <a:extLst xmlns:a="http://schemas.openxmlformats.org/drawingml/2006/main">
              <a:ext uri="{FF2B5EF4-FFF2-40B4-BE49-F238E27FC236}">
                <a16:creationId xmlns:a16="http://schemas.microsoft.com/office/drawing/2014/main" id="{594F705F-359A-4D5C-98D0-7A88342F91A1}"/>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2" name="Data Analysis panel">
            <a:extLst xmlns:a="http://schemas.openxmlformats.org/drawingml/2006/main">
              <a:ext uri="{FF2B5EF4-FFF2-40B4-BE49-F238E27FC236}">
                <a16:creationId xmlns:a16="http://schemas.microsoft.com/office/drawing/2014/main" id="{4F4FD11C-A732-4C8D-8DEE-5C6AA3CC5DA5}"/>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3" name="Machine Learning panel">
            <a:extLst xmlns:a="http://schemas.openxmlformats.org/drawingml/2006/main">
              <a:ext uri="{FF2B5EF4-FFF2-40B4-BE49-F238E27FC236}">
                <a16:creationId xmlns:a16="http://schemas.microsoft.com/office/drawing/2014/main" id="{790B331F-6CDF-4C93-883F-13FCD81C1905}"/>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6D678281-99A2-4BF9-AF02-A9168CE5CFD4}"/>
              </a:ext>
            </a:extLst>
          </p:cNvPr>
          <p:cNvPicPr>
            <a:picLocks xmlns:a="http://schemas.openxmlformats.org/drawingml/2006/main" noChangeAspect="1"/>
          </p:cNvPicPr>
          <p:nvPr/>
        </p:nvPicPr>
        <p:blipFill>
          <a:blip xmlns:r="http://schemas.openxmlformats.org/officeDocument/2006/relationships" xmlns:a="http://schemas.openxmlformats.org/drawingml/2006/main" r:embed="R7c042139542346e8"/>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70BA60C8-99D1-4C59-9943-6C031B793DA6}"/>
              </a:ext>
            </a:extLst>
          </p:cNvPr>
          <p:cNvPicPr>
            <a:picLocks xmlns:a="http://schemas.openxmlformats.org/drawingml/2006/main" noChangeAspect="1"/>
          </p:cNvPicPr>
          <p:nvPr/>
        </p:nvPicPr>
        <p:blipFill>
          <a:blip xmlns:r="http://schemas.openxmlformats.org/officeDocument/2006/relationships" xmlns:a="http://schemas.openxmlformats.org/drawingml/2006/main" r:embed="R9fd598df154a4768"/>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16" name="Data Analysis title">
            <a:extLst xmlns:a="http://schemas.openxmlformats.org/drawingml/2006/main">
              <a:ext uri="{FF2B5EF4-FFF2-40B4-BE49-F238E27FC236}">
                <a16:creationId xmlns:a16="http://schemas.microsoft.com/office/drawing/2014/main" id="{3BFBD9C1-5DBB-4B7C-B170-40DC9F79532B}"/>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004461"/>
                </a:solidFill>
                <a:latin typeface="Arial"/>
                <a:ea typeface="Arial"/>
                <a:cs typeface="Arial"/>
              </a:defRPr>
            </a:defPPr>
          </a:lstStyle>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17" name="ML title">
            <a:extLst xmlns:a="http://schemas.openxmlformats.org/drawingml/2006/main">
              <a:ext uri="{FF2B5EF4-FFF2-40B4-BE49-F238E27FC236}">
                <a16:creationId xmlns:a16="http://schemas.microsoft.com/office/drawing/2014/main" id="{3CA4FBD3-AF21-4D00-A07B-724F4A5D973A}"/>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6500BC"/>
                </a:solidFill>
                <a:latin typeface="Arial"/>
                <a:ea typeface="Arial"/>
                <a:cs typeface="Arial"/>
              </a:defRPr>
            </a:defPPr>
          </a:lstStyle>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18" name="DA description">
            <a:extLst xmlns:a="http://schemas.openxmlformats.org/drawingml/2006/main">
              <a:ext uri="{FF2B5EF4-FFF2-40B4-BE49-F238E27FC236}">
                <a16:creationId xmlns:a16="http://schemas.microsoft.com/office/drawing/2014/main" id="{9ABDE598-9ABD-403F-9787-3E3DE211AEEB}"/>
              </a:ext>
            </a:extLst>
          </p:cNvPr>
          <p:cNvSpPr>
            <a:spLocks xmlns:a="http://schemas.openxmlformats.org/drawingml/2006/main" noGrp="1"/>
          </p:cNvSpPr>
          <p:nvPr/>
        </p:nvSpPr>
        <p:spPr>
          <a:xfrm xmlns:a="http://schemas.openxmlformats.org/drawingml/2006/main" rot="0">
            <a:off x="1581150" y="65817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04461"/>
                </a:solidFill>
                <a:latin typeface="Arial"/>
                <a:ea typeface="Arial"/>
                <a:cs typeface="Arial"/>
              </a:defRPr>
            </a:defPPr>
          </a:lstStyle>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Turn real data into</a:t>
            </a:r>
          </a:p>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useful insights</a:t>
            </a:r>
          </a:p>
        </p:txBody>
      </p:sp>
      <p:sp>
        <p:nvSpPr>
          <p:cNvPr id="19" name="ML description">
            <a:extLst xmlns:a="http://schemas.openxmlformats.org/drawingml/2006/main">
              <a:ext uri="{FF2B5EF4-FFF2-40B4-BE49-F238E27FC236}">
                <a16:creationId xmlns:a16="http://schemas.microsoft.com/office/drawing/2014/main" id="{7746EE58-0C1F-4B3B-BE98-F25E961CEB30}"/>
              </a:ext>
            </a:extLst>
          </p:cNvPr>
          <p:cNvSpPr>
            <a:spLocks xmlns:a="http://schemas.openxmlformats.org/drawingml/2006/main" noGrp="1"/>
          </p:cNvSpPr>
          <p:nvPr/>
        </p:nvSpPr>
        <p:spPr>
          <a:xfrm xmlns:a="http://schemas.openxmlformats.org/drawingml/2006/main" rot="0">
            <a:off x="6238875" y="658177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6500BC"/>
                </a:solidFill>
                <a:latin typeface="Arial"/>
                <a:ea typeface="Arial"/>
                <a:cs typeface="Arial"/>
              </a:defRPr>
            </a:defPPr>
          </a:lstStyle>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Teach computers to find</a:t>
            </a:r>
          </a:p>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patterns &amp; make predictions</a:t>
            </a:r>
          </a:p>
        </p:txBody>
      </p:sp>
      <p:pic>
        <p:nvPicPr>
          <p:cNvPr id="20" name="">
            <a:extLst xmlns:a="http://schemas.openxmlformats.org/drawingml/2006/main">
              <a:ext uri="{FF2B5EF4-FFF2-40B4-BE49-F238E27FC236}">
                <a16:creationId xmlns:a16="http://schemas.microsoft.com/office/drawing/2014/main" id="{335C813A-090F-4A92-9722-A3F0334C632B}"/>
              </a:ext>
            </a:extLst>
          </p:cNvPr>
          <p:cNvPicPr>
            <a:picLocks xmlns:a="http://schemas.openxmlformats.org/drawingml/2006/main" noChangeAspect="1"/>
          </p:cNvPicPr>
          <p:nvPr/>
        </p:nvPicPr>
        <p:blipFill>
          <a:blip xmlns:r="http://schemas.openxmlformats.org/officeDocument/2006/relationships" xmlns:a="http://schemas.openxmlformats.org/drawingml/2006/main" r:embed="R469d0563a3ce480f"/>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1" name="Python label 73">
            <a:extLst xmlns:a="http://schemas.openxmlformats.org/drawingml/2006/main">
              <a:ext uri="{FF2B5EF4-FFF2-40B4-BE49-F238E27FC236}">
                <a16:creationId xmlns:a16="http://schemas.microsoft.com/office/drawing/2014/main" id="{EC39A620-2BEB-4D9F-9C7D-ED604CDD5E24}"/>
              </a:ext>
            </a:extLst>
          </p:cNvPr>
          <p:cNvSpPr>
            <a:spLocks xmlns:a="http://schemas.openxmlformats.org/drawingml/2006/main" noGrp="1"/>
          </p:cNvSpPr>
          <p:nvPr/>
        </p:nvSpPr>
        <p:spPr>
          <a:xfrm xmlns:a="http://schemas.openxmlformats.org/drawingml/2006/main" rot="0">
            <a:off x="5810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22" name="">
            <a:extLst xmlns:a="http://schemas.openxmlformats.org/drawingml/2006/main">
              <a:ext uri="{FF2B5EF4-FFF2-40B4-BE49-F238E27FC236}">
                <a16:creationId xmlns:a16="http://schemas.microsoft.com/office/drawing/2014/main" id="{73823415-ED26-43F7-9C7A-09801F575313}"/>
              </a:ext>
            </a:extLst>
          </p:cNvPr>
          <p:cNvPicPr>
            <a:picLocks xmlns:a="http://schemas.openxmlformats.org/drawingml/2006/main" noChangeAspect="1"/>
          </p:cNvPicPr>
          <p:nvPr/>
        </p:nvPicPr>
        <p:blipFill>
          <a:blip xmlns:r="http://schemas.openxmlformats.org/officeDocument/2006/relationships" xmlns:a="http://schemas.openxmlformats.org/drawingml/2006/main" r:embed="R91a7ff3f4e084e05"/>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3" name="pandas label 211">
            <a:extLst xmlns:a="http://schemas.openxmlformats.org/drawingml/2006/main">
              <a:ext uri="{FF2B5EF4-FFF2-40B4-BE49-F238E27FC236}">
                <a16:creationId xmlns:a16="http://schemas.microsoft.com/office/drawing/2014/main" id="{63E22EC6-B4E2-48DB-B86F-3AC4DA03E2A3}"/>
              </a:ext>
            </a:extLst>
          </p:cNvPr>
          <p:cNvSpPr>
            <a:spLocks xmlns:a="http://schemas.openxmlformats.org/drawingml/2006/main" noGrp="1"/>
          </p:cNvSpPr>
          <p:nvPr/>
        </p:nvSpPr>
        <p:spPr>
          <a:xfrm xmlns:a="http://schemas.openxmlformats.org/drawingml/2006/main" rot="0">
            <a:off x="18954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24" name="">
            <a:extLst xmlns:a="http://schemas.openxmlformats.org/drawingml/2006/main">
              <a:ext uri="{FF2B5EF4-FFF2-40B4-BE49-F238E27FC236}">
                <a16:creationId xmlns:a16="http://schemas.microsoft.com/office/drawing/2014/main" id="{D1A8AE78-D22F-49C9-B989-52EC9F7ACF56}"/>
              </a:ext>
            </a:extLst>
          </p:cNvPr>
          <p:cNvPicPr>
            <a:picLocks xmlns:a="http://schemas.openxmlformats.org/drawingml/2006/main" noChangeAspect="1"/>
          </p:cNvPicPr>
          <p:nvPr/>
        </p:nvPicPr>
        <p:blipFill>
          <a:blip xmlns:r="http://schemas.openxmlformats.org/officeDocument/2006/relationships" xmlns:a="http://schemas.openxmlformats.org/drawingml/2006/main" r:embed="Reea5b0491e2a4c6a"/>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5" name="SQL label 349">
            <a:extLst xmlns:a="http://schemas.openxmlformats.org/drawingml/2006/main">
              <a:ext uri="{FF2B5EF4-FFF2-40B4-BE49-F238E27FC236}">
                <a16:creationId xmlns:a16="http://schemas.microsoft.com/office/drawing/2014/main" id="{90FA562D-8894-4633-976B-A61196A02CA2}"/>
              </a:ext>
            </a:extLst>
          </p:cNvPr>
          <p:cNvSpPr>
            <a:spLocks xmlns:a="http://schemas.openxmlformats.org/drawingml/2006/main" noGrp="1"/>
          </p:cNvSpPr>
          <p:nvPr/>
        </p:nvSpPr>
        <p:spPr>
          <a:xfrm xmlns:a="http://schemas.openxmlformats.org/drawingml/2006/main" rot="0">
            <a:off x="32099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SQL</a:t>
            </a:r>
          </a:p>
        </p:txBody>
      </p:sp>
      <p:pic>
        <p:nvPicPr>
          <p:cNvPr id="26" name="">
            <a:extLst xmlns:a="http://schemas.openxmlformats.org/drawingml/2006/main">
              <a:ext uri="{FF2B5EF4-FFF2-40B4-BE49-F238E27FC236}">
                <a16:creationId xmlns:a16="http://schemas.microsoft.com/office/drawing/2014/main" id="{F3DFB884-7A30-4D51-9D92-F432154963EC}"/>
              </a:ext>
            </a:extLst>
          </p:cNvPr>
          <p:cNvPicPr>
            <a:picLocks xmlns:a="http://schemas.openxmlformats.org/drawingml/2006/main" noChangeAspect="1"/>
          </p:cNvPicPr>
          <p:nvPr/>
        </p:nvPicPr>
        <p:blipFill>
          <a:blip xmlns:r="http://schemas.openxmlformats.org/officeDocument/2006/relationships" xmlns:a="http://schemas.openxmlformats.org/drawingml/2006/main" r:embed="Re344b041b11c4d83"/>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27" name="Python label 567">
            <a:extLst xmlns:a="http://schemas.openxmlformats.org/drawingml/2006/main">
              <a:ext uri="{FF2B5EF4-FFF2-40B4-BE49-F238E27FC236}">
                <a16:creationId xmlns:a16="http://schemas.microsoft.com/office/drawing/2014/main" id="{A3D409B5-325F-448D-B912-025E2E3F70BD}"/>
              </a:ext>
            </a:extLst>
          </p:cNvPr>
          <p:cNvSpPr>
            <a:spLocks xmlns:a="http://schemas.openxmlformats.org/drawingml/2006/main" noGrp="1"/>
          </p:cNvSpPr>
          <p:nvPr/>
        </p:nvSpPr>
        <p:spPr>
          <a:xfrm xmlns:a="http://schemas.openxmlformats.org/drawingml/2006/main" rot="0">
            <a:off x="52863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28" name="">
            <a:extLst xmlns:a="http://schemas.openxmlformats.org/drawingml/2006/main">
              <a:ext uri="{FF2B5EF4-FFF2-40B4-BE49-F238E27FC236}">
                <a16:creationId xmlns:a16="http://schemas.microsoft.com/office/drawing/2014/main" id="{2CF16A5B-CB21-41E6-8738-706874CCAE7D}"/>
              </a:ext>
            </a:extLst>
          </p:cNvPr>
          <p:cNvPicPr>
            <a:picLocks xmlns:a="http://schemas.openxmlformats.org/drawingml/2006/main" noChangeAspect="1"/>
          </p:cNvPicPr>
          <p:nvPr/>
        </p:nvPicPr>
        <p:blipFill>
          <a:blip xmlns:r="http://schemas.openxmlformats.org/officeDocument/2006/relationships" xmlns:a="http://schemas.openxmlformats.org/drawingml/2006/main" r:embed="R61db79d64a06453b"/>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29" name="pandas label 705">
            <a:extLst xmlns:a="http://schemas.openxmlformats.org/drawingml/2006/main">
              <a:ext uri="{FF2B5EF4-FFF2-40B4-BE49-F238E27FC236}">
                <a16:creationId xmlns:a16="http://schemas.microsoft.com/office/drawing/2014/main" id="{D3E98B58-4C96-4ECF-B42D-990D77FFBDDE}"/>
              </a:ext>
            </a:extLst>
          </p:cNvPr>
          <p:cNvSpPr>
            <a:spLocks xmlns:a="http://schemas.openxmlformats.org/drawingml/2006/main" noGrp="1"/>
          </p:cNvSpPr>
          <p:nvPr/>
        </p:nvSpPr>
        <p:spPr>
          <a:xfrm xmlns:a="http://schemas.openxmlformats.org/drawingml/2006/main" rot="0">
            <a:off x="66008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30" name="">
            <a:extLst xmlns:a="http://schemas.openxmlformats.org/drawingml/2006/main">
              <a:ext uri="{FF2B5EF4-FFF2-40B4-BE49-F238E27FC236}">
                <a16:creationId xmlns:a16="http://schemas.microsoft.com/office/drawing/2014/main" id="{D2D4F1B5-BEFC-415B-9E70-8F2F28CCE982}"/>
              </a:ext>
            </a:extLst>
          </p:cNvPr>
          <p:cNvPicPr>
            <a:picLocks xmlns:a="http://schemas.openxmlformats.org/drawingml/2006/main" noChangeAspect="1"/>
          </p:cNvPicPr>
          <p:nvPr/>
        </p:nvPicPr>
        <p:blipFill>
          <a:blip xmlns:r="http://schemas.openxmlformats.org/officeDocument/2006/relationships" xmlns:a="http://schemas.openxmlformats.org/drawingml/2006/main" r:embed="Rc17d6104ce8741ac"/>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1" name="scikit-learn label 843">
            <a:extLst xmlns:a="http://schemas.openxmlformats.org/drawingml/2006/main">
              <a:ext uri="{FF2B5EF4-FFF2-40B4-BE49-F238E27FC236}">
                <a16:creationId xmlns:a16="http://schemas.microsoft.com/office/drawing/2014/main" id="{B6BE8767-C49B-487B-B77A-B31416BED62A}"/>
              </a:ext>
            </a:extLst>
          </p:cNvPr>
          <p:cNvSpPr>
            <a:spLocks xmlns:a="http://schemas.openxmlformats.org/drawingml/2006/main" noGrp="1"/>
          </p:cNvSpPr>
          <p:nvPr/>
        </p:nvSpPr>
        <p:spPr>
          <a:xfrm xmlns:a="http://schemas.openxmlformats.org/drawingml/2006/main" rot="0">
            <a:off x="79152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scikit-learn</a:t>
            </a:r>
          </a:p>
        </p:txBody>
      </p:sp>
      <p:sp>
        <p:nvSpPr>
          <p:cNvPr id="32" name="DA rule">
            <a:extLst xmlns:a="http://schemas.openxmlformats.org/drawingml/2006/main">
              <a:ext uri="{FF2B5EF4-FFF2-40B4-BE49-F238E27FC236}">
                <a16:creationId xmlns:a16="http://schemas.microsoft.com/office/drawing/2014/main" id="{A6FE173F-9A5E-4AB6-8CBE-DA961DC978AA}"/>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3" name="ML rule">
            <a:extLst xmlns:a="http://schemas.openxmlformats.org/drawingml/2006/main">
              <a:ext uri="{FF2B5EF4-FFF2-40B4-BE49-F238E27FC236}">
                <a16:creationId xmlns:a16="http://schemas.microsoft.com/office/drawing/2014/main" id="{CF27FD74-7156-4322-94CF-A64CD84E31BE}"/>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DE3180FB-D879-4335-BCCD-13345C4CD70D}"/>
              </a:ext>
            </a:extLst>
          </p:cNvPr>
          <p:cNvPicPr>
            <a:picLocks xmlns:a="http://schemas.openxmlformats.org/drawingml/2006/main" noChangeAspect="1"/>
          </p:cNvPicPr>
          <p:nvPr/>
        </p:nvPicPr>
        <p:blipFill>
          <a:blip xmlns:r="http://schemas.openxmlformats.org/officeDocument/2006/relationships" xmlns:a="http://schemas.openxmlformats.org/drawingml/2006/main" r:embed="R026f976f3bb74d4a"/>
          <a:stretch xmlns:a="http://schemas.openxmlformats.org/drawingml/2006/main"/>
        </p:blipFill>
        <p:spPr>
          <a:xfrm xmlns:a="http://schemas.openxmlformats.org/drawingml/2006/main">
            <a:off x="476250" y="8439150"/>
            <a:ext cx="161925" cy="161925"/>
          </a:xfrm>
          <a:prstGeom xmlns:a="http://schemas.openxmlformats.org/drawingml/2006/main" prst="rect">
            <a:avLst/>
          </a:prstGeom>
        </p:spPr>
      </p:pic>
      <p:sp>
        <p:nvSpPr>
          <p:cNvPr id="35" name="DA learning 1">
            <a:extLst xmlns:a="http://schemas.openxmlformats.org/drawingml/2006/main">
              <a:ext uri="{FF2B5EF4-FFF2-40B4-BE49-F238E27FC236}">
                <a16:creationId xmlns:a16="http://schemas.microsoft.com/office/drawing/2014/main" id="{5061D86A-F5B6-4C7B-82D9-306333F70F54}"/>
              </a:ext>
            </a:extLst>
          </p:cNvPr>
          <p:cNvSpPr>
            <a:spLocks xmlns:a="http://schemas.openxmlformats.org/drawingml/2006/main" noGrp="1"/>
          </p:cNvSpPr>
          <p:nvPr/>
        </p:nvSpPr>
        <p:spPr>
          <a:xfrm xmlns:a="http://schemas.openxmlformats.org/drawingml/2006/main" rot="0">
            <a:off x="742950" y="837247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 (programming basics)</a:t>
            </a:r>
          </a:p>
        </p:txBody>
      </p:sp>
      <p:pic>
        <p:nvPicPr>
          <p:cNvPr id="36" name="">
            <a:extLst xmlns:a="http://schemas.openxmlformats.org/drawingml/2006/main">
              <a:ext uri="{FF2B5EF4-FFF2-40B4-BE49-F238E27FC236}">
                <a16:creationId xmlns:a16="http://schemas.microsoft.com/office/drawing/2014/main" id="{9958AE04-0E5A-4399-907C-66361827B5E3}"/>
              </a:ext>
            </a:extLst>
          </p:cNvPr>
          <p:cNvPicPr>
            <a:picLocks xmlns:a="http://schemas.openxmlformats.org/drawingml/2006/main" noChangeAspect="1"/>
          </p:cNvPicPr>
          <p:nvPr/>
        </p:nvPicPr>
        <p:blipFill>
          <a:blip xmlns:r="http://schemas.openxmlformats.org/officeDocument/2006/relationships" xmlns:a="http://schemas.openxmlformats.org/drawingml/2006/main" r:embed="Rce16e1a628bd4b9c"/>
          <a:stretch xmlns:a="http://schemas.openxmlformats.org/drawingml/2006/main"/>
        </p:blipFill>
        <p:spPr>
          <a:xfrm xmlns:a="http://schemas.openxmlformats.org/drawingml/2006/main">
            <a:off x="5181600" y="8439150"/>
            <a:ext cx="161925" cy="161925"/>
          </a:xfrm>
          <a:prstGeom xmlns:a="http://schemas.openxmlformats.org/drawingml/2006/main" prst="rect">
            <a:avLst/>
          </a:prstGeom>
        </p:spPr>
      </p:pic>
      <p:sp>
        <p:nvSpPr>
          <p:cNvPr id="37" name="ML learning 1">
            <a:extLst xmlns:a="http://schemas.openxmlformats.org/drawingml/2006/main">
              <a:ext uri="{FF2B5EF4-FFF2-40B4-BE49-F238E27FC236}">
                <a16:creationId xmlns:a16="http://schemas.microsoft.com/office/drawing/2014/main" id="{3B282505-59A8-4AA0-A174-4D0F5378E383}"/>
              </a:ext>
            </a:extLst>
          </p:cNvPr>
          <p:cNvSpPr>
            <a:spLocks xmlns:a="http://schemas.openxmlformats.org/drawingml/2006/main" noGrp="1"/>
          </p:cNvSpPr>
          <p:nvPr/>
        </p:nvSpPr>
        <p:spPr>
          <a:xfrm xmlns:a="http://schemas.openxmlformats.org/drawingml/2006/main" rot="0">
            <a:off x="5448300" y="83724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a:t>
            </a:r>
          </a:p>
        </p:txBody>
      </p:sp>
      <p:pic>
        <p:nvPicPr>
          <p:cNvPr id="38" name="">
            <a:extLst xmlns:a="http://schemas.openxmlformats.org/drawingml/2006/main">
              <a:ext uri="{FF2B5EF4-FFF2-40B4-BE49-F238E27FC236}">
                <a16:creationId xmlns:a16="http://schemas.microsoft.com/office/drawing/2014/main" id="{3AD9325C-ADC2-4482-BB56-A9DF878C54CA}"/>
              </a:ext>
            </a:extLst>
          </p:cNvPr>
          <p:cNvPicPr>
            <a:picLocks xmlns:a="http://schemas.openxmlformats.org/drawingml/2006/main" noChangeAspect="1"/>
          </p:cNvPicPr>
          <p:nvPr/>
        </p:nvPicPr>
        <p:blipFill>
          <a:blip xmlns:r="http://schemas.openxmlformats.org/officeDocument/2006/relationships" xmlns:a="http://schemas.openxmlformats.org/drawingml/2006/main" r:embed="R907910241bcc4dc2"/>
          <a:stretch xmlns:a="http://schemas.openxmlformats.org/drawingml/2006/main"/>
        </p:blipFill>
        <p:spPr>
          <a:xfrm xmlns:a="http://schemas.openxmlformats.org/drawingml/2006/main">
            <a:off x="476250" y="8715375"/>
            <a:ext cx="161925" cy="161925"/>
          </a:xfrm>
          <a:prstGeom xmlns:a="http://schemas.openxmlformats.org/drawingml/2006/main" prst="rect">
            <a:avLst/>
          </a:prstGeom>
        </p:spPr>
      </p:pic>
      <p:sp>
        <p:nvSpPr>
          <p:cNvPr id="39" name="DA learning 2">
            <a:extLst xmlns:a="http://schemas.openxmlformats.org/drawingml/2006/main">
              <a:ext uri="{FF2B5EF4-FFF2-40B4-BE49-F238E27FC236}">
                <a16:creationId xmlns:a16="http://schemas.microsoft.com/office/drawing/2014/main" id="{229EC827-4E5C-4EF0-9325-34EF7D3D7DB5}"/>
              </a:ext>
            </a:extLst>
          </p:cNvPr>
          <p:cNvSpPr>
            <a:spLocks xmlns:a="http://schemas.openxmlformats.org/drawingml/2006/main" noGrp="1"/>
          </p:cNvSpPr>
          <p:nvPr/>
        </p:nvSpPr>
        <p:spPr>
          <a:xfrm xmlns:a="http://schemas.openxmlformats.org/drawingml/2006/main" rot="0">
            <a:off x="742950" y="8648700"/>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SQL (querying data)</a:t>
            </a:r>
          </a:p>
        </p:txBody>
      </p:sp>
      <p:pic>
        <p:nvPicPr>
          <p:cNvPr id="40" name="">
            <a:extLst xmlns:a="http://schemas.openxmlformats.org/drawingml/2006/main">
              <a:ext uri="{FF2B5EF4-FFF2-40B4-BE49-F238E27FC236}">
                <a16:creationId xmlns:a16="http://schemas.microsoft.com/office/drawing/2014/main" id="{3D918285-A0F7-431C-84B3-519F1C8676FE}"/>
              </a:ext>
            </a:extLst>
          </p:cNvPr>
          <p:cNvPicPr>
            <a:picLocks xmlns:a="http://schemas.openxmlformats.org/drawingml/2006/main" noChangeAspect="1"/>
          </p:cNvPicPr>
          <p:nvPr/>
        </p:nvPicPr>
        <p:blipFill>
          <a:blip xmlns:r="http://schemas.openxmlformats.org/officeDocument/2006/relationships" xmlns:a="http://schemas.openxmlformats.org/drawingml/2006/main" r:embed="R560b1bf6d59446ac"/>
          <a:stretch xmlns:a="http://schemas.openxmlformats.org/drawingml/2006/main"/>
        </p:blipFill>
        <p:spPr>
          <a:xfrm xmlns:a="http://schemas.openxmlformats.org/drawingml/2006/main">
            <a:off x="5181600" y="8772525"/>
            <a:ext cx="161925" cy="161925"/>
          </a:xfrm>
          <a:prstGeom xmlns:a="http://schemas.openxmlformats.org/drawingml/2006/main" prst="rect">
            <a:avLst/>
          </a:prstGeom>
        </p:spPr>
      </p:pic>
      <p:sp>
        <p:nvSpPr>
          <p:cNvPr id="41" name="ML learning 2">
            <a:extLst xmlns:a="http://schemas.openxmlformats.org/drawingml/2006/main">
              <a:ext uri="{FF2B5EF4-FFF2-40B4-BE49-F238E27FC236}">
                <a16:creationId xmlns:a16="http://schemas.microsoft.com/office/drawing/2014/main" id="{B17E54E3-8D9D-4653-87C8-AFCB5C7D1663}"/>
              </a:ext>
            </a:extLst>
          </p:cNvPr>
          <p:cNvSpPr>
            <a:spLocks xmlns:a="http://schemas.openxmlformats.org/drawingml/2006/main" noGrp="1"/>
          </p:cNvSpPr>
          <p:nvPr/>
        </p:nvSpPr>
        <p:spPr>
          <a:xfrm xmlns:a="http://schemas.openxmlformats.org/drawingml/2006/main" rot="0">
            <a:off x="5448300" y="87058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Machine learning concepts</a:t>
            </a:r>
          </a:p>
        </p:txBody>
      </p:sp>
      <p:pic>
        <p:nvPicPr>
          <p:cNvPr id="42" name="">
            <a:extLst xmlns:a="http://schemas.openxmlformats.org/drawingml/2006/main">
              <a:ext uri="{FF2B5EF4-FFF2-40B4-BE49-F238E27FC236}">
                <a16:creationId xmlns:a16="http://schemas.microsoft.com/office/drawing/2014/main" id="{433EB196-F770-4A51-8CCB-DA076B490915}"/>
              </a:ext>
            </a:extLst>
          </p:cNvPr>
          <p:cNvPicPr>
            <a:picLocks xmlns:a="http://schemas.openxmlformats.org/drawingml/2006/main" noChangeAspect="1"/>
          </p:cNvPicPr>
          <p:nvPr/>
        </p:nvPicPr>
        <p:blipFill>
          <a:blip xmlns:r="http://schemas.openxmlformats.org/officeDocument/2006/relationships" xmlns:a="http://schemas.openxmlformats.org/drawingml/2006/main" r:embed="Raad2b8e0394545e2"/>
          <a:stretch xmlns:a="http://schemas.openxmlformats.org/drawingml/2006/main"/>
        </p:blipFill>
        <p:spPr>
          <a:xfrm xmlns:a="http://schemas.openxmlformats.org/drawingml/2006/main">
            <a:off x="476250" y="8991600"/>
            <a:ext cx="161925" cy="161925"/>
          </a:xfrm>
          <a:prstGeom xmlns:a="http://schemas.openxmlformats.org/drawingml/2006/main" prst="rect">
            <a:avLst/>
          </a:prstGeom>
        </p:spPr>
      </p:pic>
      <p:sp>
        <p:nvSpPr>
          <p:cNvPr id="43" name="DA learning 3">
            <a:extLst xmlns:a="http://schemas.openxmlformats.org/drawingml/2006/main">
              <a:ext uri="{FF2B5EF4-FFF2-40B4-BE49-F238E27FC236}">
                <a16:creationId xmlns:a16="http://schemas.microsoft.com/office/drawing/2014/main" id="{8603FAB2-4127-48EB-BFBB-FF3DB3CB5371}"/>
              </a:ext>
            </a:extLst>
          </p:cNvPr>
          <p:cNvSpPr>
            <a:spLocks xmlns:a="http://schemas.openxmlformats.org/drawingml/2006/main" noGrp="1"/>
          </p:cNvSpPr>
          <p:nvPr/>
        </p:nvSpPr>
        <p:spPr>
          <a:xfrm xmlns:a="http://schemas.openxmlformats.org/drawingml/2006/main" rot="0">
            <a:off x="742950" y="89249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cleaning &amp; preparation</a:t>
            </a:r>
          </a:p>
        </p:txBody>
      </p:sp>
      <p:pic>
        <p:nvPicPr>
          <p:cNvPr id="44" name="">
            <a:extLst xmlns:a="http://schemas.openxmlformats.org/drawingml/2006/main">
              <a:ext uri="{FF2B5EF4-FFF2-40B4-BE49-F238E27FC236}">
                <a16:creationId xmlns:a16="http://schemas.microsoft.com/office/drawing/2014/main" id="{1DCF2B83-8658-4E2C-BAB2-70EAFED1BF48}"/>
              </a:ext>
            </a:extLst>
          </p:cNvPr>
          <p:cNvPicPr>
            <a:picLocks xmlns:a="http://schemas.openxmlformats.org/drawingml/2006/main" noChangeAspect="1"/>
          </p:cNvPicPr>
          <p:nvPr/>
        </p:nvPicPr>
        <p:blipFill>
          <a:blip xmlns:r="http://schemas.openxmlformats.org/officeDocument/2006/relationships" xmlns:a="http://schemas.openxmlformats.org/drawingml/2006/main" r:embed="R805b5af253af495a"/>
          <a:stretch xmlns:a="http://schemas.openxmlformats.org/drawingml/2006/main"/>
        </p:blipFill>
        <p:spPr>
          <a:xfrm xmlns:a="http://schemas.openxmlformats.org/drawingml/2006/main">
            <a:off x="5181600" y="9105900"/>
            <a:ext cx="161925" cy="161925"/>
          </a:xfrm>
          <a:prstGeom xmlns:a="http://schemas.openxmlformats.org/drawingml/2006/main" prst="rect">
            <a:avLst/>
          </a:prstGeom>
        </p:spPr>
      </p:pic>
      <p:sp>
        <p:nvSpPr>
          <p:cNvPr id="45" name="ML learning 3">
            <a:extLst xmlns:a="http://schemas.openxmlformats.org/drawingml/2006/main">
              <a:ext uri="{FF2B5EF4-FFF2-40B4-BE49-F238E27FC236}">
                <a16:creationId xmlns:a16="http://schemas.microsoft.com/office/drawing/2014/main" id="{CD697EAB-CD5E-4FA3-B2CB-7CDCA168F99B}"/>
              </a:ext>
            </a:extLst>
          </p:cNvPr>
          <p:cNvSpPr>
            <a:spLocks xmlns:a="http://schemas.openxmlformats.org/drawingml/2006/main" noGrp="1"/>
          </p:cNvSpPr>
          <p:nvPr/>
        </p:nvSpPr>
        <p:spPr>
          <a:xfrm xmlns:a="http://schemas.openxmlformats.org/drawingml/2006/main" rot="0">
            <a:off x="5448300" y="9039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Model training</a:t>
            </a:r>
          </a:p>
        </p:txBody>
      </p:sp>
      <p:pic>
        <p:nvPicPr>
          <p:cNvPr id="46" name="">
            <a:extLst xmlns:a="http://schemas.openxmlformats.org/drawingml/2006/main">
              <a:ext uri="{FF2B5EF4-FFF2-40B4-BE49-F238E27FC236}">
                <a16:creationId xmlns:a16="http://schemas.microsoft.com/office/drawing/2014/main" id="{9E5A8615-3075-49EE-98F2-27C04E997A73}"/>
              </a:ext>
            </a:extLst>
          </p:cNvPr>
          <p:cNvPicPr>
            <a:picLocks xmlns:a="http://schemas.openxmlformats.org/drawingml/2006/main" noChangeAspect="1"/>
          </p:cNvPicPr>
          <p:nvPr/>
        </p:nvPicPr>
        <p:blipFill>
          <a:blip xmlns:r="http://schemas.openxmlformats.org/officeDocument/2006/relationships" xmlns:a="http://schemas.openxmlformats.org/drawingml/2006/main" r:embed="R7facd3be9f0c4d40"/>
          <a:stretch xmlns:a="http://schemas.openxmlformats.org/drawingml/2006/main"/>
        </p:blipFill>
        <p:spPr>
          <a:xfrm xmlns:a="http://schemas.openxmlformats.org/drawingml/2006/main">
            <a:off x="476250" y="9267825"/>
            <a:ext cx="161925" cy="161925"/>
          </a:xfrm>
          <a:prstGeom xmlns:a="http://schemas.openxmlformats.org/drawingml/2006/main" prst="rect">
            <a:avLst/>
          </a:prstGeom>
        </p:spPr>
      </p:pic>
      <p:sp>
        <p:nvSpPr>
          <p:cNvPr id="47" name="DA learning 4">
            <a:extLst xmlns:a="http://schemas.openxmlformats.org/drawingml/2006/main">
              <a:ext uri="{FF2B5EF4-FFF2-40B4-BE49-F238E27FC236}">
                <a16:creationId xmlns:a16="http://schemas.microsoft.com/office/drawing/2014/main" id="{8DD1E5EF-6D73-4810-B0F1-4F6B1FD214CD}"/>
              </a:ext>
            </a:extLst>
          </p:cNvPr>
          <p:cNvSpPr>
            <a:spLocks xmlns:a="http://schemas.openxmlformats.org/drawingml/2006/main" noGrp="1"/>
          </p:cNvSpPr>
          <p:nvPr/>
        </p:nvSpPr>
        <p:spPr>
          <a:xfrm xmlns:a="http://schemas.openxmlformats.org/drawingml/2006/main" rot="0">
            <a:off x="742950" y="9201150"/>
            <a:ext cx="39147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visualization</a:t>
            </a:r>
          </a:p>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(dashboards &amp; charts)</a:t>
            </a:r>
          </a:p>
        </p:txBody>
      </p:sp>
      <p:pic>
        <p:nvPicPr>
          <p:cNvPr id="48" name="">
            <a:extLst xmlns:a="http://schemas.openxmlformats.org/drawingml/2006/main">
              <a:ext uri="{FF2B5EF4-FFF2-40B4-BE49-F238E27FC236}">
                <a16:creationId xmlns:a16="http://schemas.microsoft.com/office/drawing/2014/main" id="{5DE3F896-BD76-4B74-AB79-020D728B5178}"/>
              </a:ext>
            </a:extLst>
          </p:cNvPr>
          <p:cNvPicPr>
            <a:picLocks xmlns:a="http://schemas.openxmlformats.org/drawingml/2006/main" noChangeAspect="1"/>
          </p:cNvPicPr>
          <p:nvPr/>
        </p:nvPicPr>
        <p:blipFill>
          <a:blip xmlns:r="http://schemas.openxmlformats.org/officeDocument/2006/relationships" xmlns:a="http://schemas.openxmlformats.org/drawingml/2006/main" r:embed="R38ca554126764a52"/>
          <a:stretch xmlns:a="http://schemas.openxmlformats.org/drawingml/2006/main"/>
        </p:blipFill>
        <p:spPr>
          <a:xfrm xmlns:a="http://schemas.openxmlformats.org/drawingml/2006/main">
            <a:off x="5181600" y="9439275"/>
            <a:ext cx="161925" cy="161925"/>
          </a:xfrm>
          <a:prstGeom xmlns:a="http://schemas.openxmlformats.org/drawingml/2006/main" prst="rect">
            <a:avLst/>
          </a:prstGeom>
        </p:spPr>
      </p:pic>
      <p:sp>
        <p:nvSpPr>
          <p:cNvPr id="49" name="ML learning 4">
            <a:extLst xmlns:a="http://schemas.openxmlformats.org/drawingml/2006/main">
              <a:ext uri="{FF2B5EF4-FFF2-40B4-BE49-F238E27FC236}">
                <a16:creationId xmlns:a16="http://schemas.microsoft.com/office/drawing/2014/main" id="{3CEC40B2-2210-4FD4-BC1A-0F6D1465BF38}"/>
              </a:ext>
            </a:extLst>
          </p:cNvPr>
          <p:cNvSpPr>
            <a:spLocks xmlns:a="http://schemas.openxmlformats.org/drawingml/2006/main" noGrp="1"/>
          </p:cNvSpPr>
          <p:nvPr/>
        </p:nvSpPr>
        <p:spPr>
          <a:xfrm xmlns:a="http://schemas.openxmlformats.org/drawingml/2006/main" rot="0">
            <a:off x="5448300" y="93726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Prediction &amp; evaluation</a:t>
            </a:r>
          </a:p>
        </p:txBody>
      </p:sp>
      <p:pic>
        <p:nvPicPr>
          <p:cNvPr id="50" name="">
            <a:extLst xmlns:a="http://schemas.openxmlformats.org/drawingml/2006/main">
              <a:ext uri="{FF2B5EF4-FFF2-40B4-BE49-F238E27FC236}">
                <a16:creationId xmlns:a16="http://schemas.microsoft.com/office/drawing/2014/main" id="{7C0D3311-AB29-4A6F-9E0D-D02B349477FA}"/>
              </a:ext>
            </a:extLst>
          </p:cNvPr>
          <p:cNvPicPr>
            <a:picLocks xmlns:a="http://schemas.openxmlformats.org/drawingml/2006/main" noChangeAspect="1"/>
          </p:cNvPicPr>
          <p:nvPr/>
        </p:nvPicPr>
        <p:blipFill>
          <a:blip xmlns:r="http://schemas.openxmlformats.org/officeDocument/2006/relationships" xmlns:a="http://schemas.openxmlformats.org/drawingml/2006/main" r:embed="R91ce498f59ba4089"/>
          <a:stretch xmlns:a="http://schemas.openxmlformats.org/drawingml/2006/main"/>
        </p:blipFill>
        <p:spPr>
          <a:xfrm xmlns:a="http://schemas.openxmlformats.org/drawingml/2006/main">
            <a:off x="476250" y="9791700"/>
            <a:ext cx="161925" cy="161925"/>
          </a:xfrm>
          <a:prstGeom xmlns:a="http://schemas.openxmlformats.org/drawingml/2006/main" prst="rect">
            <a:avLst/>
          </a:prstGeom>
        </p:spPr>
      </p:pic>
      <p:sp>
        <p:nvSpPr>
          <p:cNvPr id="51" name="DA learning 5">
            <a:extLst xmlns:a="http://schemas.openxmlformats.org/drawingml/2006/main">
              <a:ext uri="{FF2B5EF4-FFF2-40B4-BE49-F238E27FC236}">
                <a16:creationId xmlns:a16="http://schemas.microsoft.com/office/drawing/2014/main" id="{AC0A24F1-C895-42B9-8359-E104DB25134A}"/>
              </a:ext>
            </a:extLst>
          </p:cNvPr>
          <p:cNvSpPr>
            <a:spLocks xmlns:a="http://schemas.openxmlformats.org/drawingml/2006/main" noGrp="1"/>
          </p:cNvSpPr>
          <p:nvPr/>
        </p:nvSpPr>
        <p:spPr>
          <a:xfrm xmlns:a="http://schemas.openxmlformats.org/drawingml/2006/main" rot="0">
            <a:off x="742950" y="97250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Basic statistics</a:t>
            </a:r>
          </a:p>
        </p:txBody>
      </p:sp>
      <p:pic>
        <p:nvPicPr>
          <p:cNvPr id="52" name="">
            <a:extLst xmlns:a="http://schemas.openxmlformats.org/drawingml/2006/main">
              <a:ext uri="{FF2B5EF4-FFF2-40B4-BE49-F238E27FC236}">
                <a16:creationId xmlns:a16="http://schemas.microsoft.com/office/drawing/2014/main" id="{C9CE0548-EBB5-4BBA-9C01-EEE58C6E9A2D}"/>
              </a:ext>
            </a:extLst>
          </p:cNvPr>
          <p:cNvPicPr>
            <a:picLocks xmlns:a="http://schemas.openxmlformats.org/drawingml/2006/main" noChangeAspect="1"/>
          </p:cNvPicPr>
          <p:nvPr/>
        </p:nvPicPr>
        <p:blipFill>
          <a:blip xmlns:r="http://schemas.openxmlformats.org/officeDocument/2006/relationships" xmlns:a="http://schemas.openxmlformats.org/drawingml/2006/main" r:embed="Rac351763814a4cd2"/>
          <a:stretch xmlns:a="http://schemas.openxmlformats.org/drawingml/2006/main"/>
        </p:blipFill>
        <p:spPr>
          <a:xfrm xmlns:a="http://schemas.openxmlformats.org/drawingml/2006/main">
            <a:off x="5181600" y="9772650"/>
            <a:ext cx="161925" cy="161925"/>
          </a:xfrm>
          <a:prstGeom xmlns:a="http://schemas.openxmlformats.org/drawingml/2006/main" prst="rect">
            <a:avLst/>
          </a:prstGeom>
        </p:spPr>
      </p:pic>
      <p:sp>
        <p:nvSpPr>
          <p:cNvPr id="53" name="ML learning 5">
            <a:extLst xmlns:a="http://schemas.openxmlformats.org/drawingml/2006/main">
              <a:ext uri="{FF2B5EF4-FFF2-40B4-BE49-F238E27FC236}">
                <a16:creationId xmlns:a16="http://schemas.microsoft.com/office/drawing/2014/main" id="{D92DD3A2-DEA8-4500-B97B-396C0FF2EDF6}"/>
              </a:ext>
            </a:extLst>
          </p:cNvPr>
          <p:cNvSpPr>
            <a:spLocks xmlns:a="http://schemas.openxmlformats.org/drawingml/2006/main" noGrp="1"/>
          </p:cNvSpPr>
          <p:nvPr/>
        </p:nvSpPr>
        <p:spPr>
          <a:xfrm xmlns:a="http://schemas.openxmlformats.org/drawingml/2006/main" rot="0">
            <a:off x="5448300" y="97059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Real-world datasets</a:t>
            </a:r>
          </a:p>
        </p:txBody>
      </p:sp>
      <p:sp>
        <p:nvSpPr>
          <p:cNvPr id="54" name="DA outcome strip">
            <a:extLst xmlns:a="http://schemas.openxmlformats.org/drawingml/2006/main">
              <a:ext uri="{FF2B5EF4-FFF2-40B4-BE49-F238E27FC236}">
                <a16:creationId xmlns:a16="http://schemas.microsoft.com/office/drawing/2014/main" id="{25055AED-80A1-4303-9A9C-9D30AC0FA075}"/>
              </a:ext>
            </a:extLst>
          </p:cNvPr>
          <p:cNvSpPr>
            <a:spLocks xmlns:a="http://schemas.openxmlformats.org/drawingml/2006/main" noGrp="1"/>
          </p:cNvSpPr>
          <p:nvPr/>
        </p:nvSpPr>
        <p:spPr>
          <a:xfrm xmlns:a="http://schemas.openxmlformats.org/drawingml/2006/main" rot="0">
            <a:off x="381000" y="10096500"/>
            <a:ext cx="4286250" cy="742950"/>
          </a:xfrm>
          <a:prstGeom xmlns:a="http://schemas.openxmlformats.org/drawingml/2006/main" prst="roundRect">
            <a:avLst>
              <a:gd name="adj" fmla="val 12821"/>
            </a:avLst>
          </a:prstGeom>
          <a:solidFill xmlns:a="http://schemas.openxmlformats.org/drawingml/2006/main">
            <a:srgbClr val="C7EAF8"/>
          </a:solidFill>
          <a:ln xmlns:a="http://schemas.openxmlformats.org/drawingml/2006/main" w="0">
            <a:noFill/>
          </a:ln>
        </p:spPr>
      </p:sp>
      <p:sp>
        <p:nvSpPr>
          <p:cNvPr id="55" name="ML outcome strip">
            <a:extLst xmlns:a="http://schemas.openxmlformats.org/drawingml/2006/main">
              <a:ext uri="{FF2B5EF4-FFF2-40B4-BE49-F238E27FC236}">
                <a16:creationId xmlns:a16="http://schemas.microsoft.com/office/drawing/2014/main" id="{95F92E54-B26D-4465-890A-DD5F0F195285}"/>
              </a:ext>
            </a:extLst>
          </p:cNvPr>
          <p:cNvSpPr>
            <a:spLocks xmlns:a="http://schemas.openxmlformats.org/drawingml/2006/main" noGrp="1"/>
          </p:cNvSpPr>
          <p:nvPr/>
        </p:nvSpPr>
        <p:spPr>
          <a:xfrm xmlns:a="http://schemas.openxmlformats.org/drawingml/2006/main" rot="0">
            <a:off x="5086350" y="10096500"/>
            <a:ext cx="4286250" cy="742950"/>
          </a:xfrm>
          <a:prstGeom xmlns:a="http://schemas.openxmlformats.org/drawingml/2006/main" prst="roundRect">
            <a:avLst>
              <a:gd name="adj" fmla="val 12821"/>
            </a:avLst>
          </a:prstGeom>
          <a:solidFill xmlns:a="http://schemas.openxmlformats.org/drawingml/2006/main">
            <a:srgbClr val="E0CBF7"/>
          </a:solidFill>
          <a:ln xmlns:a="http://schemas.openxmlformats.org/drawingml/2006/main" w="0">
            <a:noFill/>
          </a:ln>
        </p:spPr>
      </p:sp>
      <p:sp>
        <p:nvSpPr>
          <p:cNvPr id="56" name="DA Build">
            <a:extLst xmlns:a="http://schemas.openxmlformats.org/drawingml/2006/main">
              <a:ext uri="{FF2B5EF4-FFF2-40B4-BE49-F238E27FC236}">
                <a16:creationId xmlns:a16="http://schemas.microsoft.com/office/drawing/2014/main" id="{6D934359-6248-4364-B59F-28B73781AE23}"/>
              </a:ext>
            </a:extLst>
          </p:cNvPr>
          <p:cNvSpPr>
            <a:spLocks xmlns:a="http://schemas.openxmlformats.org/drawingml/2006/main" noGrp="1"/>
          </p:cNvSpPr>
          <p:nvPr/>
        </p:nvSpPr>
        <p:spPr>
          <a:xfrm xmlns:a="http://schemas.openxmlformats.org/drawingml/2006/main" rot="0">
            <a:off x="514350" y="10144125"/>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04461"/>
                </a:solidFill>
                <a:latin typeface="Arial Narrow"/>
                <a:ea typeface="Arial Narrow"/>
                <a:cs typeface="Arial Narrow"/>
              </a:defRPr>
            </a:defPPr>
          </a:lstStyle>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7" name="DA project examples">
            <a:extLst xmlns:a="http://schemas.openxmlformats.org/drawingml/2006/main">
              <a:ext uri="{FF2B5EF4-FFF2-40B4-BE49-F238E27FC236}">
                <a16:creationId xmlns:a16="http://schemas.microsoft.com/office/drawing/2014/main" id="{1C4B6461-5FC0-4BE6-BE22-D6281E00BCF4}"/>
              </a:ext>
            </a:extLst>
          </p:cNvPr>
          <p:cNvSpPr>
            <a:spLocks xmlns:a="http://schemas.openxmlformats.org/drawingml/2006/main" noGrp="1"/>
          </p:cNvSpPr>
          <p:nvPr/>
        </p:nvSpPr>
        <p:spPr>
          <a:xfrm xmlns:a="http://schemas.openxmlformats.org/drawingml/2006/main" rot="0">
            <a:off x="514350" y="1046797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Narrow"/>
                <a:ea typeface="Arial Narrow"/>
                <a:cs typeface="Arial Narrow"/>
              </a:defRPr>
            </a:defPPr>
          </a:lstStyle>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e.g. sales, customer or social media data</a:t>
            </a:r>
          </a:p>
        </p:txBody>
      </p:sp>
      <p:sp>
        <p:nvSpPr>
          <p:cNvPr id="58" name="ML Build">
            <a:extLst xmlns:a="http://schemas.openxmlformats.org/drawingml/2006/main">
              <a:ext uri="{FF2B5EF4-FFF2-40B4-BE49-F238E27FC236}">
                <a16:creationId xmlns:a16="http://schemas.microsoft.com/office/drawing/2014/main" id="{2F0262DD-409E-4C61-8C09-4EC58B2F8B1F}"/>
              </a:ext>
            </a:extLst>
          </p:cNvPr>
          <p:cNvSpPr>
            <a:spLocks xmlns:a="http://schemas.openxmlformats.org/drawingml/2006/main" noGrp="1"/>
          </p:cNvSpPr>
          <p:nvPr/>
        </p:nvSpPr>
        <p:spPr>
          <a:xfrm xmlns:a="http://schemas.openxmlformats.org/drawingml/2006/main" rot="0">
            <a:off x="5219700" y="10144125"/>
            <a:ext cx="401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6500BC"/>
                </a:solidFill>
                <a:latin typeface="Arial Narrow"/>
                <a:ea typeface="Arial Narrow"/>
                <a:cs typeface="Arial Narrow"/>
              </a:defRPr>
            </a:defPPr>
          </a:lstStyle>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59" name="ML project examples">
            <a:extLst xmlns:a="http://schemas.openxmlformats.org/drawingml/2006/main">
              <a:ext uri="{FF2B5EF4-FFF2-40B4-BE49-F238E27FC236}">
                <a16:creationId xmlns:a16="http://schemas.microsoft.com/office/drawing/2014/main" id="{2790B15F-1FFA-4C72-B0FF-C35282C778ED}"/>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02342"/>
                </a:solidFill>
                <a:latin typeface="Arial Narrow"/>
                <a:ea typeface="Arial Narrow"/>
                <a:cs typeface="Arial Narrow"/>
              </a:defRPr>
            </a:defPPr>
          </a:lstStyle>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60" name="">
            <a:extLst xmlns:a="http://schemas.openxmlformats.org/drawingml/2006/main">
              <a:ext uri="{FF2B5EF4-FFF2-40B4-BE49-F238E27FC236}">
                <a16:creationId xmlns:a16="http://schemas.microsoft.com/office/drawing/2014/main" id="{277CE553-822A-4B85-9824-6804010D1DB9}"/>
              </a:ext>
            </a:extLst>
          </p:cNvPr>
          <p:cNvPicPr>
            <a:picLocks xmlns:a="http://schemas.openxmlformats.org/drawingml/2006/main" noChangeAspect="1"/>
          </p:cNvPicPr>
          <p:nvPr/>
        </p:nvPicPr>
        <p:blipFill>
          <a:blip xmlns:r="http://schemas.openxmlformats.org/officeDocument/2006/relationships" xmlns:a="http://schemas.openxmlformats.org/drawingml/2006/main" r:embed="Rbdd3547bbed64db7"/>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1" name="Duration">
            <a:extLst xmlns:a="http://schemas.openxmlformats.org/drawingml/2006/main">
              <a:ext uri="{FF2B5EF4-FFF2-40B4-BE49-F238E27FC236}">
                <a16:creationId xmlns:a16="http://schemas.microsoft.com/office/drawing/2014/main" id="{F794B984-0B8F-4738-B20D-6155B0D5CA97}"/>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02342"/>
                </a:solidFill>
                <a:latin typeface="Arial"/>
                <a:ea typeface="Arial"/>
                <a:cs typeface="Arial"/>
              </a:defRPr>
            </a:defPPr>
          </a:lstStyle>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2" name="Benefit divider 1">
            <a:extLst xmlns:a="http://schemas.openxmlformats.org/drawingml/2006/main">
              <a:ext uri="{FF2B5EF4-FFF2-40B4-BE49-F238E27FC236}">
                <a16:creationId xmlns:a16="http://schemas.microsoft.com/office/drawing/2014/main" id="{412CB090-2EEC-40CF-9855-09FDCD6FD973}"/>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63" name="">
            <a:extLst xmlns:a="http://schemas.openxmlformats.org/drawingml/2006/main">
              <a:ext uri="{FF2B5EF4-FFF2-40B4-BE49-F238E27FC236}">
                <a16:creationId xmlns:a16="http://schemas.microsoft.com/office/drawing/2014/main" id="{196B6D58-3098-4F5B-97AB-078A63E74DE2}"/>
              </a:ext>
            </a:extLst>
          </p:cNvPr>
          <p:cNvPicPr>
            <a:picLocks xmlns:a="http://schemas.openxmlformats.org/drawingml/2006/main" noChangeAspect="1"/>
          </p:cNvPicPr>
          <p:nvPr/>
        </p:nvPicPr>
        <p:blipFill>
          <a:blip xmlns:r="http://schemas.openxmlformats.org/officeDocument/2006/relationships" xmlns:a="http://schemas.openxmlformats.org/drawingml/2006/main" r:embed="R6d3890d52bb041ef"/>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4" name="Group limit">
            <a:extLst xmlns:a="http://schemas.openxmlformats.org/drawingml/2006/main">
              <a:ext uri="{FF2B5EF4-FFF2-40B4-BE49-F238E27FC236}">
                <a16:creationId xmlns:a16="http://schemas.microsoft.com/office/drawing/2014/main" id="{15C395C1-1B70-4EE0-8D19-ADF13C8BC9DC}"/>
              </a:ext>
            </a:extLst>
          </p:cNvPr>
          <p:cNvSpPr>
            <a:spLocks xmlns:a="http://schemas.openxmlformats.org/drawingml/2006/main" noGrp="1"/>
          </p:cNvSpPr>
          <p:nvPr/>
        </p:nvSpPr>
        <p:spPr>
          <a:xfrm xmlns:a="http://schemas.openxmlformats.org/drawingml/2006/main" rot="0">
            <a:off x="3105150" y="13125450"/>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02342"/>
                </a:solidFill>
                <a:latin typeface="Arial Narrow"/>
                <a:ea typeface="Arial Narrow"/>
                <a:cs typeface="Arial Narrow"/>
              </a:defRPr>
            </a:defPPr>
          </a:lstStyle>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Max. 5 learners</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per group</a:t>
            </a:r>
          </a:p>
        </p:txBody>
      </p:sp>
      <p:sp>
        <p:nvSpPr>
          <p:cNvPr id="65" name="Benefit divider 2">
            <a:extLst xmlns:a="http://schemas.openxmlformats.org/drawingml/2006/main">
              <a:ext uri="{FF2B5EF4-FFF2-40B4-BE49-F238E27FC236}">
                <a16:creationId xmlns:a16="http://schemas.microsoft.com/office/drawing/2014/main" id="{616CF342-3A6F-4045-A486-1980E542FB2C}"/>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66" name="">
            <a:extLst xmlns:a="http://schemas.openxmlformats.org/drawingml/2006/main">
              <a:ext uri="{FF2B5EF4-FFF2-40B4-BE49-F238E27FC236}">
                <a16:creationId xmlns:a16="http://schemas.microsoft.com/office/drawing/2014/main" id="{8581AA31-CAF0-4605-ACDC-4BD315DADA05}"/>
              </a:ext>
            </a:extLst>
          </p:cNvPr>
          <p:cNvPicPr>
            <a:picLocks xmlns:a="http://schemas.openxmlformats.org/drawingml/2006/main" noChangeAspect="1"/>
          </p:cNvPicPr>
          <p:nvPr/>
        </p:nvPicPr>
        <p:blipFill>
          <a:blip xmlns:r="http://schemas.openxmlformats.org/officeDocument/2006/relationships" xmlns:a="http://schemas.openxmlformats.org/drawingml/2006/main" r:embed="R2b56aaed68cf4dfd"/>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67" name="Beginner access">
            <a:extLst xmlns:a="http://schemas.openxmlformats.org/drawingml/2006/main">
              <a:ext uri="{FF2B5EF4-FFF2-40B4-BE49-F238E27FC236}">
                <a16:creationId xmlns:a16="http://schemas.microsoft.com/office/drawing/2014/main" id="{190BA1EE-C782-4AE0-8D78-6683EF39D761}"/>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02342"/>
                </a:solidFill>
                <a:latin typeface="Arial Narrow"/>
                <a:ea typeface="Arial Narrow"/>
                <a:cs typeface="Arial Narrow"/>
              </a:defRPr>
            </a:defPPr>
          </a:lstStyle>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No coding</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experience needed</a:t>
            </a:r>
          </a:p>
        </p:txBody>
      </p:sp>
      <p:sp>
        <p:nvSpPr>
          <p:cNvPr id="68" name="Benefit divider 3">
            <a:extLst xmlns:a="http://schemas.openxmlformats.org/drawingml/2006/main">
              <a:ext uri="{FF2B5EF4-FFF2-40B4-BE49-F238E27FC236}">
                <a16:creationId xmlns:a16="http://schemas.microsoft.com/office/drawing/2014/main" id="{1565FA62-44CD-4AB8-8AAC-B84AAEC6E291}"/>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69" name="Limited places highlight">
            <a:extLst xmlns:a="http://schemas.openxmlformats.org/drawingml/2006/main">
              <a:ext uri="{FF2B5EF4-FFF2-40B4-BE49-F238E27FC236}">
                <a16:creationId xmlns:a16="http://schemas.microsoft.com/office/drawing/2014/main" id="{C5066A6F-48C0-47B4-8A87-1A567AAA5D1F}"/>
              </a:ext>
            </a:extLst>
          </p:cNvPr>
          <p:cNvSpPr>
            <a:spLocks xmlns:a="http://schemas.openxmlformats.org/drawingml/2006/main" noGrp="1"/>
          </p:cNvSpPr>
          <p:nvPr/>
        </p:nvSpPr>
        <p:spPr>
          <a:xfrm xmlns:a="http://schemas.openxmlformats.org/drawingml/2006/main" rot="0">
            <a:off x="7315200" y="13049250"/>
            <a:ext cx="2209800" cy="704850"/>
          </a:xfrm>
          <a:prstGeom xmlns:a="http://schemas.openxmlformats.org/drawingml/2006/main" prst="roundRect">
            <a:avLst>
              <a:gd name="adj" fmla="val 13514"/>
            </a:avLst>
          </a:prstGeom>
          <a:solidFill xmlns:a="http://schemas.openxmlformats.org/drawingml/2006/main">
            <a:srgbClr val="FFD44C"/>
          </a:solidFill>
          <a:ln xmlns:a="http://schemas.openxmlformats.org/drawingml/2006/main" w="0">
            <a:noFill/>
          </a:ln>
        </p:spPr>
      </p:sp>
      <p:sp>
        <p:nvSpPr>
          <p:cNvPr id="70" name="Places">
            <a:extLst xmlns:a="http://schemas.openxmlformats.org/drawingml/2006/main">
              <a:ext uri="{FF2B5EF4-FFF2-40B4-BE49-F238E27FC236}">
                <a16:creationId xmlns:a16="http://schemas.microsoft.com/office/drawing/2014/main" id="{7CDBAA4B-9C34-4B11-A1E2-EAA2F6E1B4D5}"/>
              </a:ext>
            </a:extLst>
          </p:cNvPr>
          <p:cNvSpPr>
            <a:spLocks xmlns:a="http://schemas.openxmlformats.org/drawingml/2006/main" noGrp="1"/>
          </p:cNvSpPr>
          <p:nvPr/>
        </p:nvSpPr>
        <p:spPr>
          <a:xfrm xmlns:a="http://schemas.openxmlformats.org/drawingml/2006/main" rot="0">
            <a:off x="7391400" y="131064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002342"/>
                </a:solidFill>
                <a:latin typeface="Arial"/>
                <a:ea typeface="Arial"/>
                <a:cs typeface="Arial"/>
              </a:defRPr>
            </a:defPPr>
          </a:lstStyle>
          <a:p xmlns:a="http://schemas.openxmlformats.org/drawingml/2006/main">
            <a:pPr algn="ctr">
              <a:defRPr sz="2100" b="1">
                <a:solidFill>
                  <a:srgbClr val="002342"/>
                </a:solidFill>
                <a:latin typeface="Arial"/>
                <a:ea typeface="Arial"/>
                <a:cs typeface="Arial"/>
              </a:defRPr>
            </a:pPr>
            <a:r>
              <a:rPr sz="2100" b="1">
                <a:solidFill>
                  <a:srgbClr val="002342"/>
                </a:solidFill>
                <a:latin typeface="Arial"/>
                <a:ea typeface="Arial"/>
                <a:cs typeface="Arial"/>
              </a:rPr>
              <a:t>Only 15 places</a:t>
            </a:r>
          </a:p>
        </p:txBody>
      </p:sp>
      <p:sp>
        <p:nvSpPr>
          <p:cNvPr id="71" name="Places qualifier">
            <a:extLst xmlns:a="http://schemas.openxmlformats.org/drawingml/2006/main">
              <a:ext uri="{FF2B5EF4-FFF2-40B4-BE49-F238E27FC236}">
                <a16:creationId xmlns:a16="http://schemas.microsoft.com/office/drawing/2014/main" id="{F339F9B0-B1DE-4231-BD9E-B87507CBFB16}"/>
              </a:ext>
            </a:extLst>
          </p:cNvPr>
          <p:cNvSpPr>
            <a:spLocks xmlns:a="http://schemas.openxmlformats.org/drawingml/2006/main" noGrp="1"/>
          </p:cNvSpPr>
          <p:nvPr/>
        </p:nvSpPr>
        <p:spPr>
          <a:xfrm xmlns:a="http://schemas.openxmlformats.org/drawingml/2006/main" rot="0">
            <a:off x="7391400" y="1344930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1">
                <a:solidFill>
                  <a:srgbClr val="002342"/>
                </a:solidFill>
                <a:latin typeface="Arial Narrow"/>
                <a:ea typeface="Arial Narrow"/>
                <a:cs typeface="Arial Narrow"/>
              </a:defRPr>
            </a:defPPr>
          </a:lstStyle>
          <a:p xmlns:a="http://schemas.openxmlformats.org/drawingml/2006/main">
            <a:pPr algn="ctr">
              <a:defRPr sz="1350" b="1">
                <a:solidFill>
                  <a:srgbClr val="002342"/>
                </a:solidFill>
                <a:latin typeface="Arial Narrow"/>
                <a:ea typeface="Arial Narrow"/>
                <a:cs typeface="Arial Narrow"/>
              </a:defRPr>
            </a:pPr>
            <a:r>
              <a:rPr sz="1350" b="1">
                <a:solidFill>
                  <a:srgbClr val="002342"/>
                </a:solidFill>
                <a:latin typeface="Arial Narrow"/>
                <a:ea typeface="Arial Narrow"/>
                <a:cs typeface="Arial Narrow"/>
              </a:rPr>
              <a:t>(whole programme)</a:t>
            </a:r>
          </a:p>
        </p:txBody>
      </p:sp>
      <p:sp>
        <p:nvSpPr>
          <p:cNvPr id="72" name="Programme fee panel">
            <a:extLst xmlns:a="http://schemas.openxmlformats.org/drawingml/2006/main">
              <a:ext uri="{FF2B5EF4-FFF2-40B4-BE49-F238E27FC236}">
                <a16:creationId xmlns:a16="http://schemas.microsoft.com/office/drawing/2014/main" id="{450ABCA5-1B3A-4724-8EF7-9432E4F94A3E}"/>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3" name="Programme fee heading">
            <a:extLst xmlns:a="http://schemas.openxmlformats.org/drawingml/2006/main">
              <a:ext uri="{FF2B5EF4-FFF2-40B4-BE49-F238E27FC236}">
                <a16:creationId xmlns:a16="http://schemas.microsoft.com/office/drawing/2014/main" id="{8F2F5DD9-B3D4-4581-BCF8-038EA9247FD3}"/>
              </a:ext>
            </a:extLst>
          </p:cNvPr>
          <p:cNvSpPr>
            <a:spLocks xmlns:a="http://schemas.openxmlformats.org/drawingml/2006/main" noGrp="1"/>
          </p:cNvSpPr>
          <p:nvPr/>
        </p:nvSpPr>
        <p:spPr>
          <a:xfrm xmlns:a="http://schemas.openxmlformats.org/drawingml/2006/main" rot="0">
            <a:off x="466725" y="140017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FFFF"/>
                </a:solidFill>
                <a:latin typeface="Arial"/>
                <a:ea typeface="Arial"/>
                <a:cs typeface="Arial"/>
              </a:defRPr>
            </a:def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Programme fee per learner</a:t>
            </a:r>
          </a:p>
        </p:txBody>
      </p:sp>
      <p:sp>
        <p:nvSpPr>
          <p:cNvPr id="74" name="Single programme fee">
            <a:extLst xmlns:a="http://schemas.openxmlformats.org/drawingml/2006/main">
              <a:ext uri="{FF2B5EF4-FFF2-40B4-BE49-F238E27FC236}">
                <a16:creationId xmlns:a16="http://schemas.microsoft.com/office/drawing/2014/main" id="{8C9C931F-153A-4EDB-83B3-DE418D39BE02}"/>
              </a:ext>
            </a:extLst>
          </p:cNvPr>
          <p:cNvSpPr>
            <a:spLocks xmlns:a="http://schemas.openxmlformats.org/drawingml/2006/main" noGrp="1"/>
          </p:cNvSpPr>
          <p:nvPr/>
        </p:nvSpPr>
        <p:spPr>
          <a:xfrm xmlns:a="http://schemas.openxmlformats.org/drawingml/2006/main" rot="0">
            <a:off x="466725" y="14354175"/>
            <a:ext cx="421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FFFFFF"/>
                </a:solidFill>
                <a:latin typeface="Arial"/>
                <a:ea typeface="Arial"/>
                <a:cs typeface="Arial"/>
              </a:defRPr>
            </a:def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UGX 1,000,000</a:t>
            </a:r>
          </a:p>
        </p:txBody>
      </p:sp>
      <p:sp>
        <p:nvSpPr>
          <p:cNvPr id="75" name="Single fee condition">
            <a:extLst xmlns:a="http://schemas.openxmlformats.org/drawingml/2006/main">
              <a:ext uri="{FF2B5EF4-FFF2-40B4-BE49-F238E27FC236}">
                <a16:creationId xmlns:a16="http://schemas.microsoft.com/office/drawing/2014/main" id="{04D76ECA-C573-4485-AF0B-28B046E04DB7}"/>
              </a:ext>
            </a:extLst>
          </p:cNvPr>
          <p:cNvSpPr>
            <a:spLocks xmlns:a="http://schemas.openxmlformats.org/drawingml/2006/main" noGrp="1"/>
          </p:cNvSpPr>
          <p:nvPr/>
        </p:nvSpPr>
        <p:spPr>
          <a:xfrm xmlns:a="http://schemas.openxmlformats.org/drawingml/2006/main" rot="0">
            <a:off x="466725" y="14963775"/>
            <a:ext cx="4200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FFFF"/>
                </a:solidFill>
                <a:latin typeface="Arial Narrow"/>
                <a:ea typeface="Arial Narrow"/>
                <a:cs typeface="Arial Narrow"/>
              </a:defRPr>
            </a:defPPr>
          </a:lstStyle>
          <a:p xmlns:a="http://schemas.openxmlformats.org/drawingml/2006/main">
            <a:pPr algn="l">
              <a:defRPr sz="1800" b="0">
                <a:solidFill>
                  <a:srgbClr val="FFFFFF"/>
                </a:solidFill>
                <a:latin typeface="Arial Narrow"/>
                <a:ea typeface="Arial Narrow"/>
                <a:cs typeface="Arial Narrow"/>
              </a:defRPr>
            </a:pPr>
            <a:r>
              <a:rPr sz="1800" b="0">
                <a:solidFill>
                  <a:srgbClr val="FFFFFF"/>
                </a:solidFill>
                <a:latin typeface="Arial Narrow"/>
                <a:ea typeface="Arial Narrow"/>
                <a:cs typeface="Arial Narrow"/>
              </a:rPr>
              <a:t>Same fee for groups of 1–5 learners</a:t>
            </a:r>
          </a:p>
        </p:txBody>
      </p:sp>
      <p:sp>
        <p:nvSpPr>
          <p:cNvPr id="76" name="Booking panel">
            <a:extLst xmlns:a="http://schemas.openxmlformats.org/drawingml/2006/main">
              <a:ext uri="{FF2B5EF4-FFF2-40B4-BE49-F238E27FC236}">
                <a16:creationId xmlns:a16="http://schemas.microsoft.com/office/drawing/2014/main" id="{FC462486-0D56-42F2-A633-50F53EF6485C}"/>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7" name="Reserve call to action">
            <a:extLst xmlns:a="http://schemas.openxmlformats.org/drawingml/2006/main">
              <a:ext uri="{FF2B5EF4-FFF2-40B4-BE49-F238E27FC236}">
                <a16:creationId xmlns:a16="http://schemas.microsoft.com/office/drawing/2014/main" id="{4E01F912-3F5F-44EA-8FA6-441B9CAFA55B}"/>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78" name="Reserve wording">
            <a:extLst xmlns:a="http://schemas.openxmlformats.org/drawingml/2006/main">
              <a:ext uri="{FF2B5EF4-FFF2-40B4-BE49-F238E27FC236}">
                <a16:creationId xmlns:a16="http://schemas.microsoft.com/office/drawing/2014/main" id="{1BB10528-8C3B-4777-8237-4EB78055A831}"/>
              </a:ext>
            </a:extLst>
          </p:cNvPr>
          <p:cNvSpPr>
            <a:spLocks xmlns:a="http://schemas.openxmlformats.org/drawingml/2006/main" noGrp="1"/>
          </p:cNvSpPr>
          <p:nvPr/>
        </p:nvSpPr>
        <p:spPr>
          <a:xfrm xmlns:a="http://schemas.openxmlformats.org/drawingml/2006/main" rot="0">
            <a:off x="5172075" y="14106525"/>
            <a:ext cx="2581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Reserve your place →</a:t>
            </a:r>
          </a:p>
        </p:txBody>
      </p:sp>
      <p:pic>
        <p:nvPicPr>
          <p:cNvPr id="79" name="">
            <a:extLst xmlns:a="http://schemas.openxmlformats.org/drawingml/2006/main">
              <a:ext uri="{FF2B5EF4-FFF2-40B4-BE49-F238E27FC236}">
                <a16:creationId xmlns:a16="http://schemas.microsoft.com/office/drawing/2014/main" id="{9B48E3DD-4CBC-423A-A867-EE8F7A30135E}"/>
              </a:ext>
            </a:extLst>
          </p:cNvPr>
          <p:cNvPicPr>
            <a:picLocks xmlns:a="http://schemas.openxmlformats.org/drawingml/2006/main" noChangeAspect="1"/>
          </p:cNvPicPr>
          <p:nvPr/>
        </p:nvPicPr>
        <p:blipFill>
          <a:blip xmlns:r="http://schemas.openxmlformats.org/officeDocument/2006/relationships" xmlns:a="http://schemas.openxmlformats.org/drawingml/2006/main" r:embed="R0942b10921484f79"/>
          <a:stretch xmlns:a="http://schemas.openxmlformats.org/drawingml/2006/main"/>
        </p:blipFill>
        <p:spPr>
          <a:xfrm xmlns:a="http://schemas.openxmlformats.org/drawingml/2006/main">
            <a:off x="5100638" y="14754225"/>
            <a:ext cx="333375" cy="381000"/>
          </a:xfrm>
          <a:prstGeom xmlns:a="http://schemas.openxmlformats.org/drawingml/2006/main" prst="rect">
            <a:avLst/>
          </a:prstGeom>
        </p:spPr>
      </p:pic>
      <p:sp>
        <p:nvSpPr>
          <p:cNvPr id="80" name="WhatsApp number">
            <a:extLst xmlns:a="http://schemas.openxmlformats.org/drawingml/2006/main">
              <a:ext uri="{FF2B5EF4-FFF2-40B4-BE49-F238E27FC236}">
                <a16:creationId xmlns:a16="http://schemas.microsoft.com/office/drawing/2014/main" id="{82508902-5653-43AF-A624-EB2C2B1175EA}"/>
              </a:ext>
            </a:extLst>
          </p:cNvPr>
          <p:cNvSpPr>
            <a:spLocks xmlns:a="http://schemas.openxmlformats.org/drawingml/2006/main" noGrp="1"/>
          </p:cNvSpPr>
          <p:nvPr/>
        </p:nvSpPr>
        <p:spPr>
          <a:xfrm xmlns:a="http://schemas.openxmlformats.org/drawingml/2006/main" rot="0">
            <a:off x="5572125" y="14763750"/>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FFFFFF"/>
                </a:solidFill>
                <a:latin typeface="Arial Narrow"/>
                <a:ea typeface="Arial Narrow"/>
                <a:cs typeface="Arial Narrow"/>
              </a:defRPr>
            </a:defPPr>
          </a:lstStyle>
          <a:p xmlns:a="http://schemas.openxmlformats.org/drawingml/2006/main">
            <a:pPr algn="l">
              <a:defRPr sz="2025" b="1">
                <a:solidFill>
                  <a:srgbClr val="FFFFFF"/>
                </a:solidFill>
                <a:latin typeface="Arial Narrow"/>
                <a:ea typeface="Arial Narrow"/>
                <a:cs typeface="Arial Narrow"/>
              </a:defRPr>
            </a:pPr>
            <a:r>
              <a:rPr sz="2025" b="1">
                <a:solidFill>
                  <a:srgbClr val="FFFFFF"/>
                </a:solidFill>
                <a:latin typeface="Arial Narrow"/>
                <a:ea typeface="Arial Narrow"/>
                <a:cs typeface="Arial Narrow"/>
              </a:rPr>
              <a:t>+256 750 990 718</a:t>
            </a:r>
          </a:p>
        </p:txBody>
      </p:sp>
      <p:sp>
        <p:nvSpPr>
          <p:cNvPr id="81" name="Email">
            <a:extLst xmlns:a="http://schemas.openxmlformats.org/drawingml/2006/main">
              <a:ext uri="{FF2B5EF4-FFF2-40B4-BE49-F238E27FC236}">
                <a16:creationId xmlns:a16="http://schemas.microsoft.com/office/drawing/2014/main" id="{5F5C73F6-A61C-45D6-9CE8-7BB46DB1EB4B}"/>
              </a:ext>
            </a:extLst>
          </p:cNvPr>
          <p:cNvSpPr>
            <a:spLocks xmlns:a="http://schemas.openxmlformats.org/drawingml/2006/main" noGrp="1"/>
          </p:cNvSpPr>
          <p:nvPr/>
        </p:nvSpPr>
        <p:spPr>
          <a:xfrm xmlns:a="http://schemas.openxmlformats.org/drawingml/2006/main" rot="0">
            <a:off x="285750" y="15478125"/>
            <a:ext cx="7477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Email: jothammartin.wambi@gmail.com</a:t>
            </a:r>
          </a:p>
        </p:txBody>
      </p:sp>
      <p:pic>
        <p:nvPicPr>
          <p:cNvPr id="82" name="">
            <a:extLst xmlns:a="http://schemas.openxmlformats.org/drawingml/2006/main">
              <a:ext uri="{FF2B5EF4-FFF2-40B4-BE49-F238E27FC236}">
                <a16:creationId xmlns:a16="http://schemas.microsoft.com/office/drawing/2014/main" id="{4F22AD76-80E7-4602-ABB2-C13B32F8E7FD}"/>
              </a:ext>
            </a:extLst>
          </p:cNvPr>
          <p:cNvPicPr>
            <a:picLocks xmlns:a="http://schemas.openxmlformats.org/drawingml/2006/main" noChangeAspect="1"/>
          </p:cNvPicPr>
          <p:nvPr/>
        </p:nvPicPr>
        <p:blipFill>
          <a:blip xmlns:r="http://schemas.openxmlformats.org/officeDocument/2006/relationships" xmlns:a="http://schemas.openxmlformats.org/drawingml/2006/main" r:embed="R62dd9cce873d4164"/>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83" name="QR caption">
            <a:extLst xmlns:a="http://schemas.openxmlformats.org/drawingml/2006/main">
              <a:ext uri="{FF2B5EF4-FFF2-40B4-BE49-F238E27FC236}">
                <a16:creationId xmlns:a16="http://schemas.microsoft.com/office/drawing/2014/main" id="{FEFC8555-333D-424A-9531-6D9E8FB4D4F5}"/>
              </a:ext>
            </a:extLst>
          </p:cNvPr>
          <p:cNvSpPr>
            <a:spLocks xmlns:a="http://schemas.openxmlformats.org/drawingml/2006/main" noGrp="1"/>
          </p:cNvSpPr>
          <p:nvPr/>
        </p:nvSpPr>
        <p:spPr>
          <a:xfrm xmlns:a="http://schemas.openxmlformats.org/drawingml/2006/main" rot="0">
            <a:off x="7991475" y="15478125"/>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002342"/>
                </a:solidFill>
                <a:latin typeface="Arial Narrow"/>
                <a:ea typeface="Arial Narrow"/>
                <a:cs typeface="Arial Narrow"/>
              </a:defRPr>
            </a:defPPr>
          </a:lstStyle>
          <a:p xmlns:a="http://schemas.openxmlformats.org/drawingml/2006/main">
            <a:pPr algn="l">
              <a:defRPr sz="1500" b="1">
                <a:solidFill>
                  <a:srgbClr val="002342"/>
                </a:solidFill>
                <a:latin typeface="Arial Narrow"/>
                <a:ea typeface="Arial Narrow"/>
                <a:cs typeface="Arial Narrow"/>
              </a:defRPr>
            </a:pPr>
            <a:r>
              <a:rPr sz="1500" b="1">
                <a:solidFill>
                  <a:srgbClr val="002342"/>
                </a:solidFill>
                <a:latin typeface="Arial Narrow"/>
                <a:ea typeface="Arial Narrow"/>
                <a:cs typeface="Arial Narrow"/>
              </a:rPr>
              <a:t>Scan to WhatsApp</a:t>
            </a:r>
          </a:p>
        </p:txBody>
      </p:sp>
      <p:pic>
        <p:nvPicPr>
          <p:cNvPr id="84" name="">
            <a:extLst xmlns:a="http://schemas.openxmlformats.org/drawingml/2006/main">
              <a:ext uri="{FF2B5EF4-FFF2-40B4-BE49-F238E27FC236}">
                <a16:creationId xmlns:a16="http://schemas.microsoft.com/office/drawing/2014/main" id="{8860258F-A97B-4D0E-A320-3D03BE340713}"/>
              </a:ext>
            </a:extLst>
          </p:cNvPr>
          <p:cNvPicPr>
            <a:picLocks xmlns:a="http://schemas.openxmlformats.org/drawingml/2006/main" noChangeAspect="1"/>
          </p:cNvPicPr>
          <p:nvPr/>
        </p:nvPicPr>
        <p:blipFill>
          <a:blip xmlns:r="http://schemas.openxmlformats.org/officeDocument/2006/relationships" xmlns:a="http://schemas.openxmlformats.org/drawingml/2006/main" r:embed="R60a4c295c5534bab"/>
          <a:stretch xmlns:a="http://schemas.openxmlformats.org/drawingml/2006/main"/>
        </p:blipFill>
        <p:spPr>
          <a:xfrm xmlns:a="http://schemas.openxmlformats.org/drawingml/2006/main">
            <a:off x="5810250" y="228600"/>
            <a:ext cx="3714750" cy="4587396"/>
          </a:xfrm>
          <a:prstGeom xmlns:a="http://schemas.openxmlformats.org/drawingml/2006/main" prst="rect">
            <a:avLst/>
          </a:prstGeom>
        </p:spPr>
      </p:pic>
      <p:sp>
        <p:nvSpPr>
          <p:cNvPr id="85" name="Tutor card">
            <a:extLst xmlns:a="http://schemas.openxmlformats.org/drawingml/2006/main">
              <a:ext uri="{FF2B5EF4-FFF2-40B4-BE49-F238E27FC236}">
                <a16:creationId xmlns:a16="http://schemas.microsoft.com/office/drawing/2014/main" id="{6C7C247E-8CBA-4515-BBE4-FB4759D437DA}"/>
              </a:ext>
            </a:extLst>
          </p:cNvPr>
          <p:cNvSpPr>
            <a:spLocks xmlns:a="http://schemas.openxmlformats.org/drawingml/2006/main" noGrp="1"/>
          </p:cNvSpPr>
          <p:nvPr/>
        </p:nvSpPr>
        <p:spPr>
          <a:xfrm xmlns:a="http://schemas.openxmlformats.org/drawingml/2006/main" rot="0">
            <a:off x="5810250" y="4895850"/>
            <a:ext cx="3714750"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86" name="Tutor name">
            <a:extLst xmlns:a="http://schemas.openxmlformats.org/drawingml/2006/main">
              <a:ext uri="{FF2B5EF4-FFF2-40B4-BE49-F238E27FC236}">
                <a16:creationId xmlns:a16="http://schemas.microsoft.com/office/drawing/2014/main" id="{A0CE2A02-FC59-42EF-9CF1-47E71EF31A09}"/>
              </a:ext>
            </a:extLst>
          </p:cNvPr>
          <p:cNvSpPr>
            <a:spLocks xmlns:a="http://schemas.openxmlformats.org/drawingml/2006/main" noGrp="1"/>
          </p:cNvSpPr>
          <p:nvPr/>
        </p:nvSpPr>
        <p:spPr>
          <a:xfrm xmlns:a="http://schemas.openxmlformats.org/drawingml/2006/main" rot="0">
            <a:off x="5953125" y="495300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Jotham Martin Wambi</a:t>
            </a:r>
          </a:p>
        </p:txBody>
      </p:sp>
      <p:sp>
        <p:nvSpPr>
          <p:cNvPr id="87" name="Tutor profession">
            <a:extLst xmlns:a="http://schemas.openxmlformats.org/drawingml/2006/main">
              <a:ext uri="{FF2B5EF4-FFF2-40B4-BE49-F238E27FC236}">
                <a16:creationId xmlns:a16="http://schemas.microsoft.com/office/drawing/2014/main" id="{205876EF-9976-44B6-B666-6E0D5B7303C9}"/>
              </a:ext>
            </a:extLst>
          </p:cNvPr>
          <p:cNvSpPr>
            <a:spLocks xmlns:a="http://schemas.openxmlformats.org/drawingml/2006/main" noGrp="1"/>
          </p:cNvSpPr>
          <p:nvPr/>
        </p:nvSpPr>
        <p:spPr>
          <a:xfrm xmlns:a="http://schemas.openxmlformats.org/drawingml/2006/main" rot="0">
            <a:off x="5953125" y="5314950"/>
            <a:ext cx="3486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FFFFFF"/>
                </a:solidFill>
                <a:latin typeface="Arial Narrow"/>
                <a:ea typeface="Arial Narrow"/>
                <a:cs typeface="Arial Narrow"/>
              </a:defRPr>
            </a:defPPr>
          </a:lstStyle>
          <a:p xmlns:a="http://schemas.openxmlformats.org/drawingml/2006/main">
            <a:pPr algn="l">
              <a:defRPr sz="1500" b="0">
                <a:solidFill>
                  <a:srgbClr val="FFFFFF"/>
                </a:solidFill>
                <a:latin typeface="Arial Narrow"/>
                <a:ea typeface="Arial Narrow"/>
                <a:cs typeface="Arial Narrow"/>
              </a:defRPr>
            </a:pPr>
            <a:r>
              <a:rPr sz="1500" b="0">
                <a:solidFill>
                  <a:srgbClr val="FFFFFF"/>
                </a:solidFill>
                <a:latin typeface="Arial Narrow"/>
                <a:ea typeface="Arial Narrow"/>
                <a:cs typeface="Arial Narrow"/>
              </a:rPr>
              <a:t>Main Tutor · Data Scientist &amp; ML/AI Engineer</a:t>
            </a:r>
          </a:p>
        </p:txBody>
      </p:sp>
      <p:sp>
        <p:nvSpPr>
          <p:cNvPr id="88" name="Tutor institution">
            <a:extLst xmlns:a="http://schemas.openxmlformats.org/drawingml/2006/main">
              <a:ext uri="{FF2B5EF4-FFF2-40B4-BE49-F238E27FC236}">
                <a16:creationId xmlns:a16="http://schemas.microsoft.com/office/drawing/2014/main" id="{7F92B2B0-11F7-4E7C-BD40-58EF5A5BF422}"/>
              </a:ext>
            </a:extLst>
          </p:cNvPr>
          <p:cNvSpPr>
            <a:spLocks xmlns:a="http://schemas.openxmlformats.org/drawingml/2006/main" noGrp="1"/>
          </p:cNvSpPr>
          <p:nvPr/>
        </p:nvSpPr>
        <p:spPr>
          <a:xfrm xmlns:a="http://schemas.openxmlformats.org/drawingml/2006/main" rot="0">
            <a:off x="5953125" y="55721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Arial Narrow"/>
                <a:ea typeface="Arial Narrow"/>
                <a:cs typeface="Arial Narrow"/>
              </a:defRPr>
            </a:defPPr>
          </a:lstStyle>
          <a:p xmlns:a="http://schemas.openxmlformats.org/drawingml/2006/main">
            <a:pPr algn="l">
              <a:defRPr sz="1425" b="0">
                <a:solidFill>
                  <a:srgbClr val="FFFFFF"/>
                </a:solidFill>
                <a:latin typeface="Arial Narrow"/>
                <a:ea typeface="Arial Narrow"/>
                <a:cs typeface="Arial Narrow"/>
              </a:defRPr>
            </a:pPr>
            <a:r>
              <a:rPr sz="1425" b="0">
                <a:solidFill>
                  <a:srgbClr val="FFFFFF"/>
                </a:solidFill>
                <a:latin typeface="Arial Narrow"/>
                <a:ea typeface="Arial Narrow"/>
                <a:cs typeface="Arial Narrow"/>
              </a:rPr>
              <a:t>Lecturer, AI &amp; Machine Learning, IUEA</a:t>
            </a:r>
          </a:p>
        </p:txBody>
      </p:sp>
      <p:sp>
        <p:nvSpPr>
          <p:cNvPr id="89" name="Outcomes heading">
            <a:extLst xmlns:a="http://schemas.openxmlformats.org/drawingml/2006/main">
              <a:ext uri="{FF2B5EF4-FFF2-40B4-BE49-F238E27FC236}">
                <a16:creationId xmlns:a16="http://schemas.microsoft.com/office/drawing/2014/main" id="{96F20456-E69E-4B15-B7CA-5248DACBB995}"/>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02342"/>
                </a:solidFill>
                <a:latin typeface="Arial"/>
                <a:ea typeface="Arial"/>
                <a:cs typeface="Arial"/>
              </a:defRPr>
            </a:defPPr>
          </a:lstStyle>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90" name="">
            <a:extLst xmlns:a="http://schemas.openxmlformats.org/drawingml/2006/main">
              <a:ext uri="{FF2B5EF4-FFF2-40B4-BE49-F238E27FC236}">
                <a16:creationId xmlns:a16="http://schemas.microsoft.com/office/drawing/2014/main" id="{C15E2D45-277C-4AD0-B1E5-D2F970291327}"/>
              </a:ext>
            </a:extLst>
          </p:cNvPr>
          <p:cNvPicPr>
            <a:picLocks xmlns:a="http://schemas.openxmlformats.org/drawingml/2006/main" noChangeAspect="1"/>
          </p:cNvPicPr>
          <p:nvPr/>
        </p:nvPicPr>
        <p:blipFill>
          <a:blip xmlns:r="http://schemas.openxmlformats.org/officeDocument/2006/relationships" xmlns:a="http://schemas.openxmlformats.org/drawingml/2006/main" r:embed="R6bf748fb945d40ff"/>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91" name="Outcome 1">
            <a:extLst xmlns:a="http://schemas.openxmlformats.org/drawingml/2006/main">
              <a:ext uri="{FF2B5EF4-FFF2-40B4-BE49-F238E27FC236}">
                <a16:creationId xmlns:a16="http://schemas.microsoft.com/office/drawing/2014/main" id="{9D1CFD7A-86EA-4B55-BAA2-E59ED70F2F34}"/>
              </a:ext>
            </a:extLst>
          </p:cNvPr>
          <p:cNvSpPr>
            <a:spLocks xmlns:a="http://schemas.openxmlformats.org/drawingml/2006/main" noGrp="1"/>
          </p:cNvSpPr>
          <p:nvPr/>
        </p:nvSpPr>
        <p:spPr>
          <a:xfrm xmlns:a="http://schemas.openxmlformats.org/drawingml/2006/main" rot="0">
            <a:off x="58102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Built a practical</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portfolio project</a:t>
            </a:r>
          </a:p>
        </p:txBody>
      </p:sp>
      <p:pic>
        <p:nvPicPr>
          <p:cNvPr id="92" name="">
            <a:extLst xmlns:a="http://schemas.openxmlformats.org/drawingml/2006/main">
              <a:ext uri="{FF2B5EF4-FFF2-40B4-BE49-F238E27FC236}">
                <a16:creationId xmlns:a16="http://schemas.microsoft.com/office/drawing/2014/main" id="{9513A951-866A-4769-863E-0C8E307A9888}"/>
              </a:ext>
            </a:extLst>
          </p:cNvPr>
          <p:cNvPicPr>
            <a:picLocks xmlns:a="http://schemas.openxmlformats.org/drawingml/2006/main" noChangeAspect="1"/>
          </p:cNvPicPr>
          <p:nvPr/>
        </p:nvPicPr>
        <p:blipFill>
          <a:blip xmlns:r="http://schemas.openxmlformats.org/officeDocument/2006/relationships" xmlns:a="http://schemas.openxmlformats.org/drawingml/2006/main" r:embed="Rdc185d4ddfcb4e4c"/>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93" name="Outcome 2">
            <a:extLst xmlns:a="http://schemas.openxmlformats.org/drawingml/2006/main">
              <a:ext uri="{FF2B5EF4-FFF2-40B4-BE49-F238E27FC236}">
                <a16:creationId xmlns:a16="http://schemas.microsoft.com/office/drawing/2014/main" id="{9DA9B2F2-66BC-4B78-94DB-842C23EF38D5}"/>
              </a:ext>
            </a:extLst>
          </p:cNvPr>
          <p:cNvSpPr>
            <a:spLocks xmlns:a="http://schemas.openxmlformats.org/drawingml/2006/main" noGrp="1"/>
          </p:cNvSpPr>
          <p:nvPr/>
        </p:nvSpPr>
        <p:spPr>
          <a:xfrm xmlns:a="http://schemas.openxmlformats.org/drawingml/2006/main" rot="0">
            <a:off x="287655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Analysed</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real datasets</a:t>
            </a:r>
          </a:p>
        </p:txBody>
      </p:sp>
      <p:pic>
        <p:nvPicPr>
          <p:cNvPr id="94" name="">
            <a:extLst xmlns:a="http://schemas.openxmlformats.org/drawingml/2006/main">
              <a:ext uri="{FF2B5EF4-FFF2-40B4-BE49-F238E27FC236}">
                <a16:creationId xmlns:a16="http://schemas.microsoft.com/office/drawing/2014/main" id="{6024D60A-9578-440E-B447-29BFD7F8AFC7}"/>
              </a:ext>
            </a:extLst>
          </p:cNvPr>
          <p:cNvPicPr>
            <a:picLocks xmlns:a="http://schemas.openxmlformats.org/drawingml/2006/main" noChangeAspect="1"/>
          </p:cNvPicPr>
          <p:nvPr/>
        </p:nvPicPr>
        <p:blipFill>
          <a:blip xmlns:r="http://schemas.openxmlformats.org/officeDocument/2006/relationships" xmlns:a="http://schemas.openxmlformats.org/drawingml/2006/main" r:embed="Re3a4232735b04987"/>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95" name="Outcome 3">
            <a:extLst xmlns:a="http://schemas.openxmlformats.org/drawingml/2006/main">
              <a:ext uri="{FF2B5EF4-FFF2-40B4-BE49-F238E27FC236}">
                <a16:creationId xmlns:a16="http://schemas.microsoft.com/office/drawing/2014/main" id="{07B69072-3E5B-483A-92ED-7BB441AE1A60}"/>
              </a:ext>
            </a:extLst>
          </p:cNvPr>
          <p:cNvSpPr>
            <a:spLocks xmlns:a="http://schemas.openxmlformats.org/drawingml/2006/main" noGrp="1"/>
          </p:cNvSpPr>
          <p:nvPr/>
        </p:nvSpPr>
        <p:spPr>
          <a:xfrm xmlns:a="http://schemas.openxmlformats.org/drawingml/2006/main" rot="0">
            <a:off x="517207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Created data</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visualisations</a:t>
            </a:r>
          </a:p>
        </p:txBody>
      </p:sp>
      <p:pic>
        <p:nvPicPr>
          <p:cNvPr id="96" name="">
            <a:extLst xmlns:a="http://schemas.openxmlformats.org/drawingml/2006/main">
              <a:ext uri="{FF2B5EF4-FFF2-40B4-BE49-F238E27FC236}">
                <a16:creationId xmlns:a16="http://schemas.microsoft.com/office/drawing/2014/main" id="{5ADD6FA9-A275-49AC-B152-A21BDD95236E}"/>
              </a:ext>
            </a:extLst>
          </p:cNvPr>
          <p:cNvPicPr>
            <a:picLocks xmlns:a="http://schemas.openxmlformats.org/drawingml/2006/main" noChangeAspect="1"/>
          </p:cNvPicPr>
          <p:nvPr/>
        </p:nvPicPr>
        <p:blipFill>
          <a:blip xmlns:r="http://schemas.openxmlformats.org/officeDocument/2006/relationships" xmlns:a="http://schemas.openxmlformats.org/drawingml/2006/main" r:embed="R85124a55637d4929"/>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97" name="Outcome 4">
            <a:extLst xmlns:a="http://schemas.openxmlformats.org/drawingml/2006/main">
              <a:ext uri="{FF2B5EF4-FFF2-40B4-BE49-F238E27FC236}">
                <a16:creationId xmlns:a16="http://schemas.microsoft.com/office/drawing/2014/main" id="{094282B7-935E-4429-8000-21D0F4B99B82}"/>
              </a:ext>
            </a:extLst>
          </p:cNvPr>
          <p:cNvSpPr>
            <a:spLocks xmlns:a="http://schemas.openxmlformats.org/drawingml/2006/main" noGrp="1"/>
          </p:cNvSpPr>
          <p:nvPr/>
        </p:nvSpPr>
        <p:spPr>
          <a:xfrm xmlns:a="http://schemas.openxmlformats.org/drawingml/2006/main" rot="0">
            <a:off x="746760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6500BC"/>
                </a:solidFill>
                <a:latin typeface="Arial"/>
                <a:ea typeface="Arial"/>
                <a:cs typeface="Arial"/>
              </a:defRPr>
            </a:defPPr>
          </a:lstStyle>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Built a</a:t>
            </a:r>
          </a:p>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prediction model</a:t>
            </a:r>
          </a:p>
        </p:txBody>
      </p:sp>
      <p:sp>
        <p:nvSpPr>
          <p:cNvPr id="98" name="ML outcome qualifier">
            <a:extLst xmlns:a="http://schemas.openxmlformats.org/drawingml/2006/main">
              <a:ext uri="{FF2B5EF4-FFF2-40B4-BE49-F238E27FC236}">
                <a16:creationId xmlns:a16="http://schemas.microsoft.com/office/drawing/2014/main" id="{496ACFF5-5664-44F1-BBA0-1068F8BB6B6A}"/>
              </a:ext>
            </a:extLst>
          </p:cNvPr>
          <p:cNvSpPr>
            <a:spLocks xmlns:a="http://schemas.openxmlformats.org/drawingml/2006/main" noGrp="1"/>
          </p:cNvSpPr>
          <p:nvPr/>
        </p:nvSpPr>
        <p:spPr>
          <a:xfrm xmlns:a="http://schemas.openxmlformats.org/drawingml/2006/main" rot="0">
            <a:off x="7277100" y="12677775"/>
            <a:ext cx="2200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0">
                <a:solidFill>
                  <a:srgbClr val="6500BC"/>
                </a:solidFill>
                <a:latin typeface="Arial"/>
                <a:ea typeface="Arial"/>
                <a:cs typeface="Arial"/>
              </a:defRPr>
            </a:defPPr>
          </a:lstStyle>
          <a:p xmlns:a="http://schemas.openxmlformats.org/drawingml/2006/main">
            <a:pPr algn="ctr">
              <a:defRPr sz="1350" b="0">
                <a:solidFill>
                  <a:srgbClr val="6500BC"/>
                </a:solidFill>
                <a:latin typeface="Arial"/>
                <a:ea typeface="Arial"/>
                <a:cs typeface="Arial"/>
              </a:defRPr>
            </a:pPr>
            <a:r>
              <a:rPr sz="1350" b="0">
                <a:solidFill>
                  <a:srgbClr val="6500BC"/>
                </a:solidFill>
                <a:latin typeface="Arial"/>
                <a:ea typeface="Arial"/>
                <a:cs typeface="Arial"/>
              </a:rPr>
              <a:t>Machine Learning track</a:t>
            </a:r>
          </a:p>
        </p:txBody>
      </p:sp>
      <p:sp>
        <p:nvSpPr>
          <p:cNvPr id="99" name="Outcomes divider">
            <a:extLst xmlns:a="http://schemas.openxmlformats.org/drawingml/2006/main">
              <a:ext uri="{FF2B5EF4-FFF2-40B4-BE49-F238E27FC236}">
                <a16:creationId xmlns:a16="http://schemas.microsoft.com/office/drawing/2014/main" id="{3414EE8D-C588-492B-8DFB-0681F7BC2B22}"/>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
        <p:nvSpPr>
          <p:cNvPr id="100" name="Audience banner">
            <a:extLst xmlns:a="http://schemas.openxmlformats.org/drawingml/2006/main">
              <a:ext uri="{FF2B5EF4-FFF2-40B4-BE49-F238E27FC236}">
                <a16:creationId xmlns:a16="http://schemas.microsoft.com/office/drawing/2014/main" id="{77C1085E-02B0-4658-98AE-FECD60DF05E6}"/>
              </a:ext>
            </a:extLst>
          </p:cNvPr>
          <p:cNvSpPr>
            <a:spLocks xmlns:a="http://schemas.openxmlformats.org/drawingml/2006/main" noGrp="1"/>
          </p:cNvSpPr>
          <p:nvPr/>
        </p:nvSpPr>
        <p:spPr>
          <a:xfrm xmlns:a="http://schemas.openxmlformats.org/drawingml/2006/main" rot="0">
            <a:off x="295275" y="4895850"/>
            <a:ext cx="5095875"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101" name="Audience">
            <a:extLst xmlns:a="http://schemas.openxmlformats.org/drawingml/2006/main">
              <a:ext uri="{FF2B5EF4-FFF2-40B4-BE49-F238E27FC236}">
                <a16:creationId xmlns:a16="http://schemas.microsoft.com/office/drawing/2014/main" id="{752C43FC-1144-4577-A40F-ACBB4D5FD57D}"/>
              </a:ext>
            </a:extLst>
          </p:cNvPr>
          <p:cNvSpPr>
            <a:spLocks xmlns:a="http://schemas.openxmlformats.org/drawingml/2006/main" noGrp="1"/>
          </p:cNvSpPr>
          <p:nvPr/>
        </p:nvSpPr>
        <p:spPr>
          <a:xfrm xmlns:a="http://schemas.openxmlformats.org/drawingml/2006/main" rot="0">
            <a:off x="466725" y="4991100"/>
            <a:ext cx="47720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For S.4, S.5 &amp; S.6 students</a:t>
            </a:r>
          </a:p>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and school leavers</a:t>
            </a:r>
          </a:p>
        </p:txBody>
      </p:sp>
    </p:spTree>
    <p:extLst>
      <p:ext uri="{BB962C8B-B14F-4D97-AF65-F5344CB8AC3E}">
        <p14:creationId xmlns:p14="http://schemas.microsoft.com/office/powerpoint/2010/main" val="9608794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2026-10-02T18:41:56.3260000Z</dcterms:created>
  <dcterms:modified xsi:type="dcterms:W3CDTF">2026-10-02T18:41:56.3260000Z</dcterms:modified>
</coreProperties>
</file>