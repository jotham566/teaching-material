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c7beb13a954d98" /><Relationship Type="http://schemas.openxmlformats.org/officeDocument/2006/relationships/extended-properties" Target="/docProps/app.xml" Id="R7de2701d04e744f8" /><Relationship Type="http://schemas.openxmlformats.org/officeDocument/2006/relationships/officeDocument" Target="/ppt/presentation.xml" Id="R33aaec7eaa204125" /></Relationships>
</file>

<file path=ppt/presentation.xml><?xml version="1.0" encoding="utf-8"?>
<p:presentation xmlns:p="http://schemas.openxmlformats.org/presentationml/2006/main">
  <p:sldMasterIdLst>
    <p:sldMasterId xmlns:r="http://schemas.openxmlformats.org/officeDocument/2006/relationships" id="2147483648" r:id="Ra0c136d129634ac8"/>
  </p:sldMasterIdLst>
  <p:notesMasterIdLst>
    <p:notesMasterId xmlns:r="http://schemas.openxmlformats.org/officeDocument/2006/relationships" r:id="R834c73bead084843"/>
  </p:notesMasterIdLst>
  <p:sldIdLst>
    <p:sldId xmlns:r="http://schemas.openxmlformats.org/officeDocument/2006/relationships" id="256" r:id="Rf35cfcfb603746b8"/>
  </p:sldIdLst>
  <p:sldSz cx="9753600" cy="14630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2d0302feee4b84" /><Relationship Type="http://schemas.openxmlformats.org/officeDocument/2006/relationships/slideMaster" Target="/ppt/slideMasters/slideMaster1.xml" Id="Ra0c136d129634ac8" /><Relationship Type="http://schemas.openxmlformats.org/officeDocument/2006/relationships/notesMaster" Target="/ppt/notesMasters/notesMaster1.xml" Id="R834c73bead084843" /><Relationship Type="http://schemas.openxmlformats.org/officeDocument/2006/relationships/presProps" Target="/ppt/presProps.xml" Id="R446bc49bd0b04d8b" /><Relationship Type="http://schemas.openxmlformats.org/officeDocument/2006/relationships/tableStyles" Target="/ppt/tableStyles.xml" Id="R04c1938fac544c99" /><Relationship Type="http://schemas.openxmlformats.org/officeDocument/2006/relationships/slide" Target="/ppt/slides/slide1.xml" Id="Rf35cfcfb603746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423a89a5da45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e9b0241e214377" /><Relationship Type="http://schemas.openxmlformats.org/officeDocument/2006/relationships/notesMaster" Target="/ppt/notesMasters/notesMaster1.xml" Id="Rca6ec4f749bd47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Portrait: original organiser-supplied Jotham Martin Wambi Pic.jpeg, embedded byte-for-byte with no AI generation or retouching. Learning topics and project examples: supplied by organiser in latest revision request. Logos and supporting icons retain their v2 internet sources and included license notices. No generated photographic background is used. Pricing remains as in the supplied reference. QR: https://wa.me/256750990718.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7fc1f55b1641a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8e868e113548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8c84414b114e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e094c8390a48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f15c59cd6e42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55b2a77ac04d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BAD06A9-4911-4786-8B7A-6A5EBB144942}"/>
              </a:ext>
            </a:extLst>
          </p:cNvPr>
          <p:cNvSpPr>
            <a:spLocks xmlns:a="http://schemas.openxmlformats.org/drawingml/2006/main" noGrp="1"/>
          </p:cNvSpPr>
          <p:nvPr/>
        </p:nvSpPr>
        <p:spPr>
          <a:xfrm xmlns:a="http://schemas.openxmlformats.org/drawingml/2006/main">
            <a:off x="4632960" y="4714240"/>
            <a:ext cx="487680" cy="812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64B5C54-82F2-42B8-8F51-7684CA6156BA}"/>
              </a:ext>
            </a:extLst>
          </p:cNvPr>
          <p:cNvSpPr>
            <a:spLocks xmlns:a="http://schemas.openxmlformats.org/drawingml/2006/main" noGrp="1"/>
          </p:cNvSpPr>
          <p:nvPr>
            <p:ph type="title" idx="0"/>
          </p:nvPr>
        </p:nvSpPr>
        <p:spPr>
          <a:xfrm xmlns:a="http://schemas.openxmlformats.org/drawingml/2006/main">
            <a:off x="975360" y="5527040"/>
            <a:ext cx="7802880" cy="21132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C641CAD-E4F5-4FFB-B239-25EE1DAD0EB4}"/>
              </a:ext>
            </a:extLst>
          </p:cNvPr>
          <p:cNvSpPr>
            <a:spLocks xmlns:a="http://schemas.openxmlformats.org/drawingml/2006/main" noGrp="1"/>
          </p:cNvSpPr>
          <p:nvPr>
            <p:ph type="subTitle" idx="1"/>
          </p:nvPr>
        </p:nvSpPr>
        <p:spPr>
          <a:xfrm xmlns:a="http://schemas.openxmlformats.org/drawingml/2006/main">
            <a:off x="1463040" y="8046720"/>
            <a:ext cx="6827520" cy="1625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C07E3F1-2629-47DC-824D-2E083B942F99}"/>
              </a:ext>
            </a:extLst>
          </p:cNvPr>
          <p:cNvSpPr>
            <a:spLocks xmlns:a="http://schemas.openxmlformats.org/drawingml/2006/main" noGrp="1"/>
          </p:cNvSpPr>
          <p:nvPr/>
        </p:nvSpPr>
        <p:spPr>
          <a:xfrm xmlns:a="http://schemas.openxmlformats.org/drawingml/2006/main">
            <a:off x="4632960" y="5283200"/>
            <a:ext cx="487680" cy="812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8454783-4792-4A6F-A592-FDF49372CEF3}"/>
              </a:ext>
            </a:extLst>
          </p:cNvPr>
          <p:cNvSpPr>
            <a:spLocks xmlns:a="http://schemas.openxmlformats.org/drawingml/2006/main" noGrp="1"/>
          </p:cNvSpPr>
          <p:nvPr>
            <p:ph type="title" idx="0"/>
          </p:nvPr>
        </p:nvSpPr>
        <p:spPr>
          <a:xfrm xmlns:a="http://schemas.openxmlformats.org/drawingml/2006/main">
            <a:off x="975360" y="6096000"/>
            <a:ext cx="7802880" cy="2438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FE821DF-208A-4BF9-89B8-95E5CC6AF5D2}"/>
              </a:ext>
            </a:extLst>
          </p:cNvPr>
          <p:cNvSpPr>
            <a:spLocks xmlns:a="http://schemas.openxmlformats.org/drawingml/2006/main" noGrp="1"/>
          </p:cNvSpPr>
          <p:nvPr/>
        </p:nvSpPr>
        <p:spPr>
          <a:xfrm xmlns:a="http://schemas.openxmlformats.org/drawingml/2006/main">
            <a:off x="548640" y="3251200"/>
            <a:ext cx="487680" cy="812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DFEFBEE-DB56-4897-9FAE-BA3237F6C708}"/>
              </a:ext>
            </a:extLst>
          </p:cNvPr>
          <p:cNvSpPr>
            <a:spLocks xmlns:a="http://schemas.openxmlformats.org/drawingml/2006/main" noGrp="1"/>
          </p:cNvSpPr>
          <p:nvPr>
            <p:ph type="title" idx="0"/>
          </p:nvPr>
        </p:nvSpPr>
        <p:spPr>
          <a:xfrm xmlns:a="http://schemas.openxmlformats.org/drawingml/2006/main">
            <a:off x="548640" y="1137920"/>
            <a:ext cx="8656320" cy="1788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CE2A90F-5975-491A-9AEF-72D0D0804359}"/>
              </a:ext>
            </a:extLst>
          </p:cNvPr>
          <p:cNvSpPr>
            <a:spLocks xmlns:a="http://schemas.openxmlformats.org/drawingml/2006/main" noGrp="1"/>
          </p:cNvSpPr>
          <p:nvPr>
            <p:ph type="body" idx="1"/>
          </p:nvPr>
        </p:nvSpPr>
        <p:spPr>
          <a:xfrm xmlns:a="http://schemas.openxmlformats.org/drawingml/2006/main">
            <a:off x="548640" y="4064000"/>
            <a:ext cx="8656320" cy="9103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027BBCA-E1CE-4B40-81AF-1622F0722E2B}"/>
              </a:ext>
            </a:extLst>
          </p:cNvPr>
          <p:cNvSpPr>
            <a:spLocks xmlns:a="http://schemas.openxmlformats.org/drawingml/2006/main" noGrp="1"/>
          </p:cNvSpPr>
          <p:nvPr/>
        </p:nvSpPr>
        <p:spPr>
          <a:xfrm xmlns:a="http://schemas.openxmlformats.org/drawingml/2006/main">
            <a:off x="548640" y="3251200"/>
            <a:ext cx="487680" cy="812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F41AAB6-ECB2-4747-A247-9A7C7C7A7874}"/>
              </a:ext>
            </a:extLst>
          </p:cNvPr>
          <p:cNvSpPr>
            <a:spLocks xmlns:a="http://schemas.openxmlformats.org/drawingml/2006/main" noGrp="1"/>
          </p:cNvSpPr>
          <p:nvPr>
            <p:ph type="title" idx="0"/>
          </p:nvPr>
        </p:nvSpPr>
        <p:spPr>
          <a:xfrm xmlns:a="http://schemas.openxmlformats.org/drawingml/2006/main">
            <a:off x="548640" y="1137920"/>
            <a:ext cx="8656320" cy="1788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0A4A2E9-7652-4ECD-9739-1C5094CFA9BB}"/>
              </a:ext>
            </a:extLst>
          </p:cNvPr>
          <p:cNvSpPr>
            <a:spLocks xmlns:a="http://schemas.openxmlformats.org/drawingml/2006/main" noGrp="1"/>
          </p:cNvSpPr>
          <p:nvPr>
            <p:ph type="body" idx="1"/>
          </p:nvPr>
        </p:nvSpPr>
        <p:spPr>
          <a:xfrm xmlns:a="http://schemas.openxmlformats.org/drawingml/2006/main">
            <a:off x="548640" y="4064000"/>
            <a:ext cx="4023360" cy="9103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98CC4BF-7CF8-4780-972B-88BB48A041C2}"/>
              </a:ext>
            </a:extLst>
          </p:cNvPr>
          <p:cNvSpPr>
            <a:spLocks xmlns:a="http://schemas.openxmlformats.org/drawingml/2006/main" noGrp="1"/>
          </p:cNvSpPr>
          <p:nvPr>
            <p:ph type="body" idx="2"/>
          </p:nvPr>
        </p:nvSpPr>
        <p:spPr>
          <a:xfrm xmlns:a="http://schemas.openxmlformats.org/drawingml/2006/main">
            <a:off x="5181600" y="4064000"/>
            <a:ext cx="4023360" cy="9103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D8714F2-1B0D-47CE-BEAE-62F7896B22FC}"/>
              </a:ext>
            </a:extLst>
          </p:cNvPr>
          <p:cNvSpPr>
            <a:spLocks xmlns:a="http://schemas.openxmlformats.org/drawingml/2006/main" noGrp="1"/>
          </p:cNvSpPr>
          <p:nvPr/>
        </p:nvSpPr>
        <p:spPr>
          <a:xfrm xmlns:a="http://schemas.openxmlformats.org/drawingml/2006/main">
            <a:off x="548640" y="3251200"/>
            <a:ext cx="487680" cy="812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1E6FA49-C80C-4293-A57F-23A96ADFEE12}"/>
              </a:ext>
            </a:extLst>
          </p:cNvPr>
          <p:cNvSpPr>
            <a:spLocks xmlns:a="http://schemas.openxmlformats.org/drawingml/2006/main" noGrp="1"/>
          </p:cNvSpPr>
          <p:nvPr>
            <p:ph type="title" idx="0"/>
          </p:nvPr>
        </p:nvSpPr>
        <p:spPr>
          <a:xfrm xmlns:a="http://schemas.openxmlformats.org/drawingml/2006/main">
            <a:off x="548640" y="1137920"/>
            <a:ext cx="8656320" cy="1788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2B01EED-156F-45E2-85AF-3FEF3951C06F}"/>
              </a:ext>
            </a:extLst>
          </p:cNvPr>
          <p:cNvSpPr>
            <a:spLocks xmlns:a="http://schemas.openxmlformats.org/drawingml/2006/main" noGrp="1"/>
          </p:cNvSpPr>
          <p:nvPr>
            <p:ph type="body" idx="1"/>
          </p:nvPr>
        </p:nvSpPr>
        <p:spPr>
          <a:xfrm xmlns:a="http://schemas.openxmlformats.org/drawingml/2006/main">
            <a:off x="548640" y="4064000"/>
            <a:ext cx="4023360" cy="9103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1fbb6fea484d3e" /><Relationship Type="http://schemas.openxmlformats.org/officeDocument/2006/relationships/slideLayout" Target="/ppt/slideLayouts/slideLayout1.xml" Id="R4b9440e8330a4564" /><Relationship Type="http://schemas.openxmlformats.org/officeDocument/2006/relationships/slideLayout" Target="/ppt/slideLayouts/slideLayout2.xml" Id="Rd2a27349c032468b" /><Relationship Type="http://schemas.openxmlformats.org/officeDocument/2006/relationships/slideLayout" Target="/ppt/slideLayouts/slideLayout3.xml" Id="Rb95f4a97c3774816" /><Relationship Type="http://schemas.openxmlformats.org/officeDocument/2006/relationships/slideLayout" Target="/ppt/slideLayouts/slideLayout4.xml" Id="R73c292db5b9a4ece" /><Relationship Type="http://schemas.openxmlformats.org/officeDocument/2006/relationships/slideLayout" Target="/ppt/slideLayouts/slideLayout5.xml" Id="R45e4db7a029f4b41" /><Relationship Type="http://schemas.openxmlformats.org/officeDocument/2006/relationships/slideLayout" Target="/ppt/slideLayouts/slideLayout6.xml" Id="Re1d36a0774f146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9440e8330a4564"/>
    <p:sldLayoutId xmlns:r="http://schemas.openxmlformats.org/officeDocument/2006/relationships" id="2147483650" r:id="Rd2a27349c032468b"/>
    <p:sldLayoutId xmlns:r="http://schemas.openxmlformats.org/officeDocument/2006/relationships" id="2147483651" r:id="Rb95f4a97c3774816"/>
    <p:sldLayoutId xmlns:r="http://schemas.openxmlformats.org/officeDocument/2006/relationships" id="2147483652" r:id="R73c292db5b9a4ece"/>
    <p:sldLayoutId xmlns:r="http://schemas.openxmlformats.org/officeDocument/2006/relationships" id="2147483653" r:id="R45e4db7a029f4b41"/>
    <p:sldLayoutId xmlns:r="http://schemas.openxmlformats.org/officeDocument/2006/relationships" id="2147483654" r:id="Re1d36a0774f146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eff058708c4759" /><Relationship Type="http://schemas.openxmlformats.org/officeDocument/2006/relationships/image" Target="/ppt/media/image.jpeg" Id="Re77e3afa1a624f6e" /><Relationship Type="http://schemas.openxmlformats.org/officeDocument/2006/relationships/image" Target="/ppt/media/image.png" Id="R6bf855c980044bf0" /><Relationship Type="http://schemas.openxmlformats.org/officeDocument/2006/relationships/image" Target="/ppt/media/image2.png" Id="Refc6a73215924d93" /><Relationship Type="http://schemas.openxmlformats.org/officeDocument/2006/relationships/image" Target="/ppt/media/image3.png" Id="R1de8a5942dc74852" /><Relationship Type="http://schemas.openxmlformats.org/officeDocument/2006/relationships/image" Target="/ppt/media/image4.png" Id="Ra6bd54e3b9dc477f" /><Relationship Type="http://schemas.openxmlformats.org/officeDocument/2006/relationships/image" Target="/ppt/media/image5.png" Id="R196f8e08f4fa457c" /><Relationship Type="http://schemas.openxmlformats.org/officeDocument/2006/relationships/image" Target="/ppt/media/image6.png" Id="R3f5e813089dd4060" /><Relationship Type="http://schemas.openxmlformats.org/officeDocument/2006/relationships/image" Target="/ppt/media/image7.png" Id="Rdb9dc7b51a9e4153" /><Relationship Type="http://schemas.openxmlformats.org/officeDocument/2006/relationships/image" Target="/ppt/media/image8.png" Id="R8a233f7206224380" /><Relationship Type="http://schemas.openxmlformats.org/officeDocument/2006/relationships/image" Target="/ppt/media/image9.png" Id="R9483c0af465245e1" /><Relationship Type="http://schemas.openxmlformats.org/officeDocument/2006/relationships/image" Target="/ppt/media/image10.png" Id="R044e8ad238344685" /><Relationship Type="http://schemas.openxmlformats.org/officeDocument/2006/relationships/image" Target="/ppt/media/image11.png" Id="R5003610c738946ae" /><Relationship Type="http://schemas.openxmlformats.org/officeDocument/2006/relationships/image" Target="/ppt/media/image12.png" Id="R1840fd7f2b904031" /><Relationship Type="http://schemas.openxmlformats.org/officeDocument/2006/relationships/image" Target="/ppt/media/image13.png" Id="R009449e13295439e" /><Relationship Type="http://schemas.openxmlformats.org/officeDocument/2006/relationships/image" Target="/ppt/media/image14.png" Id="Re54ba4a0d7b24440" /><Relationship Type="http://schemas.openxmlformats.org/officeDocument/2006/relationships/image" Target="/ppt/media/image15.png" Id="R48667fbd265b4c0f" /><Relationship Type="http://schemas.openxmlformats.org/officeDocument/2006/relationships/notesSlide" Target="/ppt/notesSlides/notesSlide1.xml" Id="R5052e78ffb1346d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Page background">
            <a:extLst xmlns:a="http://schemas.openxmlformats.org/drawingml/2006/main">
              <a:ext uri="{FF2B5EF4-FFF2-40B4-BE49-F238E27FC236}">
                <a16:creationId xmlns:a16="http://schemas.microsoft.com/office/drawing/2014/main" id="{D647154C-8C4D-4A4A-8FEE-3B83E5D16E93}"/>
              </a:ext>
            </a:extLst>
          </p:cNvPr>
          <p:cNvSpPr>
            <a:spLocks xmlns:a="http://schemas.openxmlformats.org/drawingml/2006/main" noGrp="1"/>
          </p:cNvSpPr>
          <p:nvPr/>
        </p:nvSpPr>
        <p:spPr>
          <a:xfrm xmlns:a="http://schemas.openxmlformats.org/drawingml/2006/main" rot="0">
            <a:off x="0" y="0"/>
            <a:ext cx="9753600" cy="146304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Hero background">
            <a:extLst xmlns:a="http://schemas.openxmlformats.org/drawingml/2006/main">
              <a:ext uri="{FF2B5EF4-FFF2-40B4-BE49-F238E27FC236}">
                <a16:creationId xmlns:a16="http://schemas.microsoft.com/office/drawing/2014/main" id="{71C79000-9623-42C3-A452-AE60F89DC978}"/>
              </a:ext>
            </a:extLst>
          </p:cNvPr>
          <p:cNvSpPr>
            <a:spLocks xmlns:a="http://schemas.openxmlformats.org/drawingml/2006/main" noGrp="1"/>
          </p:cNvSpPr>
          <p:nvPr/>
        </p:nvSpPr>
        <p:spPr>
          <a:xfrm xmlns:a="http://schemas.openxmlformats.org/drawingml/2006/main" rot="0">
            <a:off x="0" y="0"/>
            <a:ext cx="9753600" cy="5410200"/>
          </a:xfrm>
          <a:prstGeom xmlns:a="http://schemas.openxmlformats.org/drawingml/2006/main" prst="rect">
            <a:avLst/>
          </a:prstGeom>
          <a:solidFill xmlns:a="http://schemas.openxmlformats.org/drawingml/2006/main">
            <a:srgbClr val="F5FAFD"/>
          </a:solidFill>
          <a:ln xmlns:a="http://schemas.openxmlformats.org/drawingml/2006/main" w="0">
            <a:noFill/>
          </a:ln>
        </p:spPr>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e77e3afa1a624f6e"/>
          <a:stretch xmlns:a="http://schemas.openxmlformats.org/drawingml/2006/main"/>
        </p:blipFill>
        <p:spPr>
          <a:xfrm xmlns:a="http://schemas.openxmlformats.org/drawingml/2006/main">
            <a:off x="5495925" y="230776"/>
            <a:ext cx="4076700" cy="5034373"/>
          </a:xfrm>
          <a:prstGeom xmlns:a="http://schemas.openxmlformats.org/drawingml/2006/main" prst="rect">
            <a:avLst/>
          </a:prstGeom>
        </p:spPr>
      </p:pic>
      <p:sp>
        <p:nvSpPr>
          <p:cNvPr id="4" name="Intake">
            <a:extLst xmlns:a="http://schemas.openxmlformats.org/drawingml/2006/main">
              <a:ext uri="{FF2B5EF4-FFF2-40B4-BE49-F238E27FC236}">
                <a16:creationId xmlns:a16="http://schemas.microsoft.com/office/drawing/2014/main" id="{7E1A945D-679F-432E-9F33-0B76F22970B7}"/>
              </a:ext>
            </a:extLst>
          </p:cNvPr>
          <p:cNvSpPr>
            <a:spLocks xmlns:a="http://schemas.openxmlformats.org/drawingml/2006/main" noGrp="1"/>
          </p:cNvSpPr>
          <p:nvPr/>
        </p:nvSpPr>
        <p:spPr>
          <a:xfrm xmlns:a="http://schemas.openxmlformats.org/drawingml/2006/main" rot="0">
            <a:off x="361950" y="361950"/>
            <a:ext cx="5105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496A"/>
                </a:solidFill>
                <a:latin typeface="Arial"/>
                <a:ea typeface="Arial"/>
                <a:cs typeface="Arial"/>
              </a:defRPr>
            </a:pPr>
            <a:r>
              <a:rPr sz="1650" b="0">
                <a:solidFill>
                  <a:srgbClr val="00496A"/>
                </a:solidFill>
                <a:latin typeface="Arial"/>
                <a:ea typeface="Arial"/>
                <a:cs typeface="Arial"/>
              </a:rPr>
              <a:t>D E C E M B E R   2 0 2 6   I N T A K E</a:t>
            </a:r>
          </a:p>
        </p:txBody>
      </p:sp>
      <p:sp>
        <p:nvSpPr>
          <p:cNvPr id="5" name="Holiday">
            <a:extLst xmlns:a="http://schemas.openxmlformats.org/drawingml/2006/main">
              <a:ext uri="{FF2B5EF4-FFF2-40B4-BE49-F238E27FC236}">
                <a16:creationId xmlns:a16="http://schemas.microsoft.com/office/drawing/2014/main" id="{34AF24CD-B028-4BA0-BB0F-50788EA119E5}"/>
              </a:ext>
            </a:extLst>
          </p:cNvPr>
          <p:cNvSpPr>
            <a:spLocks xmlns:a="http://schemas.openxmlformats.org/drawingml/2006/main" noGrp="1"/>
          </p:cNvSpPr>
          <p:nvPr/>
        </p:nvSpPr>
        <p:spPr>
          <a:xfrm xmlns:a="http://schemas.openxmlformats.org/drawingml/2006/main" rot="0">
            <a:off x="304800" y="771525"/>
            <a:ext cx="5238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425" b="0">
                <a:solidFill>
                  <a:srgbClr val="002342"/>
                </a:solidFill>
                <a:latin typeface="Arial Black"/>
                <a:ea typeface="Arial Black"/>
                <a:cs typeface="Arial Black"/>
              </a:defRPr>
            </a:pPr>
            <a:r>
              <a:rPr sz="7425" b="0">
                <a:solidFill>
                  <a:srgbClr val="002342"/>
                </a:solidFill>
                <a:latin typeface="Arial Black"/>
                <a:ea typeface="Arial Black"/>
                <a:cs typeface="Arial Black"/>
              </a:rPr>
              <a:t>HOLIDAY</a:t>
            </a:r>
          </a:p>
        </p:txBody>
      </p:sp>
      <p:sp>
        <p:nvSpPr>
          <p:cNvPr id="6" name="Data">
            <a:extLst xmlns:a="http://schemas.openxmlformats.org/drawingml/2006/main">
              <a:ext uri="{FF2B5EF4-FFF2-40B4-BE49-F238E27FC236}">
                <a16:creationId xmlns:a16="http://schemas.microsoft.com/office/drawing/2014/main" id="{74A4B4A4-25CF-4C34-8AE3-D17022996F08}"/>
              </a:ext>
            </a:extLst>
          </p:cNvPr>
          <p:cNvSpPr>
            <a:spLocks xmlns:a="http://schemas.openxmlformats.org/drawingml/2006/main" noGrp="1"/>
          </p:cNvSpPr>
          <p:nvPr/>
        </p:nvSpPr>
        <p:spPr>
          <a:xfrm xmlns:a="http://schemas.openxmlformats.org/drawingml/2006/main" rot="0">
            <a:off x="304800" y="1762125"/>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7DDD"/>
                </a:solidFill>
                <a:latin typeface="Arial Black"/>
                <a:ea typeface="Arial Black"/>
                <a:cs typeface="Arial Black"/>
              </a:defRPr>
            </a:pPr>
            <a:r>
              <a:rPr sz="7575" b="0">
                <a:solidFill>
                  <a:srgbClr val="007DDD"/>
                </a:solidFill>
                <a:latin typeface="Arial Black"/>
                <a:ea typeface="Arial Black"/>
                <a:cs typeface="Arial Black"/>
              </a:rPr>
              <a:t>DATA</a:t>
            </a:r>
          </a:p>
        </p:txBody>
      </p:sp>
      <p:sp>
        <p:nvSpPr>
          <p:cNvPr id="7" name="Ampersand">
            <a:extLst xmlns:a="http://schemas.openxmlformats.org/drawingml/2006/main">
              <a:ext uri="{FF2B5EF4-FFF2-40B4-BE49-F238E27FC236}">
                <a16:creationId xmlns:a16="http://schemas.microsoft.com/office/drawing/2014/main" id="{6A9D7BE7-1AFB-4A01-AC91-3AFE8DC75482}"/>
              </a:ext>
            </a:extLst>
          </p:cNvPr>
          <p:cNvSpPr>
            <a:spLocks xmlns:a="http://schemas.openxmlformats.org/drawingml/2006/main" noGrp="1"/>
          </p:cNvSpPr>
          <p:nvPr/>
        </p:nvSpPr>
        <p:spPr>
          <a:xfrm xmlns:a="http://schemas.openxmlformats.org/drawingml/2006/main" rot="0">
            <a:off x="3143250" y="1762125"/>
            <a:ext cx="95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50" b="0">
                <a:solidFill>
                  <a:srgbClr val="692BCB"/>
                </a:solidFill>
                <a:latin typeface="Arial Black"/>
                <a:ea typeface="Arial Black"/>
                <a:cs typeface="Arial Black"/>
              </a:defRPr>
            </a:pPr>
            <a:r>
              <a:rPr sz="7350" b="0">
                <a:solidFill>
                  <a:srgbClr val="692BCB"/>
                </a:solidFill>
                <a:latin typeface="Arial Black"/>
                <a:ea typeface="Arial Black"/>
                <a:cs typeface="Arial Black"/>
              </a:rPr>
              <a:t>&amp;</a:t>
            </a:r>
          </a:p>
        </p:txBody>
      </p:sp>
      <p:sp>
        <p:nvSpPr>
          <p:cNvPr id="8" name="AI">
            <a:extLst xmlns:a="http://schemas.openxmlformats.org/drawingml/2006/main">
              <a:ext uri="{FF2B5EF4-FFF2-40B4-BE49-F238E27FC236}">
                <a16:creationId xmlns:a16="http://schemas.microsoft.com/office/drawing/2014/main" id="{100FCF68-7DB7-462D-BCC6-FC140849306B}"/>
              </a:ext>
            </a:extLst>
          </p:cNvPr>
          <p:cNvSpPr>
            <a:spLocks xmlns:a="http://schemas.openxmlformats.org/drawingml/2006/main" noGrp="1"/>
          </p:cNvSpPr>
          <p:nvPr/>
        </p:nvSpPr>
        <p:spPr>
          <a:xfrm xmlns:a="http://schemas.openxmlformats.org/drawingml/2006/main" rot="0">
            <a:off x="4076700" y="1762125"/>
            <a:ext cx="1295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50" b="0">
                <a:solidFill>
                  <a:srgbClr val="0349D2"/>
                </a:solidFill>
                <a:latin typeface="Arial Black"/>
                <a:ea typeface="Arial Black"/>
                <a:cs typeface="Arial Black"/>
              </a:defRPr>
            </a:pPr>
            <a:r>
              <a:rPr sz="7350" b="0">
                <a:solidFill>
                  <a:srgbClr val="0349D2"/>
                </a:solidFill>
                <a:latin typeface="Arial Black"/>
                <a:ea typeface="Arial Black"/>
                <a:cs typeface="Arial Black"/>
              </a:rPr>
              <a:t>AI</a:t>
            </a:r>
          </a:p>
        </p:txBody>
      </p:sp>
      <p:sp>
        <p:nvSpPr>
          <p:cNvPr id="9" name="Camp">
            <a:extLst xmlns:a="http://schemas.openxmlformats.org/drawingml/2006/main">
              <a:ext uri="{FF2B5EF4-FFF2-40B4-BE49-F238E27FC236}">
                <a16:creationId xmlns:a16="http://schemas.microsoft.com/office/drawing/2014/main" id="{EFDE2073-6246-4F5A-9B66-06FB9E1999FC}"/>
              </a:ext>
            </a:extLst>
          </p:cNvPr>
          <p:cNvSpPr>
            <a:spLocks xmlns:a="http://schemas.openxmlformats.org/drawingml/2006/main" noGrp="1"/>
          </p:cNvSpPr>
          <p:nvPr/>
        </p:nvSpPr>
        <p:spPr>
          <a:xfrm xmlns:a="http://schemas.openxmlformats.org/drawingml/2006/main" rot="0">
            <a:off x="304800" y="2724150"/>
            <a:ext cx="4572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CAMP</a:t>
            </a:r>
          </a:p>
        </p:txBody>
      </p:sp>
      <p:sp>
        <p:nvSpPr>
          <p:cNvPr id="10" name="Promise">
            <a:extLst xmlns:a="http://schemas.openxmlformats.org/drawingml/2006/main">
              <a:ext uri="{FF2B5EF4-FFF2-40B4-BE49-F238E27FC236}">
                <a16:creationId xmlns:a16="http://schemas.microsoft.com/office/drawing/2014/main" id="{F801BE3D-8C89-46E0-886D-F961709153FF}"/>
              </a:ext>
            </a:extLst>
          </p:cNvPr>
          <p:cNvSpPr>
            <a:spLocks xmlns:a="http://schemas.openxmlformats.org/drawingml/2006/main" noGrp="1"/>
          </p:cNvSpPr>
          <p:nvPr/>
        </p:nvSpPr>
        <p:spPr>
          <a:xfrm xmlns:a="http://schemas.openxmlformats.org/drawingml/2006/main" rot="0">
            <a:off x="381000" y="3943350"/>
            <a:ext cx="5038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Practical skills. Real projects.</a:t>
            </a:r>
          </a:p>
        </p:txBody>
      </p:sp>
      <p:sp>
        <p:nvSpPr>
          <p:cNvPr id="11" name="Audience">
            <a:extLst xmlns:a="http://schemas.openxmlformats.org/drawingml/2006/main">
              <a:ext uri="{FF2B5EF4-FFF2-40B4-BE49-F238E27FC236}">
                <a16:creationId xmlns:a16="http://schemas.microsoft.com/office/drawing/2014/main" id="{947E5997-4CEC-4782-B166-A897D6EF1E45}"/>
              </a:ext>
            </a:extLst>
          </p:cNvPr>
          <p:cNvSpPr>
            <a:spLocks xmlns:a="http://schemas.openxmlformats.org/drawingml/2006/main" noGrp="1"/>
          </p:cNvSpPr>
          <p:nvPr/>
        </p:nvSpPr>
        <p:spPr>
          <a:xfrm xmlns:a="http://schemas.openxmlformats.org/drawingml/2006/main" rot="0">
            <a:off x="390525" y="4629150"/>
            <a:ext cx="5000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0034C5"/>
                </a:solidFill>
                <a:latin typeface="Arial"/>
                <a:ea typeface="Arial"/>
                <a:cs typeface="Arial"/>
              </a:defRPr>
            </a:pPr>
            <a:r>
              <a:rPr sz="1875" b="0">
                <a:solidFill>
                  <a:srgbClr val="0034C5"/>
                </a:solidFill>
                <a:latin typeface="Arial"/>
                <a:ea typeface="Arial"/>
                <a:cs typeface="Arial"/>
              </a:rPr>
              <a:t>For S.4, S.5 &amp; S.6 students</a:t>
            </a:r>
          </a:p>
          <a:p xmlns:a="http://schemas.openxmlformats.org/drawingml/2006/main">
            <a:pPr algn="l">
              <a:defRPr sz="1875" b="0">
                <a:solidFill>
                  <a:srgbClr val="0034C5"/>
                </a:solidFill>
                <a:latin typeface="Arial"/>
                <a:ea typeface="Arial"/>
                <a:cs typeface="Arial"/>
              </a:defRPr>
            </a:pPr>
            <a:r>
              <a:rPr sz="1875" b="0">
                <a:solidFill>
                  <a:srgbClr val="0034C5"/>
                </a:solidFill>
                <a:latin typeface="Arial"/>
                <a:ea typeface="Arial"/>
                <a:cs typeface="Arial"/>
              </a:rPr>
              <a:t>and school leavers</a:t>
            </a:r>
          </a:p>
        </p:txBody>
      </p:sp>
      <p:sp>
        <p:nvSpPr>
          <p:cNvPr id="12" name="Tutor card">
            <a:extLst xmlns:a="http://schemas.openxmlformats.org/drawingml/2006/main">
              <a:ext uri="{FF2B5EF4-FFF2-40B4-BE49-F238E27FC236}">
                <a16:creationId xmlns:a16="http://schemas.microsoft.com/office/drawing/2014/main" id="{806A166D-9283-4422-A176-B872C7D2876E}"/>
              </a:ext>
            </a:extLst>
          </p:cNvPr>
          <p:cNvSpPr>
            <a:spLocks xmlns:a="http://schemas.openxmlformats.org/drawingml/2006/main" noGrp="1"/>
          </p:cNvSpPr>
          <p:nvPr/>
        </p:nvSpPr>
        <p:spPr>
          <a:xfrm xmlns:a="http://schemas.openxmlformats.org/drawingml/2006/main" rot="0">
            <a:off x="5791200" y="3829050"/>
            <a:ext cx="3781425" cy="1438275"/>
          </a:xfrm>
          <a:prstGeom xmlns:a="http://schemas.openxmlformats.org/drawingml/2006/main" prst="roundRect">
            <a:avLst>
              <a:gd name="adj" fmla="val 8609"/>
            </a:avLst>
          </a:prstGeom>
          <a:solidFill xmlns:a="http://schemas.openxmlformats.org/drawingml/2006/main">
            <a:srgbClr val="002342"/>
          </a:solidFill>
          <a:ln xmlns:a="http://schemas.openxmlformats.org/drawingml/2006/main" w="0">
            <a:noFill/>
          </a:ln>
        </p:spPr>
      </p:sp>
      <p:sp>
        <p:nvSpPr>
          <p:cNvPr id="13" name="Tutor name">
            <a:extLst xmlns:a="http://schemas.openxmlformats.org/drawingml/2006/main">
              <a:ext uri="{FF2B5EF4-FFF2-40B4-BE49-F238E27FC236}">
                <a16:creationId xmlns:a16="http://schemas.microsoft.com/office/drawing/2014/main" id="{147D31B7-3D36-42DD-9C82-5B0C96C79CCF}"/>
              </a:ext>
            </a:extLst>
          </p:cNvPr>
          <p:cNvSpPr>
            <a:spLocks xmlns:a="http://schemas.openxmlformats.org/drawingml/2006/main" noGrp="1"/>
          </p:cNvSpPr>
          <p:nvPr/>
        </p:nvSpPr>
        <p:spPr>
          <a:xfrm xmlns:a="http://schemas.openxmlformats.org/drawingml/2006/main" rot="0">
            <a:off x="5962650" y="3943350"/>
            <a:ext cx="3486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Jotham Martin Wambi</a:t>
            </a:r>
          </a:p>
        </p:txBody>
      </p:sp>
      <p:sp>
        <p:nvSpPr>
          <p:cNvPr id="14" name="Tutor role">
            <a:extLst xmlns:a="http://schemas.openxmlformats.org/drawingml/2006/main">
              <a:ext uri="{FF2B5EF4-FFF2-40B4-BE49-F238E27FC236}">
                <a16:creationId xmlns:a16="http://schemas.microsoft.com/office/drawing/2014/main" id="{896778EC-DAA2-4D0F-894E-3A00E66C769D}"/>
              </a:ext>
            </a:extLst>
          </p:cNvPr>
          <p:cNvSpPr>
            <a:spLocks xmlns:a="http://schemas.openxmlformats.org/drawingml/2006/main" noGrp="1"/>
          </p:cNvSpPr>
          <p:nvPr/>
        </p:nvSpPr>
        <p:spPr>
          <a:xfrm xmlns:a="http://schemas.openxmlformats.org/drawingml/2006/main" rot="0">
            <a:off x="5962650" y="4295775"/>
            <a:ext cx="3419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Main Tutor</a:t>
            </a:r>
          </a:p>
        </p:txBody>
      </p:sp>
      <p:sp>
        <p:nvSpPr>
          <p:cNvPr id="15" name="Tutor profession">
            <a:extLst xmlns:a="http://schemas.openxmlformats.org/drawingml/2006/main">
              <a:ext uri="{FF2B5EF4-FFF2-40B4-BE49-F238E27FC236}">
                <a16:creationId xmlns:a16="http://schemas.microsoft.com/office/drawing/2014/main" id="{0D484F7D-600F-4EF4-B229-1CC92B4FB003}"/>
              </a:ext>
            </a:extLst>
          </p:cNvPr>
          <p:cNvSpPr>
            <a:spLocks xmlns:a="http://schemas.openxmlformats.org/drawingml/2006/main" noGrp="1"/>
          </p:cNvSpPr>
          <p:nvPr/>
        </p:nvSpPr>
        <p:spPr>
          <a:xfrm xmlns:a="http://schemas.openxmlformats.org/drawingml/2006/main" rot="0">
            <a:off x="5962650" y="4572000"/>
            <a:ext cx="3438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Data Scientist &amp; ML/AI Engineer</a:t>
            </a:r>
          </a:p>
        </p:txBody>
      </p:sp>
      <p:sp>
        <p:nvSpPr>
          <p:cNvPr id="16" name="Tutor credentials">
            <a:extLst xmlns:a="http://schemas.openxmlformats.org/drawingml/2006/main">
              <a:ext uri="{FF2B5EF4-FFF2-40B4-BE49-F238E27FC236}">
                <a16:creationId xmlns:a16="http://schemas.microsoft.com/office/drawing/2014/main" id="{8AC1F9DB-D296-4F12-9E8D-2DB37735C465}"/>
              </a:ext>
            </a:extLst>
          </p:cNvPr>
          <p:cNvSpPr>
            <a:spLocks xmlns:a="http://schemas.openxmlformats.org/drawingml/2006/main" noGrp="1"/>
          </p:cNvSpPr>
          <p:nvPr/>
        </p:nvSpPr>
        <p:spPr>
          <a:xfrm xmlns:a="http://schemas.openxmlformats.org/drawingml/2006/main" rot="0">
            <a:off x="5962650" y="4857750"/>
            <a:ext cx="348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Lecturer, AI &amp; Machine Learning, IUEA</a:t>
            </a:r>
          </a:p>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Master’s, Yamaguchi University, Japan</a:t>
            </a:r>
          </a:p>
        </p:txBody>
      </p:sp>
      <p:sp>
        <p:nvSpPr>
          <p:cNvPr id="17" name="Data Analysis panel">
            <a:extLst xmlns:a="http://schemas.openxmlformats.org/drawingml/2006/main">
              <a:ext uri="{FF2B5EF4-FFF2-40B4-BE49-F238E27FC236}">
                <a16:creationId xmlns:a16="http://schemas.microsoft.com/office/drawing/2014/main" id="{8E669419-DCC1-4939-9F9A-2F5E4BF35655}"/>
              </a:ext>
            </a:extLst>
          </p:cNvPr>
          <p:cNvSpPr>
            <a:spLocks xmlns:a="http://schemas.openxmlformats.org/drawingml/2006/main" noGrp="1"/>
          </p:cNvSpPr>
          <p:nvPr/>
        </p:nvSpPr>
        <p:spPr>
          <a:xfrm xmlns:a="http://schemas.openxmlformats.org/drawingml/2006/main" rot="0">
            <a:off x="266700" y="5600700"/>
            <a:ext cx="4514850" cy="5219700"/>
          </a:xfrm>
          <a:prstGeom xmlns:a="http://schemas.openxmlformats.org/drawingml/2006/main" prst="roundRect">
            <a:avLst>
              <a:gd name="adj" fmla="val 3376"/>
            </a:avLst>
          </a:prstGeom>
          <a:solidFill xmlns:a="http://schemas.openxmlformats.org/drawingml/2006/main">
            <a:srgbClr val="E6F6FE"/>
          </a:solidFill>
          <a:ln xmlns:a="http://schemas.openxmlformats.org/drawingml/2006/main" w="0">
            <a:noFill/>
          </a:ln>
        </p:spPr>
      </p:sp>
      <p:sp>
        <p:nvSpPr>
          <p:cNvPr id="18" name="Machine Learning panel">
            <a:extLst xmlns:a="http://schemas.openxmlformats.org/drawingml/2006/main">
              <a:ext uri="{FF2B5EF4-FFF2-40B4-BE49-F238E27FC236}">
                <a16:creationId xmlns:a16="http://schemas.microsoft.com/office/drawing/2014/main" id="{1759217A-C5B9-48BB-A1DD-2FBB3C166AC5}"/>
              </a:ext>
            </a:extLst>
          </p:cNvPr>
          <p:cNvSpPr>
            <a:spLocks xmlns:a="http://schemas.openxmlformats.org/drawingml/2006/main" noGrp="1"/>
          </p:cNvSpPr>
          <p:nvPr/>
        </p:nvSpPr>
        <p:spPr>
          <a:xfrm xmlns:a="http://schemas.openxmlformats.org/drawingml/2006/main" rot="0">
            <a:off x="4972050" y="5600700"/>
            <a:ext cx="4514850" cy="5219700"/>
          </a:xfrm>
          <a:prstGeom xmlns:a="http://schemas.openxmlformats.org/drawingml/2006/main" prst="roundRect">
            <a:avLst>
              <a:gd name="adj" fmla="val 3376"/>
            </a:avLst>
          </a:prstGeom>
          <a:solidFill xmlns:a="http://schemas.openxmlformats.org/drawingml/2006/main">
            <a:srgbClr val="F2E7FD"/>
          </a:solidFill>
          <a:ln xmlns:a="http://schemas.openxmlformats.org/drawingml/2006/main" w="0">
            <a:noFill/>
          </a:ln>
        </p:spPr>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6bf855c980044bf0"/>
          <a:stretch xmlns:a="http://schemas.openxmlformats.org/drawingml/2006/main"/>
        </p:blipFill>
        <p:spPr>
          <a:xfrm xmlns:a="http://schemas.openxmlformats.org/drawingml/2006/main">
            <a:off x="473273" y="5781675"/>
            <a:ext cx="358378" cy="409575"/>
          </a:xfrm>
          <a:prstGeom xmlns:a="http://schemas.openxmlformats.org/drawingml/2006/main" prst="rect">
            <a:avLst/>
          </a:prstGeom>
        </p:spPr>
      </p:pic>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efc6a73215924d93"/>
          <a:stretch xmlns:a="http://schemas.openxmlformats.org/drawingml/2006/main"/>
        </p:blipFill>
        <p:spPr>
          <a:xfrm xmlns:a="http://schemas.openxmlformats.org/drawingml/2006/main">
            <a:off x="5143500" y="5781675"/>
            <a:ext cx="409575" cy="409575"/>
          </a:xfrm>
          <a:prstGeom xmlns:a="http://schemas.openxmlformats.org/drawingml/2006/main" prst="rect">
            <a:avLst/>
          </a:prstGeom>
        </p:spPr>
      </p:pic>
      <p:sp>
        <p:nvSpPr>
          <p:cNvPr id="21" name="DA heading">
            <a:extLst xmlns:a="http://schemas.openxmlformats.org/drawingml/2006/main">
              <a:ext uri="{FF2B5EF4-FFF2-40B4-BE49-F238E27FC236}">
                <a16:creationId xmlns:a16="http://schemas.microsoft.com/office/drawing/2014/main" id="{0664F1FA-B339-40DD-88E6-98F84840FD03}"/>
              </a:ext>
            </a:extLst>
          </p:cNvPr>
          <p:cNvSpPr>
            <a:spLocks xmlns:a="http://schemas.openxmlformats.org/drawingml/2006/main" noGrp="1"/>
          </p:cNvSpPr>
          <p:nvPr/>
        </p:nvSpPr>
        <p:spPr>
          <a:xfrm xmlns:a="http://schemas.openxmlformats.org/drawingml/2006/main" rot="0">
            <a:off x="981075" y="5781675"/>
            <a:ext cx="366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04461"/>
                </a:solidFill>
                <a:latin typeface="Arial"/>
                <a:ea typeface="Arial"/>
                <a:cs typeface="Arial"/>
              </a:defRPr>
            </a:pPr>
            <a:r>
              <a:rPr sz="2475" b="1">
                <a:solidFill>
                  <a:srgbClr val="004461"/>
                </a:solidFill>
                <a:latin typeface="Arial"/>
                <a:ea typeface="Arial"/>
                <a:cs typeface="Arial"/>
              </a:rPr>
              <a:t>DATA ANALYSIS</a:t>
            </a:r>
          </a:p>
        </p:txBody>
      </p:sp>
      <p:sp>
        <p:nvSpPr>
          <p:cNvPr id="22" name="ML heading">
            <a:extLst xmlns:a="http://schemas.openxmlformats.org/drawingml/2006/main">
              <a:ext uri="{FF2B5EF4-FFF2-40B4-BE49-F238E27FC236}">
                <a16:creationId xmlns:a16="http://schemas.microsoft.com/office/drawing/2014/main" id="{6576DFD4-063C-41BA-9DCB-6A52FCAE289C}"/>
              </a:ext>
            </a:extLst>
          </p:cNvPr>
          <p:cNvSpPr>
            <a:spLocks xmlns:a="http://schemas.openxmlformats.org/drawingml/2006/main" noGrp="1"/>
          </p:cNvSpPr>
          <p:nvPr/>
        </p:nvSpPr>
        <p:spPr>
          <a:xfrm xmlns:a="http://schemas.openxmlformats.org/drawingml/2006/main" rot="0">
            <a:off x="5676900" y="5800725"/>
            <a:ext cx="3743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6500BC"/>
                </a:solidFill>
                <a:latin typeface="Arial"/>
                <a:ea typeface="Arial"/>
                <a:cs typeface="Arial"/>
              </a:defRPr>
            </a:pPr>
            <a:r>
              <a:rPr sz="2325" b="1">
                <a:solidFill>
                  <a:srgbClr val="6500BC"/>
                </a:solidFill>
                <a:latin typeface="Arial"/>
                <a:ea typeface="Arial"/>
                <a:cs typeface="Arial"/>
              </a:rPr>
              <a:t>MACHINE LEARNING</a:t>
            </a:r>
          </a:p>
        </p:txBody>
      </p:sp>
      <p:sp>
        <p:nvSpPr>
          <p:cNvPr id="23" name="DA description">
            <a:extLst xmlns:a="http://schemas.openxmlformats.org/drawingml/2006/main">
              <a:ext uri="{FF2B5EF4-FFF2-40B4-BE49-F238E27FC236}">
                <a16:creationId xmlns:a16="http://schemas.microsoft.com/office/drawing/2014/main" id="{25699B2C-0284-44FC-8C8F-615EFB6AA308}"/>
              </a:ext>
            </a:extLst>
          </p:cNvPr>
          <p:cNvSpPr>
            <a:spLocks xmlns:a="http://schemas.openxmlformats.org/drawingml/2006/main" noGrp="1"/>
          </p:cNvSpPr>
          <p:nvPr/>
        </p:nvSpPr>
        <p:spPr>
          <a:xfrm xmlns:a="http://schemas.openxmlformats.org/drawingml/2006/main" rot="0">
            <a:off x="457200" y="6372225"/>
            <a:ext cx="4143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0034C5"/>
                </a:solidFill>
                <a:latin typeface="Arial"/>
                <a:ea typeface="Arial"/>
                <a:cs typeface="Arial"/>
              </a:defRPr>
            </a:pPr>
            <a:r>
              <a:rPr sz="1800" b="0">
                <a:solidFill>
                  <a:srgbClr val="0034C5"/>
                </a:solidFill>
                <a:latin typeface="Arial"/>
                <a:ea typeface="Arial"/>
                <a:cs typeface="Arial"/>
              </a:rPr>
              <a:t>Turn real data into useful insights</a:t>
            </a:r>
          </a:p>
        </p:txBody>
      </p:sp>
      <p:sp>
        <p:nvSpPr>
          <p:cNvPr id="24" name="ML description">
            <a:extLst xmlns:a="http://schemas.openxmlformats.org/drawingml/2006/main">
              <a:ext uri="{FF2B5EF4-FFF2-40B4-BE49-F238E27FC236}">
                <a16:creationId xmlns:a16="http://schemas.microsoft.com/office/drawing/2014/main" id="{2B2013BC-52F5-453F-AB12-6935DDE79AFE}"/>
              </a:ext>
            </a:extLst>
          </p:cNvPr>
          <p:cNvSpPr>
            <a:spLocks xmlns:a="http://schemas.openxmlformats.org/drawingml/2006/main" noGrp="1"/>
          </p:cNvSpPr>
          <p:nvPr/>
        </p:nvSpPr>
        <p:spPr>
          <a:xfrm xmlns:a="http://schemas.openxmlformats.org/drawingml/2006/main" rot="0">
            <a:off x="5162550" y="6334125"/>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500BC"/>
                </a:solidFill>
                <a:latin typeface="Arial"/>
                <a:ea typeface="Arial"/>
                <a:cs typeface="Arial"/>
              </a:defRPr>
            </a:pPr>
            <a:r>
              <a:rPr sz="1800" b="0">
                <a:solidFill>
                  <a:srgbClr val="6500BC"/>
                </a:solidFill>
                <a:latin typeface="Arial"/>
                <a:ea typeface="Arial"/>
                <a:cs typeface="Arial"/>
              </a:rPr>
              <a:t>Teach computers to find patterns</a:t>
            </a:r>
          </a:p>
          <a:p xmlns:a="http://schemas.openxmlformats.org/drawingml/2006/main">
            <a:pPr algn="l">
              <a:defRPr sz="1800" b="0">
                <a:solidFill>
                  <a:srgbClr val="6500BC"/>
                </a:solidFill>
                <a:latin typeface="Arial"/>
                <a:ea typeface="Arial"/>
                <a:cs typeface="Arial"/>
              </a:defRPr>
            </a:pPr>
            <a:r>
              <a:rPr sz="1800" b="0">
                <a:solidFill>
                  <a:srgbClr val="6500BC"/>
                </a:solidFill>
                <a:latin typeface="Arial"/>
                <a:ea typeface="Arial"/>
                <a:cs typeface="Arial"/>
              </a:rPr>
              <a:t>&amp; make predictions</a:t>
            </a:r>
          </a:p>
        </p:txBody>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1de8a5942dc74852"/>
          <a:stretch xmlns:a="http://schemas.openxmlformats.org/drawingml/2006/main"/>
        </p:blipFill>
        <p:spPr>
          <a:xfrm xmlns:a="http://schemas.openxmlformats.org/drawingml/2006/main">
            <a:off x="942975" y="7086600"/>
            <a:ext cx="457200" cy="457200"/>
          </a:xfrm>
          <a:prstGeom xmlns:a="http://schemas.openxmlformats.org/drawingml/2006/main" prst="rect">
            <a:avLst/>
          </a:prstGeom>
        </p:spPr>
      </p:pic>
      <p:sp>
        <p:nvSpPr>
          <p:cNvPr id="26" name="Python label 73">
            <a:extLst xmlns:a="http://schemas.openxmlformats.org/drawingml/2006/main">
              <a:ext uri="{FF2B5EF4-FFF2-40B4-BE49-F238E27FC236}">
                <a16:creationId xmlns:a16="http://schemas.microsoft.com/office/drawing/2014/main" id="{3EAC93F8-87CE-466C-AD9D-B8DD6EA32EDF}"/>
              </a:ext>
            </a:extLst>
          </p:cNvPr>
          <p:cNvSpPr>
            <a:spLocks xmlns:a="http://schemas.openxmlformats.org/drawingml/2006/main" noGrp="1"/>
          </p:cNvSpPr>
          <p:nvPr/>
        </p:nvSpPr>
        <p:spPr>
          <a:xfrm xmlns:a="http://schemas.openxmlformats.org/drawingml/2006/main" rot="0">
            <a:off x="695325" y="761047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a6bd54e3b9dc477f"/>
          <a:stretch xmlns:a="http://schemas.openxmlformats.org/drawingml/2006/main"/>
        </p:blipFill>
        <p:spPr>
          <a:xfrm xmlns:a="http://schemas.openxmlformats.org/drawingml/2006/main">
            <a:off x="2257425" y="7086600"/>
            <a:ext cx="457200" cy="457200"/>
          </a:xfrm>
          <a:prstGeom xmlns:a="http://schemas.openxmlformats.org/drawingml/2006/main" prst="rect">
            <a:avLst/>
          </a:prstGeom>
        </p:spPr>
      </p:pic>
      <p:sp>
        <p:nvSpPr>
          <p:cNvPr id="28" name="pandas label 211">
            <a:extLst xmlns:a="http://schemas.openxmlformats.org/drawingml/2006/main">
              <a:ext uri="{FF2B5EF4-FFF2-40B4-BE49-F238E27FC236}">
                <a16:creationId xmlns:a16="http://schemas.microsoft.com/office/drawing/2014/main" id="{1F4E0007-362F-42BE-AEC8-9EE1A1DE59F0}"/>
              </a:ext>
            </a:extLst>
          </p:cNvPr>
          <p:cNvSpPr>
            <a:spLocks xmlns:a="http://schemas.openxmlformats.org/drawingml/2006/main" noGrp="1"/>
          </p:cNvSpPr>
          <p:nvPr/>
        </p:nvSpPr>
        <p:spPr>
          <a:xfrm xmlns:a="http://schemas.openxmlformats.org/drawingml/2006/main" rot="0">
            <a:off x="2009775" y="761047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196f8e08f4fa457c"/>
          <a:stretch xmlns:a="http://schemas.openxmlformats.org/drawingml/2006/main"/>
        </p:blipFill>
        <p:spPr>
          <a:xfrm xmlns:a="http://schemas.openxmlformats.org/drawingml/2006/main">
            <a:off x="3600824" y="7086600"/>
            <a:ext cx="399301" cy="457200"/>
          </a:xfrm>
          <a:prstGeom xmlns:a="http://schemas.openxmlformats.org/drawingml/2006/main" prst="rect">
            <a:avLst/>
          </a:prstGeom>
        </p:spPr>
      </p:pic>
      <p:sp>
        <p:nvSpPr>
          <p:cNvPr id="30" name="SQL label 349">
            <a:extLst xmlns:a="http://schemas.openxmlformats.org/drawingml/2006/main">
              <a:ext uri="{FF2B5EF4-FFF2-40B4-BE49-F238E27FC236}">
                <a16:creationId xmlns:a16="http://schemas.microsoft.com/office/drawing/2014/main" id="{ADE4C03F-9BA0-4E6C-9BD2-1E8AD61480D3}"/>
              </a:ext>
            </a:extLst>
          </p:cNvPr>
          <p:cNvSpPr>
            <a:spLocks xmlns:a="http://schemas.openxmlformats.org/drawingml/2006/main" noGrp="1"/>
          </p:cNvSpPr>
          <p:nvPr/>
        </p:nvSpPr>
        <p:spPr>
          <a:xfrm xmlns:a="http://schemas.openxmlformats.org/drawingml/2006/main" rot="0">
            <a:off x="3324225" y="761047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SQL</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3f5e813089dd4060"/>
          <a:stretch xmlns:a="http://schemas.openxmlformats.org/drawingml/2006/main"/>
        </p:blipFill>
        <p:spPr>
          <a:xfrm xmlns:a="http://schemas.openxmlformats.org/drawingml/2006/main">
            <a:off x="5648325" y="7086600"/>
            <a:ext cx="457200" cy="457200"/>
          </a:xfrm>
          <a:prstGeom xmlns:a="http://schemas.openxmlformats.org/drawingml/2006/main" prst="rect">
            <a:avLst/>
          </a:prstGeom>
        </p:spPr>
      </p:pic>
      <p:sp>
        <p:nvSpPr>
          <p:cNvPr id="32" name="Python label 567">
            <a:extLst xmlns:a="http://schemas.openxmlformats.org/drawingml/2006/main">
              <a:ext uri="{FF2B5EF4-FFF2-40B4-BE49-F238E27FC236}">
                <a16:creationId xmlns:a16="http://schemas.microsoft.com/office/drawing/2014/main" id="{E8FEBB69-439A-495F-B603-6E91FDCAADC5}"/>
              </a:ext>
            </a:extLst>
          </p:cNvPr>
          <p:cNvSpPr>
            <a:spLocks xmlns:a="http://schemas.openxmlformats.org/drawingml/2006/main" noGrp="1"/>
          </p:cNvSpPr>
          <p:nvPr/>
        </p:nvSpPr>
        <p:spPr>
          <a:xfrm xmlns:a="http://schemas.openxmlformats.org/drawingml/2006/main" rot="0">
            <a:off x="5400675" y="761047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db9dc7b51a9e4153"/>
          <a:stretch xmlns:a="http://schemas.openxmlformats.org/drawingml/2006/main"/>
        </p:blipFill>
        <p:spPr>
          <a:xfrm xmlns:a="http://schemas.openxmlformats.org/drawingml/2006/main">
            <a:off x="6962775" y="7086600"/>
            <a:ext cx="457200" cy="457200"/>
          </a:xfrm>
          <a:prstGeom xmlns:a="http://schemas.openxmlformats.org/drawingml/2006/main" prst="rect">
            <a:avLst/>
          </a:prstGeom>
        </p:spPr>
      </p:pic>
      <p:sp>
        <p:nvSpPr>
          <p:cNvPr id="34" name="pandas label 705">
            <a:extLst xmlns:a="http://schemas.openxmlformats.org/drawingml/2006/main">
              <a:ext uri="{FF2B5EF4-FFF2-40B4-BE49-F238E27FC236}">
                <a16:creationId xmlns:a16="http://schemas.microsoft.com/office/drawing/2014/main" id="{597958B2-153B-4BB3-905E-9D51785D8520}"/>
              </a:ext>
            </a:extLst>
          </p:cNvPr>
          <p:cNvSpPr>
            <a:spLocks xmlns:a="http://schemas.openxmlformats.org/drawingml/2006/main" noGrp="1"/>
          </p:cNvSpPr>
          <p:nvPr/>
        </p:nvSpPr>
        <p:spPr>
          <a:xfrm xmlns:a="http://schemas.openxmlformats.org/drawingml/2006/main" rot="0">
            <a:off x="6715125" y="761047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8a233f7206224380"/>
          <a:stretch xmlns:a="http://schemas.openxmlformats.org/drawingml/2006/main"/>
        </p:blipFill>
        <p:spPr>
          <a:xfrm xmlns:a="http://schemas.openxmlformats.org/drawingml/2006/main">
            <a:off x="8277225" y="7086600"/>
            <a:ext cx="457200" cy="457200"/>
          </a:xfrm>
          <a:prstGeom xmlns:a="http://schemas.openxmlformats.org/drawingml/2006/main" prst="rect">
            <a:avLst/>
          </a:prstGeom>
        </p:spPr>
      </p:pic>
      <p:sp>
        <p:nvSpPr>
          <p:cNvPr id="36" name="scikit-learn label 843">
            <a:extLst xmlns:a="http://schemas.openxmlformats.org/drawingml/2006/main">
              <a:ext uri="{FF2B5EF4-FFF2-40B4-BE49-F238E27FC236}">
                <a16:creationId xmlns:a16="http://schemas.microsoft.com/office/drawing/2014/main" id="{E293D64F-5C8B-4C7E-AEBC-88907923341D}"/>
              </a:ext>
            </a:extLst>
          </p:cNvPr>
          <p:cNvSpPr>
            <a:spLocks xmlns:a="http://schemas.openxmlformats.org/drawingml/2006/main" noGrp="1"/>
          </p:cNvSpPr>
          <p:nvPr/>
        </p:nvSpPr>
        <p:spPr>
          <a:xfrm xmlns:a="http://schemas.openxmlformats.org/drawingml/2006/main" rot="0">
            <a:off x="8029575" y="761047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scikit-learn</a:t>
            </a:r>
          </a:p>
        </p:txBody>
      </p:sp>
      <p:sp>
        <p:nvSpPr>
          <p:cNvPr id="37" name="DA separator">
            <a:extLst xmlns:a="http://schemas.openxmlformats.org/drawingml/2006/main">
              <a:ext uri="{FF2B5EF4-FFF2-40B4-BE49-F238E27FC236}">
                <a16:creationId xmlns:a16="http://schemas.microsoft.com/office/drawing/2014/main" id="{47CE2A9E-6446-486C-BFE4-4AAAECBEB6E5}"/>
              </a:ext>
            </a:extLst>
          </p:cNvPr>
          <p:cNvSpPr>
            <a:spLocks xmlns:a="http://schemas.openxmlformats.org/drawingml/2006/main" noGrp="1"/>
          </p:cNvSpPr>
          <p:nvPr/>
        </p:nvSpPr>
        <p:spPr>
          <a:xfrm xmlns:a="http://schemas.openxmlformats.org/drawingml/2006/main" rot="0">
            <a:off x="457200" y="8001000"/>
            <a:ext cx="4133850"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8" name="ML separator">
            <a:extLst xmlns:a="http://schemas.openxmlformats.org/drawingml/2006/main">
              <a:ext uri="{FF2B5EF4-FFF2-40B4-BE49-F238E27FC236}">
                <a16:creationId xmlns:a16="http://schemas.microsoft.com/office/drawing/2014/main" id="{204EB92B-47AA-4F53-BF4D-A2B0ECD6653E}"/>
              </a:ext>
            </a:extLst>
          </p:cNvPr>
          <p:cNvSpPr>
            <a:spLocks xmlns:a="http://schemas.openxmlformats.org/drawingml/2006/main" noGrp="1"/>
          </p:cNvSpPr>
          <p:nvPr/>
        </p:nvSpPr>
        <p:spPr>
          <a:xfrm xmlns:a="http://schemas.openxmlformats.org/drawingml/2006/main" rot="0">
            <a:off x="5162550" y="8001000"/>
            <a:ext cx="4133850" cy="9525"/>
          </a:xfrm>
          <a:prstGeom xmlns:a="http://schemas.openxmlformats.org/drawingml/2006/main" prst="rect">
            <a:avLst/>
          </a:prstGeom>
          <a:solidFill xmlns:a="http://schemas.openxmlformats.org/drawingml/2006/main">
            <a:srgbClr val="D7BCEB"/>
          </a:solidFill>
          <a:ln xmlns:a="http://schemas.openxmlformats.org/drawingml/2006/main" w="0">
            <a:noFill/>
          </a:ln>
        </p:spPr>
      </p:sp>
      <p:sp>
        <p:nvSpPr>
          <p:cNvPr id="39" name="DA learning 1">
            <a:extLst xmlns:a="http://schemas.openxmlformats.org/drawingml/2006/main">
              <a:ext uri="{FF2B5EF4-FFF2-40B4-BE49-F238E27FC236}">
                <a16:creationId xmlns:a16="http://schemas.microsoft.com/office/drawing/2014/main" id="{D15FCFD6-CBA6-4DC2-820D-7C20C35D2F1A}"/>
              </a:ext>
            </a:extLst>
          </p:cNvPr>
          <p:cNvSpPr>
            <a:spLocks xmlns:a="http://schemas.openxmlformats.org/drawingml/2006/main" noGrp="1"/>
          </p:cNvSpPr>
          <p:nvPr/>
        </p:nvSpPr>
        <p:spPr>
          <a:xfrm xmlns:a="http://schemas.openxmlformats.org/drawingml/2006/main" rot="0">
            <a:off x="466725" y="81819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 (programming basics)</a:t>
            </a:r>
          </a:p>
        </p:txBody>
      </p:sp>
      <p:sp>
        <p:nvSpPr>
          <p:cNvPr id="40" name="ML learning 1">
            <a:extLst xmlns:a="http://schemas.openxmlformats.org/drawingml/2006/main">
              <a:ext uri="{FF2B5EF4-FFF2-40B4-BE49-F238E27FC236}">
                <a16:creationId xmlns:a16="http://schemas.microsoft.com/office/drawing/2014/main" id="{FBBB1855-AA29-4036-9663-EE6A37B7DC53}"/>
              </a:ext>
            </a:extLst>
          </p:cNvPr>
          <p:cNvSpPr>
            <a:spLocks xmlns:a="http://schemas.openxmlformats.org/drawingml/2006/main" noGrp="1"/>
          </p:cNvSpPr>
          <p:nvPr/>
        </p:nvSpPr>
        <p:spPr>
          <a:xfrm xmlns:a="http://schemas.openxmlformats.org/drawingml/2006/main" rot="0">
            <a:off x="5172075" y="8181975"/>
            <a:ext cx="4181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a:t>
            </a:r>
          </a:p>
        </p:txBody>
      </p:sp>
      <p:sp>
        <p:nvSpPr>
          <p:cNvPr id="41" name="DA learning 2">
            <a:extLst xmlns:a="http://schemas.openxmlformats.org/drawingml/2006/main">
              <a:ext uri="{FF2B5EF4-FFF2-40B4-BE49-F238E27FC236}">
                <a16:creationId xmlns:a16="http://schemas.microsoft.com/office/drawing/2014/main" id="{3B02AB0D-55AC-49E1-8006-82513EBE0DD0}"/>
              </a:ext>
            </a:extLst>
          </p:cNvPr>
          <p:cNvSpPr>
            <a:spLocks xmlns:a="http://schemas.openxmlformats.org/drawingml/2006/main" noGrp="1"/>
          </p:cNvSpPr>
          <p:nvPr/>
        </p:nvSpPr>
        <p:spPr>
          <a:xfrm xmlns:a="http://schemas.openxmlformats.org/drawingml/2006/main" rot="0">
            <a:off x="466725" y="84867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SQL (querying data)</a:t>
            </a:r>
          </a:p>
        </p:txBody>
      </p:sp>
      <p:sp>
        <p:nvSpPr>
          <p:cNvPr id="42" name="ML learning 2">
            <a:extLst xmlns:a="http://schemas.openxmlformats.org/drawingml/2006/main">
              <a:ext uri="{FF2B5EF4-FFF2-40B4-BE49-F238E27FC236}">
                <a16:creationId xmlns:a16="http://schemas.microsoft.com/office/drawing/2014/main" id="{330F41F1-B783-44A5-A1D9-7B9404D557F1}"/>
              </a:ext>
            </a:extLst>
          </p:cNvPr>
          <p:cNvSpPr>
            <a:spLocks xmlns:a="http://schemas.openxmlformats.org/drawingml/2006/main" noGrp="1"/>
          </p:cNvSpPr>
          <p:nvPr/>
        </p:nvSpPr>
        <p:spPr>
          <a:xfrm xmlns:a="http://schemas.openxmlformats.org/drawingml/2006/main" rot="0">
            <a:off x="5172075" y="8486775"/>
            <a:ext cx="4181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Machine learning concepts</a:t>
            </a:r>
          </a:p>
        </p:txBody>
      </p:sp>
      <p:sp>
        <p:nvSpPr>
          <p:cNvPr id="43" name="DA learning 3">
            <a:extLst xmlns:a="http://schemas.openxmlformats.org/drawingml/2006/main">
              <a:ext uri="{FF2B5EF4-FFF2-40B4-BE49-F238E27FC236}">
                <a16:creationId xmlns:a16="http://schemas.microsoft.com/office/drawing/2014/main" id="{4A7D2316-8ADD-4F58-B104-9DC917AA1D9F}"/>
              </a:ext>
            </a:extLst>
          </p:cNvPr>
          <p:cNvSpPr>
            <a:spLocks xmlns:a="http://schemas.openxmlformats.org/drawingml/2006/main" noGrp="1"/>
          </p:cNvSpPr>
          <p:nvPr/>
        </p:nvSpPr>
        <p:spPr>
          <a:xfrm xmlns:a="http://schemas.openxmlformats.org/drawingml/2006/main" rot="0">
            <a:off x="466725" y="87915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Cleaning &amp; Preparation</a:t>
            </a:r>
          </a:p>
        </p:txBody>
      </p:sp>
      <p:sp>
        <p:nvSpPr>
          <p:cNvPr id="44" name="ML learning 3">
            <a:extLst xmlns:a="http://schemas.openxmlformats.org/drawingml/2006/main">
              <a:ext uri="{FF2B5EF4-FFF2-40B4-BE49-F238E27FC236}">
                <a16:creationId xmlns:a16="http://schemas.microsoft.com/office/drawing/2014/main" id="{D5DF083B-35A5-4DBD-9761-93A459C8A2C5}"/>
              </a:ext>
            </a:extLst>
          </p:cNvPr>
          <p:cNvSpPr>
            <a:spLocks xmlns:a="http://schemas.openxmlformats.org/drawingml/2006/main" noGrp="1"/>
          </p:cNvSpPr>
          <p:nvPr/>
        </p:nvSpPr>
        <p:spPr>
          <a:xfrm xmlns:a="http://schemas.openxmlformats.org/drawingml/2006/main" rot="0">
            <a:off x="5172075" y="8791575"/>
            <a:ext cx="4181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Model training</a:t>
            </a:r>
          </a:p>
        </p:txBody>
      </p:sp>
      <p:sp>
        <p:nvSpPr>
          <p:cNvPr id="45" name="DA learning 4">
            <a:extLst xmlns:a="http://schemas.openxmlformats.org/drawingml/2006/main">
              <a:ext uri="{FF2B5EF4-FFF2-40B4-BE49-F238E27FC236}">
                <a16:creationId xmlns:a16="http://schemas.microsoft.com/office/drawing/2014/main" id="{85396399-9C30-4887-8DDA-B96E12C3070E}"/>
              </a:ext>
            </a:extLst>
          </p:cNvPr>
          <p:cNvSpPr>
            <a:spLocks xmlns:a="http://schemas.openxmlformats.org/drawingml/2006/main" noGrp="1"/>
          </p:cNvSpPr>
          <p:nvPr/>
        </p:nvSpPr>
        <p:spPr>
          <a:xfrm xmlns:a="http://schemas.openxmlformats.org/drawingml/2006/main" rot="0">
            <a:off x="466725" y="90963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Visualization (dashboards &amp; charts)</a:t>
            </a:r>
          </a:p>
        </p:txBody>
      </p:sp>
      <p:sp>
        <p:nvSpPr>
          <p:cNvPr id="46" name="ML learning 4">
            <a:extLst xmlns:a="http://schemas.openxmlformats.org/drawingml/2006/main">
              <a:ext uri="{FF2B5EF4-FFF2-40B4-BE49-F238E27FC236}">
                <a16:creationId xmlns:a16="http://schemas.microsoft.com/office/drawing/2014/main" id="{79F620B0-C0D3-4394-A830-5939E692032A}"/>
              </a:ext>
            </a:extLst>
          </p:cNvPr>
          <p:cNvSpPr>
            <a:spLocks xmlns:a="http://schemas.openxmlformats.org/drawingml/2006/main" noGrp="1"/>
          </p:cNvSpPr>
          <p:nvPr/>
        </p:nvSpPr>
        <p:spPr>
          <a:xfrm xmlns:a="http://schemas.openxmlformats.org/drawingml/2006/main" rot="0">
            <a:off x="5172075" y="9096375"/>
            <a:ext cx="4181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Prediction &amp; evaluation</a:t>
            </a:r>
          </a:p>
        </p:txBody>
      </p:sp>
      <p:sp>
        <p:nvSpPr>
          <p:cNvPr id="47" name="DA learning 5">
            <a:extLst xmlns:a="http://schemas.openxmlformats.org/drawingml/2006/main">
              <a:ext uri="{FF2B5EF4-FFF2-40B4-BE49-F238E27FC236}">
                <a16:creationId xmlns:a16="http://schemas.microsoft.com/office/drawing/2014/main" id="{BF23C9A6-16B2-4733-AAED-F40ADDA4FA2F}"/>
              </a:ext>
            </a:extLst>
          </p:cNvPr>
          <p:cNvSpPr>
            <a:spLocks xmlns:a="http://schemas.openxmlformats.org/drawingml/2006/main" noGrp="1"/>
          </p:cNvSpPr>
          <p:nvPr/>
        </p:nvSpPr>
        <p:spPr>
          <a:xfrm xmlns:a="http://schemas.openxmlformats.org/drawingml/2006/main" rot="0">
            <a:off x="466725" y="94011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Basic statistics</a:t>
            </a:r>
          </a:p>
        </p:txBody>
      </p:sp>
      <p:sp>
        <p:nvSpPr>
          <p:cNvPr id="48" name="ML learning 5">
            <a:extLst xmlns:a="http://schemas.openxmlformats.org/drawingml/2006/main">
              <a:ext uri="{FF2B5EF4-FFF2-40B4-BE49-F238E27FC236}">
                <a16:creationId xmlns:a16="http://schemas.microsoft.com/office/drawing/2014/main" id="{D397CC98-E858-47D7-8B76-0D9F6E9C1375}"/>
              </a:ext>
            </a:extLst>
          </p:cNvPr>
          <p:cNvSpPr>
            <a:spLocks xmlns:a="http://schemas.openxmlformats.org/drawingml/2006/main" noGrp="1"/>
          </p:cNvSpPr>
          <p:nvPr/>
        </p:nvSpPr>
        <p:spPr>
          <a:xfrm xmlns:a="http://schemas.openxmlformats.org/drawingml/2006/main" rot="0">
            <a:off x="5172075" y="9401175"/>
            <a:ext cx="4181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Real-world datasets</a:t>
            </a:r>
          </a:p>
        </p:txBody>
      </p:sp>
      <p:sp>
        <p:nvSpPr>
          <p:cNvPr id="49" name="DA outcome strip">
            <a:extLst xmlns:a="http://schemas.openxmlformats.org/drawingml/2006/main">
              <a:ext uri="{FF2B5EF4-FFF2-40B4-BE49-F238E27FC236}">
                <a16:creationId xmlns:a16="http://schemas.microsoft.com/office/drawing/2014/main" id="{95E4F1AF-1C92-495D-8183-EE2F6768E9D7}"/>
              </a:ext>
            </a:extLst>
          </p:cNvPr>
          <p:cNvSpPr>
            <a:spLocks xmlns:a="http://schemas.openxmlformats.org/drawingml/2006/main" noGrp="1"/>
          </p:cNvSpPr>
          <p:nvPr/>
        </p:nvSpPr>
        <p:spPr>
          <a:xfrm xmlns:a="http://schemas.openxmlformats.org/drawingml/2006/main" rot="0">
            <a:off x="381000" y="9829800"/>
            <a:ext cx="4286250" cy="885825"/>
          </a:xfrm>
          <a:prstGeom xmlns:a="http://schemas.openxmlformats.org/drawingml/2006/main" prst="roundRect">
            <a:avLst>
              <a:gd name="adj" fmla="val 10753"/>
            </a:avLst>
          </a:prstGeom>
          <a:solidFill xmlns:a="http://schemas.openxmlformats.org/drawingml/2006/main">
            <a:srgbClr val="C7EAF8"/>
          </a:solidFill>
          <a:ln xmlns:a="http://schemas.openxmlformats.org/drawingml/2006/main" w="0">
            <a:noFill/>
          </a:ln>
        </p:spPr>
      </p:sp>
      <p:sp>
        <p:nvSpPr>
          <p:cNvPr id="50" name="ML outcome strip">
            <a:extLst xmlns:a="http://schemas.openxmlformats.org/drawingml/2006/main">
              <a:ext uri="{FF2B5EF4-FFF2-40B4-BE49-F238E27FC236}">
                <a16:creationId xmlns:a16="http://schemas.microsoft.com/office/drawing/2014/main" id="{B3A94FCF-9F69-4983-BE81-813841DFF459}"/>
              </a:ext>
            </a:extLst>
          </p:cNvPr>
          <p:cNvSpPr>
            <a:spLocks xmlns:a="http://schemas.openxmlformats.org/drawingml/2006/main" noGrp="1"/>
          </p:cNvSpPr>
          <p:nvPr/>
        </p:nvSpPr>
        <p:spPr>
          <a:xfrm xmlns:a="http://schemas.openxmlformats.org/drawingml/2006/main" rot="0">
            <a:off x="5086350" y="9829800"/>
            <a:ext cx="4286250" cy="885825"/>
          </a:xfrm>
          <a:prstGeom xmlns:a="http://schemas.openxmlformats.org/drawingml/2006/main" prst="roundRect">
            <a:avLst>
              <a:gd name="adj" fmla="val 10753"/>
            </a:avLst>
          </a:prstGeom>
          <a:solidFill xmlns:a="http://schemas.openxmlformats.org/drawingml/2006/main">
            <a:srgbClr val="E0CBF7"/>
          </a:solidFill>
          <a:ln xmlns:a="http://schemas.openxmlformats.org/drawingml/2006/main" w="0">
            <a:noFill/>
          </a:ln>
        </p:spPr>
      </p:sp>
      <p:sp>
        <p:nvSpPr>
          <p:cNvPr id="51" name="DA Build">
            <a:extLst xmlns:a="http://schemas.openxmlformats.org/drawingml/2006/main">
              <a:ext uri="{FF2B5EF4-FFF2-40B4-BE49-F238E27FC236}">
                <a16:creationId xmlns:a16="http://schemas.microsoft.com/office/drawing/2014/main" id="{A46B2717-D90E-462B-A42E-51DA94D30BF3}"/>
              </a:ext>
            </a:extLst>
          </p:cNvPr>
          <p:cNvSpPr>
            <a:spLocks xmlns:a="http://schemas.openxmlformats.org/drawingml/2006/main" noGrp="1"/>
          </p:cNvSpPr>
          <p:nvPr/>
        </p:nvSpPr>
        <p:spPr>
          <a:xfrm xmlns:a="http://schemas.openxmlformats.org/drawingml/2006/main" rot="0">
            <a:off x="514350" y="9906000"/>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2" name="DA project examples">
            <a:extLst xmlns:a="http://schemas.openxmlformats.org/drawingml/2006/main">
              <a:ext uri="{FF2B5EF4-FFF2-40B4-BE49-F238E27FC236}">
                <a16:creationId xmlns:a16="http://schemas.microsoft.com/office/drawing/2014/main" id="{F80163D5-EED3-44A3-848A-FAD42E402F20}"/>
              </a:ext>
            </a:extLst>
          </p:cNvPr>
          <p:cNvSpPr>
            <a:spLocks xmlns:a="http://schemas.openxmlformats.org/drawingml/2006/main" noGrp="1"/>
          </p:cNvSpPr>
          <p:nvPr/>
        </p:nvSpPr>
        <p:spPr>
          <a:xfrm xmlns:a="http://schemas.openxmlformats.org/drawingml/2006/main" rot="0">
            <a:off x="514350" y="102965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sales, customer or social media data</a:t>
            </a:r>
          </a:p>
        </p:txBody>
      </p:sp>
      <p:sp>
        <p:nvSpPr>
          <p:cNvPr id="53" name="ML Build">
            <a:extLst xmlns:a="http://schemas.openxmlformats.org/drawingml/2006/main">
              <a:ext uri="{FF2B5EF4-FFF2-40B4-BE49-F238E27FC236}">
                <a16:creationId xmlns:a16="http://schemas.microsoft.com/office/drawing/2014/main" id="{42E85779-8B37-4158-8165-450623AF903A}"/>
              </a:ext>
            </a:extLst>
          </p:cNvPr>
          <p:cNvSpPr>
            <a:spLocks xmlns:a="http://schemas.openxmlformats.org/drawingml/2006/main" noGrp="1"/>
          </p:cNvSpPr>
          <p:nvPr/>
        </p:nvSpPr>
        <p:spPr>
          <a:xfrm xmlns:a="http://schemas.openxmlformats.org/drawingml/2006/main" rot="0">
            <a:off x="5219700" y="9906000"/>
            <a:ext cx="401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54" name="ML project examples">
            <a:extLst xmlns:a="http://schemas.openxmlformats.org/drawingml/2006/main">
              <a:ext uri="{FF2B5EF4-FFF2-40B4-BE49-F238E27FC236}">
                <a16:creationId xmlns:a16="http://schemas.microsoft.com/office/drawing/2014/main" id="{F11A3ABA-BC04-41E3-8716-24FE4256AD2A}"/>
              </a:ext>
            </a:extLst>
          </p:cNvPr>
          <p:cNvSpPr>
            <a:spLocks xmlns:a="http://schemas.openxmlformats.org/drawingml/2006/main" noGrp="1"/>
          </p:cNvSpPr>
          <p:nvPr/>
        </p:nvSpPr>
        <p:spPr>
          <a:xfrm xmlns:a="http://schemas.openxmlformats.org/drawingml/2006/main" rot="0">
            <a:off x="5219700" y="10258425"/>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9483c0af465245e1"/>
          <a:stretch xmlns:a="http://schemas.openxmlformats.org/drawingml/2006/main"/>
        </p:blipFill>
        <p:spPr>
          <a:xfrm xmlns:a="http://schemas.openxmlformats.org/drawingml/2006/main">
            <a:off x="376887" y="11106150"/>
            <a:ext cx="417801" cy="476250"/>
          </a:xfrm>
          <a:prstGeom xmlns:a="http://schemas.openxmlformats.org/drawingml/2006/main" prst="rect">
            <a:avLst/>
          </a:prstGeom>
        </p:spPr>
      </p:pic>
      <p:sp>
        <p:nvSpPr>
          <p:cNvPr id="56" name="Duration">
            <a:extLst xmlns:a="http://schemas.openxmlformats.org/drawingml/2006/main">
              <a:ext uri="{FF2B5EF4-FFF2-40B4-BE49-F238E27FC236}">
                <a16:creationId xmlns:a16="http://schemas.microsoft.com/office/drawing/2014/main" id="{73C90F78-364B-42A2-9F48-9932D43C9C6E}"/>
              </a:ext>
            </a:extLst>
          </p:cNvPr>
          <p:cNvSpPr>
            <a:spLocks xmlns:a="http://schemas.openxmlformats.org/drawingml/2006/main" noGrp="1"/>
          </p:cNvSpPr>
          <p:nvPr/>
        </p:nvSpPr>
        <p:spPr>
          <a:xfrm xmlns:a="http://schemas.openxmlformats.org/drawingml/2006/main" rot="0">
            <a:off x="942975" y="1119187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8 weeks</a:t>
            </a:r>
          </a:p>
        </p:txBody>
      </p:sp>
      <p:pic>
        <p:nvPicPr>
          <p:cNvPr id="140" name=""/>
          <p:cNvPicPr>
            <a:picLocks xmlns:a="http://schemas.openxmlformats.org/drawingml/2006/main" noChangeAspect="1"/>
          </p:cNvPicPr>
          <p:nvPr/>
        </p:nvPicPr>
        <p:blipFill>
          <a:blip xmlns:r="http://schemas.openxmlformats.org/officeDocument/2006/relationships" xmlns:a="http://schemas.openxmlformats.org/drawingml/2006/main" r:embed="R044e8ad238344685"/>
          <a:stretch xmlns:a="http://schemas.openxmlformats.org/drawingml/2006/main"/>
        </p:blipFill>
        <p:spPr>
          <a:xfrm xmlns:a="http://schemas.openxmlformats.org/drawingml/2006/main">
            <a:off x="2438400" y="11142788"/>
            <a:ext cx="504825" cy="402974"/>
          </a:xfrm>
          <a:prstGeom xmlns:a="http://schemas.openxmlformats.org/drawingml/2006/main" prst="rect">
            <a:avLst/>
          </a:prstGeom>
        </p:spPr>
      </p:pic>
      <p:sp>
        <p:nvSpPr>
          <p:cNvPr id="58" name="Group limit">
            <a:extLst xmlns:a="http://schemas.openxmlformats.org/drawingml/2006/main">
              <a:ext uri="{FF2B5EF4-FFF2-40B4-BE49-F238E27FC236}">
                <a16:creationId xmlns:a16="http://schemas.microsoft.com/office/drawing/2014/main" id="{F01AA851-9542-4749-8E1A-8C9E1AB1A1D8}"/>
              </a:ext>
            </a:extLst>
          </p:cNvPr>
          <p:cNvSpPr>
            <a:spLocks xmlns:a="http://schemas.openxmlformats.org/drawingml/2006/main" noGrp="1"/>
          </p:cNvSpPr>
          <p:nvPr/>
        </p:nvSpPr>
        <p:spPr>
          <a:xfrm xmlns:a="http://schemas.openxmlformats.org/drawingml/2006/main" rot="0">
            <a:off x="3076575" y="11125200"/>
            <a:ext cx="1504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Max. 5</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learners/group</a:t>
            </a:r>
          </a:p>
        </p:txBody>
      </p:sp>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5003610c738946ae"/>
          <a:stretch xmlns:a="http://schemas.openxmlformats.org/drawingml/2006/main"/>
        </p:blipFill>
        <p:spPr>
          <a:xfrm xmlns:a="http://schemas.openxmlformats.org/drawingml/2006/main">
            <a:off x="4762500" y="11126875"/>
            <a:ext cx="542925" cy="434800"/>
          </a:xfrm>
          <a:prstGeom xmlns:a="http://schemas.openxmlformats.org/drawingml/2006/main" prst="rect">
            <a:avLst/>
          </a:prstGeom>
        </p:spPr>
      </p:pic>
      <p:sp>
        <p:nvSpPr>
          <p:cNvPr id="60" name="Beginner welcome">
            <a:extLst xmlns:a="http://schemas.openxmlformats.org/drawingml/2006/main">
              <a:ext uri="{FF2B5EF4-FFF2-40B4-BE49-F238E27FC236}">
                <a16:creationId xmlns:a16="http://schemas.microsoft.com/office/drawing/2014/main" id="{660BE350-9C37-4349-A410-E6D2AC898130}"/>
              </a:ext>
            </a:extLst>
          </p:cNvPr>
          <p:cNvSpPr>
            <a:spLocks xmlns:a="http://schemas.openxmlformats.org/drawingml/2006/main" noGrp="1"/>
          </p:cNvSpPr>
          <p:nvPr/>
        </p:nvSpPr>
        <p:spPr>
          <a:xfrm xmlns:a="http://schemas.openxmlformats.org/drawingml/2006/main" rot="0">
            <a:off x="5419725" y="11125200"/>
            <a:ext cx="1771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No coding</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experience needed</a:t>
            </a:r>
          </a:p>
        </p:txBody>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1840fd7f2b904031"/>
          <a:stretch xmlns:a="http://schemas.openxmlformats.org/drawingml/2006/main"/>
        </p:blipFill>
        <p:spPr>
          <a:xfrm xmlns:a="http://schemas.openxmlformats.org/drawingml/2006/main">
            <a:off x="7362825" y="11142788"/>
            <a:ext cx="504825" cy="402974"/>
          </a:xfrm>
          <a:prstGeom xmlns:a="http://schemas.openxmlformats.org/drawingml/2006/main" prst="rect">
            <a:avLst/>
          </a:prstGeom>
        </p:spPr>
      </p:pic>
      <p:sp>
        <p:nvSpPr>
          <p:cNvPr id="62" name="Places">
            <a:extLst xmlns:a="http://schemas.openxmlformats.org/drawingml/2006/main">
              <a:ext uri="{FF2B5EF4-FFF2-40B4-BE49-F238E27FC236}">
                <a16:creationId xmlns:a16="http://schemas.microsoft.com/office/drawing/2014/main" id="{03155420-F436-4C3C-BBE7-782B2F373C93}"/>
              </a:ext>
            </a:extLst>
          </p:cNvPr>
          <p:cNvSpPr>
            <a:spLocks xmlns:a="http://schemas.openxmlformats.org/drawingml/2006/main" noGrp="1"/>
          </p:cNvSpPr>
          <p:nvPr/>
        </p:nvSpPr>
        <p:spPr>
          <a:xfrm xmlns:a="http://schemas.openxmlformats.org/drawingml/2006/main" rot="0">
            <a:off x="8001000" y="11096625"/>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Only 15 places</a:t>
            </a:r>
          </a:p>
        </p:txBody>
      </p:sp>
      <p:sp>
        <p:nvSpPr>
          <p:cNvPr id="63" name="Capacity qualifier">
            <a:extLst xmlns:a="http://schemas.openxmlformats.org/drawingml/2006/main">
              <a:ext uri="{FF2B5EF4-FFF2-40B4-BE49-F238E27FC236}">
                <a16:creationId xmlns:a16="http://schemas.microsoft.com/office/drawing/2014/main" id="{0DB8E33A-0A2B-48AD-87A6-84D19C2FE2DA}"/>
              </a:ext>
            </a:extLst>
          </p:cNvPr>
          <p:cNvSpPr>
            <a:spLocks xmlns:a="http://schemas.openxmlformats.org/drawingml/2006/main" noGrp="1"/>
          </p:cNvSpPr>
          <p:nvPr/>
        </p:nvSpPr>
        <p:spPr>
          <a:xfrm xmlns:a="http://schemas.openxmlformats.org/drawingml/2006/main" rot="0">
            <a:off x="8001000" y="11439525"/>
            <a:ext cx="1533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2342"/>
                </a:solidFill>
                <a:latin typeface="Arial"/>
                <a:ea typeface="Arial"/>
                <a:cs typeface="Arial"/>
              </a:defRPr>
            </a:pPr>
            <a:r>
              <a:rPr sz="1200" b="0">
                <a:solidFill>
                  <a:srgbClr val="002342"/>
                </a:solidFill>
                <a:latin typeface="Arial"/>
                <a:ea typeface="Arial"/>
                <a:cs typeface="Arial"/>
              </a:rPr>
              <a:t>whole programme</a:t>
            </a:r>
          </a:p>
        </p:txBody>
      </p:sp>
      <p:sp>
        <p:nvSpPr>
          <p:cNvPr id="64" name="Benefit divider 0">
            <a:extLst xmlns:a="http://schemas.openxmlformats.org/drawingml/2006/main">
              <a:ext uri="{FF2B5EF4-FFF2-40B4-BE49-F238E27FC236}">
                <a16:creationId xmlns:a16="http://schemas.microsoft.com/office/drawing/2014/main" id="{0CC3B888-6A0E-43DD-A18E-731CA2A92D23}"/>
              </a:ext>
            </a:extLst>
          </p:cNvPr>
          <p:cNvSpPr>
            <a:spLocks xmlns:a="http://schemas.openxmlformats.org/drawingml/2006/main" noGrp="1"/>
          </p:cNvSpPr>
          <p:nvPr/>
        </p:nvSpPr>
        <p:spPr>
          <a:xfrm xmlns:a="http://schemas.openxmlformats.org/drawingml/2006/main" rot="0">
            <a:off x="2257425" y="11134725"/>
            <a:ext cx="9525" cy="504825"/>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5" name="Benefit divider 1">
            <a:extLst xmlns:a="http://schemas.openxmlformats.org/drawingml/2006/main">
              <a:ext uri="{FF2B5EF4-FFF2-40B4-BE49-F238E27FC236}">
                <a16:creationId xmlns:a16="http://schemas.microsoft.com/office/drawing/2014/main" id="{7F2FDB58-C3B7-43DA-AA8E-B170EF273FD0}"/>
              </a:ext>
            </a:extLst>
          </p:cNvPr>
          <p:cNvSpPr>
            <a:spLocks xmlns:a="http://schemas.openxmlformats.org/drawingml/2006/main" noGrp="1"/>
          </p:cNvSpPr>
          <p:nvPr/>
        </p:nvSpPr>
        <p:spPr>
          <a:xfrm xmlns:a="http://schemas.openxmlformats.org/drawingml/2006/main" rot="0">
            <a:off x="4600575" y="11134725"/>
            <a:ext cx="9525" cy="504825"/>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6" name="Benefit divider 2">
            <a:extLst xmlns:a="http://schemas.openxmlformats.org/drawingml/2006/main">
              <a:ext uri="{FF2B5EF4-FFF2-40B4-BE49-F238E27FC236}">
                <a16:creationId xmlns:a16="http://schemas.microsoft.com/office/drawing/2014/main" id="{EF97795C-263B-41E5-8AFF-D79412AD0C0A}"/>
              </a:ext>
            </a:extLst>
          </p:cNvPr>
          <p:cNvSpPr>
            <a:spLocks xmlns:a="http://schemas.openxmlformats.org/drawingml/2006/main" noGrp="1"/>
          </p:cNvSpPr>
          <p:nvPr/>
        </p:nvSpPr>
        <p:spPr>
          <a:xfrm xmlns:a="http://schemas.openxmlformats.org/drawingml/2006/main" rot="0">
            <a:off x="7181850" y="11134725"/>
            <a:ext cx="9525" cy="504825"/>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7" name="Fees">
            <a:extLst xmlns:a="http://schemas.openxmlformats.org/drawingml/2006/main">
              <a:ext uri="{FF2B5EF4-FFF2-40B4-BE49-F238E27FC236}">
                <a16:creationId xmlns:a16="http://schemas.microsoft.com/office/drawing/2014/main" id="{895A4847-AA6A-4E83-B466-EAB304320D37}"/>
              </a:ext>
            </a:extLst>
          </p:cNvPr>
          <p:cNvSpPr>
            <a:spLocks xmlns:a="http://schemas.openxmlformats.org/drawingml/2006/main" noGrp="1"/>
          </p:cNvSpPr>
          <p:nvPr/>
        </p:nvSpPr>
        <p:spPr>
          <a:xfrm xmlns:a="http://schemas.openxmlformats.org/drawingml/2006/main" rot="0">
            <a:off x="266700" y="12001500"/>
            <a:ext cx="4600575" cy="1600200"/>
          </a:xfrm>
          <a:prstGeom xmlns:a="http://schemas.openxmlformats.org/drawingml/2006/main" prst="roundRect">
            <a:avLst>
              <a:gd name="adj" fmla="val 7738"/>
            </a:avLst>
          </a:prstGeom>
          <a:solidFill xmlns:a="http://schemas.openxmlformats.org/drawingml/2006/main">
            <a:srgbClr val="002342"/>
          </a:solidFill>
          <a:ln xmlns:a="http://schemas.openxmlformats.org/drawingml/2006/main" w="0">
            <a:noFill/>
          </a:ln>
        </p:spPr>
      </p:sp>
      <p:sp>
        <p:nvSpPr>
          <p:cNvPr id="68" name="Fee heading">
            <a:extLst xmlns:a="http://schemas.openxmlformats.org/drawingml/2006/main">
              <a:ext uri="{FF2B5EF4-FFF2-40B4-BE49-F238E27FC236}">
                <a16:creationId xmlns:a16="http://schemas.microsoft.com/office/drawing/2014/main" id="{CB0090B7-7416-4C79-B24C-F4C8FFEE6305}"/>
              </a:ext>
            </a:extLst>
          </p:cNvPr>
          <p:cNvSpPr>
            <a:spLocks xmlns:a="http://schemas.openxmlformats.org/drawingml/2006/main" noGrp="1"/>
          </p:cNvSpPr>
          <p:nvPr/>
        </p:nvSpPr>
        <p:spPr>
          <a:xfrm xmlns:a="http://schemas.openxmlformats.org/drawingml/2006/main" rot="0">
            <a:off x="438150" y="1215390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Programme fee (per learner)</a:t>
            </a:r>
          </a:p>
        </p:txBody>
      </p:sp>
      <p:sp>
        <p:nvSpPr>
          <p:cNvPr id="69" name="Group fee">
            <a:extLst xmlns:a="http://schemas.openxmlformats.org/drawingml/2006/main">
              <a:ext uri="{FF2B5EF4-FFF2-40B4-BE49-F238E27FC236}">
                <a16:creationId xmlns:a16="http://schemas.microsoft.com/office/drawing/2014/main" id="{361F2AF1-478B-423E-A6F5-56083221A0DF}"/>
              </a:ext>
            </a:extLst>
          </p:cNvPr>
          <p:cNvSpPr>
            <a:spLocks xmlns:a="http://schemas.openxmlformats.org/drawingml/2006/main" noGrp="1"/>
          </p:cNvSpPr>
          <p:nvPr/>
        </p:nvSpPr>
        <p:spPr>
          <a:xfrm xmlns:a="http://schemas.openxmlformats.org/drawingml/2006/main" rot="0">
            <a:off x="438150" y="125444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UGX 800,000</a:t>
            </a:r>
          </a:p>
        </p:txBody>
      </p:sp>
      <p:sp>
        <p:nvSpPr>
          <p:cNvPr id="70" name="Fee divider">
            <a:extLst xmlns:a="http://schemas.openxmlformats.org/drawingml/2006/main">
              <a:ext uri="{FF2B5EF4-FFF2-40B4-BE49-F238E27FC236}">
                <a16:creationId xmlns:a16="http://schemas.microsoft.com/office/drawing/2014/main" id="{11F6CD14-BF89-4C02-931C-47137F146EF3}"/>
              </a:ext>
            </a:extLst>
          </p:cNvPr>
          <p:cNvSpPr>
            <a:spLocks xmlns:a="http://schemas.openxmlformats.org/drawingml/2006/main" noGrp="1"/>
          </p:cNvSpPr>
          <p:nvPr/>
        </p:nvSpPr>
        <p:spPr>
          <a:xfrm xmlns:a="http://schemas.openxmlformats.org/drawingml/2006/main" rot="0">
            <a:off x="2657475" y="12582525"/>
            <a:ext cx="9525" cy="771525"/>
          </a:xfrm>
          <a:prstGeom xmlns:a="http://schemas.openxmlformats.org/drawingml/2006/main" prst="rect">
            <a:avLst/>
          </a:prstGeom>
          <a:solidFill xmlns:a="http://schemas.openxmlformats.org/drawingml/2006/main">
            <a:srgbClr val="D2E3EF"/>
          </a:solidFill>
          <a:ln xmlns:a="http://schemas.openxmlformats.org/drawingml/2006/main" w="0">
            <a:noFill/>
          </a:ln>
        </p:spPr>
      </p:sp>
      <p:sp>
        <p:nvSpPr>
          <p:cNvPr id="71" name="Private fee">
            <a:extLst xmlns:a="http://schemas.openxmlformats.org/drawingml/2006/main">
              <a:ext uri="{FF2B5EF4-FFF2-40B4-BE49-F238E27FC236}">
                <a16:creationId xmlns:a16="http://schemas.microsoft.com/office/drawing/2014/main" id="{6D0F058A-04DD-426D-ABF1-E1AF03379C3C}"/>
              </a:ext>
            </a:extLst>
          </p:cNvPr>
          <p:cNvSpPr>
            <a:spLocks xmlns:a="http://schemas.openxmlformats.org/drawingml/2006/main" noGrp="1"/>
          </p:cNvSpPr>
          <p:nvPr/>
        </p:nvSpPr>
        <p:spPr>
          <a:xfrm xmlns:a="http://schemas.openxmlformats.org/drawingml/2006/main" rot="0">
            <a:off x="2800350" y="12544425"/>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UGX 1,000,000</a:t>
            </a:r>
          </a:p>
        </p:txBody>
      </p:sp>
      <p:sp>
        <p:nvSpPr>
          <p:cNvPr id="72" name="Group fee condition">
            <a:extLst xmlns:a="http://schemas.openxmlformats.org/drawingml/2006/main">
              <a:ext uri="{FF2B5EF4-FFF2-40B4-BE49-F238E27FC236}">
                <a16:creationId xmlns:a16="http://schemas.microsoft.com/office/drawing/2014/main" id="{E4641923-6356-4448-9887-A16303BDE637}"/>
              </a:ext>
            </a:extLst>
          </p:cNvPr>
          <p:cNvSpPr>
            <a:spLocks xmlns:a="http://schemas.openxmlformats.org/drawingml/2006/main" noGrp="1"/>
          </p:cNvSpPr>
          <p:nvPr/>
        </p:nvSpPr>
        <p:spPr>
          <a:xfrm xmlns:a="http://schemas.openxmlformats.org/drawingml/2006/main" rot="0">
            <a:off x="438150" y="13020675"/>
            <a:ext cx="2133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Narrow"/>
                <a:ea typeface="Arial Narrow"/>
                <a:cs typeface="Arial Narrow"/>
              </a:defRPr>
            </a:pPr>
            <a:r>
              <a:rPr sz="1125" b="0">
                <a:solidFill>
                  <a:srgbClr val="FFFFFF"/>
                </a:solidFill>
                <a:latin typeface="Arial Narrow"/>
                <a:ea typeface="Arial Narrow"/>
                <a:cs typeface="Arial Narrow"/>
              </a:rPr>
              <a:t>Small group: exactly 5 learners</a:t>
            </a:r>
          </a:p>
        </p:txBody>
      </p:sp>
      <p:sp>
        <p:nvSpPr>
          <p:cNvPr id="73" name="Private fee condition">
            <a:extLst xmlns:a="http://schemas.openxmlformats.org/drawingml/2006/main">
              <a:ext uri="{FF2B5EF4-FFF2-40B4-BE49-F238E27FC236}">
                <a16:creationId xmlns:a16="http://schemas.microsoft.com/office/drawing/2014/main" id="{C2846FDF-1D1A-4AE6-84F9-739FA3170DB1}"/>
              </a:ext>
            </a:extLst>
          </p:cNvPr>
          <p:cNvSpPr>
            <a:spLocks xmlns:a="http://schemas.openxmlformats.org/drawingml/2006/main" noGrp="1"/>
          </p:cNvSpPr>
          <p:nvPr/>
        </p:nvSpPr>
        <p:spPr>
          <a:xfrm xmlns:a="http://schemas.openxmlformats.org/drawingml/2006/main" rot="0">
            <a:off x="2800350" y="12954000"/>
            <a:ext cx="2019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Private / semi-private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1–4 learners</a:t>
            </a:r>
          </a:p>
        </p:txBody>
      </p:sp>
      <p:sp>
        <p:nvSpPr>
          <p:cNvPr id="74" name="Booking">
            <a:extLst xmlns:a="http://schemas.openxmlformats.org/drawingml/2006/main">
              <a:ext uri="{FF2B5EF4-FFF2-40B4-BE49-F238E27FC236}">
                <a16:creationId xmlns:a16="http://schemas.microsoft.com/office/drawing/2014/main" id="{0A0DD88C-2FB6-4861-805C-3C645DFF5CD5}"/>
              </a:ext>
            </a:extLst>
          </p:cNvPr>
          <p:cNvSpPr>
            <a:spLocks xmlns:a="http://schemas.openxmlformats.org/drawingml/2006/main" noGrp="1"/>
          </p:cNvSpPr>
          <p:nvPr/>
        </p:nvSpPr>
        <p:spPr>
          <a:xfrm xmlns:a="http://schemas.openxmlformats.org/drawingml/2006/main" rot="0">
            <a:off x="4972050" y="12001500"/>
            <a:ext cx="2952750" cy="1600200"/>
          </a:xfrm>
          <a:prstGeom xmlns:a="http://schemas.openxmlformats.org/drawingml/2006/main" prst="roundRect">
            <a:avLst>
              <a:gd name="adj" fmla="val 7738"/>
            </a:avLst>
          </a:prstGeom>
          <a:solidFill xmlns:a="http://schemas.openxmlformats.org/drawingml/2006/main">
            <a:srgbClr val="002342"/>
          </a:solidFill>
          <a:ln xmlns:a="http://schemas.openxmlformats.org/drawingml/2006/main" w="0">
            <a:noFill/>
          </a:ln>
        </p:spPr>
      </p:sp>
      <p:sp>
        <p:nvSpPr>
          <p:cNvPr id="75" name="Booking action">
            <a:extLst xmlns:a="http://schemas.openxmlformats.org/drawingml/2006/main">
              <a:ext uri="{FF2B5EF4-FFF2-40B4-BE49-F238E27FC236}">
                <a16:creationId xmlns:a16="http://schemas.microsoft.com/office/drawing/2014/main" id="{117D83EE-6050-4182-9747-C7FA3186EB09}"/>
              </a:ext>
            </a:extLst>
          </p:cNvPr>
          <p:cNvSpPr>
            <a:spLocks xmlns:a="http://schemas.openxmlformats.org/drawingml/2006/main" noGrp="1"/>
          </p:cNvSpPr>
          <p:nvPr/>
        </p:nvSpPr>
        <p:spPr>
          <a:xfrm xmlns:a="http://schemas.openxmlformats.org/drawingml/2006/main" rot="0">
            <a:off x="5095875" y="12125325"/>
            <a:ext cx="270510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76" name="Booking wording">
            <a:extLst xmlns:a="http://schemas.openxmlformats.org/drawingml/2006/main">
              <a:ext uri="{FF2B5EF4-FFF2-40B4-BE49-F238E27FC236}">
                <a16:creationId xmlns:a16="http://schemas.microsoft.com/office/drawing/2014/main" id="{C8F91D47-CB63-4C9F-AB80-186240E8BD24}"/>
              </a:ext>
            </a:extLst>
          </p:cNvPr>
          <p:cNvSpPr>
            <a:spLocks xmlns:a="http://schemas.openxmlformats.org/drawingml/2006/main" noGrp="1"/>
          </p:cNvSpPr>
          <p:nvPr/>
        </p:nvSpPr>
        <p:spPr>
          <a:xfrm xmlns:a="http://schemas.openxmlformats.org/drawingml/2006/main" rot="0">
            <a:off x="5238750" y="122301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Reserve your place →</a:t>
            </a: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009449e13295439e"/>
          <a:stretch xmlns:a="http://schemas.openxmlformats.org/drawingml/2006/main"/>
        </p:blipFill>
        <p:spPr>
          <a:xfrm xmlns:a="http://schemas.openxmlformats.org/drawingml/2006/main">
            <a:off x="5116711" y="12782550"/>
            <a:ext cx="291703" cy="333375"/>
          </a:xfrm>
          <a:prstGeom xmlns:a="http://schemas.openxmlformats.org/drawingml/2006/main" prst="rect">
            <a:avLst/>
          </a:prstGeom>
        </p:spPr>
      </p:pic>
      <p:sp>
        <p:nvSpPr>
          <p:cNvPr id="78" name="Phone">
            <a:extLst xmlns:a="http://schemas.openxmlformats.org/drawingml/2006/main">
              <a:ext uri="{FF2B5EF4-FFF2-40B4-BE49-F238E27FC236}">
                <a16:creationId xmlns:a16="http://schemas.microsoft.com/office/drawing/2014/main" id="{623AD52F-4F5D-4DDD-8437-451EB89843FA}"/>
              </a:ext>
            </a:extLst>
          </p:cNvPr>
          <p:cNvSpPr>
            <a:spLocks xmlns:a="http://schemas.openxmlformats.org/drawingml/2006/main" noGrp="1"/>
          </p:cNvSpPr>
          <p:nvPr/>
        </p:nvSpPr>
        <p:spPr>
          <a:xfrm xmlns:a="http://schemas.openxmlformats.org/drawingml/2006/main" rot="0">
            <a:off x="5534025" y="12820650"/>
            <a:ext cx="237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+256 750 990 718</a:t>
            </a:r>
          </a:p>
        </p:txBody>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e54ba4a0d7b24440"/>
          <a:stretch xmlns:a="http://schemas.openxmlformats.org/drawingml/2006/main"/>
        </p:blipFill>
        <p:spPr>
          <a:xfrm xmlns:a="http://schemas.openxmlformats.org/drawingml/2006/main">
            <a:off x="5119688" y="13230225"/>
            <a:ext cx="238125" cy="238125"/>
          </a:xfrm>
          <a:prstGeom xmlns:a="http://schemas.openxmlformats.org/drawingml/2006/main" prst="rect">
            <a:avLst/>
          </a:prstGeom>
        </p:spPr>
      </p:pic>
      <p:sp>
        <p:nvSpPr>
          <p:cNvPr id="80" name="Email">
            <a:extLst xmlns:a="http://schemas.openxmlformats.org/drawingml/2006/main">
              <a:ext uri="{FF2B5EF4-FFF2-40B4-BE49-F238E27FC236}">
                <a16:creationId xmlns:a16="http://schemas.microsoft.com/office/drawing/2014/main" id="{990FFA46-4CFE-460E-AD09-5377D2362EB2}"/>
              </a:ext>
            </a:extLst>
          </p:cNvPr>
          <p:cNvSpPr>
            <a:spLocks xmlns:a="http://schemas.openxmlformats.org/drawingml/2006/main" noGrp="1"/>
          </p:cNvSpPr>
          <p:nvPr/>
        </p:nvSpPr>
        <p:spPr>
          <a:xfrm xmlns:a="http://schemas.openxmlformats.org/drawingml/2006/main" rot="0">
            <a:off x="5514975" y="13249275"/>
            <a:ext cx="2352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jothammartin.wambi@gmail.com</a:t>
            </a:r>
          </a:p>
        </p:txBody>
      </p:sp>
      <p:pic>
        <p:nvPicPr>
          <p:cNvPr id="164" name=""/>
          <p:cNvPicPr>
            <a:picLocks xmlns:a="http://schemas.openxmlformats.org/drawingml/2006/main" noChangeAspect="1"/>
          </p:cNvPicPr>
          <p:nvPr/>
        </p:nvPicPr>
        <p:blipFill>
          <a:blip xmlns:r="http://schemas.openxmlformats.org/officeDocument/2006/relationships" xmlns:a="http://schemas.openxmlformats.org/drawingml/2006/main" r:embed="R48667fbd265b4c0f"/>
          <a:stretch xmlns:a="http://schemas.openxmlformats.org/drawingml/2006/main"/>
        </p:blipFill>
        <p:spPr>
          <a:xfrm xmlns:a="http://schemas.openxmlformats.org/drawingml/2006/main">
            <a:off x="7991475" y="11953875"/>
            <a:ext cx="1562100" cy="1562100"/>
          </a:xfrm>
          <a:prstGeom xmlns:a="http://schemas.openxmlformats.org/drawingml/2006/main" prst="rect">
            <a:avLst/>
          </a:prstGeom>
        </p:spPr>
      </p:pic>
      <p:sp>
        <p:nvSpPr>
          <p:cNvPr id="82" name="QR caption">
            <a:extLst xmlns:a="http://schemas.openxmlformats.org/drawingml/2006/main">
              <a:ext uri="{FF2B5EF4-FFF2-40B4-BE49-F238E27FC236}">
                <a16:creationId xmlns:a16="http://schemas.microsoft.com/office/drawing/2014/main" id="{7A31B77C-AD55-4F3F-AC93-3A2DA14AE312}"/>
              </a:ext>
            </a:extLst>
          </p:cNvPr>
          <p:cNvSpPr>
            <a:spLocks xmlns:a="http://schemas.openxmlformats.org/drawingml/2006/main" noGrp="1"/>
          </p:cNvSpPr>
          <p:nvPr/>
        </p:nvSpPr>
        <p:spPr>
          <a:xfrm xmlns:a="http://schemas.openxmlformats.org/drawingml/2006/main" rot="0">
            <a:off x="7991475" y="13544550"/>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2342"/>
                </a:solidFill>
                <a:latin typeface="Arial"/>
                <a:ea typeface="Arial"/>
                <a:cs typeface="Arial"/>
              </a:defRPr>
            </a:pPr>
            <a:r>
              <a:rPr sz="1350" b="1">
                <a:solidFill>
                  <a:srgbClr val="002342"/>
                </a:solidFill>
                <a:latin typeface="Arial"/>
                <a:ea typeface="Arial"/>
                <a:cs typeface="Arial"/>
              </a:rPr>
              <a:t>Scan to WhatsApp</a:t>
            </a:r>
          </a:p>
        </p:txBody>
      </p:sp>
      <p:sp>
        <p:nvSpPr>
          <p:cNvPr id="83" name="Laptop requirement">
            <a:extLst xmlns:a="http://schemas.openxmlformats.org/drawingml/2006/main">
              <a:ext uri="{FF2B5EF4-FFF2-40B4-BE49-F238E27FC236}">
                <a16:creationId xmlns:a16="http://schemas.microsoft.com/office/drawing/2014/main" id="{1F416C17-6D44-443D-851B-891A844F8142}"/>
              </a:ext>
            </a:extLst>
          </p:cNvPr>
          <p:cNvSpPr>
            <a:spLocks xmlns:a="http://schemas.openxmlformats.org/drawingml/2006/main" noGrp="1"/>
          </p:cNvSpPr>
          <p:nvPr/>
        </p:nvSpPr>
        <p:spPr>
          <a:xfrm xmlns:a="http://schemas.openxmlformats.org/drawingml/2006/main" rot="0">
            <a:off x="381000" y="14068425"/>
            <a:ext cx="8991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002342"/>
                </a:solidFill>
                <a:latin typeface="Arial"/>
                <a:ea typeface="Arial"/>
                <a:cs typeface="Arial"/>
              </a:defRPr>
            </a:pPr>
            <a:r>
              <a:rPr sz="1725" b="0">
                <a:solidFill>
                  <a:srgbClr val="002342"/>
                </a:solidFill>
                <a:latin typeface="Arial"/>
                <a:ea typeface="Arial"/>
                <a:cs typeface="Arial"/>
              </a:rPr>
              <a:t>Own laptop required. Enquire for dates &amp; venue.</a:t>
            </a:r>
          </a:p>
        </p:txBody>
      </p:sp>
    </p:spTree>
    <p:extLst>
      <p:ext uri="{BB962C8B-B14F-4D97-AF65-F5344CB8AC3E}">
        <p14:creationId xmlns:p14="http://schemas.microsoft.com/office/powerpoint/2010/main" val="1332887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2026-09-28T08:40:47.2040000Z</dcterms:created>
  <dcterms:modified xsi:type="dcterms:W3CDTF">2026-09-28T08:40:47.2040000Z</dcterms:modified>
</coreProperties>
</file>