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0e0b5405974502" /><Relationship Type="http://schemas.openxmlformats.org/officeDocument/2006/relationships/extended-properties" Target="/docProps/app.xml" Id="R1e1537c4801e4f7b" /><Relationship Type="http://schemas.openxmlformats.org/officeDocument/2006/relationships/officeDocument" Target="/ppt/presentation.xml" Id="R4a91af027db5439c" /></Relationships>
</file>

<file path=ppt/presentation.xml><?xml version="1.0" encoding="utf-8"?>
<p:presentation xmlns:p="http://schemas.openxmlformats.org/presentationml/2006/main">
  <p:sldMasterIdLst>
    <p:sldMasterId xmlns:r="http://schemas.openxmlformats.org/officeDocument/2006/relationships" id="2147483648" r:id="Ra5bdd89795d1499f"/>
  </p:sldMasterIdLst>
  <p:notesMasterIdLst>
    <p:notesMasterId xmlns:r="http://schemas.openxmlformats.org/officeDocument/2006/relationships" r:id="Rdf0cef126d934c17"/>
  </p:notesMasterIdLst>
  <p:sldIdLst>
    <p:sldId xmlns:r="http://schemas.openxmlformats.org/officeDocument/2006/relationships" id="256" r:id="R12b85247bc7c4a79"/>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2bdac7329f4ce0" /><Relationship Type="http://schemas.openxmlformats.org/officeDocument/2006/relationships/slideMaster" Target="/ppt/slideMasters/slideMaster1.xml" Id="Ra5bdd89795d1499f" /><Relationship Type="http://schemas.openxmlformats.org/officeDocument/2006/relationships/notesMaster" Target="/ppt/notesMasters/notesMaster1.xml" Id="Rdf0cef126d934c17" /><Relationship Type="http://schemas.openxmlformats.org/officeDocument/2006/relationships/presProps" Target="/ppt/presProps.xml" Id="Re2799ea036eb4435" /><Relationship Type="http://schemas.openxmlformats.org/officeDocument/2006/relationships/tableStyles" Target="/ppt/tableStyles.xml" Id="Ref5f6bcf3494400b" /><Relationship Type="http://schemas.openxmlformats.org/officeDocument/2006/relationships/slide" Target="/ppt/slides/slide1.xml" Id="R12b85247bc7c4a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f5b764f97d42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c03ebbfdd648bc" /><Relationship Type="http://schemas.openxmlformats.org/officeDocument/2006/relationships/notesMaster" Target="/ppt/notesMasters/notesMaster1.xml" Id="Ra0d539125397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e7457d717645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c4e05dd22749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445a703dea40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8f99298cbc40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6f098ce3184a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8271c7a85047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EB8E1B9-78D4-487B-A8B2-1CF29C9E150B}"/>
              </a:ext>
            </a:extLst>
          </p:cNvPr>
          <p:cNvSpPr>
            <a:spLocks xmlns:a="http://schemas.openxmlformats.org/drawingml/2006/main" noGrp="1"/>
          </p:cNvSpPr>
          <p:nvPr/>
        </p:nvSpPr>
        <p:spPr>
          <a:xfrm xmlns:a="http://schemas.openxmlformats.org/drawingml/2006/main">
            <a:off x="4632960" y="510709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F84E2BE-0C32-40C1-9AB1-213CDF5CCE83}"/>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AE430CC-BE00-4938-848D-7C9E5E697A55}"/>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F7A1749D-8166-48CB-835E-691E9B1D4DE6}"/>
              </a:ext>
            </a:extLst>
          </p:cNvPr>
          <p:cNvSpPr>
            <a:spLocks xmlns:a="http://schemas.openxmlformats.org/drawingml/2006/main" noGrp="1"/>
          </p:cNvSpPr>
          <p:nvPr/>
        </p:nvSpPr>
        <p:spPr>
          <a:xfrm xmlns:a="http://schemas.openxmlformats.org/drawingml/2006/main">
            <a:off x="4632960" y="5723467"/>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7AAFFEE-6860-45A2-A873-74A6D740BBCC}"/>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14E3068-5B73-4A7C-89A7-69A29FB15749}"/>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D88A0A9-74BA-419B-8AA8-ED809E883636}"/>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4D0268A-84AF-4CDF-BA9C-2A3166E2BD60}"/>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2E7EDAB-EA19-419E-97B7-5785371893DF}"/>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69CA256-3D10-4998-B2D7-7E614DE41DB4}"/>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ED4E168-27A0-4C24-A335-76B3C27FBA9A}"/>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28F2993-863B-4CCA-8746-25D5DD350A25}"/>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F31EAE2-4FB5-4846-BF24-9DB86A3F4122}"/>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3ED176E-D893-449C-ACBA-81DE5D66AE84}"/>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02327A7-8307-48BA-B937-5C79875F8383}"/>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2f3152e4e34ebd" /><Relationship Type="http://schemas.openxmlformats.org/officeDocument/2006/relationships/slideLayout" Target="/ppt/slideLayouts/slideLayout1.xml" Id="R88aa4d21c2d44532" /><Relationship Type="http://schemas.openxmlformats.org/officeDocument/2006/relationships/slideLayout" Target="/ppt/slideLayouts/slideLayout2.xml" Id="R012ac9a8d4334526" /><Relationship Type="http://schemas.openxmlformats.org/officeDocument/2006/relationships/slideLayout" Target="/ppt/slideLayouts/slideLayout3.xml" Id="Ra05be87a036a4e18" /><Relationship Type="http://schemas.openxmlformats.org/officeDocument/2006/relationships/slideLayout" Target="/ppt/slideLayouts/slideLayout4.xml" Id="R3c297ea05605400f" /><Relationship Type="http://schemas.openxmlformats.org/officeDocument/2006/relationships/slideLayout" Target="/ppt/slideLayouts/slideLayout5.xml" Id="R96e33baa0c54499d" /><Relationship Type="http://schemas.openxmlformats.org/officeDocument/2006/relationships/slideLayout" Target="/ppt/slideLayouts/slideLayout6.xml" Id="R6537b63015bb41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aa4d21c2d44532"/>
    <p:sldLayoutId xmlns:r="http://schemas.openxmlformats.org/officeDocument/2006/relationships" id="2147483650" r:id="R012ac9a8d4334526"/>
    <p:sldLayoutId xmlns:r="http://schemas.openxmlformats.org/officeDocument/2006/relationships" id="2147483651" r:id="Ra05be87a036a4e18"/>
    <p:sldLayoutId xmlns:r="http://schemas.openxmlformats.org/officeDocument/2006/relationships" id="2147483652" r:id="R3c297ea05605400f"/>
    <p:sldLayoutId xmlns:r="http://schemas.openxmlformats.org/officeDocument/2006/relationships" id="2147483653" r:id="R96e33baa0c54499d"/>
    <p:sldLayoutId xmlns:r="http://schemas.openxmlformats.org/officeDocument/2006/relationships" id="2147483654" r:id="R6537b63015bb41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88366192084a5a" /><Relationship Type="http://schemas.openxmlformats.org/officeDocument/2006/relationships/image" Target="/ppt/media/image.png" Id="Ra9f4f06b2a1c4f70" /><Relationship Type="http://schemas.openxmlformats.org/officeDocument/2006/relationships/image" Target="/ppt/media/image2.png" Id="Re2676e4086fd4e91" /><Relationship Type="http://schemas.openxmlformats.org/officeDocument/2006/relationships/image" Target="/ppt/media/image3.png" Id="R70713c6bb2b04393" /><Relationship Type="http://schemas.openxmlformats.org/officeDocument/2006/relationships/image" Target="/ppt/media/image4.png" Id="R7c5165a1a0bc4729" /><Relationship Type="http://schemas.openxmlformats.org/officeDocument/2006/relationships/image" Target="/ppt/media/image5.png" Id="R95c700394af9407f" /><Relationship Type="http://schemas.openxmlformats.org/officeDocument/2006/relationships/image" Target="/ppt/media/image6.png" Id="R07c14e99b2c44eee" /><Relationship Type="http://schemas.openxmlformats.org/officeDocument/2006/relationships/image" Target="/ppt/media/image7.png" Id="R60d4981fbed0400b" /><Relationship Type="http://schemas.openxmlformats.org/officeDocument/2006/relationships/image" Target="/ppt/media/image8.png" Id="R37ef1f81e3ed4af6" /><Relationship Type="http://schemas.openxmlformats.org/officeDocument/2006/relationships/image" Target="/ppt/media/image9.png" Id="Rb97c0e9a981a42d0" /><Relationship Type="http://schemas.openxmlformats.org/officeDocument/2006/relationships/image" Target="/ppt/media/image10.png" Id="R394116b23f09405c" /><Relationship Type="http://schemas.openxmlformats.org/officeDocument/2006/relationships/image" Target="/ppt/media/image11.png" Id="Re937159cfc064f55" /><Relationship Type="http://schemas.openxmlformats.org/officeDocument/2006/relationships/image" Target="/ppt/media/image12.png" Id="Rfe3c9037d07f4485" /><Relationship Type="http://schemas.openxmlformats.org/officeDocument/2006/relationships/image" Target="/ppt/media/image13.png" Id="Reb6c16cea75546d9" /><Relationship Type="http://schemas.openxmlformats.org/officeDocument/2006/relationships/image" Target="/ppt/media/image14.png" Id="R4431af20411b46c6" /><Relationship Type="http://schemas.openxmlformats.org/officeDocument/2006/relationships/image" Target="/ppt/media/image15.png" Id="R6f27a12713874d43" /><Relationship Type="http://schemas.openxmlformats.org/officeDocument/2006/relationships/image" Target="/ppt/media/image16.png" Id="Ra4e9499c9769442d" /><Relationship Type="http://schemas.openxmlformats.org/officeDocument/2006/relationships/image" Target="/ppt/media/image17.png" Id="R32af3b7900a3417b" /><Relationship Type="http://schemas.openxmlformats.org/officeDocument/2006/relationships/image" Target="/ppt/media/image18.png" Id="Rb5df006007354871" /><Relationship Type="http://schemas.openxmlformats.org/officeDocument/2006/relationships/image" Target="/ppt/media/image19.png" Id="R0237dae9b0154596" /><Relationship Type="http://schemas.openxmlformats.org/officeDocument/2006/relationships/image" Target="/ppt/media/image20.png" Id="R6f4a130b731f495f" /><Relationship Type="http://schemas.openxmlformats.org/officeDocument/2006/relationships/image" Target="/ppt/media/image21.png" Id="Rc42f4437e9734346" /><Relationship Type="http://schemas.openxmlformats.org/officeDocument/2006/relationships/image" Target="/ppt/media/image22.png" Id="R5a31a76d4b2f4131" /><Relationship Type="http://schemas.openxmlformats.org/officeDocument/2006/relationships/image" Target="/ppt/media/image23.png" Id="Rc86183b811144d0c" /><Relationship Type="http://schemas.openxmlformats.org/officeDocument/2006/relationships/image" Target="/ppt/media/image24.png" Id="Rd3bc5f94b43d4789" /><Relationship Type="http://schemas.openxmlformats.org/officeDocument/2006/relationships/image" Target="/ppt/media/image25.png" Id="Raa1663cb20d0435c" /><Relationship Type="http://schemas.openxmlformats.org/officeDocument/2006/relationships/image" Target="/ppt/media/image26.png" Id="R1c8cce02c6994939" /><Relationship Type="http://schemas.openxmlformats.org/officeDocument/2006/relationships/image" Target="/ppt/media/image27.png" Id="R925906c3b50f48be" /><Relationship Type="http://schemas.openxmlformats.org/officeDocument/2006/relationships/image" Target="/ppt/media/image28.png" Id="Rf4d0757c319745e4" /><Relationship Type="http://schemas.openxmlformats.org/officeDocument/2006/relationships/image" Target="/ppt/media/image29.png" Id="R7604f36b26d14977" /><Relationship Type="http://schemas.openxmlformats.org/officeDocument/2006/relationships/image" Target="/ppt/media/image30.png" Id="Rc05b44ab0f3c40db" /><Relationship Type="http://schemas.openxmlformats.org/officeDocument/2006/relationships/image" Target="/ppt/media/image31.png" Id="R68cf9c125c3e4f9f" /><Relationship Type="http://schemas.openxmlformats.org/officeDocument/2006/relationships/image" Target="/ppt/media/image32.png" Id="Rdf9d4548cb26440c" /><Relationship Type="http://schemas.openxmlformats.org/officeDocument/2006/relationships/image" Target="/ppt/media/image33.png" Id="Rcb6a13c8246d480d" /><Relationship Type="http://schemas.openxmlformats.org/officeDocument/2006/relationships/notesSlide" Target="/ppt/notesSlides/notesSlide1.xml" Id="R7c54c35d0e454c5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a9f4f06b2a1c4f70"/>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e2676e4086fd4e91"/>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9143C1F0-255D-4581-B9E7-406779E1EB26}"/>
              </a:ext>
            </a:extLst>
          </p:cNvPr>
          <p:cNvSpPr>
            <a:spLocks xmlns:a="http://schemas.openxmlformats.org/drawingml/2006/main" noGrp="1"/>
          </p:cNvSpPr>
          <p:nvPr/>
        </p:nvSpPr>
        <p:spPr>
          <a:xfrm xmlns:a="http://schemas.openxmlformats.org/drawingml/2006/main" rot="0">
            <a:off x="400050" y="428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00496A"/>
                </a:solidFill>
                <a:latin typeface="Arial"/>
                <a:ea typeface="Arial"/>
                <a:cs typeface="Arial"/>
              </a:defRPr>
            </a:pPr>
            <a:r>
              <a:rPr sz="1875" b="0">
                <a:solidFill>
                  <a:srgbClr val="00496A"/>
                </a:solidFill>
                <a:latin typeface="Arial"/>
                <a:ea typeface="Arial"/>
                <a:cs typeface="Arial"/>
              </a:rPr>
              <a:t>D E C E M B E R   2 0 2 6   I N T A K E</a:t>
            </a:r>
          </a:p>
        </p:txBody>
      </p:sp>
      <p:sp>
        <p:nvSpPr>
          <p:cNvPr id="4" name="Holiday title">
            <a:extLst xmlns:a="http://schemas.openxmlformats.org/drawingml/2006/main">
              <a:ext uri="{FF2B5EF4-FFF2-40B4-BE49-F238E27FC236}">
                <a16:creationId xmlns:a16="http://schemas.microsoft.com/office/drawing/2014/main" id="{D4956384-7B73-4CEF-8D5F-0E63EBB8E77B}"/>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3764CFF9-C57F-4899-A5D5-5F89820E596E}"/>
              </a:ext>
            </a:extLst>
          </p:cNvPr>
          <p:cNvSpPr>
            <a:spLocks xmlns:a="http://schemas.openxmlformats.org/drawingml/2006/main" noGrp="1"/>
          </p:cNvSpPr>
          <p:nvPr/>
        </p:nvSpPr>
        <p:spPr>
          <a:xfrm xmlns:a="http://schemas.openxmlformats.org/drawingml/2006/main" rot="0">
            <a:off x="342900" y="1676400"/>
            <a:ext cx="3000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5D0DA3D2-5F0D-4D54-9183-94D1A8B58839}"/>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9FE2D617-6E22-45C7-9D8B-5335DF566E0F}"/>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659C546C-27EB-4554-A0BF-251E612EBEA0}"/>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18DB32ED-EABA-4366-88B3-E099FA24B6EF}"/>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Practical skills. Real projects.</a:t>
            </a:r>
          </a:p>
        </p:txBody>
      </p:sp>
      <p:sp>
        <p:nvSpPr>
          <p:cNvPr id="10" name="Promise line two">
            <a:extLst xmlns:a="http://schemas.openxmlformats.org/drawingml/2006/main">
              <a:ext uri="{FF2B5EF4-FFF2-40B4-BE49-F238E27FC236}">
                <a16:creationId xmlns:a16="http://schemas.microsoft.com/office/drawing/2014/main" id="{DA7E0914-FE75-461D-B269-E1346836D2AC}"/>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Greater opportunities.</a:t>
            </a:r>
          </a:p>
        </p:txBody>
      </p:sp>
      <p:sp>
        <p:nvSpPr>
          <p:cNvPr id="11" name="Middle slogan line one">
            <a:extLst xmlns:a="http://schemas.openxmlformats.org/drawingml/2006/main">
              <a:ext uri="{FF2B5EF4-FFF2-40B4-BE49-F238E27FC236}">
                <a16:creationId xmlns:a16="http://schemas.microsoft.com/office/drawing/2014/main" id="{95004999-498E-43C8-B2B1-0EBEEEEBB74A}"/>
              </a:ext>
            </a:extLst>
          </p:cNvPr>
          <p:cNvSpPr>
            <a:spLocks xmlns:a="http://schemas.openxmlformats.org/drawingml/2006/main" noGrp="1"/>
          </p:cNvSpPr>
          <p:nvPr/>
        </p:nvSpPr>
        <p:spPr>
          <a:xfrm xmlns:a="http://schemas.openxmlformats.org/drawingml/2006/main" rot="-360000">
            <a:off x="419100" y="4876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0034C5"/>
                </a:solidFill>
                <a:latin typeface="Caveat"/>
                <a:ea typeface="Caveat"/>
                <a:cs typeface="Caveat"/>
              </a:defRPr>
            </a:pPr>
            <a:r>
              <a:rPr sz="3225" b="1">
                <a:solidFill>
                  <a:srgbClr val="0034C5"/>
                </a:solidFill>
                <a:latin typeface="Caveat"/>
                <a:ea typeface="Caveat"/>
                <a:cs typeface="Caveat"/>
              </a:rPr>
              <a:t>Skills today.</a:t>
            </a:r>
          </a:p>
        </p:txBody>
      </p:sp>
      <p:sp>
        <p:nvSpPr>
          <p:cNvPr id="12" name="Middle slogan line two">
            <a:extLst xmlns:a="http://schemas.openxmlformats.org/drawingml/2006/main">
              <a:ext uri="{FF2B5EF4-FFF2-40B4-BE49-F238E27FC236}">
                <a16:creationId xmlns:a16="http://schemas.microsoft.com/office/drawing/2014/main" id="{FE04AA1D-4AC7-4DB4-8B77-B26C2E023D20}"/>
              </a:ext>
            </a:extLst>
          </p:cNvPr>
          <p:cNvSpPr>
            <a:spLocks xmlns:a="http://schemas.openxmlformats.org/drawingml/2006/main" noGrp="1"/>
          </p:cNvSpPr>
          <p:nvPr/>
        </p:nvSpPr>
        <p:spPr>
          <a:xfrm xmlns:a="http://schemas.openxmlformats.org/drawingml/2006/main" rot="-360000">
            <a:off x="466725" y="5210175"/>
            <a:ext cx="378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0034C5"/>
                </a:solidFill>
                <a:latin typeface="Caveat"/>
                <a:ea typeface="Caveat"/>
                <a:cs typeface="Caveat"/>
              </a:defRPr>
            </a:pPr>
            <a:r>
              <a:rPr sz="2625" b="1">
                <a:solidFill>
                  <a:srgbClr val="0034C5"/>
                </a:solidFill>
                <a:latin typeface="Caveat"/>
                <a:ea typeface="Caveat"/>
                <a:cs typeface="Caveat"/>
              </a:rPr>
              <a:t>Greater opportunities tomorrow.</a:t>
            </a:r>
          </a:p>
        </p:txBody>
      </p:sp>
      <p:sp>
        <p:nvSpPr>
          <p:cNvPr id="13" name="Central white sheet">
            <a:extLst xmlns:a="http://schemas.openxmlformats.org/drawingml/2006/main">
              <a:ext uri="{FF2B5EF4-FFF2-40B4-BE49-F238E27FC236}">
                <a16:creationId xmlns:a16="http://schemas.microsoft.com/office/drawing/2014/main" id="{605A4C73-D0FC-485B-982A-13C13E00301A}"/>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4" name="Data Analysis panel">
            <a:extLst xmlns:a="http://schemas.openxmlformats.org/drawingml/2006/main">
              <a:ext uri="{FF2B5EF4-FFF2-40B4-BE49-F238E27FC236}">
                <a16:creationId xmlns:a16="http://schemas.microsoft.com/office/drawing/2014/main" id="{3CE2DB8E-693F-4320-BDCE-773AAB053365}"/>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5" name="Machine Learning panel">
            <a:extLst xmlns:a="http://schemas.openxmlformats.org/drawingml/2006/main">
              <a:ext uri="{FF2B5EF4-FFF2-40B4-BE49-F238E27FC236}">
                <a16:creationId xmlns:a16="http://schemas.microsoft.com/office/drawing/2014/main" id="{2F78F991-D129-4731-986A-2C86827FBD9E}"/>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70713c6bb2b04393"/>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7c5165a1a0bc4729"/>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8" name="Data Analysis title">
            <a:extLst xmlns:a="http://schemas.openxmlformats.org/drawingml/2006/main">
              <a:ext uri="{FF2B5EF4-FFF2-40B4-BE49-F238E27FC236}">
                <a16:creationId xmlns:a16="http://schemas.microsoft.com/office/drawing/2014/main" id="{177CB803-FC52-463E-996D-3E28DE46E970}"/>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9" name="ML title">
            <a:extLst xmlns:a="http://schemas.openxmlformats.org/drawingml/2006/main">
              <a:ext uri="{FF2B5EF4-FFF2-40B4-BE49-F238E27FC236}">
                <a16:creationId xmlns:a16="http://schemas.microsoft.com/office/drawing/2014/main" id="{FA067705-EB40-469E-8BD9-FD70971AD325}"/>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0" name="DA description">
            <a:extLst xmlns:a="http://schemas.openxmlformats.org/drawingml/2006/main">
              <a:ext uri="{FF2B5EF4-FFF2-40B4-BE49-F238E27FC236}">
                <a16:creationId xmlns:a16="http://schemas.microsoft.com/office/drawing/2014/main" id="{E7B43488-7428-4A22-89C2-7B4D91240398}"/>
              </a:ext>
            </a:extLst>
          </p:cNvPr>
          <p:cNvSpPr>
            <a:spLocks xmlns:a="http://schemas.openxmlformats.org/drawingml/2006/main" noGrp="1"/>
          </p:cNvSpPr>
          <p:nvPr/>
        </p:nvSpPr>
        <p:spPr>
          <a:xfrm xmlns:a="http://schemas.openxmlformats.org/drawingml/2006/main" rot="0">
            <a:off x="1581150"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Turn real data into</a:t>
            </a:r>
          </a:p>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useful insights</a:t>
            </a:r>
          </a:p>
        </p:txBody>
      </p:sp>
      <p:sp>
        <p:nvSpPr>
          <p:cNvPr id="21" name="ML description">
            <a:extLst xmlns:a="http://schemas.openxmlformats.org/drawingml/2006/main">
              <a:ext uri="{FF2B5EF4-FFF2-40B4-BE49-F238E27FC236}">
                <a16:creationId xmlns:a16="http://schemas.microsoft.com/office/drawing/2014/main" id="{44B0BD6D-5BBE-4CAD-AAC6-7EAE0074D890}"/>
              </a:ext>
            </a:extLst>
          </p:cNvPr>
          <p:cNvSpPr>
            <a:spLocks xmlns:a="http://schemas.openxmlformats.org/drawingml/2006/main" noGrp="1"/>
          </p:cNvSpPr>
          <p:nvPr/>
        </p:nvSpPr>
        <p:spPr>
          <a:xfrm xmlns:a="http://schemas.openxmlformats.org/drawingml/2006/main" rot="0">
            <a:off x="6238875"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Teach computers to find patterns</a:t>
            </a:r>
          </a:p>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&amp; make predictions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95c700394af9407f"/>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3" name="Python label 73">
            <a:extLst xmlns:a="http://schemas.openxmlformats.org/drawingml/2006/main">
              <a:ext uri="{FF2B5EF4-FFF2-40B4-BE49-F238E27FC236}">
                <a16:creationId xmlns:a16="http://schemas.microsoft.com/office/drawing/2014/main" id="{B3CF7B20-24A3-422F-A1FC-6DE09F68B5A1}"/>
              </a:ext>
            </a:extLst>
          </p:cNvPr>
          <p:cNvSpPr>
            <a:spLocks xmlns:a="http://schemas.openxmlformats.org/drawingml/2006/main" noGrp="1"/>
          </p:cNvSpPr>
          <p:nvPr/>
        </p:nvSpPr>
        <p:spPr>
          <a:xfrm xmlns:a="http://schemas.openxmlformats.org/drawingml/2006/main" rot="0">
            <a:off x="6953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07c14e99b2c44eee"/>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5" name="pandas label 211">
            <a:extLst xmlns:a="http://schemas.openxmlformats.org/drawingml/2006/main">
              <a:ext uri="{FF2B5EF4-FFF2-40B4-BE49-F238E27FC236}">
                <a16:creationId xmlns:a16="http://schemas.microsoft.com/office/drawing/2014/main" id="{B848D615-C54A-40DB-94E7-F96BE99D0877}"/>
              </a:ext>
            </a:extLst>
          </p:cNvPr>
          <p:cNvSpPr>
            <a:spLocks xmlns:a="http://schemas.openxmlformats.org/drawingml/2006/main" noGrp="1"/>
          </p:cNvSpPr>
          <p:nvPr/>
        </p:nvSpPr>
        <p:spPr>
          <a:xfrm xmlns:a="http://schemas.openxmlformats.org/drawingml/2006/main" rot="0">
            <a:off x="20097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60d4981fbed0400b"/>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7" name="SQL label 349">
            <a:extLst xmlns:a="http://schemas.openxmlformats.org/drawingml/2006/main">
              <a:ext uri="{FF2B5EF4-FFF2-40B4-BE49-F238E27FC236}">
                <a16:creationId xmlns:a16="http://schemas.microsoft.com/office/drawing/2014/main" id="{9667E1D4-F832-495F-AA6C-1DE21D87CFD6}"/>
              </a:ext>
            </a:extLst>
          </p:cNvPr>
          <p:cNvSpPr>
            <a:spLocks xmlns:a="http://schemas.openxmlformats.org/drawingml/2006/main" noGrp="1"/>
          </p:cNvSpPr>
          <p:nvPr/>
        </p:nvSpPr>
        <p:spPr>
          <a:xfrm xmlns:a="http://schemas.openxmlformats.org/drawingml/2006/main" rot="0">
            <a:off x="33242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SQL</a:t>
            </a:r>
          </a:p>
        </p:txBody>
      </p:sp>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37ef1f81e3ed4af6"/>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9" name="Python label 567">
            <a:extLst xmlns:a="http://schemas.openxmlformats.org/drawingml/2006/main">
              <a:ext uri="{FF2B5EF4-FFF2-40B4-BE49-F238E27FC236}">
                <a16:creationId xmlns:a16="http://schemas.microsoft.com/office/drawing/2014/main" id="{D4149597-BBE2-4892-8C30-4845E9E53668}"/>
              </a:ext>
            </a:extLst>
          </p:cNvPr>
          <p:cNvSpPr>
            <a:spLocks xmlns:a="http://schemas.openxmlformats.org/drawingml/2006/main" noGrp="1"/>
          </p:cNvSpPr>
          <p:nvPr/>
        </p:nvSpPr>
        <p:spPr>
          <a:xfrm xmlns:a="http://schemas.openxmlformats.org/drawingml/2006/main" rot="0">
            <a:off x="54006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b97c0e9a981a42d0"/>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1" name="pandas label 705">
            <a:extLst xmlns:a="http://schemas.openxmlformats.org/drawingml/2006/main">
              <a:ext uri="{FF2B5EF4-FFF2-40B4-BE49-F238E27FC236}">
                <a16:creationId xmlns:a16="http://schemas.microsoft.com/office/drawing/2014/main" id="{7DE749C5-8AE4-40CB-BB0E-87F37C652213}"/>
              </a:ext>
            </a:extLst>
          </p:cNvPr>
          <p:cNvSpPr>
            <a:spLocks xmlns:a="http://schemas.openxmlformats.org/drawingml/2006/main" noGrp="1"/>
          </p:cNvSpPr>
          <p:nvPr/>
        </p:nvSpPr>
        <p:spPr>
          <a:xfrm xmlns:a="http://schemas.openxmlformats.org/drawingml/2006/main" rot="0">
            <a:off x="67151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394116b23f09405c"/>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3" name="scikit-learn label 843">
            <a:extLst xmlns:a="http://schemas.openxmlformats.org/drawingml/2006/main">
              <a:ext uri="{FF2B5EF4-FFF2-40B4-BE49-F238E27FC236}">
                <a16:creationId xmlns:a16="http://schemas.microsoft.com/office/drawing/2014/main" id="{81FD83FA-E890-4B8F-9695-94B259ADF94F}"/>
              </a:ext>
            </a:extLst>
          </p:cNvPr>
          <p:cNvSpPr>
            <a:spLocks xmlns:a="http://schemas.openxmlformats.org/drawingml/2006/main" noGrp="1"/>
          </p:cNvSpPr>
          <p:nvPr/>
        </p:nvSpPr>
        <p:spPr>
          <a:xfrm xmlns:a="http://schemas.openxmlformats.org/drawingml/2006/main" rot="0">
            <a:off x="80295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scikit-learn</a:t>
            </a:r>
          </a:p>
        </p:txBody>
      </p:sp>
      <p:sp>
        <p:nvSpPr>
          <p:cNvPr id="34" name="DA rule">
            <a:extLst xmlns:a="http://schemas.openxmlformats.org/drawingml/2006/main">
              <a:ext uri="{FF2B5EF4-FFF2-40B4-BE49-F238E27FC236}">
                <a16:creationId xmlns:a16="http://schemas.microsoft.com/office/drawing/2014/main" id="{9A8C3B90-4EC8-4890-90EE-E8DFB6966029}"/>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5" name="ML rule">
            <a:extLst xmlns:a="http://schemas.openxmlformats.org/drawingml/2006/main">
              <a:ext uri="{FF2B5EF4-FFF2-40B4-BE49-F238E27FC236}">
                <a16:creationId xmlns:a16="http://schemas.microsoft.com/office/drawing/2014/main" id="{03BF76E6-796C-4B14-B5CF-653F75FCD05E}"/>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43" name=""/>
          <p:cNvPicPr>
            <a:picLocks xmlns:a="http://schemas.openxmlformats.org/drawingml/2006/main" noChangeAspect="1"/>
          </p:cNvPicPr>
          <p:nvPr/>
        </p:nvPicPr>
        <p:blipFill>
          <a:blip xmlns:r="http://schemas.openxmlformats.org/officeDocument/2006/relationships" xmlns:a="http://schemas.openxmlformats.org/drawingml/2006/main" r:embed="Re937159cfc064f55"/>
          <a:stretch xmlns:a="http://schemas.openxmlformats.org/drawingml/2006/main"/>
        </p:blipFill>
        <p:spPr>
          <a:xfrm xmlns:a="http://schemas.openxmlformats.org/drawingml/2006/main">
            <a:off x="476250" y="8429625"/>
            <a:ext cx="161925" cy="161925"/>
          </a:xfrm>
          <a:prstGeom xmlns:a="http://schemas.openxmlformats.org/drawingml/2006/main" prst="rect">
            <a:avLst/>
          </a:prstGeom>
        </p:spPr>
      </p:pic>
      <p:sp>
        <p:nvSpPr>
          <p:cNvPr id="37" name="DA learning 1">
            <a:extLst xmlns:a="http://schemas.openxmlformats.org/drawingml/2006/main">
              <a:ext uri="{FF2B5EF4-FFF2-40B4-BE49-F238E27FC236}">
                <a16:creationId xmlns:a16="http://schemas.microsoft.com/office/drawing/2014/main" id="{C78BE043-113B-49EE-A073-9133B4C7C82F}"/>
              </a:ext>
            </a:extLst>
          </p:cNvPr>
          <p:cNvSpPr>
            <a:spLocks xmlns:a="http://schemas.openxmlformats.org/drawingml/2006/main" noGrp="1"/>
          </p:cNvSpPr>
          <p:nvPr/>
        </p:nvSpPr>
        <p:spPr>
          <a:xfrm xmlns:a="http://schemas.openxmlformats.org/drawingml/2006/main" rot="0">
            <a:off x="742950" y="83820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 (programming basics)</a:t>
            </a:r>
          </a:p>
        </p:txBody>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fe3c9037d07f4485"/>
          <a:stretch xmlns:a="http://schemas.openxmlformats.org/drawingml/2006/main"/>
        </p:blipFill>
        <p:spPr>
          <a:xfrm xmlns:a="http://schemas.openxmlformats.org/drawingml/2006/main">
            <a:off x="5181600" y="8429625"/>
            <a:ext cx="161925" cy="161925"/>
          </a:xfrm>
          <a:prstGeom xmlns:a="http://schemas.openxmlformats.org/drawingml/2006/main" prst="rect">
            <a:avLst/>
          </a:prstGeom>
        </p:spPr>
      </p:pic>
      <p:sp>
        <p:nvSpPr>
          <p:cNvPr id="39" name="ML learning 1">
            <a:extLst xmlns:a="http://schemas.openxmlformats.org/drawingml/2006/main">
              <a:ext uri="{FF2B5EF4-FFF2-40B4-BE49-F238E27FC236}">
                <a16:creationId xmlns:a16="http://schemas.microsoft.com/office/drawing/2014/main" id="{888C30C6-88A6-4994-9D16-EA58B2DB72DB}"/>
              </a:ext>
            </a:extLst>
          </p:cNvPr>
          <p:cNvSpPr>
            <a:spLocks xmlns:a="http://schemas.openxmlformats.org/drawingml/2006/main" noGrp="1"/>
          </p:cNvSpPr>
          <p:nvPr/>
        </p:nvSpPr>
        <p:spPr>
          <a:xfrm xmlns:a="http://schemas.openxmlformats.org/drawingml/2006/main" rot="0">
            <a:off x="5448300" y="8382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a:t>
            </a:r>
          </a:p>
        </p:txBody>
      </p:sp>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eb6c16cea75546d9"/>
          <a:stretch xmlns:a="http://schemas.openxmlformats.org/drawingml/2006/main"/>
        </p:blipFill>
        <p:spPr>
          <a:xfrm xmlns:a="http://schemas.openxmlformats.org/drawingml/2006/main">
            <a:off x="476250" y="8705850"/>
            <a:ext cx="161925" cy="161925"/>
          </a:xfrm>
          <a:prstGeom xmlns:a="http://schemas.openxmlformats.org/drawingml/2006/main" prst="rect">
            <a:avLst/>
          </a:prstGeom>
        </p:spPr>
      </p:pic>
      <p:sp>
        <p:nvSpPr>
          <p:cNvPr id="41" name="DA learning 2">
            <a:extLst xmlns:a="http://schemas.openxmlformats.org/drawingml/2006/main">
              <a:ext uri="{FF2B5EF4-FFF2-40B4-BE49-F238E27FC236}">
                <a16:creationId xmlns:a16="http://schemas.microsoft.com/office/drawing/2014/main" id="{C3F5F56A-1EAE-4556-9462-60277762A476}"/>
              </a:ext>
            </a:extLst>
          </p:cNvPr>
          <p:cNvSpPr>
            <a:spLocks xmlns:a="http://schemas.openxmlformats.org/drawingml/2006/main" noGrp="1"/>
          </p:cNvSpPr>
          <p:nvPr/>
        </p:nvSpPr>
        <p:spPr>
          <a:xfrm xmlns:a="http://schemas.openxmlformats.org/drawingml/2006/main" rot="0">
            <a:off x="742950" y="865822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SQL (querying data)</a:t>
            </a:r>
          </a:p>
        </p:txBody>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4431af20411b46c6"/>
          <a:stretch xmlns:a="http://schemas.openxmlformats.org/drawingml/2006/main"/>
        </p:blipFill>
        <p:spPr>
          <a:xfrm xmlns:a="http://schemas.openxmlformats.org/drawingml/2006/main">
            <a:off x="5181600" y="8705850"/>
            <a:ext cx="161925" cy="161925"/>
          </a:xfrm>
          <a:prstGeom xmlns:a="http://schemas.openxmlformats.org/drawingml/2006/main" prst="rect">
            <a:avLst/>
          </a:prstGeom>
        </p:spPr>
      </p:pic>
      <p:sp>
        <p:nvSpPr>
          <p:cNvPr id="43" name="ML learning 2">
            <a:extLst xmlns:a="http://schemas.openxmlformats.org/drawingml/2006/main">
              <a:ext uri="{FF2B5EF4-FFF2-40B4-BE49-F238E27FC236}">
                <a16:creationId xmlns:a16="http://schemas.microsoft.com/office/drawing/2014/main" id="{F897D2A5-D2A4-4E68-AF5F-F9F422B14F35}"/>
              </a:ext>
            </a:extLst>
          </p:cNvPr>
          <p:cNvSpPr>
            <a:spLocks xmlns:a="http://schemas.openxmlformats.org/drawingml/2006/main" noGrp="1"/>
          </p:cNvSpPr>
          <p:nvPr/>
        </p:nvSpPr>
        <p:spPr>
          <a:xfrm xmlns:a="http://schemas.openxmlformats.org/drawingml/2006/main" rot="0">
            <a:off x="5448300" y="8658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Machine learning concepts</a:t>
            </a:r>
          </a:p>
        </p:txBody>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6f27a12713874d43"/>
          <a:stretch xmlns:a="http://schemas.openxmlformats.org/drawingml/2006/main"/>
        </p:blipFill>
        <p:spPr>
          <a:xfrm xmlns:a="http://schemas.openxmlformats.org/drawingml/2006/main">
            <a:off x="476250" y="8982075"/>
            <a:ext cx="161925" cy="161925"/>
          </a:xfrm>
          <a:prstGeom xmlns:a="http://schemas.openxmlformats.org/drawingml/2006/main" prst="rect">
            <a:avLst/>
          </a:prstGeom>
        </p:spPr>
      </p:pic>
      <p:sp>
        <p:nvSpPr>
          <p:cNvPr id="45" name="DA learning 3">
            <a:extLst xmlns:a="http://schemas.openxmlformats.org/drawingml/2006/main">
              <a:ext uri="{FF2B5EF4-FFF2-40B4-BE49-F238E27FC236}">
                <a16:creationId xmlns:a16="http://schemas.microsoft.com/office/drawing/2014/main" id="{60CAAD05-FDE3-4C4A-A0D9-BF7097C5652F}"/>
              </a:ext>
            </a:extLst>
          </p:cNvPr>
          <p:cNvSpPr>
            <a:spLocks xmlns:a="http://schemas.openxmlformats.org/drawingml/2006/main" noGrp="1"/>
          </p:cNvSpPr>
          <p:nvPr/>
        </p:nvSpPr>
        <p:spPr>
          <a:xfrm xmlns:a="http://schemas.openxmlformats.org/drawingml/2006/main" rot="0">
            <a:off x="742950" y="893445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Cleaning &amp; Preparation</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a4e9499c9769442d"/>
          <a:stretch xmlns:a="http://schemas.openxmlformats.org/drawingml/2006/main"/>
        </p:blipFill>
        <p:spPr>
          <a:xfrm xmlns:a="http://schemas.openxmlformats.org/drawingml/2006/main">
            <a:off x="5181600" y="8982075"/>
            <a:ext cx="161925" cy="161925"/>
          </a:xfrm>
          <a:prstGeom xmlns:a="http://schemas.openxmlformats.org/drawingml/2006/main" prst="rect">
            <a:avLst/>
          </a:prstGeom>
        </p:spPr>
      </p:pic>
      <p:sp>
        <p:nvSpPr>
          <p:cNvPr id="47" name="ML learning 3">
            <a:extLst xmlns:a="http://schemas.openxmlformats.org/drawingml/2006/main">
              <a:ext uri="{FF2B5EF4-FFF2-40B4-BE49-F238E27FC236}">
                <a16:creationId xmlns:a16="http://schemas.microsoft.com/office/drawing/2014/main" id="{EE7AB634-9DB6-48E0-A6CF-4A2C7E16C0DE}"/>
              </a:ext>
            </a:extLst>
          </p:cNvPr>
          <p:cNvSpPr>
            <a:spLocks xmlns:a="http://schemas.openxmlformats.org/drawingml/2006/main" noGrp="1"/>
          </p:cNvSpPr>
          <p:nvPr/>
        </p:nvSpPr>
        <p:spPr>
          <a:xfrm xmlns:a="http://schemas.openxmlformats.org/drawingml/2006/main" rot="0">
            <a:off x="5448300" y="89344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Model training</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32af3b7900a3417b"/>
          <a:stretch xmlns:a="http://schemas.openxmlformats.org/drawingml/2006/main"/>
        </p:blipFill>
        <p:spPr>
          <a:xfrm xmlns:a="http://schemas.openxmlformats.org/drawingml/2006/main">
            <a:off x="476250" y="9258300"/>
            <a:ext cx="161925" cy="161925"/>
          </a:xfrm>
          <a:prstGeom xmlns:a="http://schemas.openxmlformats.org/drawingml/2006/main" prst="rect">
            <a:avLst/>
          </a:prstGeom>
        </p:spPr>
      </p:pic>
      <p:sp>
        <p:nvSpPr>
          <p:cNvPr id="49" name="DA learning 4">
            <a:extLst xmlns:a="http://schemas.openxmlformats.org/drawingml/2006/main">
              <a:ext uri="{FF2B5EF4-FFF2-40B4-BE49-F238E27FC236}">
                <a16:creationId xmlns:a16="http://schemas.microsoft.com/office/drawing/2014/main" id="{4ED9742E-4839-43F9-B621-B9F0A4E84615}"/>
              </a:ext>
            </a:extLst>
          </p:cNvPr>
          <p:cNvSpPr>
            <a:spLocks xmlns:a="http://schemas.openxmlformats.org/drawingml/2006/main" noGrp="1"/>
          </p:cNvSpPr>
          <p:nvPr/>
        </p:nvSpPr>
        <p:spPr>
          <a:xfrm xmlns:a="http://schemas.openxmlformats.org/drawingml/2006/main" rot="0">
            <a:off x="742950" y="921067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Visualization (dashboards &amp; charts)</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b5df006007354871"/>
          <a:stretch xmlns:a="http://schemas.openxmlformats.org/drawingml/2006/main"/>
        </p:blipFill>
        <p:spPr>
          <a:xfrm xmlns:a="http://schemas.openxmlformats.org/drawingml/2006/main">
            <a:off x="5181600" y="9258300"/>
            <a:ext cx="161925" cy="161925"/>
          </a:xfrm>
          <a:prstGeom xmlns:a="http://schemas.openxmlformats.org/drawingml/2006/main" prst="rect">
            <a:avLst/>
          </a:prstGeom>
        </p:spPr>
      </p:pic>
      <p:sp>
        <p:nvSpPr>
          <p:cNvPr id="51" name="ML learning 4">
            <a:extLst xmlns:a="http://schemas.openxmlformats.org/drawingml/2006/main">
              <a:ext uri="{FF2B5EF4-FFF2-40B4-BE49-F238E27FC236}">
                <a16:creationId xmlns:a16="http://schemas.microsoft.com/office/drawing/2014/main" id="{45E36EFC-7699-427B-B4B7-DE414EC0276E}"/>
              </a:ext>
            </a:extLst>
          </p:cNvPr>
          <p:cNvSpPr>
            <a:spLocks xmlns:a="http://schemas.openxmlformats.org/drawingml/2006/main" noGrp="1"/>
          </p:cNvSpPr>
          <p:nvPr/>
        </p:nvSpPr>
        <p:spPr>
          <a:xfrm xmlns:a="http://schemas.openxmlformats.org/drawingml/2006/main" rot="0">
            <a:off x="5448300" y="92106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Prediction &amp; evaluation</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0237dae9b0154596"/>
          <a:stretch xmlns:a="http://schemas.openxmlformats.org/drawingml/2006/main"/>
        </p:blipFill>
        <p:spPr>
          <a:xfrm xmlns:a="http://schemas.openxmlformats.org/drawingml/2006/main">
            <a:off x="476250" y="9534525"/>
            <a:ext cx="161925" cy="161925"/>
          </a:xfrm>
          <a:prstGeom xmlns:a="http://schemas.openxmlformats.org/drawingml/2006/main" prst="rect">
            <a:avLst/>
          </a:prstGeom>
        </p:spPr>
      </p:pic>
      <p:sp>
        <p:nvSpPr>
          <p:cNvPr id="53" name="DA learning 5">
            <a:extLst xmlns:a="http://schemas.openxmlformats.org/drawingml/2006/main">
              <a:ext uri="{FF2B5EF4-FFF2-40B4-BE49-F238E27FC236}">
                <a16:creationId xmlns:a16="http://schemas.microsoft.com/office/drawing/2014/main" id="{94486637-EA14-4AD1-9EA7-0CAF234524FD}"/>
              </a:ext>
            </a:extLst>
          </p:cNvPr>
          <p:cNvSpPr>
            <a:spLocks xmlns:a="http://schemas.openxmlformats.org/drawingml/2006/main" noGrp="1"/>
          </p:cNvSpPr>
          <p:nvPr/>
        </p:nvSpPr>
        <p:spPr>
          <a:xfrm xmlns:a="http://schemas.openxmlformats.org/drawingml/2006/main" rot="0">
            <a:off x="742950" y="94869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Basic statistics</a:t>
            </a:r>
          </a:p>
        </p:txBody>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6f4a130b731f495f"/>
          <a:stretch xmlns:a="http://schemas.openxmlformats.org/drawingml/2006/main"/>
        </p:blipFill>
        <p:spPr>
          <a:xfrm xmlns:a="http://schemas.openxmlformats.org/drawingml/2006/main">
            <a:off x="5181600" y="9534525"/>
            <a:ext cx="161925" cy="161925"/>
          </a:xfrm>
          <a:prstGeom xmlns:a="http://schemas.openxmlformats.org/drawingml/2006/main" prst="rect">
            <a:avLst/>
          </a:prstGeom>
        </p:spPr>
      </p:pic>
      <p:sp>
        <p:nvSpPr>
          <p:cNvPr id="55" name="ML learning 5">
            <a:extLst xmlns:a="http://schemas.openxmlformats.org/drawingml/2006/main">
              <a:ext uri="{FF2B5EF4-FFF2-40B4-BE49-F238E27FC236}">
                <a16:creationId xmlns:a16="http://schemas.microsoft.com/office/drawing/2014/main" id="{596921BF-F9DB-4228-B186-DB30DBC7BDAE}"/>
              </a:ext>
            </a:extLst>
          </p:cNvPr>
          <p:cNvSpPr>
            <a:spLocks xmlns:a="http://schemas.openxmlformats.org/drawingml/2006/main" noGrp="1"/>
          </p:cNvSpPr>
          <p:nvPr/>
        </p:nvSpPr>
        <p:spPr>
          <a:xfrm xmlns:a="http://schemas.openxmlformats.org/drawingml/2006/main" rot="0">
            <a:off x="5448300" y="94869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Real-world datasets</a:t>
            </a:r>
          </a:p>
        </p:txBody>
      </p:sp>
      <p:sp>
        <p:nvSpPr>
          <p:cNvPr id="56" name="DA outcome strip">
            <a:extLst xmlns:a="http://schemas.openxmlformats.org/drawingml/2006/main">
              <a:ext uri="{FF2B5EF4-FFF2-40B4-BE49-F238E27FC236}">
                <a16:creationId xmlns:a16="http://schemas.microsoft.com/office/drawing/2014/main" id="{E0920897-EEAE-4402-B79A-CFF50153C72D}"/>
              </a:ext>
            </a:extLst>
          </p:cNvPr>
          <p:cNvSpPr>
            <a:spLocks xmlns:a="http://schemas.openxmlformats.org/drawingml/2006/main" noGrp="1"/>
          </p:cNvSpPr>
          <p:nvPr/>
        </p:nvSpPr>
        <p:spPr>
          <a:xfrm xmlns:a="http://schemas.openxmlformats.org/drawingml/2006/main" rot="0">
            <a:off x="381000" y="9953625"/>
            <a:ext cx="4286250" cy="885825"/>
          </a:xfrm>
          <a:prstGeom xmlns:a="http://schemas.openxmlformats.org/drawingml/2006/main" prst="roundRect">
            <a:avLst>
              <a:gd name="adj" fmla="val 10753"/>
            </a:avLst>
          </a:prstGeom>
          <a:solidFill xmlns:a="http://schemas.openxmlformats.org/drawingml/2006/main">
            <a:srgbClr val="C7EAF8"/>
          </a:solidFill>
          <a:ln xmlns:a="http://schemas.openxmlformats.org/drawingml/2006/main" w="0">
            <a:noFill/>
          </a:ln>
        </p:spPr>
      </p:sp>
      <p:sp>
        <p:nvSpPr>
          <p:cNvPr id="57" name="ML outcome strip">
            <a:extLst xmlns:a="http://schemas.openxmlformats.org/drawingml/2006/main">
              <a:ext uri="{FF2B5EF4-FFF2-40B4-BE49-F238E27FC236}">
                <a16:creationId xmlns:a16="http://schemas.microsoft.com/office/drawing/2014/main" id="{F4869683-85CA-42CB-A051-59E03DA740D9}"/>
              </a:ext>
            </a:extLst>
          </p:cNvPr>
          <p:cNvSpPr>
            <a:spLocks xmlns:a="http://schemas.openxmlformats.org/drawingml/2006/main" noGrp="1"/>
          </p:cNvSpPr>
          <p:nvPr/>
        </p:nvSpPr>
        <p:spPr>
          <a:xfrm xmlns:a="http://schemas.openxmlformats.org/drawingml/2006/main" rot="0">
            <a:off x="5086350" y="9953625"/>
            <a:ext cx="4286250" cy="885825"/>
          </a:xfrm>
          <a:prstGeom xmlns:a="http://schemas.openxmlformats.org/drawingml/2006/main" prst="roundRect">
            <a:avLst>
              <a:gd name="adj" fmla="val 10753"/>
            </a:avLst>
          </a:prstGeom>
          <a:solidFill xmlns:a="http://schemas.openxmlformats.org/drawingml/2006/main">
            <a:srgbClr val="E0CBF7"/>
          </a:solidFill>
          <a:ln xmlns:a="http://schemas.openxmlformats.org/drawingml/2006/main" w="0">
            <a:noFill/>
          </a:ln>
        </p:spPr>
      </p:sp>
      <p:sp>
        <p:nvSpPr>
          <p:cNvPr id="58" name="DA Build">
            <a:extLst xmlns:a="http://schemas.openxmlformats.org/drawingml/2006/main">
              <a:ext uri="{FF2B5EF4-FFF2-40B4-BE49-F238E27FC236}">
                <a16:creationId xmlns:a16="http://schemas.microsoft.com/office/drawing/2014/main" id="{2B51781C-9AD9-4C85-BBA9-A2841B6AB418}"/>
              </a:ext>
            </a:extLst>
          </p:cNvPr>
          <p:cNvSpPr>
            <a:spLocks xmlns:a="http://schemas.openxmlformats.org/drawingml/2006/main" noGrp="1"/>
          </p:cNvSpPr>
          <p:nvPr/>
        </p:nvSpPr>
        <p:spPr>
          <a:xfrm xmlns:a="http://schemas.openxmlformats.org/drawingml/2006/main" rot="0">
            <a:off x="514350" y="1002982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9" name="DA project examples">
            <a:extLst xmlns:a="http://schemas.openxmlformats.org/drawingml/2006/main">
              <a:ext uri="{FF2B5EF4-FFF2-40B4-BE49-F238E27FC236}">
                <a16:creationId xmlns:a16="http://schemas.microsoft.com/office/drawing/2014/main" id="{F586C434-777F-4C9E-AB69-521BACA28060}"/>
              </a:ext>
            </a:extLst>
          </p:cNvPr>
          <p:cNvSpPr>
            <a:spLocks xmlns:a="http://schemas.openxmlformats.org/drawingml/2006/main" noGrp="1"/>
          </p:cNvSpPr>
          <p:nvPr/>
        </p:nvSpPr>
        <p:spPr>
          <a:xfrm xmlns:a="http://schemas.openxmlformats.org/drawingml/2006/main" rot="0">
            <a:off x="514350" y="10420350"/>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sales, customer or social media data</a:t>
            </a:r>
          </a:p>
        </p:txBody>
      </p:sp>
      <p:sp>
        <p:nvSpPr>
          <p:cNvPr id="60" name="ML Build">
            <a:extLst xmlns:a="http://schemas.openxmlformats.org/drawingml/2006/main">
              <a:ext uri="{FF2B5EF4-FFF2-40B4-BE49-F238E27FC236}">
                <a16:creationId xmlns:a16="http://schemas.microsoft.com/office/drawing/2014/main" id="{2CEC2C86-62DE-4E66-9280-40018D812D3D}"/>
              </a:ext>
            </a:extLst>
          </p:cNvPr>
          <p:cNvSpPr>
            <a:spLocks xmlns:a="http://schemas.openxmlformats.org/drawingml/2006/main" noGrp="1"/>
          </p:cNvSpPr>
          <p:nvPr/>
        </p:nvSpPr>
        <p:spPr>
          <a:xfrm xmlns:a="http://schemas.openxmlformats.org/drawingml/2006/main" rot="0">
            <a:off x="5219700" y="10029825"/>
            <a:ext cx="401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1" name="ML project examples">
            <a:extLst xmlns:a="http://schemas.openxmlformats.org/drawingml/2006/main">
              <a:ext uri="{FF2B5EF4-FFF2-40B4-BE49-F238E27FC236}">
                <a16:creationId xmlns:a16="http://schemas.microsoft.com/office/drawing/2014/main" id="{A6391428-7C63-44F1-BE9D-DE54278D3A10}"/>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c42f4437e9734346"/>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3" name="Duration">
            <a:extLst xmlns:a="http://schemas.openxmlformats.org/drawingml/2006/main">
              <a:ext uri="{FF2B5EF4-FFF2-40B4-BE49-F238E27FC236}">
                <a16:creationId xmlns:a16="http://schemas.microsoft.com/office/drawing/2014/main" id="{88C7FFBD-BF80-41B1-A5C4-409FA9BB479F}"/>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4" name="Benefit divider 1">
            <a:extLst xmlns:a="http://schemas.openxmlformats.org/drawingml/2006/main">
              <a:ext uri="{FF2B5EF4-FFF2-40B4-BE49-F238E27FC236}">
                <a16:creationId xmlns:a16="http://schemas.microsoft.com/office/drawing/2014/main" id="{5E69576E-725C-4E4F-B39D-9F4214F3713B}"/>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5a31a76d4b2f4131"/>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6" name="Group limit">
            <a:extLst xmlns:a="http://schemas.openxmlformats.org/drawingml/2006/main">
              <a:ext uri="{FF2B5EF4-FFF2-40B4-BE49-F238E27FC236}">
                <a16:creationId xmlns:a16="http://schemas.microsoft.com/office/drawing/2014/main" id="{4CED5AC6-8700-4D40-A6AA-2775198AE317}"/>
              </a:ext>
            </a:extLst>
          </p:cNvPr>
          <p:cNvSpPr>
            <a:spLocks xmlns:a="http://schemas.openxmlformats.org/drawingml/2006/main" noGrp="1"/>
          </p:cNvSpPr>
          <p:nvPr/>
        </p:nvSpPr>
        <p:spPr>
          <a:xfrm xmlns:a="http://schemas.openxmlformats.org/drawingml/2006/main" rot="0">
            <a:off x="3162300" y="1312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Max. 5</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learners/group</a:t>
            </a:r>
          </a:p>
        </p:txBody>
      </p:sp>
      <p:sp>
        <p:nvSpPr>
          <p:cNvPr id="67" name="Benefit divider 2">
            <a:extLst xmlns:a="http://schemas.openxmlformats.org/drawingml/2006/main">
              <a:ext uri="{FF2B5EF4-FFF2-40B4-BE49-F238E27FC236}">
                <a16:creationId xmlns:a16="http://schemas.microsoft.com/office/drawing/2014/main" id="{5E9B5C65-15F2-44F9-8100-DDA26E18ABC4}"/>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c86183b811144d0c"/>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9" name="Beginner access">
            <a:extLst xmlns:a="http://schemas.openxmlformats.org/drawingml/2006/main">
              <a:ext uri="{FF2B5EF4-FFF2-40B4-BE49-F238E27FC236}">
                <a16:creationId xmlns:a16="http://schemas.microsoft.com/office/drawing/2014/main" id="{DC8A18CB-C54F-4E12-B919-C8D1DF5D7653}"/>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No coding</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experience needed</a:t>
            </a:r>
          </a:p>
        </p:txBody>
      </p:sp>
      <p:sp>
        <p:nvSpPr>
          <p:cNvPr id="70" name="Benefit divider 3">
            <a:extLst xmlns:a="http://schemas.openxmlformats.org/drawingml/2006/main">
              <a:ext uri="{FF2B5EF4-FFF2-40B4-BE49-F238E27FC236}">
                <a16:creationId xmlns:a16="http://schemas.microsoft.com/office/drawing/2014/main" id="{AA6D6D48-0FC2-4FAD-B2BA-FA458E35C200}"/>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8" name=""/>
          <p:cNvPicPr>
            <a:picLocks xmlns:a="http://schemas.openxmlformats.org/drawingml/2006/main" noChangeAspect="1"/>
          </p:cNvPicPr>
          <p:nvPr/>
        </p:nvPicPr>
        <p:blipFill>
          <a:blip xmlns:r="http://schemas.openxmlformats.org/officeDocument/2006/relationships" xmlns:a="http://schemas.openxmlformats.org/drawingml/2006/main" r:embed="Rd3bc5f94b43d4789"/>
          <a:stretch xmlns:a="http://schemas.openxmlformats.org/drawingml/2006/main"/>
        </p:blipFill>
        <p:spPr>
          <a:xfrm xmlns:a="http://schemas.openxmlformats.org/drawingml/2006/main">
            <a:off x="7419975" y="13132594"/>
            <a:ext cx="542925" cy="433388"/>
          </a:xfrm>
          <a:prstGeom xmlns:a="http://schemas.openxmlformats.org/drawingml/2006/main" prst="rect">
            <a:avLst/>
          </a:prstGeom>
        </p:spPr>
      </p:pic>
      <p:sp>
        <p:nvSpPr>
          <p:cNvPr id="72" name="Places">
            <a:extLst xmlns:a="http://schemas.openxmlformats.org/drawingml/2006/main">
              <a:ext uri="{FF2B5EF4-FFF2-40B4-BE49-F238E27FC236}">
                <a16:creationId xmlns:a16="http://schemas.microsoft.com/office/drawing/2014/main" id="{446EE1AC-C477-4296-91F7-3297C3602B93}"/>
              </a:ext>
            </a:extLst>
          </p:cNvPr>
          <p:cNvSpPr>
            <a:spLocks xmlns:a="http://schemas.openxmlformats.org/drawingml/2006/main" noGrp="1"/>
          </p:cNvSpPr>
          <p:nvPr/>
        </p:nvSpPr>
        <p:spPr>
          <a:xfrm xmlns:a="http://schemas.openxmlformats.org/drawingml/2006/main" rot="0">
            <a:off x="8124825" y="13001625"/>
            <a:ext cx="13620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Only 15</a:t>
            </a:r>
          </a:p>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places</a:t>
            </a:r>
          </a:p>
        </p:txBody>
      </p:sp>
      <p:sp>
        <p:nvSpPr>
          <p:cNvPr id="73" name="Places qualifier">
            <a:extLst xmlns:a="http://schemas.openxmlformats.org/drawingml/2006/main">
              <a:ext uri="{FF2B5EF4-FFF2-40B4-BE49-F238E27FC236}">
                <a16:creationId xmlns:a16="http://schemas.microsoft.com/office/drawing/2014/main" id="{42E573A6-08B6-4221-856C-AFBA899C4962}"/>
              </a:ext>
            </a:extLst>
          </p:cNvPr>
          <p:cNvSpPr>
            <a:spLocks xmlns:a="http://schemas.openxmlformats.org/drawingml/2006/main" noGrp="1"/>
          </p:cNvSpPr>
          <p:nvPr/>
        </p:nvSpPr>
        <p:spPr>
          <a:xfrm xmlns:a="http://schemas.openxmlformats.org/drawingml/2006/main" rot="0">
            <a:off x="8124825" y="13535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002342"/>
                </a:solidFill>
                <a:latin typeface="Arial"/>
                <a:ea typeface="Arial"/>
                <a:cs typeface="Arial"/>
              </a:defRPr>
            </a:pPr>
            <a:r>
              <a:rPr sz="1125" b="1">
                <a:solidFill>
                  <a:srgbClr val="002342"/>
                </a:solidFill>
                <a:latin typeface="Arial"/>
                <a:ea typeface="Arial"/>
                <a:cs typeface="Arial"/>
              </a:rPr>
              <a:t>(whole programme)</a:t>
            </a:r>
          </a:p>
        </p:txBody>
      </p:sp>
      <p:sp>
        <p:nvSpPr>
          <p:cNvPr id="74" name="Programme fee panel">
            <a:extLst xmlns:a="http://schemas.openxmlformats.org/drawingml/2006/main">
              <a:ext uri="{FF2B5EF4-FFF2-40B4-BE49-F238E27FC236}">
                <a16:creationId xmlns:a16="http://schemas.microsoft.com/office/drawing/2014/main" id="{1FB5FCB3-5FEC-4B52-8582-4CC937CA2C95}"/>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5" name="Programme fee heading">
            <a:extLst xmlns:a="http://schemas.openxmlformats.org/drawingml/2006/main">
              <a:ext uri="{FF2B5EF4-FFF2-40B4-BE49-F238E27FC236}">
                <a16:creationId xmlns:a16="http://schemas.microsoft.com/office/drawing/2014/main" id="{607252AA-B6CF-41E3-8EDB-126CF5BF4468}"/>
              </a:ext>
            </a:extLst>
          </p:cNvPr>
          <p:cNvSpPr>
            <a:spLocks xmlns:a="http://schemas.openxmlformats.org/drawingml/2006/main" noGrp="1"/>
          </p:cNvSpPr>
          <p:nvPr/>
        </p:nvSpPr>
        <p:spPr>
          <a:xfrm xmlns:a="http://schemas.openxmlformats.org/drawingml/2006/main" rot="0">
            <a:off x="466725" y="140493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Programme fee (per learner)</a:t>
            </a:r>
          </a:p>
        </p:txBody>
      </p:sp>
      <p:sp>
        <p:nvSpPr>
          <p:cNvPr id="76" name="Small group price">
            <a:extLst xmlns:a="http://schemas.openxmlformats.org/drawingml/2006/main">
              <a:ext uri="{FF2B5EF4-FFF2-40B4-BE49-F238E27FC236}">
                <a16:creationId xmlns:a16="http://schemas.microsoft.com/office/drawing/2014/main" id="{459FDBBD-7FE3-4278-A9AC-6426DD6A6EA6}"/>
              </a:ext>
            </a:extLst>
          </p:cNvPr>
          <p:cNvSpPr>
            <a:spLocks xmlns:a="http://schemas.openxmlformats.org/drawingml/2006/main" noGrp="1"/>
          </p:cNvSpPr>
          <p:nvPr/>
        </p:nvSpPr>
        <p:spPr>
          <a:xfrm xmlns:a="http://schemas.openxmlformats.org/drawingml/2006/main" rot="0">
            <a:off x="466725" y="144303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UGX 800,000</a:t>
            </a:r>
          </a:p>
        </p:txBody>
      </p:sp>
      <p:sp>
        <p:nvSpPr>
          <p:cNvPr id="77" name="Fee divider">
            <a:extLst xmlns:a="http://schemas.openxmlformats.org/drawingml/2006/main">
              <a:ext uri="{FF2B5EF4-FFF2-40B4-BE49-F238E27FC236}">
                <a16:creationId xmlns:a16="http://schemas.microsoft.com/office/drawing/2014/main" id="{1670288A-7C5B-4D1F-813E-0178F55BE6CB}"/>
              </a:ext>
            </a:extLst>
          </p:cNvPr>
          <p:cNvSpPr>
            <a:spLocks xmlns:a="http://schemas.openxmlformats.org/drawingml/2006/main" noGrp="1"/>
          </p:cNvSpPr>
          <p:nvPr/>
        </p:nvSpPr>
        <p:spPr>
          <a:xfrm xmlns:a="http://schemas.openxmlformats.org/drawingml/2006/main" rot="0">
            <a:off x="2657475" y="14439900"/>
            <a:ext cx="9525" cy="6953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78" name="Private price">
            <a:extLst xmlns:a="http://schemas.openxmlformats.org/drawingml/2006/main">
              <a:ext uri="{FF2B5EF4-FFF2-40B4-BE49-F238E27FC236}">
                <a16:creationId xmlns:a16="http://schemas.microsoft.com/office/drawing/2014/main" id="{F5E3495B-0546-4E22-B325-3CC6F4A992F5}"/>
              </a:ext>
            </a:extLst>
          </p:cNvPr>
          <p:cNvSpPr>
            <a:spLocks xmlns:a="http://schemas.openxmlformats.org/drawingml/2006/main" noGrp="1"/>
          </p:cNvSpPr>
          <p:nvPr/>
        </p:nvSpPr>
        <p:spPr>
          <a:xfrm xmlns:a="http://schemas.openxmlformats.org/drawingml/2006/main" rot="0">
            <a:off x="2800350" y="1443037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UGX 1,000,000</a:t>
            </a:r>
          </a:p>
        </p:txBody>
      </p:sp>
      <p:sp>
        <p:nvSpPr>
          <p:cNvPr id="79" name="Small group condition">
            <a:extLst xmlns:a="http://schemas.openxmlformats.org/drawingml/2006/main">
              <a:ext uri="{FF2B5EF4-FFF2-40B4-BE49-F238E27FC236}">
                <a16:creationId xmlns:a16="http://schemas.microsoft.com/office/drawing/2014/main" id="{6A9E3367-0489-4E31-A9E3-D1AB66DDE70E}"/>
              </a:ext>
            </a:extLst>
          </p:cNvPr>
          <p:cNvSpPr>
            <a:spLocks xmlns:a="http://schemas.openxmlformats.org/drawingml/2006/main" noGrp="1"/>
          </p:cNvSpPr>
          <p:nvPr/>
        </p:nvSpPr>
        <p:spPr>
          <a:xfrm xmlns:a="http://schemas.openxmlformats.org/drawingml/2006/main" rot="0">
            <a:off x="466725" y="14820900"/>
            <a:ext cx="2133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Small group · exactly 5 learners</a:t>
            </a:r>
          </a:p>
        </p:txBody>
      </p:sp>
      <p:sp>
        <p:nvSpPr>
          <p:cNvPr id="80" name="Private condition">
            <a:extLst xmlns:a="http://schemas.openxmlformats.org/drawingml/2006/main">
              <a:ext uri="{FF2B5EF4-FFF2-40B4-BE49-F238E27FC236}">
                <a16:creationId xmlns:a16="http://schemas.microsoft.com/office/drawing/2014/main" id="{08785F40-2233-4843-BE57-488F608F2344}"/>
              </a:ext>
            </a:extLst>
          </p:cNvPr>
          <p:cNvSpPr>
            <a:spLocks xmlns:a="http://schemas.openxmlformats.org/drawingml/2006/main" noGrp="1"/>
          </p:cNvSpPr>
          <p:nvPr/>
        </p:nvSpPr>
        <p:spPr>
          <a:xfrm xmlns:a="http://schemas.openxmlformats.org/drawingml/2006/main" rot="0">
            <a:off x="2809875" y="14773275"/>
            <a:ext cx="2009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Private / semi-private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1–4 learners</a:t>
            </a:r>
          </a:p>
        </p:txBody>
      </p:sp>
      <p:sp>
        <p:nvSpPr>
          <p:cNvPr id="81" name="Booking panel">
            <a:extLst xmlns:a="http://schemas.openxmlformats.org/drawingml/2006/main">
              <a:ext uri="{FF2B5EF4-FFF2-40B4-BE49-F238E27FC236}">
                <a16:creationId xmlns:a16="http://schemas.microsoft.com/office/drawing/2014/main" id="{4CE34B9D-A5E8-410E-AA02-5271D08F6B9F}"/>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82" name="Reserve call to action">
            <a:extLst xmlns:a="http://schemas.openxmlformats.org/drawingml/2006/main">
              <a:ext uri="{FF2B5EF4-FFF2-40B4-BE49-F238E27FC236}">
                <a16:creationId xmlns:a16="http://schemas.microsoft.com/office/drawing/2014/main" id="{38E9CCD6-2198-4D10-9628-45B928D5C418}"/>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3" name="Reserve wording">
            <a:extLst xmlns:a="http://schemas.openxmlformats.org/drawingml/2006/main">
              <a:ext uri="{FF2B5EF4-FFF2-40B4-BE49-F238E27FC236}">
                <a16:creationId xmlns:a16="http://schemas.microsoft.com/office/drawing/2014/main" id="{DCBBD012-69FF-4422-A9D9-0A8B11D6B45F}"/>
              </a:ext>
            </a:extLst>
          </p:cNvPr>
          <p:cNvSpPr>
            <a:spLocks xmlns:a="http://schemas.openxmlformats.org/drawingml/2006/main" noGrp="1"/>
          </p:cNvSpPr>
          <p:nvPr/>
        </p:nvSpPr>
        <p:spPr>
          <a:xfrm xmlns:a="http://schemas.openxmlformats.org/drawingml/2006/main" rot="0">
            <a:off x="5276850" y="14106525"/>
            <a:ext cx="245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Reserve your place →</a:t>
            </a: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aa1663cb20d0435c"/>
          <a:stretch xmlns:a="http://schemas.openxmlformats.org/drawingml/2006/main"/>
        </p:blipFill>
        <p:spPr>
          <a:xfrm xmlns:a="http://schemas.openxmlformats.org/drawingml/2006/main">
            <a:off x="5098256" y="14639925"/>
            <a:ext cx="300038" cy="342900"/>
          </a:xfrm>
          <a:prstGeom xmlns:a="http://schemas.openxmlformats.org/drawingml/2006/main" prst="rect">
            <a:avLst/>
          </a:prstGeom>
        </p:spPr>
      </p:pic>
      <p:sp>
        <p:nvSpPr>
          <p:cNvPr id="85" name="WhatsApp number">
            <a:extLst xmlns:a="http://schemas.openxmlformats.org/drawingml/2006/main">
              <a:ext uri="{FF2B5EF4-FFF2-40B4-BE49-F238E27FC236}">
                <a16:creationId xmlns:a16="http://schemas.microsoft.com/office/drawing/2014/main" id="{0EFFFBAE-CB0A-4668-8178-56764DCF6327}"/>
              </a:ext>
            </a:extLst>
          </p:cNvPr>
          <p:cNvSpPr>
            <a:spLocks xmlns:a="http://schemas.openxmlformats.org/drawingml/2006/main" noGrp="1"/>
          </p:cNvSpPr>
          <p:nvPr/>
        </p:nvSpPr>
        <p:spPr>
          <a:xfrm xmlns:a="http://schemas.openxmlformats.org/drawingml/2006/main" rot="0">
            <a:off x="5572125" y="147066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+256 750 990 718</a:t>
            </a:r>
          </a:p>
        </p:txBody>
      </p:sp>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1c8cce02c6994939"/>
          <a:stretch xmlns:a="http://schemas.openxmlformats.org/drawingml/2006/main"/>
        </p:blipFill>
        <p:spPr>
          <a:xfrm xmlns:a="http://schemas.openxmlformats.org/drawingml/2006/main">
            <a:off x="5119688" y="15068550"/>
            <a:ext cx="228600" cy="228600"/>
          </a:xfrm>
          <a:prstGeom xmlns:a="http://schemas.openxmlformats.org/drawingml/2006/main" prst="rect">
            <a:avLst/>
          </a:prstGeom>
        </p:spPr>
      </p:pic>
      <p:sp>
        <p:nvSpPr>
          <p:cNvPr id="87" name="Email">
            <a:extLst xmlns:a="http://schemas.openxmlformats.org/drawingml/2006/main">
              <a:ext uri="{FF2B5EF4-FFF2-40B4-BE49-F238E27FC236}">
                <a16:creationId xmlns:a16="http://schemas.microsoft.com/office/drawing/2014/main" id="{F59B4723-B948-41FC-BA38-4ADB3CA8C4E1}"/>
              </a:ext>
            </a:extLst>
          </p:cNvPr>
          <p:cNvSpPr>
            <a:spLocks xmlns:a="http://schemas.openxmlformats.org/drawingml/2006/main" noGrp="1"/>
          </p:cNvSpPr>
          <p:nvPr/>
        </p:nvSpPr>
        <p:spPr>
          <a:xfrm xmlns:a="http://schemas.openxmlformats.org/drawingml/2006/main" rot="0">
            <a:off x="5543550" y="15116175"/>
            <a:ext cx="2295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jothammartin.wambi@gmail.com</a:t>
            </a: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925906c3b50f48be"/>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9" name="QR caption">
            <a:extLst xmlns:a="http://schemas.openxmlformats.org/drawingml/2006/main">
              <a:ext uri="{FF2B5EF4-FFF2-40B4-BE49-F238E27FC236}">
                <a16:creationId xmlns:a16="http://schemas.microsoft.com/office/drawing/2014/main" id="{B3390913-0F4D-4C41-A110-930D1EEA170F}"/>
              </a:ext>
            </a:extLst>
          </p:cNvPr>
          <p:cNvSpPr>
            <a:spLocks xmlns:a="http://schemas.openxmlformats.org/drawingml/2006/main" noGrp="1"/>
          </p:cNvSpPr>
          <p:nvPr/>
        </p:nvSpPr>
        <p:spPr>
          <a:xfrm xmlns:a="http://schemas.openxmlformats.org/drawingml/2006/main" rot="0">
            <a:off x="7991475" y="155067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2342"/>
                </a:solidFill>
                <a:latin typeface="Arial"/>
                <a:ea typeface="Arial"/>
                <a:cs typeface="Arial"/>
              </a:defRPr>
            </a:pPr>
            <a:r>
              <a:rPr sz="1350" b="1">
                <a:solidFill>
                  <a:srgbClr val="002342"/>
                </a:solidFill>
                <a:latin typeface="Arial"/>
                <a:ea typeface="Arial"/>
                <a:cs typeface="Arial"/>
              </a:rPr>
              <a:t>Scan to WhatsApp</a:t>
            </a:r>
          </a:p>
        </p:txBody>
      </p:sp>
      <p:pic>
        <p:nvPicPr>
          <p:cNvPr id="197" name=""/>
          <p:cNvPicPr>
            <a:picLocks xmlns:a="http://schemas.openxmlformats.org/drawingml/2006/main" noChangeAspect="1"/>
          </p:cNvPicPr>
          <p:nvPr/>
        </p:nvPicPr>
        <p:blipFill>
          <a:blip xmlns:r="http://schemas.openxmlformats.org/officeDocument/2006/relationships" xmlns:a="http://schemas.openxmlformats.org/drawingml/2006/main" r:embed="Rf4d0757c319745e4"/>
          <a:stretch xmlns:a="http://schemas.openxmlformats.org/drawingml/2006/main"/>
        </p:blipFill>
        <p:spPr>
          <a:xfrm xmlns:a="http://schemas.openxmlformats.org/drawingml/2006/main">
            <a:off x="323850" y="15500876"/>
            <a:ext cx="323850" cy="259299"/>
          </a:xfrm>
          <a:prstGeom xmlns:a="http://schemas.openxmlformats.org/drawingml/2006/main" prst="rect">
            <a:avLst/>
          </a:prstGeom>
        </p:spPr>
      </p:pic>
      <p:sp>
        <p:nvSpPr>
          <p:cNvPr id="91" name="Audience">
            <a:extLst xmlns:a="http://schemas.openxmlformats.org/drawingml/2006/main">
              <a:ext uri="{FF2B5EF4-FFF2-40B4-BE49-F238E27FC236}">
                <a16:creationId xmlns:a16="http://schemas.microsoft.com/office/drawing/2014/main" id="{DC32A616-D320-48A6-9352-BB31BFABEB18}"/>
              </a:ext>
            </a:extLst>
          </p:cNvPr>
          <p:cNvSpPr>
            <a:spLocks xmlns:a="http://schemas.openxmlformats.org/drawingml/2006/main" noGrp="1"/>
          </p:cNvSpPr>
          <p:nvPr/>
        </p:nvSpPr>
        <p:spPr>
          <a:xfrm xmlns:a="http://schemas.openxmlformats.org/drawingml/2006/main" rot="0">
            <a:off x="762000" y="155067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0034C5"/>
                </a:solidFill>
                <a:latin typeface="Arial"/>
                <a:ea typeface="Arial"/>
                <a:cs typeface="Arial"/>
              </a:defRPr>
            </a:pPr>
            <a:r>
              <a:rPr sz="1575" b="0">
                <a:solidFill>
                  <a:srgbClr val="0034C5"/>
                </a:solidFill>
                <a:latin typeface="Arial"/>
                <a:ea typeface="Arial"/>
                <a:cs typeface="Arial"/>
              </a:rPr>
              <a:t>For S.4, S.5 &amp; S.6 students and school leavers.</a:t>
            </a:r>
          </a:p>
        </p:txBody>
      </p:sp>
      <p:pic>
        <p:nvPicPr>
          <p:cNvPr id="199" name=""/>
          <p:cNvPicPr>
            <a:picLocks xmlns:a="http://schemas.openxmlformats.org/drawingml/2006/main" noChangeAspect="1"/>
          </p:cNvPicPr>
          <p:nvPr/>
        </p:nvPicPr>
        <p:blipFill>
          <a:blip xmlns:r="http://schemas.openxmlformats.org/officeDocument/2006/relationships" xmlns:a="http://schemas.openxmlformats.org/drawingml/2006/main" r:embed="R7604f36b26d14977"/>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93" name="Tutor card">
            <a:extLst xmlns:a="http://schemas.openxmlformats.org/drawingml/2006/main">
              <a:ext uri="{FF2B5EF4-FFF2-40B4-BE49-F238E27FC236}">
                <a16:creationId xmlns:a16="http://schemas.microsoft.com/office/drawing/2014/main" id="{B2CED6D0-5E64-44FE-A694-73A557458882}"/>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4" name="Tutor name">
            <a:extLst xmlns:a="http://schemas.openxmlformats.org/drawingml/2006/main">
              <a:ext uri="{FF2B5EF4-FFF2-40B4-BE49-F238E27FC236}">
                <a16:creationId xmlns:a16="http://schemas.microsoft.com/office/drawing/2014/main" id="{3D845794-6C31-4ACB-AD6E-8B6A996FAA9F}"/>
              </a:ext>
            </a:extLst>
          </p:cNvPr>
          <p:cNvSpPr>
            <a:spLocks xmlns:a="http://schemas.openxmlformats.org/drawingml/2006/main" noGrp="1"/>
          </p:cNvSpPr>
          <p:nvPr/>
        </p:nvSpPr>
        <p:spPr>
          <a:xfrm xmlns:a="http://schemas.openxmlformats.org/drawingml/2006/main" rot="0">
            <a:off x="5953125" y="499110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Jotham Martin Wambi</a:t>
            </a:r>
          </a:p>
        </p:txBody>
      </p:sp>
      <p:sp>
        <p:nvSpPr>
          <p:cNvPr id="95" name="Tutor profession">
            <a:extLst xmlns:a="http://schemas.openxmlformats.org/drawingml/2006/main">
              <a:ext uri="{FF2B5EF4-FFF2-40B4-BE49-F238E27FC236}">
                <a16:creationId xmlns:a16="http://schemas.microsoft.com/office/drawing/2014/main" id="{64DDE02C-5356-4611-BA19-3F8DF3D1019A}"/>
              </a:ext>
            </a:extLst>
          </p:cNvPr>
          <p:cNvSpPr>
            <a:spLocks xmlns:a="http://schemas.openxmlformats.org/drawingml/2006/main" noGrp="1"/>
          </p:cNvSpPr>
          <p:nvPr/>
        </p:nvSpPr>
        <p:spPr>
          <a:xfrm xmlns:a="http://schemas.openxmlformats.org/drawingml/2006/main" rot="0">
            <a:off x="5953125" y="5343525"/>
            <a:ext cx="3486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FFFFFF"/>
                </a:solidFill>
                <a:latin typeface="Arial Narrow"/>
                <a:ea typeface="Arial Narrow"/>
                <a:cs typeface="Arial Narrow"/>
              </a:defRPr>
            </a:pPr>
            <a:r>
              <a:rPr sz="1200" b="0">
                <a:solidFill>
                  <a:srgbClr val="FFFFFF"/>
                </a:solidFill>
                <a:latin typeface="Arial Narrow"/>
                <a:ea typeface="Arial Narrow"/>
                <a:cs typeface="Arial Narrow"/>
              </a:rPr>
              <a:t>Main Tutor · Data Scientist &amp; ML/AI Engineer</a:t>
            </a:r>
          </a:p>
        </p:txBody>
      </p:sp>
      <p:sp>
        <p:nvSpPr>
          <p:cNvPr id="96" name="Tutor institution">
            <a:extLst xmlns:a="http://schemas.openxmlformats.org/drawingml/2006/main">
              <a:ext uri="{FF2B5EF4-FFF2-40B4-BE49-F238E27FC236}">
                <a16:creationId xmlns:a16="http://schemas.microsoft.com/office/drawing/2014/main" id="{998E9C63-F230-4D96-AEBD-5E0B668A7CF7}"/>
              </a:ext>
            </a:extLst>
          </p:cNvPr>
          <p:cNvSpPr>
            <a:spLocks xmlns:a="http://schemas.openxmlformats.org/drawingml/2006/main" noGrp="1"/>
          </p:cNvSpPr>
          <p:nvPr/>
        </p:nvSpPr>
        <p:spPr>
          <a:xfrm xmlns:a="http://schemas.openxmlformats.org/drawingml/2006/main" rot="0">
            <a:off x="5953125" y="5581650"/>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Lecturer, AI &amp; Machine Learning, IUEA</a:t>
            </a:r>
          </a:p>
        </p:txBody>
      </p:sp>
      <p:sp>
        <p:nvSpPr>
          <p:cNvPr id="97" name="Outcomes heading">
            <a:extLst xmlns:a="http://schemas.openxmlformats.org/drawingml/2006/main">
              <a:ext uri="{FF2B5EF4-FFF2-40B4-BE49-F238E27FC236}">
                <a16:creationId xmlns:a16="http://schemas.microsoft.com/office/drawing/2014/main" id="{8929EF15-EAAE-4021-B803-56B5F4CCA568}"/>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c05b44ab0f3c40db"/>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99" name="Outcome 1">
            <a:extLst xmlns:a="http://schemas.openxmlformats.org/drawingml/2006/main">
              <a:ext uri="{FF2B5EF4-FFF2-40B4-BE49-F238E27FC236}">
                <a16:creationId xmlns:a16="http://schemas.microsoft.com/office/drawing/2014/main" id="{C88EB6BA-C844-4A02-97D8-E2AAA097BB9F}"/>
              </a:ext>
            </a:extLst>
          </p:cNvPr>
          <p:cNvSpPr>
            <a:spLocks xmlns:a="http://schemas.openxmlformats.org/drawingml/2006/main" noGrp="1"/>
          </p:cNvSpPr>
          <p:nvPr/>
        </p:nvSpPr>
        <p:spPr>
          <a:xfrm xmlns:a="http://schemas.openxmlformats.org/drawingml/2006/main" rot="0">
            <a:off x="58102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Built a practical</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portfolio project</a:t>
            </a:r>
          </a:p>
        </p:txBody>
      </p:sp>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68cf9c125c3e4f9f"/>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101" name="Outcome 2">
            <a:extLst xmlns:a="http://schemas.openxmlformats.org/drawingml/2006/main">
              <a:ext uri="{FF2B5EF4-FFF2-40B4-BE49-F238E27FC236}">
                <a16:creationId xmlns:a16="http://schemas.microsoft.com/office/drawing/2014/main" id="{C58BEE63-E97C-4957-AAAD-0D54D70B32DE}"/>
              </a:ext>
            </a:extLst>
          </p:cNvPr>
          <p:cNvSpPr>
            <a:spLocks xmlns:a="http://schemas.openxmlformats.org/drawingml/2006/main" noGrp="1"/>
          </p:cNvSpPr>
          <p:nvPr/>
        </p:nvSpPr>
        <p:spPr>
          <a:xfrm xmlns:a="http://schemas.openxmlformats.org/drawingml/2006/main" rot="0">
            <a:off x="287655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Analysed</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real datasets</a:t>
            </a:r>
          </a:p>
        </p:txBody>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df9d4548cb26440c"/>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103" name="Outcome 3">
            <a:extLst xmlns:a="http://schemas.openxmlformats.org/drawingml/2006/main">
              <a:ext uri="{FF2B5EF4-FFF2-40B4-BE49-F238E27FC236}">
                <a16:creationId xmlns:a16="http://schemas.microsoft.com/office/drawing/2014/main" id="{F96E4C25-E8A2-47D0-B1D9-C4DD80FED857}"/>
              </a:ext>
            </a:extLst>
          </p:cNvPr>
          <p:cNvSpPr>
            <a:spLocks xmlns:a="http://schemas.openxmlformats.org/drawingml/2006/main" noGrp="1"/>
          </p:cNvSpPr>
          <p:nvPr/>
        </p:nvSpPr>
        <p:spPr>
          <a:xfrm xmlns:a="http://schemas.openxmlformats.org/drawingml/2006/main" rot="0">
            <a:off x="517207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Created data</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visualisations</a:t>
            </a:r>
          </a:p>
        </p:txBody>
      </p:sp>
      <p:pic>
        <p:nvPicPr>
          <p:cNvPr id="211" name=""/>
          <p:cNvPicPr>
            <a:picLocks xmlns:a="http://schemas.openxmlformats.org/drawingml/2006/main" noChangeAspect="1"/>
          </p:cNvPicPr>
          <p:nvPr/>
        </p:nvPicPr>
        <p:blipFill>
          <a:blip xmlns:r="http://schemas.openxmlformats.org/officeDocument/2006/relationships" xmlns:a="http://schemas.openxmlformats.org/drawingml/2006/main" r:embed="Rcb6a13c8246d480d"/>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105" name="Outcome 4">
            <a:extLst xmlns:a="http://schemas.openxmlformats.org/drawingml/2006/main">
              <a:ext uri="{FF2B5EF4-FFF2-40B4-BE49-F238E27FC236}">
                <a16:creationId xmlns:a16="http://schemas.microsoft.com/office/drawing/2014/main" id="{4FB0023C-CD2D-4CDA-84D6-572761692A0D}"/>
              </a:ext>
            </a:extLst>
          </p:cNvPr>
          <p:cNvSpPr>
            <a:spLocks xmlns:a="http://schemas.openxmlformats.org/drawingml/2006/main" noGrp="1"/>
          </p:cNvSpPr>
          <p:nvPr/>
        </p:nvSpPr>
        <p:spPr>
          <a:xfrm xmlns:a="http://schemas.openxmlformats.org/drawingml/2006/main" rot="0">
            <a:off x="746760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Built a</a:t>
            </a:r>
          </a:p>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prediction model</a:t>
            </a:r>
          </a:p>
        </p:txBody>
      </p:sp>
      <p:sp>
        <p:nvSpPr>
          <p:cNvPr id="106" name="ML outcome qualifier">
            <a:extLst xmlns:a="http://schemas.openxmlformats.org/drawingml/2006/main">
              <a:ext uri="{FF2B5EF4-FFF2-40B4-BE49-F238E27FC236}">
                <a16:creationId xmlns:a16="http://schemas.microsoft.com/office/drawing/2014/main" id="{F69D4FB0-9806-4D66-8DC5-0FA6A75063E2}"/>
              </a:ext>
            </a:extLst>
          </p:cNvPr>
          <p:cNvSpPr>
            <a:spLocks xmlns:a="http://schemas.openxmlformats.org/drawingml/2006/main" noGrp="1"/>
          </p:cNvSpPr>
          <p:nvPr/>
        </p:nvSpPr>
        <p:spPr>
          <a:xfrm xmlns:a="http://schemas.openxmlformats.org/drawingml/2006/main" rot="0">
            <a:off x="7410450" y="127063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6500BC"/>
                </a:solidFill>
                <a:latin typeface="Arial Narrow"/>
                <a:ea typeface="Arial Narrow"/>
                <a:cs typeface="Arial Narrow"/>
              </a:defRPr>
            </a:pPr>
            <a:r>
              <a:rPr sz="1200" b="0">
                <a:solidFill>
                  <a:srgbClr val="6500BC"/>
                </a:solidFill>
                <a:latin typeface="Arial Narrow"/>
                <a:ea typeface="Arial Narrow"/>
                <a:cs typeface="Arial Narrow"/>
              </a:rPr>
              <a:t>Machine Learning track</a:t>
            </a:r>
          </a:p>
        </p:txBody>
      </p:sp>
      <p:sp>
        <p:nvSpPr>
          <p:cNvPr id="107" name="Outcomes divider">
            <a:extLst xmlns:a="http://schemas.openxmlformats.org/drawingml/2006/main">
              <a:ext uri="{FF2B5EF4-FFF2-40B4-BE49-F238E27FC236}">
                <a16:creationId xmlns:a16="http://schemas.microsoft.com/office/drawing/2014/main" id="{9F46D227-9937-44E6-A3EC-DE4276ED4F25}"/>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Tree>
    <p:extLst>
      <p:ext uri="{BB962C8B-B14F-4D97-AF65-F5344CB8AC3E}">
        <p14:creationId xmlns:p14="http://schemas.microsoft.com/office/powerpoint/2010/main" val="862514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2026-09-29T12:09:14.1140000Z</dcterms:created>
  <dcterms:modified xsi:type="dcterms:W3CDTF">2026-09-29T12:09:14.1140000Z</dcterms:modified>
</coreProperties>
</file>