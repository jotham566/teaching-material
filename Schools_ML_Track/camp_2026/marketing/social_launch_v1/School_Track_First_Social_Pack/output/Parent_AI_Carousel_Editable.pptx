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623a3875b04068" /><Relationship Type="http://schemas.openxmlformats.org/officeDocument/2006/relationships/extended-properties" Target="/docProps/app.xml" Id="R0bfcc277d75f4c21" /><Relationship Type="http://schemas.openxmlformats.org/officeDocument/2006/relationships/officeDocument" Target="/ppt/presentation.xml" Id="R6adaad5662dd43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e653cd92bf42a3"/>
  </p:sldMasterIdLst>
  <p:notesMasterIdLst>
    <p:notesMasterId xmlns:r="http://schemas.openxmlformats.org/officeDocument/2006/relationships" r:id="R16c250cd908749f0"/>
  </p:notesMasterIdLst>
  <p:sldIdLst>
    <p:sldId xmlns:r="http://schemas.openxmlformats.org/officeDocument/2006/relationships" id="256" r:id="R8ace20ea3d544349"/>
    <p:sldId xmlns:r="http://schemas.openxmlformats.org/officeDocument/2006/relationships" id="257" r:id="R462ccfad90f0478c"/>
    <p:sldId xmlns:r="http://schemas.openxmlformats.org/officeDocument/2006/relationships" id="258" r:id="Rf7a362d371bd4205"/>
    <p:sldId xmlns:r="http://schemas.openxmlformats.org/officeDocument/2006/relationships" id="259" r:id="Reffe82c5511d436b"/>
    <p:sldId xmlns:r="http://schemas.openxmlformats.org/officeDocument/2006/relationships" id="260" r:id="R47d6d40cbf7e42cf"/>
    <p:sldId xmlns:r="http://schemas.openxmlformats.org/officeDocument/2006/relationships" id="261" r:id="R82056e77dd5d40d8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08065f96de4cbf" /><Relationship Type="http://schemas.openxmlformats.org/officeDocument/2006/relationships/slideMaster" Target="/ppt/slideMasters/slideMaster1.xml" Id="R42e653cd92bf42a3" /><Relationship Type="http://schemas.openxmlformats.org/officeDocument/2006/relationships/notesMaster" Target="/ppt/notesMasters/notesMaster1.xml" Id="R16c250cd908749f0" /><Relationship Type="http://schemas.openxmlformats.org/officeDocument/2006/relationships/presProps" Target="/ppt/presProps.xml" Id="R5ce81902378b43d4" /><Relationship Type="http://schemas.openxmlformats.org/officeDocument/2006/relationships/tableStyles" Target="/ppt/tableStyles.xml" Id="Rc84595c6fc484742" /><Relationship Type="http://schemas.openxmlformats.org/officeDocument/2006/relationships/slide" Target="/ppt/slides/slide1.xml" Id="R8ace20ea3d544349" /><Relationship Type="http://schemas.openxmlformats.org/officeDocument/2006/relationships/slide" Target="/ppt/slides/slide2.xml" Id="R462ccfad90f0478c" /><Relationship Type="http://schemas.openxmlformats.org/officeDocument/2006/relationships/slide" Target="/ppt/slides/slide3.xml" Id="Rf7a362d371bd4205" /><Relationship Type="http://schemas.openxmlformats.org/officeDocument/2006/relationships/slide" Target="/ppt/slides/slide4.xml" Id="Reffe82c5511d436b" /><Relationship Type="http://schemas.openxmlformats.org/officeDocument/2006/relationships/slide" Target="/ppt/slides/slide5.xml" Id="R47d6d40cbf7e42cf" /><Relationship Type="http://schemas.openxmlformats.org/officeDocument/2006/relationships/slide" Target="/ppt/slides/slide6.xml" Id="R82056e77dd5d40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c8854ea02245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8988f2566e4660" /><Relationship Type="http://schemas.openxmlformats.org/officeDocument/2006/relationships/notesMaster" Target="/ppt/notesMasters/notesMaster1.xml" Id="R8ef6fd24c4124f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85787791d644cb" /><Relationship Type="http://schemas.openxmlformats.org/officeDocument/2006/relationships/notesMaster" Target="/ppt/notesMasters/notesMaster1.xml" Id="R5608bde690c44c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551d8b3edb480d" /><Relationship Type="http://schemas.openxmlformats.org/officeDocument/2006/relationships/notesMaster" Target="/ppt/notesMasters/notesMaster1.xml" Id="R0500cca8a6df46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1fde887a974ad8" /><Relationship Type="http://schemas.openxmlformats.org/officeDocument/2006/relationships/notesMaster" Target="/ppt/notesMasters/notesMaster1.xml" Id="Re134bcb91c3c43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645d7b423c410b" /><Relationship Type="http://schemas.openxmlformats.org/officeDocument/2006/relationships/notesMaster" Target="/ppt/notesMasters/notesMaster1.xml" Id="R9790b4203af845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eb6749a37b4f19" /><Relationship Type="http://schemas.openxmlformats.org/officeDocument/2006/relationships/notesMaster" Target="/ppt/notesMasters/notesMaster1.xml" Id="R0c1fda808fc94f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UNESCO: https://www.unesco.org/en/articles/ai-competency-framework-students</a:t>
            </a:r>
          </a:p>
          <a:p xmlns:a="http://schemas.openxmlformats.org/drawingml/2006/main">
            <a:r>
              <a:t>OECD: https://www.oecd.org/en/publications/oecd-digital-education-outlook-2026_062a7394-en.html</a:t>
            </a:r>
          </a:p>
          <a:p xmlns:a="http://schemas.openxmlformats.org/drawingml/2006/main">
            <a:r>
              <a:t>NCDC: https://ele.ncdc.go.ug/course/section.php?id=9</a:t>
            </a:r>
          </a:p>
          <a:p xmlns:a="http://schemas.openxmlformats.org/drawingml/2006/main"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UNESCO: https://www.unesco.org/en/articles/ai-competency-framework-students</a:t>
            </a:r>
          </a:p>
          <a:p xmlns:a="http://schemas.openxmlformats.org/drawingml/2006/main">
            <a:r>
              <a:t>OECD: https://www.oecd.org/en/publications/oecd-digital-education-outlook-2026_062a7394-en.html</a:t>
            </a:r>
          </a:p>
          <a:p xmlns:a="http://schemas.openxmlformats.org/drawingml/2006/main">
            <a:r>
              <a:t>NCDC: https://ele.ncdc.go.ug/course/section.php?id=9</a:t>
            </a:r>
          </a:p>
          <a:p xmlns:a="http://schemas.openxmlformats.org/drawingml/2006/main"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UNESCO: https://www.unesco.org/en/articles/ai-competency-framework-students</a:t>
            </a:r>
          </a:p>
          <a:p xmlns:a="http://schemas.openxmlformats.org/drawingml/2006/main">
            <a:r>
              <a:t>OECD: https://www.oecd.org/en/publications/oecd-digital-education-outlook-2026_062a7394-en.html</a:t>
            </a:r>
          </a:p>
          <a:p xmlns:a="http://schemas.openxmlformats.org/drawingml/2006/main">
            <a:r>
              <a:t>NCDC: https://ele.ncdc.go.ug/course/section.php?id=9</a:t>
            </a:r>
          </a:p>
          <a:p xmlns:a="http://schemas.openxmlformats.org/drawingml/2006/main"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UNESCO: https://www.unesco.org/en/articles/ai-competency-framework-students</a:t>
            </a:r>
          </a:p>
          <a:p xmlns:a="http://schemas.openxmlformats.org/drawingml/2006/main">
            <a:r>
              <a:t>OECD: https://www.oecd.org/en/publications/oecd-digital-education-outlook-2026_062a7394-en.html</a:t>
            </a:r>
          </a:p>
          <a:p xmlns:a="http://schemas.openxmlformats.org/drawingml/2006/main">
            <a:r>
              <a:t>NCDC: https://ele.ncdc.go.ug/course/section.php?id=9</a:t>
            </a:r>
          </a:p>
          <a:p xmlns:a="http://schemas.openxmlformats.org/drawingml/2006/main"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UNESCO: https://www.unesco.org/en/articles/ai-competency-framework-students</a:t>
            </a:r>
          </a:p>
          <a:p xmlns:a="http://schemas.openxmlformats.org/drawingml/2006/main">
            <a:r>
              <a:t>OECD: https://www.oecd.org/en/publications/oecd-digital-education-outlook-2026_062a7394-en.html</a:t>
            </a:r>
          </a:p>
          <a:p xmlns:a="http://schemas.openxmlformats.org/drawingml/2006/main">
            <a:r>
              <a:t>NCDC: https://ele.ncdc.go.ug/course/section.php?id=9</a:t>
            </a:r>
          </a:p>
          <a:p xmlns:a="http://schemas.openxmlformats.org/drawingml/2006/main"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UNESCO: https://www.unesco.org/en/articles/ai-competency-framework-students</a:t>
            </a:r>
          </a:p>
          <a:p xmlns:a="http://schemas.openxmlformats.org/drawingml/2006/main">
            <a:r>
              <a:t>OECD: https://www.oecd.org/en/publications/oecd-digital-education-outlook-2026_062a7394-en.html</a:t>
            </a:r>
          </a:p>
          <a:p xmlns:a="http://schemas.openxmlformats.org/drawingml/2006/main">
            <a:r>
              <a:t>NCDC: https://ele.ncdc.go.ug/course/section.php?id=9</a:t>
            </a:r>
          </a:p>
          <a:p xmlns:a="http://schemas.openxmlformats.org/drawingml/2006/main"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ca8ad51a240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a59f32823944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636e960aa41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b5b51b94442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433e1d37254b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5645ffb654f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744B0B-5F2E-45D9-B88A-593F402E30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433B74-8279-4158-9D35-4F326B2E3D5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099145-B14A-4BF5-AF5A-651B531097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54A400-444B-46CB-9DA6-3FF5B94D4C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909D91-9A02-4E79-88D5-3422A9E3A5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D6D042-040D-4153-8301-0ACB6F4016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BF8536-5542-4D0E-A03D-8F37FA15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2F2877D-9491-41C6-A579-95C3175EF3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DB28B6-164C-4DEF-BEA3-8CD51A31A0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1AFBF5-2159-419B-A227-31E6BCAEC9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e38d4bb9274a0a" /><Relationship Type="http://schemas.openxmlformats.org/officeDocument/2006/relationships/slideLayout" Target="/ppt/slideLayouts/slideLayout1.xml" Id="Rf71906726919425f" /><Relationship Type="http://schemas.openxmlformats.org/officeDocument/2006/relationships/slideLayout" Target="/ppt/slideLayouts/slideLayout2.xml" Id="Rcecf337f31e54fe9" /><Relationship Type="http://schemas.openxmlformats.org/officeDocument/2006/relationships/slideLayout" Target="/ppt/slideLayouts/slideLayout3.xml" Id="R301a3679331040d9" /><Relationship Type="http://schemas.openxmlformats.org/officeDocument/2006/relationships/slideLayout" Target="/ppt/slideLayouts/slideLayout4.xml" Id="Rc1c5f6b104bd4ff5" /><Relationship Type="http://schemas.openxmlformats.org/officeDocument/2006/relationships/slideLayout" Target="/ppt/slideLayouts/slideLayout5.xml" Id="Re1722cc239ef4a92" /><Relationship Type="http://schemas.openxmlformats.org/officeDocument/2006/relationships/slideLayout" Target="/ppt/slideLayouts/slideLayout6.xml" Id="R0bb1cf41954c4d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1906726919425f"/>
    <p:sldLayoutId xmlns:r="http://schemas.openxmlformats.org/officeDocument/2006/relationships" id="2147483650" r:id="Rcecf337f31e54fe9"/>
    <p:sldLayoutId xmlns:r="http://schemas.openxmlformats.org/officeDocument/2006/relationships" id="2147483651" r:id="R301a3679331040d9"/>
    <p:sldLayoutId xmlns:r="http://schemas.openxmlformats.org/officeDocument/2006/relationships" id="2147483652" r:id="Rc1c5f6b104bd4ff5"/>
    <p:sldLayoutId xmlns:r="http://schemas.openxmlformats.org/officeDocument/2006/relationships" id="2147483653" r:id="Re1722cc239ef4a92"/>
    <p:sldLayoutId xmlns:r="http://schemas.openxmlformats.org/officeDocument/2006/relationships" id="2147483654" r:id="R0bb1cf41954c4d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a39e7911374a90" /><Relationship Type="http://schemas.openxmlformats.org/officeDocument/2006/relationships/notesSlide" Target="/ppt/notesSlides/notesSlide1.xml" Id="Rc2f606ec275c41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c745813bf447f" /><Relationship Type="http://schemas.openxmlformats.org/officeDocument/2006/relationships/image" Target="/ppt/media/image.png" Id="Rb16a1cb9d1ef4624" /><Relationship Type="http://schemas.openxmlformats.org/officeDocument/2006/relationships/notesSlide" Target="/ppt/notesSlides/notesSlide2.xml" Id="Rc96c685f667c49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24e1db8e534b0b" /><Relationship Type="http://schemas.openxmlformats.org/officeDocument/2006/relationships/image" Target="/ppt/media/image2.png" Id="R235fe946eb984168" /><Relationship Type="http://schemas.openxmlformats.org/officeDocument/2006/relationships/notesSlide" Target="/ppt/notesSlides/notesSlide3.xml" Id="R0fafae31a92c47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b88bbe9a3c481e" /><Relationship Type="http://schemas.openxmlformats.org/officeDocument/2006/relationships/image" Target="/ppt/media/image3.png" Id="R19094f5f5b4c4e5a" /><Relationship Type="http://schemas.openxmlformats.org/officeDocument/2006/relationships/notesSlide" Target="/ppt/notesSlides/notesSlide4.xml" Id="R0df4d4133cb94d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4a8156f0ea4ccf" /><Relationship Type="http://schemas.openxmlformats.org/officeDocument/2006/relationships/image" Target="/ppt/media/image4.png" Id="R53c893c67e504d49" /><Relationship Type="http://schemas.openxmlformats.org/officeDocument/2006/relationships/notesSlide" Target="/ppt/notesSlides/notesSlide5.xml" Id="R2166e59ac99444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d1e60befc0434a" /><Relationship Type="http://schemas.openxmlformats.org/officeDocument/2006/relationships/image" Target="/ppt/media/image5.png" Id="R2ccee70a93574ebb" /><Relationship Type="http://schemas.openxmlformats.org/officeDocument/2006/relationships/notesSlide" Target="/ppt/notesSlides/notesSlide6.xml" Id="R9c21faf43a3146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21D1E-F9D1-4A50-AAD9-26BF9B72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6DAE9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B5DA1-9125-43BB-B70F-7A990FBA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38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6DAE9"/>
                </a:solidFill>
                <a:latin typeface="Arial"/>
                <a:ea typeface="Arial"/>
                <a:cs typeface="Arial"/>
              </a:rPr>
              <a:t>1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E46C7-9C9A-472C-BB03-2D6B764D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DAE9"/>
                </a:solidFill>
                <a:latin typeface="Arial"/>
                <a:ea typeface="Arial"/>
                <a:cs typeface="Arial"/>
              </a:rPr>
              <a:t>PARENT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B56E5-1E5F-4D74-8431-CCD7C5BE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634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B56B3-F7DD-4995-8258-B44D870E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963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611D8-436D-4D95-BA87-1DB52B8F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9067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6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can produce</a:t>
            </a:r>
          </a:p>
          <a:p xmlns:a="http://schemas.openxmlformats.org/drawingml/2006/main">
            <a:pPr>
              <a:defRPr sz="6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392B3-BE7D-47BD-84D1-807A3A29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9067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6825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25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6825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Can your child</a:t>
            </a:r>
          </a:p>
          <a:p xmlns:a="http://schemas.openxmlformats.org/drawingml/2006/main">
            <a:pPr>
              <a:defRPr sz="6825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6825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explain it?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DA697-8DAE-48B8-951D-D51899CE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0"/>
            <a:ext cx="9067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75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BFEAF3"/>
                </a:solidFill>
                <a:latin typeface="Arial"/>
                <a:ea typeface="Arial"/>
                <a:cs typeface="Arial"/>
              </a:rPr>
              <a:t>Four habits worth practising</a:t>
            </a:r>
          </a:p>
          <a:p xmlns:a="http://schemas.openxmlformats.org/drawingml/2006/main">
            <a:pPr>
              <a:defRPr sz="3375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BFEAF3"/>
                </a:solidFill>
                <a:latin typeface="Arial"/>
                <a:ea typeface="Arial"/>
                <a:cs typeface="Arial"/>
              </a:rPr>
              <a:t>before university.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A5A11-2E5F-4438-910D-1774D670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0"/>
            <a:ext cx="906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Swipe to explore</a:t>
            </a:r>
          </a:p>
        </p:txBody>
      </p:sp>
    </p:spTree>
    <p:extLst>
      <p:ext uri="{BB962C8B-B14F-4D97-AF65-F5344CB8AC3E}">
        <p14:creationId xmlns:p14="http://schemas.microsoft.com/office/powerpoint/2010/main" val="230417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F376D-BF5F-44FB-88D0-86A3CC29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A80E2-9614-42FE-853C-6CD4772E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38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2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A5084-BD0D-4EE2-8424-26C2427D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PARENT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AF60C-A02E-4902-9364-F60E9C0D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634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6FCE8-D4A9-4D1F-8813-7BFF05B8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963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8CC56-8CC6-4D50-8C17-9F95FB3C8B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a1cb9d1ef4624"/>
          <a:stretch xmlns:a="http://schemas.openxmlformats.org/drawingml/2006/main"/>
        </p:blipFill>
        <p:spPr>
          <a:xfrm xmlns:a="http://schemas.openxmlformats.org/drawingml/2006/main">
            <a:off x="609600" y="2076450"/>
            <a:ext cx="1381125" cy="1381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79886-A694-493B-89F9-C9134AD8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906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6500BC"/>
                </a:solidFill>
                <a:latin typeface="Arial"/>
                <a:ea typeface="Arial"/>
                <a:cs typeface="Arial"/>
              </a:rPr>
              <a:t>01  ASK GOOD QUESTIONS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DF5F4-8B9F-4852-8437-E2344E19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90678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What problem</a:t>
            </a:r>
          </a:p>
          <a:p xmlns:a="http://schemas.openxmlformats.org/drawingml/2006/main">
            <a:pPr>
              <a:defRPr sz="57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are we solving?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879BF-EEBE-4262-B7A6-055A1A2E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102870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7F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14851-3B25-4E47-B509-A619D2FC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24875"/>
            <a:ext cx="906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TRY THIS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77669-4B77-4D9F-A36E-58306E4F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48775"/>
            <a:ext cx="9067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Which products sold the most</a:t>
            </a:r>
          </a:p>
          <a:p xmlns:a="http://schemas.openxmlformats.org/drawingml/2006/main">
            <a:pPr>
              <a:defRPr sz="30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in a small shop this week?</a:t>
            </a:r>
          </a:p>
        </p:txBody>
      </p:sp>
    </p:spTree>
    <p:extLst>
      <p:ext uri="{BB962C8B-B14F-4D97-AF65-F5344CB8AC3E}">
        <p14:creationId xmlns:p14="http://schemas.microsoft.com/office/powerpoint/2010/main" val="272852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1E3C8-80A9-4583-9827-E42102D8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51B0E-454A-4B66-9995-E4D68A19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38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3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4782E-842B-443C-B7CF-74C951AE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PARENT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05B2E-4108-4A67-A88F-7FA3446B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634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19092-7E52-4287-BB89-43D63046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963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DF954-CFE7-4420-B985-652A128ECB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fe946eb984168"/>
          <a:stretch xmlns:a="http://schemas.openxmlformats.org/drawingml/2006/main"/>
        </p:blipFill>
        <p:spPr>
          <a:xfrm xmlns:a="http://schemas.openxmlformats.org/drawingml/2006/main">
            <a:off x="695920" y="2076450"/>
            <a:ext cx="1208484" cy="1381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BE2DE-5C70-42DD-B16F-D8E97F91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906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02  CHECK THE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5E191-83F0-4F77-ABA3-4A137AC2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90678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4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Where did the</a:t>
            </a:r>
          </a:p>
          <a:p xmlns:a="http://schemas.openxmlformats.org/drawingml/2006/main">
            <a:pPr>
              <a:defRPr sz="54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answer come from?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92536-BDE7-48C1-9B90-14A43F38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102870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7F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AB7E4-441C-413C-8D33-AC358604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24875"/>
            <a:ext cx="906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LOOK BEHIND THE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7ACEE-C539-49AF-A030-C417699B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48775"/>
            <a:ext cx="9067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Check the source, the dates</a:t>
            </a:r>
          </a:p>
          <a:p xmlns:a="http://schemas.openxmlformats.org/drawingml/2006/main">
            <a:pPr>
              <a:defRPr sz="30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and whether any records are missing.</a:t>
            </a:r>
          </a:p>
        </p:txBody>
      </p:sp>
    </p:spTree>
    <p:extLst>
      <p:ext uri="{BB962C8B-B14F-4D97-AF65-F5344CB8AC3E}">
        <p14:creationId xmlns:p14="http://schemas.microsoft.com/office/powerpoint/2010/main" val="1563592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1C5CA-3E42-42BE-BB57-121D1B0B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FFCE9-2FEB-4338-80C7-EDB0566B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38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4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A29C5-C251-44DB-95EB-37465334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PARENT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B3B8D-13BB-480E-888B-5A4AA8C8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634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DC442-74FD-483B-8F9A-8B820197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963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B7ED0-3681-4930-95A7-69BCF88011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94f5f5b4c4e5a"/>
          <a:stretch xmlns:a="http://schemas.openxmlformats.org/drawingml/2006/main"/>
        </p:blipFill>
        <p:spPr>
          <a:xfrm xmlns:a="http://schemas.openxmlformats.org/drawingml/2006/main">
            <a:off x="609600" y="2076450"/>
            <a:ext cx="1381125" cy="1381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DFF8B-E713-49EE-A048-2ECC203A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906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03  UNDERSTAND THE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18E8A-5A38-4E4C-A2D5-F865ED98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90678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What does the</a:t>
            </a:r>
          </a:p>
          <a:p xmlns:a="http://schemas.openxmlformats.org/drawingml/2006/main">
            <a:pPr>
              <a:defRPr sz="57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pattern tell us?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1A20F-93FE-4A45-8078-53D96960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102870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7F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19BA1-D52C-4843-829E-CFDF6EDB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24875"/>
            <a:ext cx="906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MAKE THE NUMBERS MEAN SOMETHING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D957A-5EF1-41A4-B8A2-BDBD34C5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48775"/>
            <a:ext cx="9067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A chart can show which items sell most.</a:t>
            </a:r>
          </a:p>
          <a:p xmlns:a="http://schemas.openxmlformats.org/drawingml/2006/main">
            <a:pPr>
              <a:defRPr sz="30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Explain the comparison in your own words.</a:t>
            </a:r>
          </a:p>
        </p:txBody>
      </p:sp>
    </p:spTree>
    <p:extLst>
      <p:ext uri="{BB962C8B-B14F-4D97-AF65-F5344CB8AC3E}">
        <p14:creationId xmlns:p14="http://schemas.microsoft.com/office/powerpoint/2010/main" val="12196975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8AB4A-C2B0-47B4-90EE-B4DC8745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1E40F-E9F7-4018-BA9F-55C50E36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38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5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702F5-8862-492B-B7E3-C73C5125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PARENT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961AF-4D28-499B-AA03-3E7C5224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634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778A9-AC7D-4CFA-90C2-702F6C25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963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F3FCF-94FD-403B-92E6-B66FE37CAB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893c67e504d49"/>
          <a:stretch xmlns:a="http://schemas.openxmlformats.org/drawingml/2006/main"/>
        </p:blipFill>
        <p:spPr>
          <a:xfrm xmlns:a="http://schemas.openxmlformats.org/drawingml/2006/main">
            <a:off x="609600" y="2076450"/>
            <a:ext cx="1381125" cy="1381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531F7-8DA0-42F9-B249-A833E1C1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906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6500BC"/>
                </a:solidFill>
                <a:latin typeface="Arial"/>
                <a:ea typeface="Arial"/>
                <a:cs typeface="Arial"/>
              </a:rPr>
              <a:t>04  TEST THE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687DE-E140-4C08-B1C5-82C920AD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90678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Does it work on</a:t>
            </a:r>
          </a:p>
          <a:p xmlns:a="http://schemas.openxmlformats.org/drawingml/2006/main">
            <a:pPr>
              <a:defRPr sz="57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new examples?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3EA3D-4317-4A61-89FC-09E1AE7D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102870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7F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BADBC-AEBA-4828-AE61-8D0D830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24875"/>
            <a:ext cx="906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PREDICTIONS NEED CHECKING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82792-7440-4008-9C1E-2FF452FF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48775"/>
            <a:ext cx="9067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Try data the model has not seen.</a:t>
            </a:r>
          </a:p>
          <a:p xmlns:a="http://schemas.openxmlformats.org/drawingml/2006/main">
            <a:pPr>
              <a:defRPr sz="30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Find its mistakes and discuss why.</a:t>
            </a:r>
          </a:p>
        </p:txBody>
      </p:sp>
    </p:spTree>
    <p:extLst>
      <p:ext uri="{BB962C8B-B14F-4D97-AF65-F5344CB8AC3E}">
        <p14:creationId xmlns:p14="http://schemas.microsoft.com/office/powerpoint/2010/main" val="2463103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310D6-EEF2-4075-B90B-B9A77A58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6DAE9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CBFD7-D562-4F4D-812C-41E4E64F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38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6DAE9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2D1A0-2C3D-4185-BA79-B378E73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DAE9"/>
                </a:solidFill>
                <a:latin typeface="Arial"/>
                <a:ea typeface="Arial"/>
                <a:cs typeface="Arial"/>
              </a:rPr>
              <a:t>PARENT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7D105-BC08-43B8-8B25-7800CDA9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634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F0873-1BD3-4946-884A-59FB9C1C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963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39939-B8E8-4A87-B1AF-E019ADD5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906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holiday to build</a:t>
            </a:r>
          </a:p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something useful.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888AE-DD1B-43AC-BFA8-B3C7B834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906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For S.4, S.5 &amp; S.6 students</a:t>
            </a:r>
          </a:p>
          <a:p xmlns:a="http://schemas.openxmlformats.org/drawingml/2006/main">
            <a:pPr>
              <a:defRPr sz="33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and school leavers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54262-919D-4B46-90E9-E094C197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9067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Analysis &amp; Machine Learning</a:t>
            </a:r>
          </a:p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coding experience needed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E4C2F-99C4-48D6-8150-C19886B0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0"/>
            <a:ext cx="906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FEAF3"/>
                </a:solidFill>
                <a:latin typeface="Arial"/>
                <a:ea typeface="Arial"/>
                <a:cs typeface="Arial"/>
              </a:rPr>
              <a:t>8 weeks     Maximum 5 learners per group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92A2F-F60A-4DBF-902F-08E43A4F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15300"/>
            <a:ext cx="906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UGX 1,000,000 per learner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226CA-0A44-4171-87DD-8ED9DFB1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15450"/>
            <a:ext cx="693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REGISTER FOR DECEMBER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17240-43DA-4C21-AA1A-3E84BAEA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0"/>
            <a:ext cx="693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forms.gle/n8XLwbK1QxcUsRnx5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54952-C7E9-47A9-99EF-457149E9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0"/>
            <a:ext cx="716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Calls &amp; WhatsApp: +256 750 990 718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27EFE-D974-4D9E-9186-D9D7B9B584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ee70a93574ebb"/>
          <a:stretch xmlns:a="http://schemas.openxmlformats.org/drawingml/2006/main"/>
        </p:blipFill>
        <p:spPr>
          <a:xfrm xmlns:a="http://schemas.openxmlformats.org/drawingml/2006/main">
            <a:off x="8162925" y="9372600"/>
            <a:ext cx="1571625" cy="15716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EC0C4-9F98-4323-B790-FD59B42D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0"/>
            <a:ext cx="9067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EAF3"/>
                </a:solidFill>
                <a:latin typeface="Arial"/>
                <a:ea typeface="Arial"/>
                <a:cs typeface="Arial"/>
              </a:rPr>
              <a:t>Registration requests are subject to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1787919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2026-10-08T09:26:23.2510000Z</dcterms:created>
  <dcterms:modified xsi:type="dcterms:W3CDTF">2026-10-08T09:26:23.2510000Z</dcterms:modified>
</coreProperties>
</file>