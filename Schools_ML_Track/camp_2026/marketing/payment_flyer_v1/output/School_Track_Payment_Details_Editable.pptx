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914f6e56494f9b" /><Relationship Type="http://schemas.openxmlformats.org/officeDocument/2006/relationships/extended-properties" Target="/docProps/app.xml" Id="R95b58098f2ea4930" /><Relationship Type="http://schemas.openxmlformats.org/officeDocument/2006/relationships/officeDocument" Target="/ppt/presentation.xml" Id="R0a736b38a4dc45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1f86a14d594553"/>
  </p:sldMasterIdLst>
  <p:notesMasterIdLst>
    <p:notesMasterId xmlns:r="http://schemas.openxmlformats.org/officeDocument/2006/relationships" r:id="R5d9cfaaf8a1f4097"/>
  </p:notesMasterIdLst>
  <p:sldIdLst>
    <p:sldId xmlns:r="http://schemas.openxmlformats.org/officeDocument/2006/relationships" id="256" r:id="R7aca70e0a25745c1"/>
  </p:sldIdLst>
  <p:sldSz cx="9753600" cy="9753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b1f2bcb6154ab7" /><Relationship Type="http://schemas.openxmlformats.org/officeDocument/2006/relationships/slideMaster" Target="/ppt/slideMasters/slideMaster1.xml" Id="R061f86a14d594553" /><Relationship Type="http://schemas.openxmlformats.org/officeDocument/2006/relationships/notesMaster" Target="/ppt/notesMasters/notesMaster1.xml" Id="R5d9cfaaf8a1f4097" /><Relationship Type="http://schemas.openxmlformats.org/officeDocument/2006/relationships/presProps" Target="/ppt/presProps.xml" Id="R82c539f18b514b26" /><Relationship Type="http://schemas.openxmlformats.org/officeDocument/2006/relationships/tableStyles" Target="/ppt/tableStyles.xml" Id="R986e76d543d24932" /><Relationship Type="http://schemas.openxmlformats.org/officeDocument/2006/relationships/slide" Target="/ppt/slides/slide1.xml" Id="R7aca70e0a25745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1284381ee0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c71cd6572d4e8b" /><Relationship Type="http://schemas.openxmlformats.org/officeDocument/2006/relationships/notesMaster" Target="/ppt/notesMasters/notesMaster1.xml" Id="R96769bfa70ab46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Payment details supplied directly by Jotham Martin Wambi on 5 October 2026. Programme fee: UGX 1,000,000 per learner. Native editable text and shapes match the navy/teal School Track flyer. Provider names are text labels, not official logos.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30034fda04e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f730287414b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1b223fc3147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9f005acae847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31d49d2cd4d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342dec2c643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C0ECF8-28D4-4650-BADE-F80843E207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5360" y="3684693"/>
            <a:ext cx="7802880" cy="1408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49DD80-27B9-492F-B627-CB1A9FFEBE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63040" y="5364480"/>
            <a:ext cx="6827520" cy="1083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817E9B-542C-4E07-9784-09AFF30D7E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5360" y="4064000"/>
            <a:ext cx="7802880" cy="16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3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DDC729-907D-4F97-90C3-F4D4A9CEE3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758613"/>
            <a:ext cx="8656320" cy="1192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EBF563-1D34-4AD1-9581-9491FAC496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2709333"/>
            <a:ext cx="8656320" cy="6068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383310-23C6-4A49-B452-F9B63BFF79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758613"/>
            <a:ext cx="8656320" cy="1192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DD7E43-F4F3-47BE-BB0A-28DF009C87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2709333"/>
            <a:ext cx="4023360" cy="6068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60D1A1-DCC2-406E-8873-482A0925EF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181600" y="2709333"/>
            <a:ext cx="4023360" cy="6068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78A638-1D84-4B7D-95F7-66066C1DE8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758613"/>
            <a:ext cx="8656320" cy="1192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FA1FE2-933F-4682-8575-2965883F03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2709333"/>
            <a:ext cx="4023360" cy="6068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3e217cb98c4c8a" /><Relationship Type="http://schemas.openxmlformats.org/officeDocument/2006/relationships/slideLayout" Target="/ppt/slideLayouts/slideLayout1.xml" Id="Ra9805957d4594c13" /><Relationship Type="http://schemas.openxmlformats.org/officeDocument/2006/relationships/slideLayout" Target="/ppt/slideLayouts/slideLayout2.xml" Id="Ra56d3c87c5e44c27" /><Relationship Type="http://schemas.openxmlformats.org/officeDocument/2006/relationships/slideLayout" Target="/ppt/slideLayouts/slideLayout3.xml" Id="R92570d45ae9d41cf" /><Relationship Type="http://schemas.openxmlformats.org/officeDocument/2006/relationships/slideLayout" Target="/ppt/slideLayouts/slideLayout4.xml" Id="Ra4aa5c02490a46c8" /><Relationship Type="http://schemas.openxmlformats.org/officeDocument/2006/relationships/slideLayout" Target="/ppt/slideLayouts/slideLayout5.xml" Id="Rb2b3f1a115a74c2b" /><Relationship Type="http://schemas.openxmlformats.org/officeDocument/2006/relationships/slideLayout" Target="/ppt/slideLayouts/slideLayout6.xml" Id="R122ab16f46114d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805957d4594c13"/>
    <p:sldLayoutId xmlns:r="http://schemas.openxmlformats.org/officeDocument/2006/relationships" id="2147483650" r:id="Ra56d3c87c5e44c27"/>
    <p:sldLayoutId xmlns:r="http://schemas.openxmlformats.org/officeDocument/2006/relationships" id="2147483651" r:id="R92570d45ae9d41cf"/>
    <p:sldLayoutId xmlns:r="http://schemas.openxmlformats.org/officeDocument/2006/relationships" id="2147483652" r:id="Ra4aa5c02490a46c8"/>
    <p:sldLayoutId xmlns:r="http://schemas.openxmlformats.org/officeDocument/2006/relationships" id="2147483653" r:id="Rb2b3f1a115a74c2b"/>
    <p:sldLayoutId xmlns:r="http://schemas.openxmlformats.org/officeDocument/2006/relationships" id="2147483654" r:id="R122ab16f46114d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9b75d2c990491e" /><Relationship Type="http://schemas.openxmlformats.org/officeDocument/2006/relationships/notesSlide" Target="/ppt/notesSlides/notesSlide1.xml" Id="R05a3736754a647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aper">
            <a:extLst xmlns:a="http://schemas.openxmlformats.org/drawingml/2006/main">
              <a:ext uri="{FF2B5EF4-FFF2-40B4-BE49-F238E27FC236}">
                <a16:creationId xmlns:a16="http://schemas.microsoft.com/office/drawing/2014/main" id="{556E17BB-A577-4AFE-81E2-AD7581FF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753600" cy="97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header">
            <a:extLst xmlns:a="http://schemas.openxmlformats.org/drawingml/2006/main">
              <a:ext uri="{FF2B5EF4-FFF2-40B4-BE49-F238E27FC236}">
                <a16:creationId xmlns:a16="http://schemas.microsoft.com/office/drawing/2014/main" id="{6EB25E17-3C6E-475D-BA20-FA8A41F2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97536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540"/>
          </a:solidFill>
          <a:ln xmlns:a="http://schemas.openxmlformats.org/drawingml/2006/main" w="0">
            <a:noFill/>
          </a:ln>
        </p:spPr>
      </p:sp>
      <p:sp>
        <p:nvSpPr>
          <p:cNvPr id="3" name="camp">
            <a:extLst xmlns:a="http://schemas.openxmlformats.org/drawingml/2006/main">
              <a:ext uri="{FF2B5EF4-FFF2-40B4-BE49-F238E27FC236}">
                <a16:creationId xmlns:a16="http://schemas.microsoft.com/office/drawing/2014/main" id="{4AC7EC3B-6388-4125-B440-D2F7B4AB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276225"/>
            <a:ext cx="883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225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HOLIDAY DATA &amp; AI CAMP</a:t>
            </a:r>
          </a:p>
        </p:txBody>
      </p:sp>
      <p:sp>
        <p:nvSpPr>
          <p:cNvPr id="4" name="intake">
            <a:extLst xmlns:a="http://schemas.openxmlformats.org/drawingml/2006/main">
              <a:ext uri="{FF2B5EF4-FFF2-40B4-BE49-F238E27FC236}">
                <a16:creationId xmlns:a16="http://schemas.microsoft.com/office/drawing/2014/main" id="{83D2710A-8751-4C68-9A02-65AC934D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8382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9ADB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9ADBE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ADBEA"/>
                </a:solidFill>
                <a:latin typeface="Arial"/>
                <a:ea typeface="Arial"/>
                <a:cs typeface="Arial"/>
              </a:rPr>
              <a:t>SCHOOL TRACK  /  DECEMBER 2026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3AD3903-773A-4F97-9F71-9CF30CB2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1400175"/>
            <a:ext cx="8839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 DETAILS</a:t>
            </a:r>
          </a:p>
        </p:txBody>
      </p:sp>
      <p:sp>
        <p:nvSpPr>
          <p:cNvPr id="6" name="fee-strip">
            <a:extLst xmlns:a="http://schemas.openxmlformats.org/drawingml/2006/main">
              <a:ext uri="{FF2B5EF4-FFF2-40B4-BE49-F238E27FC236}">
                <a16:creationId xmlns:a16="http://schemas.microsoft.com/office/drawing/2014/main" id="{ED26B5C6-56C5-4542-B071-EDEEBA1D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2514600"/>
            <a:ext cx="9144000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E3F6FC"/>
          </a:solidFill>
          <a:ln xmlns:a="http://schemas.openxmlformats.org/drawingml/2006/main" w="0">
            <a:noFill/>
          </a:ln>
        </p:spPr>
      </p:sp>
      <p:sp>
        <p:nvSpPr>
          <p:cNvPr id="7" name="fee-label">
            <a:extLst xmlns:a="http://schemas.openxmlformats.org/drawingml/2006/main">
              <a:ext uri="{FF2B5EF4-FFF2-40B4-BE49-F238E27FC236}">
                <a16:creationId xmlns:a16="http://schemas.microsoft.com/office/drawing/2014/main" id="{297A73F4-64F8-4346-8253-B70D62ED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2667000"/>
            <a:ext cx="394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Programme fee per learner</a:t>
            </a:r>
          </a:p>
        </p:txBody>
      </p:sp>
      <p:sp>
        <p:nvSpPr>
          <p:cNvPr id="8" name="fee-note">
            <a:extLst xmlns:a="http://schemas.openxmlformats.org/drawingml/2006/main">
              <a:ext uri="{FF2B5EF4-FFF2-40B4-BE49-F238E27FC236}">
                <a16:creationId xmlns:a16="http://schemas.microsoft.com/office/drawing/2014/main" id="{0574D780-4A3D-4E6A-967E-EDD9C619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3076575"/>
            <a:ext cx="452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Same fee for groups of 1–5 learners</a:t>
            </a:r>
          </a:p>
        </p:txBody>
      </p:sp>
      <p:sp>
        <p:nvSpPr>
          <p:cNvPr id="9" name="fee">
            <a:extLst xmlns:a="http://schemas.openxmlformats.org/drawingml/2006/main">
              <a:ext uri="{FF2B5EF4-FFF2-40B4-BE49-F238E27FC236}">
                <a16:creationId xmlns:a16="http://schemas.microsoft.com/office/drawing/2014/main" id="{210D963F-75CA-4AD0-8A2B-0C9EEBDA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2686050"/>
            <a:ext cx="38195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002540"/>
                </a:solidFill>
                <a:latin typeface="Arial Narrow"/>
                <a:ea typeface="Arial Narrow"/>
                <a:cs typeface="Arial Narrow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002540"/>
                </a:solidFill>
                <a:latin typeface="Arial Narrow"/>
                <a:ea typeface="Arial Narrow"/>
                <a:cs typeface="Arial Narrow"/>
              </a:defRPr>
            </a:pPr>
            <a:r>
              <a:rPr sz="3675" b="1">
                <a:solidFill>
                  <a:srgbClr val="002540"/>
                </a:solidFill>
                <a:latin typeface="Arial Narrow"/>
                <a:ea typeface="Arial Narrow"/>
                <a:cs typeface="Arial Narrow"/>
              </a:rPr>
              <a:t>UGX 1,000,000</a:t>
            </a:r>
          </a:p>
        </p:txBody>
      </p:sp>
      <p:sp>
        <p:nvSpPr>
          <p:cNvPr id="10" name="mtn-block">
            <a:extLst xmlns:a="http://schemas.openxmlformats.org/drawingml/2006/main">
              <a:ext uri="{FF2B5EF4-FFF2-40B4-BE49-F238E27FC236}">
                <a16:creationId xmlns:a16="http://schemas.microsoft.com/office/drawing/2014/main" id="{2FE210BC-FF88-4DA4-99B6-10B75FDB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" y="3705225"/>
            <a:ext cx="4476750" cy="1704975"/>
          </a:xfrm>
          <a:prstGeom xmlns:a="http://schemas.openxmlformats.org/drawingml/2006/main" prst="roundRect">
            <a:avLst>
              <a:gd name="adj" fmla="val 7821"/>
            </a:avLst>
          </a:prstGeom>
          <a:solidFill xmlns:a="http://schemas.openxmlformats.org/drawingml/2006/main">
            <a:srgbClr val="FFF4C6"/>
          </a:solidFill>
          <a:ln xmlns:a="http://schemas.openxmlformats.org/drawingml/2006/main" w="0">
            <a:noFill/>
          </a:ln>
        </p:spPr>
      </p:sp>
      <p:sp>
        <p:nvSpPr>
          <p:cNvPr id="11" name="airtel-block">
            <a:extLst xmlns:a="http://schemas.openxmlformats.org/drawingml/2006/main">
              <a:ext uri="{FF2B5EF4-FFF2-40B4-BE49-F238E27FC236}">
                <a16:creationId xmlns:a16="http://schemas.microsoft.com/office/drawing/2014/main" id="{40694570-4F20-4647-B1F9-29EB840C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3705225"/>
            <a:ext cx="4476750" cy="1704975"/>
          </a:xfrm>
          <a:prstGeom xmlns:a="http://schemas.openxmlformats.org/drawingml/2006/main" prst="roundRect">
            <a:avLst>
              <a:gd name="adj" fmla="val 7821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</a:ln>
        </p:spPr>
      </p:sp>
      <p:sp>
        <p:nvSpPr>
          <p:cNvPr id="12" name="mtn-label">
            <a:extLst xmlns:a="http://schemas.openxmlformats.org/drawingml/2006/main">
              <a:ext uri="{FF2B5EF4-FFF2-40B4-BE49-F238E27FC236}">
                <a16:creationId xmlns:a16="http://schemas.microsoft.com/office/drawing/2014/main" id="{370B6265-B0E8-4AFE-9704-88DD69F0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38766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MTN Mobile Money</a:t>
            </a:r>
          </a:p>
        </p:txBody>
      </p:sp>
      <p:sp>
        <p:nvSpPr>
          <p:cNvPr id="13" name="mtn-number">
            <a:extLst xmlns:a="http://schemas.openxmlformats.org/drawingml/2006/main">
              <a:ext uri="{FF2B5EF4-FFF2-40B4-BE49-F238E27FC236}">
                <a16:creationId xmlns:a16="http://schemas.microsoft.com/office/drawing/2014/main" id="{352E09DD-A35B-40B9-8911-E59BD2B1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295775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0790 114 500</a:t>
            </a:r>
          </a:p>
        </p:txBody>
      </p:sp>
      <p:sp>
        <p:nvSpPr>
          <p:cNvPr id="14" name="mtn-name">
            <a:extLst xmlns:a="http://schemas.openxmlformats.org/drawingml/2006/main">
              <a:ext uri="{FF2B5EF4-FFF2-40B4-BE49-F238E27FC236}">
                <a16:creationId xmlns:a16="http://schemas.microsoft.com/office/drawing/2014/main" id="{CDD965B3-DDFF-4B71-861A-56FD2789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4943475"/>
            <a:ext cx="409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Jotham Martin Wambi</a:t>
            </a:r>
          </a:p>
        </p:txBody>
      </p:sp>
      <p:sp>
        <p:nvSpPr>
          <p:cNvPr id="15" name="airtel-label">
            <a:extLst xmlns:a="http://schemas.openxmlformats.org/drawingml/2006/main">
              <a:ext uri="{FF2B5EF4-FFF2-40B4-BE49-F238E27FC236}">
                <a16:creationId xmlns:a16="http://schemas.microsoft.com/office/drawing/2014/main" id="{3C027687-AAD6-4631-BB48-A46A4BB9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38766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C421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C421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42130"/>
                </a:solidFill>
                <a:latin typeface="Arial"/>
                <a:ea typeface="Arial"/>
                <a:cs typeface="Arial"/>
              </a:rPr>
              <a:t>Airtel Mobile Money</a:t>
            </a:r>
          </a:p>
        </p:txBody>
      </p:sp>
      <p:sp>
        <p:nvSpPr>
          <p:cNvPr id="16" name="airtel-number">
            <a:extLst xmlns:a="http://schemas.openxmlformats.org/drawingml/2006/main">
              <a:ext uri="{FF2B5EF4-FFF2-40B4-BE49-F238E27FC236}">
                <a16:creationId xmlns:a16="http://schemas.microsoft.com/office/drawing/2014/main" id="{5597BD3F-2F15-4538-90D3-52394673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4295775"/>
            <a:ext cx="4095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0750 990 718</a:t>
            </a:r>
          </a:p>
        </p:txBody>
      </p:sp>
      <p:sp>
        <p:nvSpPr>
          <p:cNvPr id="17" name="airtel-name">
            <a:extLst xmlns:a="http://schemas.openxmlformats.org/drawingml/2006/main">
              <a:ext uri="{FF2B5EF4-FFF2-40B4-BE49-F238E27FC236}">
                <a16:creationId xmlns:a16="http://schemas.microsoft.com/office/drawing/2014/main" id="{532A5072-4360-4BBB-8B78-44858A36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4943475"/>
            <a:ext cx="409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Jotham Martin Wambi</a:t>
            </a:r>
          </a:p>
        </p:txBody>
      </p:sp>
      <p:sp>
        <p:nvSpPr>
          <p:cNvPr id="18" name="bank-heading">
            <a:extLst xmlns:a="http://schemas.openxmlformats.org/drawingml/2006/main">
              <a:ext uri="{FF2B5EF4-FFF2-40B4-BE49-F238E27FC236}">
                <a16:creationId xmlns:a16="http://schemas.microsoft.com/office/drawing/2014/main" id="{0A9FC07D-E442-42F0-A026-B3E98082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657850"/>
            <a:ext cx="880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BANK TRANSFER</a:t>
            </a:r>
          </a:p>
        </p:txBody>
      </p:sp>
      <p:sp>
        <p:nvSpPr>
          <p:cNvPr id="19" name="bank-name">
            <a:extLst xmlns:a="http://schemas.openxmlformats.org/drawingml/2006/main">
              <a:ext uri="{FF2B5EF4-FFF2-40B4-BE49-F238E27FC236}">
                <a16:creationId xmlns:a16="http://schemas.microsoft.com/office/drawing/2014/main" id="{4299C9B2-AF7B-4ABE-915B-0C21639C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105525"/>
            <a:ext cx="880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Standard Chartered Bank Uganda Ltd</a:t>
            </a:r>
          </a:p>
        </p:txBody>
      </p:sp>
      <p:sp>
        <p:nvSpPr>
          <p:cNvPr id="20" name="account-label">
            <a:extLst xmlns:a="http://schemas.openxmlformats.org/drawingml/2006/main">
              <a:ext uri="{FF2B5EF4-FFF2-40B4-BE49-F238E27FC236}">
                <a16:creationId xmlns:a16="http://schemas.microsoft.com/office/drawing/2014/main" id="{22BB5A33-314A-414E-8BF0-0B707FA5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6960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Account number</a:t>
            </a:r>
          </a:p>
        </p:txBody>
      </p:sp>
      <p:sp>
        <p:nvSpPr>
          <p:cNvPr id="21" name="account-number">
            <a:extLst xmlns:a="http://schemas.openxmlformats.org/drawingml/2006/main">
              <a:ext uri="{FF2B5EF4-FFF2-40B4-BE49-F238E27FC236}">
                <a16:creationId xmlns:a16="http://schemas.microsoft.com/office/drawing/2014/main" id="{DCB3DAFE-2735-4C6C-B688-090C6D7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6581775"/>
            <a:ext cx="581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0150105384100</a:t>
            </a:r>
          </a:p>
        </p:txBody>
      </p:sp>
      <p:sp>
        <p:nvSpPr>
          <p:cNvPr id="22" name="account-name-label">
            <a:extLst xmlns:a="http://schemas.openxmlformats.org/drawingml/2006/main">
              <a:ext uri="{FF2B5EF4-FFF2-40B4-BE49-F238E27FC236}">
                <a16:creationId xmlns:a16="http://schemas.microsoft.com/office/drawing/2014/main" id="{DE897113-6453-4109-AC49-C7C4FCB3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7315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D9B"/>
                </a:solidFill>
                <a:latin typeface="Arial"/>
                <a:ea typeface="Arial"/>
                <a:cs typeface="Arial"/>
              </a:rPr>
              <a:t>Account name</a:t>
            </a:r>
          </a:p>
        </p:txBody>
      </p:sp>
      <p:sp>
        <p:nvSpPr>
          <p:cNvPr id="23" name="account-name">
            <a:extLst xmlns:a="http://schemas.openxmlformats.org/drawingml/2006/main">
              <a:ext uri="{FF2B5EF4-FFF2-40B4-BE49-F238E27FC236}">
                <a16:creationId xmlns:a16="http://schemas.microsoft.com/office/drawing/2014/main" id="{569F99DF-D079-43BC-A7C2-49D94B20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6625" y="72580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Jotham Martin Wambi</a:t>
            </a:r>
          </a:p>
        </p:txBody>
      </p:sp>
      <p:sp>
        <p:nvSpPr>
          <p:cNvPr id="24" name="currency-branch">
            <a:extLst xmlns:a="http://schemas.openxmlformats.org/drawingml/2006/main">
              <a:ext uri="{FF2B5EF4-FFF2-40B4-BE49-F238E27FC236}">
                <a16:creationId xmlns:a16="http://schemas.microsoft.com/office/drawing/2014/main" id="{880DD7D0-FE05-459C-BDCA-C396BB1D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7800975"/>
            <a:ext cx="880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Currency: UGX     /     Branch: Lugogo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2BB34C2D-9CA5-48A6-A00C-25EE8857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8353425"/>
            <a:ext cx="97536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540"/>
          </a:solidFill>
          <a:ln xmlns:a="http://schemas.openxmlformats.org/drawingml/2006/main" w="0">
            <a:noFill/>
          </a:ln>
        </p:spPr>
      </p:sp>
      <p:sp>
        <p:nvSpPr>
          <p:cNvPr id="26" name="confirm">
            <a:extLst xmlns:a="http://schemas.openxmlformats.org/drawingml/2006/main">
              <a:ext uri="{FF2B5EF4-FFF2-40B4-BE49-F238E27FC236}">
                <a16:creationId xmlns:a16="http://schemas.microsoft.com/office/drawing/2014/main" id="{4402B01F-FE03-4C7E-B1C6-5030008C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8524875"/>
            <a:ext cx="899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Please confirm availability before paying.</a:t>
            </a:r>
          </a:p>
        </p:txBody>
      </p:sp>
      <p:sp>
        <p:nvSpPr>
          <p:cNvPr id="27" name="enquiries">
            <a:extLst xmlns:a="http://schemas.openxmlformats.org/drawingml/2006/main">
              <a:ext uri="{FF2B5EF4-FFF2-40B4-BE49-F238E27FC236}">
                <a16:creationId xmlns:a16="http://schemas.microsoft.com/office/drawing/2014/main" id="{C6757E9A-2B88-4272-AB3D-9AFDB5B2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8943975"/>
            <a:ext cx="8991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Calls &amp; WhatsApp: +256 750 990 718</a:t>
            </a:r>
          </a:p>
        </p:txBody>
      </p:sp>
      <p:sp>
        <p:nvSpPr>
          <p:cNvPr id="28" name="email">
            <a:extLst xmlns:a="http://schemas.openxmlformats.org/drawingml/2006/main">
              <a:ext uri="{FF2B5EF4-FFF2-40B4-BE49-F238E27FC236}">
                <a16:creationId xmlns:a16="http://schemas.microsoft.com/office/drawing/2014/main" id="{98200A67-39D0-4DE6-8413-0C0A0758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9401175"/>
            <a:ext cx="8991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C0EA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C0EAF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0EAF2"/>
                </a:solidFill>
                <a:latin typeface="Arial"/>
                <a:ea typeface="Arial"/>
                <a:cs typeface="Arial"/>
              </a:rPr>
              <a:t>jothammartin.wambi@gmail.com</a:t>
            </a:r>
          </a:p>
        </p:txBody>
      </p:sp>
    </p:spTree>
    <p:extLst>
      <p:ext uri="{BB962C8B-B14F-4D97-AF65-F5344CB8AC3E}">
        <p14:creationId xmlns:p14="http://schemas.microsoft.com/office/powerpoint/2010/main" val="568586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2026-10-05T11:07:15.5570000Z</dcterms:created>
  <dcterms:modified xsi:type="dcterms:W3CDTF">2026-10-05T11:07:15.5570000Z</dcterms:modified>
</coreProperties>
</file>